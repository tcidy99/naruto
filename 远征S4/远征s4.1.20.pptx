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37" r:id="rId1"/>
  </p:sldMasterIdLst>
  <p:notesMasterIdLst>
    <p:notesMasterId r:id="rId6"/>
  </p:notesMasterIdLst>
  <p:sldIdLst>
    <p:sldId id="261" r:id="rId2"/>
    <p:sldId id="257" r:id="rId3"/>
    <p:sldId id="260" r:id="rId4"/>
    <p:sldId id="259" r:id="rId5"/>
  </p:sldIdLst>
  <p:sldSz cx="12947650" cy="146304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99CC"/>
    <a:srgbClr val="000000"/>
    <a:srgbClr val="666699"/>
    <a:srgbClr val="99FFCC"/>
    <a:srgbClr val="FFFF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9718" autoAdjust="0"/>
    <p:restoredTop sz="88442" autoAdjust="0"/>
  </p:normalViewPr>
  <p:slideViewPr>
    <p:cSldViewPr snapToGrid="0">
      <p:cViewPr>
        <p:scale>
          <a:sx n="150" d="100"/>
          <a:sy n="150" d="100"/>
        </p:scale>
        <p:origin x="-2076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5646032-165F-4113-8ACD-0D0C937A1FE5}" type="datetimeFigureOut">
              <a:rPr lang="en-US" smtClean="0"/>
              <a:t>8/29/2021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063750" y="1143000"/>
            <a:ext cx="27305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26BC739-174B-4662-B691-F353BB10E02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7156177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26BC739-174B-4662-B691-F353BB10E029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6953059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26BC739-174B-4662-B691-F353BB10E029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1603982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26BC739-174B-4662-B691-F353BB10E029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0897867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3F98087-4AF4-4B4E-8EEF-B55987B2571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618456" y="2394374"/>
            <a:ext cx="9710738" cy="5093547"/>
          </a:xfrm>
        </p:spPr>
        <p:txBody>
          <a:bodyPr anchor="b"/>
          <a:lstStyle>
            <a:lvl1pPr algn="ctr">
              <a:defRPr sz="6372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C690943-9C8F-44C5-8561-7A7E11B9B69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618456" y="7684348"/>
            <a:ext cx="9710738" cy="3532292"/>
          </a:xfrm>
        </p:spPr>
        <p:txBody>
          <a:bodyPr/>
          <a:lstStyle>
            <a:lvl1pPr marL="0" indent="0" algn="ctr">
              <a:buNone/>
              <a:defRPr sz="2549"/>
            </a:lvl1pPr>
            <a:lvl2pPr marL="485546" indent="0" algn="ctr">
              <a:buNone/>
              <a:defRPr sz="2124"/>
            </a:lvl2pPr>
            <a:lvl3pPr marL="971093" indent="0" algn="ctr">
              <a:buNone/>
              <a:defRPr sz="1912"/>
            </a:lvl3pPr>
            <a:lvl4pPr marL="1456639" indent="0" algn="ctr">
              <a:buNone/>
              <a:defRPr sz="1699"/>
            </a:lvl4pPr>
            <a:lvl5pPr marL="1942186" indent="0" algn="ctr">
              <a:buNone/>
              <a:defRPr sz="1699"/>
            </a:lvl5pPr>
            <a:lvl6pPr marL="2427732" indent="0" algn="ctr">
              <a:buNone/>
              <a:defRPr sz="1699"/>
            </a:lvl6pPr>
            <a:lvl7pPr marL="2913278" indent="0" algn="ctr">
              <a:buNone/>
              <a:defRPr sz="1699"/>
            </a:lvl7pPr>
            <a:lvl8pPr marL="3398825" indent="0" algn="ctr">
              <a:buNone/>
              <a:defRPr sz="1699"/>
            </a:lvl8pPr>
            <a:lvl9pPr marL="3884371" indent="0" algn="ctr">
              <a:buNone/>
              <a:defRPr sz="1699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8B596BB-343E-4E43-AD66-5F95164C092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4A4187-90BA-4F65-8FAF-58A0B2AD8431}" type="datetimeFigureOut">
              <a:rPr lang="en-US" smtClean="0"/>
              <a:t>8/29/2021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E9FBCE4-F572-44DC-844E-B1B6C96E11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EE221D9-7173-439F-A513-2E13DC8AC7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D3B463-E3E2-4381-B108-E17AF991B08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3314884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5B59866-A3E6-4800-89EE-C9D1A48E8CE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4EFADE1-8FE9-4398-969D-29CE42A50FB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6F82525-51E3-4634-9966-A7C8DC5E652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4A4187-90BA-4F65-8FAF-58A0B2AD8431}" type="datetimeFigureOut">
              <a:rPr lang="en-US" smtClean="0"/>
              <a:t>8/29/2021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4906906-138C-496C-B891-01EE1F87462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F1C3FE9-4F6E-4C74-B61C-2F7D2FEB21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D3B463-E3E2-4381-B108-E17AF991B08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1994035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A9BD5B8-1AB6-44FE-AC7D-6FECFCEDC61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83407" y="3647442"/>
            <a:ext cx="11167348" cy="6085839"/>
          </a:xfrm>
        </p:spPr>
        <p:txBody>
          <a:bodyPr anchor="b"/>
          <a:lstStyle>
            <a:lvl1pPr>
              <a:defRPr sz="6372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8F3EC27-100B-4881-86B6-42568D4CF77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83407" y="9790855"/>
            <a:ext cx="11167348" cy="3200399"/>
          </a:xfrm>
        </p:spPr>
        <p:txBody>
          <a:bodyPr/>
          <a:lstStyle>
            <a:lvl1pPr marL="0" indent="0">
              <a:buNone/>
              <a:defRPr sz="2549">
                <a:solidFill>
                  <a:schemeClr val="tx1">
                    <a:tint val="75000"/>
                  </a:schemeClr>
                </a:solidFill>
              </a:defRPr>
            </a:lvl1pPr>
            <a:lvl2pPr marL="485546" indent="0">
              <a:buNone/>
              <a:defRPr sz="2124">
                <a:solidFill>
                  <a:schemeClr val="tx1">
                    <a:tint val="75000"/>
                  </a:schemeClr>
                </a:solidFill>
              </a:defRPr>
            </a:lvl2pPr>
            <a:lvl3pPr marL="971093" indent="0">
              <a:buNone/>
              <a:defRPr sz="1912">
                <a:solidFill>
                  <a:schemeClr val="tx1">
                    <a:tint val="75000"/>
                  </a:schemeClr>
                </a:solidFill>
              </a:defRPr>
            </a:lvl3pPr>
            <a:lvl4pPr marL="1456639" indent="0">
              <a:buNone/>
              <a:defRPr sz="1699">
                <a:solidFill>
                  <a:schemeClr val="tx1">
                    <a:tint val="75000"/>
                  </a:schemeClr>
                </a:solidFill>
              </a:defRPr>
            </a:lvl4pPr>
            <a:lvl5pPr marL="1942186" indent="0">
              <a:buNone/>
              <a:defRPr sz="1699">
                <a:solidFill>
                  <a:schemeClr val="tx1">
                    <a:tint val="75000"/>
                  </a:schemeClr>
                </a:solidFill>
              </a:defRPr>
            </a:lvl5pPr>
            <a:lvl6pPr marL="2427732" indent="0">
              <a:buNone/>
              <a:defRPr sz="1699">
                <a:solidFill>
                  <a:schemeClr val="tx1">
                    <a:tint val="75000"/>
                  </a:schemeClr>
                </a:solidFill>
              </a:defRPr>
            </a:lvl6pPr>
            <a:lvl7pPr marL="2913278" indent="0">
              <a:buNone/>
              <a:defRPr sz="1699">
                <a:solidFill>
                  <a:schemeClr val="tx1">
                    <a:tint val="75000"/>
                  </a:schemeClr>
                </a:solidFill>
              </a:defRPr>
            </a:lvl7pPr>
            <a:lvl8pPr marL="3398825" indent="0">
              <a:buNone/>
              <a:defRPr sz="1699">
                <a:solidFill>
                  <a:schemeClr val="tx1">
                    <a:tint val="75000"/>
                  </a:schemeClr>
                </a:solidFill>
              </a:defRPr>
            </a:lvl8pPr>
            <a:lvl9pPr marL="3884371" indent="0">
              <a:buNone/>
              <a:defRPr sz="1699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EA44780-9046-49DD-9D62-80D526CC4F2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4A4187-90BA-4F65-8FAF-58A0B2AD8431}" type="datetimeFigureOut">
              <a:rPr lang="en-US" smtClean="0"/>
              <a:t>8/29/2021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7578976-C347-4586-B841-3CD95153CD0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E60B34B-E1C8-4C9D-9373-4B4C88881C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D3B463-E3E2-4381-B108-E17AF991B08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8636559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08D2D85-B5B8-4E55-A354-DB1D99BC346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6A0D55A-AF49-42B4-B654-4EF673C454F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90151" y="3894667"/>
            <a:ext cx="5502751" cy="928285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0583470-5C77-4422-B6BE-146AFE43BF3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554748" y="3894667"/>
            <a:ext cx="5502751" cy="928285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1C99315-247A-44F4-8693-85A2908BE6C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4A4187-90BA-4F65-8FAF-58A0B2AD8431}" type="datetimeFigureOut">
              <a:rPr lang="en-US" smtClean="0"/>
              <a:t>8/29/2021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3B842A1-DFDC-4B85-9861-D712ABB8DAB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A0C1B18-B82D-4F32-8DE8-70E5358B65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D3B463-E3E2-4381-B108-E17AF991B08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1997816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37E288C-6F92-482B-9925-56C5763835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91837" y="778934"/>
            <a:ext cx="11167348" cy="2827868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9734961-3188-4587-BAE8-E86FC8A98FE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91838" y="3586481"/>
            <a:ext cx="5477462" cy="1757679"/>
          </a:xfrm>
        </p:spPr>
        <p:txBody>
          <a:bodyPr anchor="b"/>
          <a:lstStyle>
            <a:lvl1pPr marL="0" indent="0">
              <a:buNone/>
              <a:defRPr sz="2549" b="1"/>
            </a:lvl1pPr>
            <a:lvl2pPr marL="485546" indent="0">
              <a:buNone/>
              <a:defRPr sz="2124" b="1"/>
            </a:lvl2pPr>
            <a:lvl3pPr marL="971093" indent="0">
              <a:buNone/>
              <a:defRPr sz="1912" b="1"/>
            </a:lvl3pPr>
            <a:lvl4pPr marL="1456639" indent="0">
              <a:buNone/>
              <a:defRPr sz="1699" b="1"/>
            </a:lvl4pPr>
            <a:lvl5pPr marL="1942186" indent="0">
              <a:buNone/>
              <a:defRPr sz="1699" b="1"/>
            </a:lvl5pPr>
            <a:lvl6pPr marL="2427732" indent="0">
              <a:buNone/>
              <a:defRPr sz="1699" b="1"/>
            </a:lvl6pPr>
            <a:lvl7pPr marL="2913278" indent="0">
              <a:buNone/>
              <a:defRPr sz="1699" b="1"/>
            </a:lvl7pPr>
            <a:lvl8pPr marL="3398825" indent="0">
              <a:buNone/>
              <a:defRPr sz="1699" b="1"/>
            </a:lvl8pPr>
            <a:lvl9pPr marL="3884371" indent="0">
              <a:buNone/>
              <a:defRPr sz="1699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ED38504-E7A9-4640-BE6C-98680C2F378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91838" y="5344160"/>
            <a:ext cx="5477462" cy="786045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2B6147B8-4E2B-4F8B-ADDE-79B0A75337A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554748" y="3586481"/>
            <a:ext cx="5504438" cy="1757679"/>
          </a:xfrm>
        </p:spPr>
        <p:txBody>
          <a:bodyPr anchor="b"/>
          <a:lstStyle>
            <a:lvl1pPr marL="0" indent="0">
              <a:buNone/>
              <a:defRPr sz="2549" b="1"/>
            </a:lvl1pPr>
            <a:lvl2pPr marL="485546" indent="0">
              <a:buNone/>
              <a:defRPr sz="2124" b="1"/>
            </a:lvl2pPr>
            <a:lvl3pPr marL="971093" indent="0">
              <a:buNone/>
              <a:defRPr sz="1912" b="1"/>
            </a:lvl3pPr>
            <a:lvl4pPr marL="1456639" indent="0">
              <a:buNone/>
              <a:defRPr sz="1699" b="1"/>
            </a:lvl4pPr>
            <a:lvl5pPr marL="1942186" indent="0">
              <a:buNone/>
              <a:defRPr sz="1699" b="1"/>
            </a:lvl5pPr>
            <a:lvl6pPr marL="2427732" indent="0">
              <a:buNone/>
              <a:defRPr sz="1699" b="1"/>
            </a:lvl6pPr>
            <a:lvl7pPr marL="2913278" indent="0">
              <a:buNone/>
              <a:defRPr sz="1699" b="1"/>
            </a:lvl7pPr>
            <a:lvl8pPr marL="3398825" indent="0">
              <a:buNone/>
              <a:defRPr sz="1699" b="1"/>
            </a:lvl8pPr>
            <a:lvl9pPr marL="3884371" indent="0">
              <a:buNone/>
              <a:defRPr sz="1699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4BCCD1C-4C7B-4417-8807-3384841EF87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554748" y="5344160"/>
            <a:ext cx="5504438" cy="786045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8BB92E9F-0F23-4506-8558-54E2FB247A9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4A4187-90BA-4F65-8FAF-58A0B2AD8431}" type="datetimeFigureOut">
              <a:rPr lang="en-US" smtClean="0"/>
              <a:t>8/29/2021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D24B29A4-6D86-43FD-B961-D6FC4D1B71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B7F65DC-E68C-4963-B04E-2C594C6BF3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D3B463-E3E2-4381-B108-E17AF991B08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6582089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279070B-EC5B-49B3-B12A-5FB56659DDC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778AEAA-757F-4616-98DD-767AA640825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4A4187-90BA-4F65-8FAF-58A0B2AD8431}" type="datetimeFigureOut">
              <a:rPr lang="en-US" smtClean="0"/>
              <a:t>8/29/2021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7EABBE5-3E42-437F-B1B7-56571374E21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0A962FB-73B1-4FEE-A170-70B55707A0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D3B463-E3E2-4381-B108-E17AF991B08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4517255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0BC04839-4D2C-4454-97B1-BA2059AA156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4A4187-90BA-4F65-8FAF-58A0B2AD8431}" type="datetimeFigureOut">
              <a:rPr lang="en-US" smtClean="0"/>
              <a:t>8/29/2021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C6F27F87-C696-492C-8949-FA7D0AF27FD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A9B0DFE-1F21-41F4-93D2-6750B51C43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D3B463-E3E2-4381-B108-E17AF991B08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4238304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8F77872-68BE-49B0-BFB4-4F60C5DA923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91838" y="975360"/>
            <a:ext cx="4175954" cy="3413760"/>
          </a:xfrm>
        </p:spPr>
        <p:txBody>
          <a:bodyPr anchor="b"/>
          <a:lstStyle>
            <a:lvl1pPr>
              <a:defRPr sz="3398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93B6A99-CD6C-4059-BFA5-B0E7DDE6DFF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504438" y="2106508"/>
            <a:ext cx="6554748" cy="10397067"/>
          </a:xfrm>
        </p:spPr>
        <p:txBody>
          <a:bodyPr/>
          <a:lstStyle>
            <a:lvl1pPr>
              <a:defRPr sz="3398"/>
            </a:lvl1pPr>
            <a:lvl2pPr>
              <a:defRPr sz="2974"/>
            </a:lvl2pPr>
            <a:lvl3pPr>
              <a:defRPr sz="2549"/>
            </a:lvl3pPr>
            <a:lvl4pPr>
              <a:defRPr sz="2124"/>
            </a:lvl4pPr>
            <a:lvl5pPr>
              <a:defRPr sz="2124"/>
            </a:lvl5pPr>
            <a:lvl6pPr>
              <a:defRPr sz="2124"/>
            </a:lvl6pPr>
            <a:lvl7pPr>
              <a:defRPr sz="2124"/>
            </a:lvl7pPr>
            <a:lvl8pPr>
              <a:defRPr sz="2124"/>
            </a:lvl8pPr>
            <a:lvl9pPr>
              <a:defRPr sz="2124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1E295A8-7BCA-4234-8AC2-9F6F5EA847F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91838" y="4389120"/>
            <a:ext cx="4175954" cy="8131388"/>
          </a:xfrm>
        </p:spPr>
        <p:txBody>
          <a:bodyPr/>
          <a:lstStyle>
            <a:lvl1pPr marL="0" indent="0">
              <a:buNone/>
              <a:defRPr sz="1699"/>
            </a:lvl1pPr>
            <a:lvl2pPr marL="485546" indent="0">
              <a:buNone/>
              <a:defRPr sz="1487"/>
            </a:lvl2pPr>
            <a:lvl3pPr marL="971093" indent="0">
              <a:buNone/>
              <a:defRPr sz="1274"/>
            </a:lvl3pPr>
            <a:lvl4pPr marL="1456639" indent="0">
              <a:buNone/>
              <a:defRPr sz="1062"/>
            </a:lvl4pPr>
            <a:lvl5pPr marL="1942186" indent="0">
              <a:buNone/>
              <a:defRPr sz="1062"/>
            </a:lvl5pPr>
            <a:lvl6pPr marL="2427732" indent="0">
              <a:buNone/>
              <a:defRPr sz="1062"/>
            </a:lvl6pPr>
            <a:lvl7pPr marL="2913278" indent="0">
              <a:buNone/>
              <a:defRPr sz="1062"/>
            </a:lvl7pPr>
            <a:lvl8pPr marL="3398825" indent="0">
              <a:buNone/>
              <a:defRPr sz="1062"/>
            </a:lvl8pPr>
            <a:lvl9pPr marL="3884371" indent="0">
              <a:buNone/>
              <a:defRPr sz="1062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3AA5C72-84F8-4C87-951F-74BEBDFB924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4A4187-90BA-4F65-8FAF-58A0B2AD8431}" type="datetimeFigureOut">
              <a:rPr lang="en-US" smtClean="0"/>
              <a:t>8/29/2021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0B0025E-9247-4ECD-84B5-FA2CC23C93B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57C30D7-2EDD-4866-A8E6-7CF79B5A47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D3B463-E3E2-4381-B108-E17AF991B08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968047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9857A3-A392-4DC6-A4F2-A8033A1CB5E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91838" y="975360"/>
            <a:ext cx="4175954" cy="3413760"/>
          </a:xfrm>
        </p:spPr>
        <p:txBody>
          <a:bodyPr anchor="b"/>
          <a:lstStyle>
            <a:lvl1pPr>
              <a:defRPr sz="3398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BF761122-1B5F-4246-A038-27F1E7C291A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504438" y="2106508"/>
            <a:ext cx="6554748" cy="10397067"/>
          </a:xfrm>
        </p:spPr>
        <p:txBody>
          <a:bodyPr/>
          <a:lstStyle>
            <a:lvl1pPr marL="0" indent="0">
              <a:buNone/>
              <a:defRPr sz="3398"/>
            </a:lvl1pPr>
            <a:lvl2pPr marL="485546" indent="0">
              <a:buNone/>
              <a:defRPr sz="2974"/>
            </a:lvl2pPr>
            <a:lvl3pPr marL="971093" indent="0">
              <a:buNone/>
              <a:defRPr sz="2549"/>
            </a:lvl3pPr>
            <a:lvl4pPr marL="1456639" indent="0">
              <a:buNone/>
              <a:defRPr sz="2124"/>
            </a:lvl4pPr>
            <a:lvl5pPr marL="1942186" indent="0">
              <a:buNone/>
              <a:defRPr sz="2124"/>
            </a:lvl5pPr>
            <a:lvl6pPr marL="2427732" indent="0">
              <a:buNone/>
              <a:defRPr sz="2124"/>
            </a:lvl6pPr>
            <a:lvl7pPr marL="2913278" indent="0">
              <a:buNone/>
              <a:defRPr sz="2124"/>
            </a:lvl7pPr>
            <a:lvl8pPr marL="3398825" indent="0">
              <a:buNone/>
              <a:defRPr sz="2124"/>
            </a:lvl8pPr>
            <a:lvl9pPr marL="3884371" indent="0">
              <a:buNone/>
              <a:defRPr sz="2124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2828D85-5C94-4DE9-8C4D-E17BD6EF0F6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91838" y="4389120"/>
            <a:ext cx="4175954" cy="8131388"/>
          </a:xfrm>
        </p:spPr>
        <p:txBody>
          <a:bodyPr/>
          <a:lstStyle>
            <a:lvl1pPr marL="0" indent="0">
              <a:buNone/>
              <a:defRPr sz="1699"/>
            </a:lvl1pPr>
            <a:lvl2pPr marL="485546" indent="0">
              <a:buNone/>
              <a:defRPr sz="1487"/>
            </a:lvl2pPr>
            <a:lvl3pPr marL="971093" indent="0">
              <a:buNone/>
              <a:defRPr sz="1274"/>
            </a:lvl3pPr>
            <a:lvl4pPr marL="1456639" indent="0">
              <a:buNone/>
              <a:defRPr sz="1062"/>
            </a:lvl4pPr>
            <a:lvl5pPr marL="1942186" indent="0">
              <a:buNone/>
              <a:defRPr sz="1062"/>
            </a:lvl5pPr>
            <a:lvl6pPr marL="2427732" indent="0">
              <a:buNone/>
              <a:defRPr sz="1062"/>
            </a:lvl6pPr>
            <a:lvl7pPr marL="2913278" indent="0">
              <a:buNone/>
              <a:defRPr sz="1062"/>
            </a:lvl7pPr>
            <a:lvl8pPr marL="3398825" indent="0">
              <a:buNone/>
              <a:defRPr sz="1062"/>
            </a:lvl8pPr>
            <a:lvl9pPr marL="3884371" indent="0">
              <a:buNone/>
              <a:defRPr sz="1062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4DB4BC1-0B2C-4B2F-936F-862AA4EE8B1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4A4187-90BA-4F65-8FAF-58A0B2AD8431}" type="datetimeFigureOut">
              <a:rPr lang="en-US" smtClean="0"/>
              <a:t>8/29/2021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132C43E-7EB1-4F08-B85C-682F1D4EA30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5E3AFE6-B237-4E83-90D2-64916C8FA0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D3B463-E3E2-4381-B108-E17AF991B08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8108202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6D63BE-8AA8-4447-9202-C76D914A0E6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385F36A-6822-4A4D-8A40-2F18DE719AF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DAA42BC-BDE9-4734-8EAB-9FBDF5EA3D4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4A4187-90BA-4F65-8FAF-58A0B2AD8431}" type="datetimeFigureOut">
              <a:rPr lang="en-US" smtClean="0"/>
              <a:t>8/29/2021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667CEB7-8D53-4877-9490-582A7C76E69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71645D6-B5E0-471D-90B5-8C76EB0460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D3B463-E3E2-4381-B108-E17AF991B08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2703503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5C5DF537-86B2-47F7-8493-AD5E30EA8D9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9265662" y="778933"/>
            <a:ext cx="2791837" cy="1239858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463F050-0F59-4BED-ACB9-62F49F3DECD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90151" y="778933"/>
            <a:ext cx="8213665" cy="1239858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10E053F-9B50-4668-A432-DA06A96126B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4A4187-90BA-4F65-8FAF-58A0B2AD8431}" type="datetimeFigureOut">
              <a:rPr lang="en-US" smtClean="0"/>
              <a:t>8/29/2021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5134A59-7F3E-4323-8C33-4A1D2515E5B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7C963D1-BA02-45AF-9DEC-2AA068D53D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D3B463-E3E2-4381-B108-E17AF991B08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357532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15A8C489-F225-40E1-A486-C12801FEDD1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90151" y="778934"/>
            <a:ext cx="11167348" cy="282786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2E4092A-C3E7-4509-B203-3835E47BDCA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90151" y="3894667"/>
            <a:ext cx="11167348" cy="928285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F8D6CF9-9DEB-40A5-8351-381918D7434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90151" y="13560215"/>
            <a:ext cx="2913221" cy="77893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74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C4A4187-90BA-4F65-8FAF-58A0B2AD8431}" type="datetimeFigureOut">
              <a:rPr lang="en-US" smtClean="0"/>
              <a:t>8/29/2021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88C78EE-72F1-4247-B7A7-0164487BAEC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288909" y="13560215"/>
            <a:ext cx="4369832" cy="77893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74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1A51939-DDAE-49EC-AF83-9EA486CC9DF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144278" y="13560215"/>
            <a:ext cx="2913221" cy="77893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74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3D3B463-E3E2-4381-B108-E17AF991B08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3339717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38" r:id="rId1"/>
    <p:sldLayoutId id="2147483739" r:id="rId2"/>
    <p:sldLayoutId id="2147483740" r:id="rId3"/>
    <p:sldLayoutId id="2147483741" r:id="rId4"/>
    <p:sldLayoutId id="2147483742" r:id="rId5"/>
    <p:sldLayoutId id="2147483743" r:id="rId6"/>
    <p:sldLayoutId id="2147483744" r:id="rId7"/>
    <p:sldLayoutId id="2147483745" r:id="rId8"/>
    <p:sldLayoutId id="2147483746" r:id="rId9"/>
    <p:sldLayoutId id="2147483747" r:id="rId10"/>
    <p:sldLayoutId id="2147483748" r:id="rId11"/>
  </p:sldLayoutIdLst>
  <p:txStyles>
    <p:titleStyle>
      <a:lvl1pPr algn="l" defTabSz="971093" rtl="0" eaLnBrk="1" latinLnBrk="0" hangingPunct="1">
        <a:lnSpc>
          <a:spcPct val="90000"/>
        </a:lnSpc>
        <a:spcBef>
          <a:spcPct val="0"/>
        </a:spcBef>
        <a:buNone/>
        <a:defRPr sz="4673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42773" indent="-242773" algn="l" defTabSz="971093" rtl="0" eaLnBrk="1" latinLnBrk="0" hangingPunct="1">
        <a:lnSpc>
          <a:spcPct val="90000"/>
        </a:lnSpc>
        <a:spcBef>
          <a:spcPts val="1062"/>
        </a:spcBef>
        <a:buFont typeface="Arial" panose="020B0604020202020204" pitchFamily="34" charset="0"/>
        <a:buChar char="•"/>
        <a:defRPr sz="2974" kern="1200">
          <a:solidFill>
            <a:schemeClr val="tx1"/>
          </a:solidFill>
          <a:latin typeface="+mn-lt"/>
          <a:ea typeface="+mn-ea"/>
          <a:cs typeface="+mn-cs"/>
        </a:defRPr>
      </a:lvl1pPr>
      <a:lvl2pPr marL="728320" indent="-242773" algn="l" defTabSz="971093" rtl="0" eaLnBrk="1" latinLnBrk="0" hangingPunct="1">
        <a:lnSpc>
          <a:spcPct val="90000"/>
        </a:lnSpc>
        <a:spcBef>
          <a:spcPts val="531"/>
        </a:spcBef>
        <a:buFont typeface="Arial" panose="020B0604020202020204" pitchFamily="34" charset="0"/>
        <a:buChar char="•"/>
        <a:defRPr sz="2549" kern="1200">
          <a:solidFill>
            <a:schemeClr val="tx1"/>
          </a:solidFill>
          <a:latin typeface="+mn-lt"/>
          <a:ea typeface="+mn-ea"/>
          <a:cs typeface="+mn-cs"/>
        </a:defRPr>
      </a:lvl2pPr>
      <a:lvl3pPr marL="1213866" indent="-242773" algn="l" defTabSz="971093" rtl="0" eaLnBrk="1" latinLnBrk="0" hangingPunct="1">
        <a:lnSpc>
          <a:spcPct val="90000"/>
        </a:lnSpc>
        <a:spcBef>
          <a:spcPts val="531"/>
        </a:spcBef>
        <a:buFont typeface="Arial" panose="020B0604020202020204" pitchFamily="34" charset="0"/>
        <a:buChar char="•"/>
        <a:defRPr sz="2124" kern="1200">
          <a:solidFill>
            <a:schemeClr val="tx1"/>
          </a:solidFill>
          <a:latin typeface="+mn-lt"/>
          <a:ea typeface="+mn-ea"/>
          <a:cs typeface="+mn-cs"/>
        </a:defRPr>
      </a:lvl3pPr>
      <a:lvl4pPr marL="1699412" indent="-242773" algn="l" defTabSz="971093" rtl="0" eaLnBrk="1" latinLnBrk="0" hangingPunct="1">
        <a:lnSpc>
          <a:spcPct val="90000"/>
        </a:lnSpc>
        <a:spcBef>
          <a:spcPts val="531"/>
        </a:spcBef>
        <a:buFont typeface="Arial" panose="020B0604020202020204" pitchFamily="34" charset="0"/>
        <a:buChar char="•"/>
        <a:defRPr sz="1912" kern="1200">
          <a:solidFill>
            <a:schemeClr val="tx1"/>
          </a:solidFill>
          <a:latin typeface="+mn-lt"/>
          <a:ea typeface="+mn-ea"/>
          <a:cs typeface="+mn-cs"/>
        </a:defRPr>
      </a:lvl4pPr>
      <a:lvl5pPr marL="2184959" indent="-242773" algn="l" defTabSz="971093" rtl="0" eaLnBrk="1" latinLnBrk="0" hangingPunct="1">
        <a:lnSpc>
          <a:spcPct val="90000"/>
        </a:lnSpc>
        <a:spcBef>
          <a:spcPts val="531"/>
        </a:spcBef>
        <a:buFont typeface="Arial" panose="020B0604020202020204" pitchFamily="34" charset="0"/>
        <a:buChar char="•"/>
        <a:defRPr sz="1912" kern="1200">
          <a:solidFill>
            <a:schemeClr val="tx1"/>
          </a:solidFill>
          <a:latin typeface="+mn-lt"/>
          <a:ea typeface="+mn-ea"/>
          <a:cs typeface="+mn-cs"/>
        </a:defRPr>
      </a:lvl5pPr>
      <a:lvl6pPr marL="2670505" indent="-242773" algn="l" defTabSz="971093" rtl="0" eaLnBrk="1" latinLnBrk="0" hangingPunct="1">
        <a:lnSpc>
          <a:spcPct val="90000"/>
        </a:lnSpc>
        <a:spcBef>
          <a:spcPts val="531"/>
        </a:spcBef>
        <a:buFont typeface="Arial" panose="020B0604020202020204" pitchFamily="34" charset="0"/>
        <a:buChar char="•"/>
        <a:defRPr sz="1912" kern="1200">
          <a:solidFill>
            <a:schemeClr val="tx1"/>
          </a:solidFill>
          <a:latin typeface="+mn-lt"/>
          <a:ea typeface="+mn-ea"/>
          <a:cs typeface="+mn-cs"/>
        </a:defRPr>
      </a:lvl6pPr>
      <a:lvl7pPr marL="3156052" indent="-242773" algn="l" defTabSz="971093" rtl="0" eaLnBrk="1" latinLnBrk="0" hangingPunct="1">
        <a:lnSpc>
          <a:spcPct val="90000"/>
        </a:lnSpc>
        <a:spcBef>
          <a:spcPts val="531"/>
        </a:spcBef>
        <a:buFont typeface="Arial" panose="020B0604020202020204" pitchFamily="34" charset="0"/>
        <a:buChar char="•"/>
        <a:defRPr sz="1912" kern="1200">
          <a:solidFill>
            <a:schemeClr val="tx1"/>
          </a:solidFill>
          <a:latin typeface="+mn-lt"/>
          <a:ea typeface="+mn-ea"/>
          <a:cs typeface="+mn-cs"/>
        </a:defRPr>
      </a:lvl7pPr>
      <a:lvl8pPr marL="3641598" indent="-242773" algn="l" defTabSz="971093" rtl="0" eaLnBrk="1" latinLnBrk="0" hangingPunct="1">
        <a:lnSpc>
          <a:spcPct val="90000"/>
        </a:lnSpc>
        <a:spcBef>
          <a:spcPts val="531"/>
        </a:spcBef>
        <a:buFont typeface="Arial" panose="020B0604020202020204" pitchFamily="34" charset="0"/>
        <a:buChar char="•"/>
        <a:defRPr sz="1912" kern="1200">
          <a:solidFill>
            <a:schemeClr val="tx1"/>
          </a:solidFill>
          <a:latin typeface="+mn-lt"/>
          <a:ea typeface="+mn-ea"/>
          <a:cs typeface="+mn-cs"/>
        </a:defRPr>
      </a:lvl8pPr>
      <a:lvl9pPr marL="4127144" indent="-242773" algn="l" defTabSz="971093" rtl="0" eaLnBrk="1" latinLnBrk="0" hangingPunct="1">
        <a:lnSpc>
          <a:spcPct val="90000"/>
        </a:lnSpc>
        <a:spcBef>
          <a:spcPts val="531"/>
        </a:spcBef>
        <a:buFont typeface="Arial" panose="020B0604020202020204" pitchFamily="34" charset="0"/>
        <a:buChar char="•"/>
        <a:defRPr sz="1912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71093" rtl="0" eaLnBrk="1" latinLnBrk="0" hangingPunct="1">
        <a:defRPr sz="1912" kern="1200">
          <a:solidFill>
            <a:schemeClr val="tx1"/>
          </a:solidFill>
          <a:latin typeface="+mn-lt"/>
          <a:ea typeface="+mn-ea"/>
          <a:cs typeface="+mn-cs"/>
        </a:defRPr>
      </a:lvl1pPr>
      <a:lvl2pPr marL="485546" algn="l" defTabSz="971093" rtl="0" eaLnBrk="1" latinLnBrk="0" hangingPunct="1">
        <a:defRPr sz="1912" kern="1200">
          <a:solidFill>
            <a:schemeClr val="tx1"/>
          </a:solidFill>
          <a:latin typeface="+mn-lt"/>
          <a:ea typeface="+mn-ea"/>
          <a:cs typeface="+mn-cs"/>
        </a:defRPr>
      </a:lvl2pPr>
      <a:lvl3pPr marL="971093" algn="l" defTabSz="971093" rtl="0" eaLnBrk="1" latinLnBrk="0" hangingPunct="1">
        <a:defRPr sz="1912" kern="1200">
          <a:solidFill>
            <a:schemeClr val="tx1"/>
          </a:solidFill>
          <a:latin typeface="+mn-lt"/>
          <a:ea typeface="+mn-ea"/>
          <a:cs typeface="+mn-cs"/>
        </a:defRPr>
      </a:lvl3pPr>
      <a:lvl4pPr marL="1456639" algn="l" defTabSz="971093" rtl="0" eaLnBrk="1" latinLnBrk="0" hangingPunct="1">
        <a:defRPr sz="1912" kern="1200">
          <a:solidFill>
            <a:schemeClr val="tx1"/>
          </a:solidFill>
          <a:latin typeface="+mn-lt"/>
          <a:ea typeface="+mn-ea"/>
          <a:cs typeface="+mn-cs"/>
        </a:defRPr>
      </a:lvl4pPr>
      <a:lvl5pPr marL="1942186" algn="l" defTabSz="971093" rtl="0" eaLnBrk="1" latinLnBrk="0" hangingPunct="1">
        <a:defRPr sz="1912" kern="1200">
          <a:solidFill>
            <a:schemeClr val="tx1"/>
          </a:solidFill>
          <a:latin typeface="+mn-lt"/>
          <a:ea typeface="+mn-ea"/>
          <a:cs typeface="+mn-cs"/>
        </a:defRPr>
      </a:lvl5pPr>
      <a:lvl6pPr marL="2427732" algn="l" defTabSz="971093" rtl="0" eaLnBrk="1" latinLnBrk="0" hangingPunct="1">
        <a:defRPr sz="1912" kern="1200">
          <a:solidFill>
            <a:schemeClr val="tx1"/>
          </a:solidFill>
          <a:latin typeface="+mn-lt"/>
          <a:ea typeface="+mn-ea"/>
          <a:cs typeface="+mn-cs"/>
        </a:defRPr>
      </a:lvl6pPr>
      <a:lvl7pPr marL="2913278" algn="l" defTabSz="971093" rtl="0" eaLnBrk="1" latinLnBrk="0" hangingPunct="1">
        <a:defRPr sz="1912" kern="1200">
          <a:solidFill>
            <a:schemeClr val="tx1"/>
          </a:solidFill>
          <a:latin typeface="+mn-lt"/>
          <a:ea typeface="+mn-ea"/>
          <a:cs typeface="+mn-cs"/>
        </a:defRPr>
      </a:lvl7pPr>
      <a:lvl8pPr marL="3398825" algn="l" defTabSz="971093" rtl="0" eaLnBrk="1" latinLnBrk="0" hangingPunct="1">
        <a:defRPr sz="1912" kern="1200">
          <a:solidFill>
            <a:schemeClr val="tx1"/>
          </a:solidFill>
          <a:latin typeface="+mn-lt"/>
          <a:ea typeface="+mn-ea"/>
          <a:cs typeface="+mn-cs"/>
        </a:defRPr>
      </a:lvl8pPr>
      <a:lvl9pPr marL="3884371" algn="l" defTabSz="971093" rtl="0" eaLnBrk="1" latinLnBrk="0" hangingPunct="1">
        <a:defRPr sz="1912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3" name="组合 32">
            <a:extLst>
              <a:ext uri="{FF2B5EF4-FFF2-40B4-BE49-F238E27FC236}">
                <a16:creationId xmlns:a16="http://schemas.microsoft.com/office/drawing/2014/main" id="{A8957408-AA69-48A6-B5AD-A25A077BE8F7}"/>
              </a:ext>
            </a:extLst>
          </p:cNvPr>
          <p:cNvGrpSpPr/>
          <p:nvPr/>
        </p:nvGrpSpPr>
        <p:grpSpPr>
          <a:xfrm>
            <a:off x="-221793" y="201909"/>
            <a:ext cx="13014352" cy="10489635"/>
            <a:chOff x="-221793" y="212779"/>
            <a:chExt cx="13014352" cy="10489635"/>
          </a:xfrm>
        </p:grpSpPr>
        <p:cxnSp>
          <p:nvCxnSpPr>
            <p:cNvPr id="19" name="Straight Connector 452">
              <a:extLst>
                <a:ext uri="{FF2B5EF4-FFF2-40B4-BE49-F238E27FC236}">
                  <a16:creationId xmlns:a16="http://schemas.microsoft.com/office/drawing/2014/main" id="{16D172C2-B808-4D5F-B263-E546CA21BB2E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69949" y="9414283"/>
              <a:ext cx="1894418" cy="736169"/>
            </a:xfrm>
            <a:prstGeom prst="line">
              <a:avLst/>
            </a:prstGeom>
            <a:ln w="38100">
              <a:solidFill>
                <a:schemeClr val="tx1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Straight Connector 452">
              <a:extLst>
                <a:ext uri="{FF2B5EF4-FFF2-40B4-BE49-F238E27FC236}">
                  <a16:creationId xmlns:a16="http://schemas.microsoft.com/office/drawing/2014/main" id="{E5F83B34-6A72-4951-9844-671155F2F898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2564367" y="8753451"/>
              <a:ext cx="1657350" cy="662244"/>
            </a:xfrm>
            <a:prstGeom prst="line">
              <a:avLst/>
            </a:prstGeom>
            <a:ln w="38100">
              <a:solidFill>
                <a:schemeClr val="tx1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Straight Connector 452">
              <a:extLst>
                <a:ext uri="{FF2B5EF4-FFF2-40B4-BE49-F238E27FC236}">
                  <a16:creationId xmlns:a16="http://schemas.microsoft.com/office/drawing/2014/main" id="{8130E43A-AD6D-480D-80F5-18625C54075B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4221716" y="8571417"/>
              <a:ext cx="0" cy="182034"/>
            </a:xfrm>
            <a:prstGeom prst="line">
              <a:avLst/>
            </a:prstGeom>
            <a:ln w="38100">
              <a:solidFill>
                <a:schemeClr val="tx1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Straight Connector 452">
              <a:extLst>
                <a:ext uri="{FF2B5EF4-FFF2-40B4-BE49-F238E27FC236}">
                  <a16:creationId xmlns:a16="http://schemas.microsoft.com/office/drawing/2014/main" id="{7B51B1AD-DEF4-4712-A0A9-1ED416CFDE6A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3980416" y="7953351"/>
              <a:ext cx="29633" cy="541866"/>
            </a:xfrm>
            <a:prstGeom prst="line">
              <a:avLst/>
            </a:prstGeom>
            <a:ln w="28575" cap="flat" cmpd="sng" algn="ctr">
              <a:solidFill>
                <a:schemeClr val="accent4"/>
              </a:solidFill>
              <a:prstDash val="dash"/>
              <a:round/>
              <a:headEnd type="none" w="med" len="med"/>
              <a:tailEnd type="non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tx1"/>
            </a:fontRef>
          </p:style>
        </p:cxnSp>
        <p:cxnSp>
          <p:nvCxnSpPr>
            <p:cNvPr id="30" name="Straight Connector 452">
              <a:extLst>
                <a:ext uri="{FF2B5EF4-FFF2-40B4-BE49-F238E27FC236}">
                  <a16:creationId xmlns:a16="http://schemas.microsoft.com/office/drawing/2014/main" id="{8C5C5E34-EFCC-4A79-941C-CA85546E7C2C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4010049" y="8495217"/>
              <a:ext cx="211667" cy="76200"/>
            </a:xfrm>
            <a:prstGeom prst="line">
              <a:avLst/>
            </a:prstGeom>
            <a:ln w="38100">
              <a:solidFill>
                <a:schemeClr val="tx1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Straight Connector 452">
              <a:extLst>
                <a:ext uri="{FF2B5EF4-FFF2-40B4-BE49-F238E27FC236}">
                  <a16:creationId xmlns:a16="http://schemas.microsoft.com/office/drawing/2014/main" id="{F67263FE-8467-4438-BE51-A7B17387C399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3980416" y="7580818"/>
              <a:ext cx="1" cy="372533"/>
            </a:xfrm>
            <a:prstGeom prst="line">
              <a:avLst/>
            </a:prstGeom>
            <a:ln w="38100">
              <a:solidFill>
                <a:srgbClr val="00B0F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Straight Connector 452">
              <a:extLst>
                <a:ext uri="{FF2B5EF4-FFF2-40B4-BE49-F238E27FC236}">
                  <a16:creationId xmlns:a16="http://schemas.microsoft.com/office/drawing/2014/main" id="{CAB85F3E-5BE7-4F14-A320-EE70D5819EAA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3741153" y="7500588"/>
              <a:ext cx="239262" cy="97164"/>
            </a:xfrm>
            <a:prstGeom prst="line">
              <a:avLst/>
            </a:prstGeom>
            <a:ln w="38100">
              <a:solidFill>
                <a:srgbClr val="00B0F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" name="Straight Connector 452">
              <a:extLst>
                <a:ext uri="{FF2B5EF4-FFF2-40B4-BE49-F238E27FC236}">
                  <a16:creationId xmlns:a16="http://schemas.microsoft.com/office/drawing/2014/main" id="{09397D70-629D-4F86-9A74-82D0B877D54A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3741153" y="7309884"/>
              <a:ext cx="1" cy="182107"/>
            </a:xfrm>
            <a:prstGeom prst="line">
              <a:avLst/>
            </a:prstGeom>
            <a:ln w="38100">
              <a:solidFill>
                <a:srgbClr val="00B0F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" name="Straight Connector 452">
              <a:extLst>
                <a:ext uri="{FF2B5EF4-FFF2-40B4-BE49-F238E27FC236}">
                  <a16:creationId xmlns:a16="http://schemas.microsoft.com/office/drawing/2014/main" id="{7C8AB8E9-4C75-44BD-A269-6220988CF17B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3514749" y="7214532"/>
              <a:ext cx="226406" cy="98781"/>
            </a:xfrm>
            <a:prstGeom prst="line">
              <a:avLst/>
            </a:prstGeom>
            <a:ln w="38100">
              <a:solidFill>
                <a:srgbClr val="00B0F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9" name="Straight Connector 452">
              <a:extLst>
                <a:ext uri="{FF2B5EF4-FFF2-40B4-BE49-F238E27FC236}">
                  <a16:creationId xmlns:a16="http://schemas.microsoft.com/office/drawing/2014/main" id="{09CEE071-8B5E-41C0-BAB6-31F4A15D0BE8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3514749" y="7039315"/>
              <a:ext cx="0" cy="175219"/>
            </a:xfrm>
            <a:prstGeom prst="line">
              <a:avLst/>
            </a:prstGeom>
            <a:ln w="38100">
              <a:solidFill>
                <a:srgbClr val="00B0F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" name="Straight Connector 452">
              <a:extLst>
                <a:ext uri="{FF2B5EF4-FFF2-40B4-BE49-F238E27FC236}">
                  <a16:creationId xmlns:a16="http://schemas.microsoft.com/office/drawing/2014/main" id="{4C38355A-1F64-40AE-BCAB-C6CA3224A084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3528762" y="6747552"/>
              <a:ext cx="692954" cy="291763"/>
            </a:xfrm>
            <a:prstGeom prst="line">
              <a:avLst/>
            </a:prstGeom>
            <a:ln w="38100">
              <a:solidFill>
                <a:srgbClr val="00B0F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2" name="Straight Connector 452">
              <a:extLst>
                <a:ext uri="{FF2B5EF4-FFF2-40B4-BE49-F238E27FC236}">
                  <a16:creationId xmlns:a16="http://schemas.microsoft.com/office/drawing/2014/main" id="{44EFE598-49E5-4821-BBE5-828D2F48CC31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4212658" y="6549656"/>
              <a:ext cx="0" cy="197897"/>
            </a:xfrm>
            <a:prstGeom prst="line">
              <a:avLst/>
            </a:prstGeom>
            <a:ln w="38100">
              <a:solidFill>
                <a:srgbClr val="00B0F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4" name="Straight Connector 452">
              <a:extLst>
                <a:ext uri="{FF2B5EF4-FFF2-40B4-BE49-F238E27FC236}">
                  <a16:creationId xmlns:a16="http://schemas.microsoft.com/office/drawing/2014/main" id="{E16BA676-1512-41C2-9D49-B179F2C2DC8F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3514749" y="6294474"/>
              <a:ext cx="706967" cy="297135"/>
            </a:xfrm>
            <a:prstGeom prst="line">
              <a:avLst/>
            </a:prstGeom>
            <a:ln w="38100">
              <a:solidFill>
                <a:srgbClr val="00B0F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5" name="Straight Connector 452">
              <a:extLst>
                <a:ext uri="{FF2B5EF4-FFF2-40B4-BE49-F238E27FC236}">
                  <a16:creationId xmlns:a16="http://schemas.microsoft.com/office/drawing/2014/main" id="{E37E0740-368A-45C4-B8E0-73B52A181E90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3494567" y="5768163"/>
              <a:ext cx="1" cy="530710"/>
            </a:xfrm>
            <a:prstGeom prst="line">
              <a:avLst/>
            </a:prstGeom>
            <a:ln w="38100">
              <a:solidFill>
                <a:srgbClr val="00B0F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6" name="Straight Connector 452">
              <a:extLst>
                <a:ext uri="{FF2B5EF4-FFF2-40B4-BE49-F238E27FC236}">
                  <a16:creationId xmlns:a16="http://schemas.microsoft.com/office/drawing/2014/main" id="{5060E408-FEB3-47B0-955E-6A9CB85F6B78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3494568" y="5651205"/>
              <a:ext cx="246585" cy="116958"/>
            </a:xfrm>
            <a:prstGeom prst="line">
              <a:avLst/>
            </a:prstGeom>
            <a:ln w="38100">
              <a:solidFill>
                <a:srgbClr val="00B0F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7" name="Straight Connector 452">
              <a:extLst>
                <a:ext uri="{FF2B5EF4-FFF2-40B4-BE49-F238E27FC236}">
                  <a16:creationId xmlns:a16="http://schemas.microsoft.com/office/drawing/2014/main" id="{1E4F0B60-638C-40F9-891F-CBCA9163E18E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3733830" y="5546786"/>
              <a:ext cx="246585" cy="116958"/>
            </a:xfrm>
            <a:prstGeom prst="line">
              <a:avLst/>
            </a:prstGeom>
            <a:ln w="38100">
              <a:solidFill>
                <a:srgbClr val="00B0F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8" name="Straight Connector 452">
              <a:extLst>
                <a:ext uri="{FF2B5EF4-FFF2-40B4-BE49-F238E27FC236}">
                  <a16:creationId xmlns:a16="http://schemas.microsoft.com/office/drawing/2014/main" id="{FD76EB10-5D62-4C47-BB42-468612999025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3733830" y="5470586"/>
              <a:ext cx="232243" cy="78562"/>
            </a:xfrm>
            <a:prstGeom prst="line">
              <a:avLst/>
            </a:prstGeom>
            <a:ln w="38100">
              <a:solidFill>
                <a:srgbClr val="00B0F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9" name="Straight Connector 452">
              <a:extLst>
                <a:ext uri="{FF2B5EF4-FFF2-40B4-BE49-F238E27FC236}">
                  <a16:creationId xmlns:a16="http://schemas.microsoft.com/office/drawing/2014/main" id="{2F3F923E-40DF-47FC-B001-576A1D31B485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3761005" y="5114987"/>
              <a:ext cx="1" cy="361700"/>
            </a:xfrm>
            <a:prstGeom prst="line">
              <a:avLst/>
            </a:prstGeom>
            <a:ln w="38100">
              <a:solidFill>
                <a:srgbClr val="00B0F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0" name="Straight Connector 452">
              <a:extLst>
                <a:ext uri="{FF2B5EF4-FFF2-40B4-BE49-F238E27FC236}">
                  <a16:creationId xmlns:a16="http://schemas.microsoft.com/office/drawing/2014/main" id="{3F2DFAC1-985B-4993-A89D-9C2F94A7D8D3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3763464" y="4645123"/>
              <a:ext cx="231768" cy="465666"/>
            </a:xfrm>
            <a:prstGeom prst="line">
              <a:avLst/>
            </a:prstGeom>
            <a:ln w="9525" cap="flat" cmpd="sng" algn="ctr">
              <a:solidFill>
                <a:schemeClr val="accent4"/>
              </a:solidFill>
              <a:prstDash val="dash"/>
              <a:round/>
              <a:headEnd type="none" w="med" len="med"/>
              <a:tailEnd type="non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tx1"/>
            </a:fontRef>
          </p:style>
        </p:cxnSp>
        <p:cxnSp>
          <p:nvCxnSpPr>
            <p:cNvPr id="86" name="Straight Connector 452">
              <a:extLst>
                <a:ext uri="{FF2B5EF4-FFF2-40B4-BE49-F238E27FC236}">
                  <a16:creationId xmlns:a16="http://schemas.microsoft.com/office/drawing/2014/main" id="{EB1C51CD-5D1A-49D1-8B10-0ED1DE174872}"/>
                </a:ext>
              </a:extLst>
            </p:cNvPr>
            <p:cNvCxnSpPr>
              <a:cxnSpLocks/>
            </p:cNvCxnSpPr>
            <p:nvPr/>
          </p:nvCxnSpPr>
          <p:spPr>
            <a:xfrm>
              <a:off x="3741153" y="1406617"/>
              <a:ext cx="274687" cy="100395"/>
            </a:xfrm>
            <a:prstGeom prst="line">
              <a:avLst/>
            </a:prstGeom>
            <a:ln w="38100">
              <a:solidFill>
                <a:srgbClr val="00B0F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8" name="Straight Connector 452">
              <a:extLst>
                <a:ext uri="{FF2B5EF4-FFF2-40B4-BE49-F238E27FC236}">
                  <a16:creationId xmlns:a16="http://schemas.microsoft.com/office/drawing/2014/main" id="{CA61FE06-7029-415C-80D8-7B36828A6273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4218022" y="1128135"/>
              <a:ext cx="680226" cy="263148"/>
            </a:xfrm>
            <a:prstGeom prst="line">
              <a:avLst/>
            </a:prstGeom>
            <a:ln w="38100" cap="flat" cmpd="sng" algn="ctr">
              <a:solidFill>
                <a:schemeClr val="accent4"/>
              </a:solidFill>
              <a:prstDash val="dash"/>
              <a:round/>
              <a:headEnd type="none" w="med" len="med"/>
              <a:tailEnd type="non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tx1"/>
            </a:fontRef>
          </p:style>
        </p:cxnSp>
        <p:cxnSp>
          <p:nvCxnSpPr>
            <p:cNvPr id="92" name="Straight Connector 452">
              <a:extLst>
                <a:ext uri="{FF2B5EF4-FFF2-40B4-BE49-F238E27FC236}">
                  <a16:creationId xmlns:a16="http://schemas.microsoft.com/office/drawing/2014/main" id="{AB31386F-95B0-48EF-82A9-72AE4C3CB915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3225800" y="1421889"/>
              <a:ext cx="552185" cy="187180"/>
            </a:xfrm>
            <a:prstGeom prst="line">
              <a:avLst/>
            </a:prstGeom>
            <a:ln w="38100">
              <a:solidFill>
                <a:srgbClr val="00B0F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4" name="Straight Connector 452">
              <a:extLst>
                <a:ext uri="{FF2B5EF4-FFF2-40B4-BE49-F238E27FC236}">
                  <a16:creationId xmlns:a16="http://schemas.microsoft.com/office/drawing/2014/main" id="{9FF656C7-D549-4DB6-B478-4E0BDB8BF615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3252659" y="1594853"/>
              <a:ext cx="0" cy="545096"/>
            </a:xfrm>
            <a:prstGeom prst="line">
              <a:avLst/>
            </a:prstGeom>
            <a:ln w="38100">
              <a:solidFill>
                <a:srgbClr val="00B0F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6" name="Straight Connector 452">
              <a:extLst>
                <a:ext uri="{FF2B5EF4-FFF2-40B4-BE49-F238E27FC236}">
                  <a16:creationId xmlns:a16="http://schemas.microsoft.com/office/drawing/2014/main" id="{8D0CB3D3-B246-46CB-A8DD-6A5E7ECBA5FC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3022600" y="2139951"/>
              <a:ext cx="230059" cy="86509"/>
            </a:xfrm>
            <a:prstGeom prst="line">
              <a:avLst/>
            </a:prstGeom>
            <a:ln w="38100">
              <a:solidFill>
                <a:srgbClr val="00B0F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8" name="Straight Connector 452">
              <a:extLst>
                <a:ext uri="{FF2B5EF4-FFF2-40B4-BE49-F238E27FC236}">
                  <a16:creationId xmlns:a16="http://schemas.microsoft.com/office/drawing/2014/main" id="{043621FF-3AF6-4BAE-BC1E-674ABFC92444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3022600" y="2226460"/>
              <a:ext cx="0" cy="1316841"/>
            </a:xfrm>
            <a:prstGeom prst="line">
              <a:avLst/>
            </a:prstGeom>
            <a:ln w="38100">
              <a:solidFill>
                <a:srgbClr val="00B0F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0" name="Straight Connector 452">
              <a:extLst>
                <a:ext uri="{FF2B5EF4-FFF2-40B4-BE49-F238E27FC236}">
                  <a16:creationId xmlns:a16="http://schemas.microsoft.com/office/drawing/2014/main" id="{B7DA4DA4-5885-4760-A028-C647A6984D39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757936" y="3543300"/>
              <a:ext cx="264664" cy="78568"/>
            </a:xfrm>
            <a:prstGeom prst="line">
              <a:avLst/>
            </a:prstGeom>
            <a:ln w="38100">
              <a:solidFill>
                <a:srgbClr val="00B0F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2" name="Straight Connector 452">
              <a:extLst>
                <a:ext uri="{FF2B5EF4-FFF2-40B4-BE49-F238E27FC236}">
                  <a16:creationId xmlns:a16="http://schemas.microsoft.com/office/drawing/2014/main" id="{018EC595-995F-4134-9E73-04E4C3F6169A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3980416" y="7591086"/>
              <a:ext cx="935664" cy="367532"/>
            </a:xfrm>
            <a:prstGeom prst="line">
              <a:avLst/>
            </a:prstGeom>
            <a:ln w="38100">
              <a:solidFill>
                <a:schemeClr val="accent2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5" name="Straight Connector 452">
              <a:extLst>
                <a:ext uri="{FF2B5EF4-FFF2-40B4-BE49-F238E27FC236}">
                  <a16:creationId xmlns:a16="http://schemas.microsoft.com/office/drawing/2014/main" id="{78CD99F4-0D61-4E03-9D39-790C79EADEC9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4880944" y="7597054"/>
              <a:ext cx="776905" cy="276946"/>
            </a:xfrm>
            <a:prstGeom prst="line">
              <a:avLst/>
            </a:prstGeom>
            <a:ln w="38100">
              <a:solidFill>
                <a:schemeClr val="accent2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8" name="Straight Connector 452">
              <a:extLst>
                <a:ext uri="{FF2B5EF4-FFF2-40B4-BE49-F238E27FC236}">
                  <a16:creationId xmlns:a16="http://schemas.microsoft.com/office/drawing/2014/main" id="{E97775EF-78B2-43E7-9641-E6641EF9C81E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628171" y="7870801"/>
              <a:ext cx="1" cy="161949"/>
            </a:xfrm>
            <a:prstGeom prst="line">
              <a:avLst/>
            </a:prstGeom>
            <a:ln w="38100">
              <a:solidFill>
                <a:schemeClr val="accent2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0" name="Straight Connector 452">
              <a:extLst>
                <a:ext uri="{FF2B5EF4-FFF2-40B4-BE49-F238E27FC236}">
                  <a16:creationId xmlns:a16="http://schemas.microsoft.com/office/drawing/2014/main" id="{B864A5DD-8D27-4DF5-BD81-CC13774624C7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5626556" y="8047543"/>
              <a:ext cx="262105" cy="108153"/>
            </a:xfrm>
            <a:prstGeom prst="line">
              <a:avLst/>
            </a:prstGeom>
            <a:ln w="38100">
              <a:solidFill>
                <a:schemeClr val="accent2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4" name="Straight Connector 452">
              <a:extLst>
                <a:ext uri="{FF2B5EF4-FFF2-40B4-BE49-F238E27FC236}">
                  <a16:creationId xmlns:a16="http://schemas.microsoft.com/office/drawing/2014/main" id="{17702E49-0302-4D8B-BA35-A69D85730379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5882977" y="8028748"/>
              <a:ext cx="230683" cy="126947"/>
            </a:xfrm>
            <a:prstGeom prst="line">
              <a:avLst/>
            </a:prstGeom>
            <a:ln w="38100">
              <a:solidFill>
                <a:schemeClr val="accent2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9" name="Straight Connector 452">
              <a:extLst>
                <a:ext uri="{FF2B5EF4-FFF2-40B4-BE49-F238E27FC236}">
                  <a16:creationId xmlns:a16="http://schemas.microsoft.com/office/drawing/2014/main" id="{36B13EB3-F73B-4850-B872-7A32289AF489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831953" y="7676708"/>
              <a:ext cx="724252" cy="292543"/>
            </a:xfrm>
            <a:prstGeom prst="line">
              <a:avLst/>
            </a:prstGeom>
            <a:ln w="38100" cap="flat" cmpd="sng" algn="ctr">
              <a:solidFill>
                <a:schemeClr val="accent2"/>
              </a:solidFill>
              <a:prstDash val="dash"/>
              <a:round/>
              <a:headEnd type="none" w="med" len="med"/>
              <a:tailEnd type="non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tx1"/>
            </a:fontRef>
          </p:style>
        </p:cxnSp>
        <p:cxnSp>
          <p:nvCxnSpPr>
            <p:cNvPr id="122" name="Straight Connector 452">
              <a:extLst>
                <a:ext uri="{FF2B5EF4-FFF2-40B4-BE49-F238E27FC236}">
                  <a16:creationId xmlns:a16="http://schemas.microsoft.com/office/drawing/2014/main" id="{96EBCDDC-9740-49DD-BFD0-8E8FD5C8D84F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7556206" y="7660786"/>
              <a:ext cx="450700" cy="183995"/>
            </a:xfrm>
            <a:prstGeom prst="line">
              <a:avLst/>
            </a:prstGeom>
            <a:ln w="38100">
              <a:solidFill>
                <a:schemeClr val="accent2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4" name="Straight Connector 452">
              <a:extLst>
                <a:ext uri="{FF2B5EF4-FFF2-40B4-BE49-F238E27FC236}">
                  <a16:creationId xmlns:a16="http://schemas.microsoft.com/office/drawing/2014/main" id="{F1814F3E-0E45-4D3E-A938-06FF5980A46B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8006906" y="7870801"/>
              <a:ext cx="0" cy="353484"/>
            </a:xfrm>
            <a:prstGeom prst="line">
              <a:avLst/>
            </a:prstGeom>
            <a:ln w="38100">
              <a:solidFill>
                <a:schemeClr val="accent2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2" name="Straight Connector 452">
              <a:extLst>
                <a:ext uri="{FF2B5EF4-FFF2-40B4-BE49-F238E27FC236}">
                  <a16:creationId xmlns:a16="http://schemas.microsoft.com/office/drawing/2014/main" id="{B91037D4-7751-4800-9968-BC137B87A9A8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8014584" y="8179833"/>
              <a:ext cx="215016" cy="113562"/>
            </a:xfrm>
            <a:prstGeom prst="line">
              <a:avLst/>
            </a:prstGeom>
            <a:ln w="38100">
              <a:solidFill>
                <a:schemeClr val="accent2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6" name="Straight Connector 452">
              <a:extLst>
                <a:ext uri="{FF2B5EF4-FFF2-40B4-BE49-F238E27FC236}">
                  <a16:creationId xmlns:a16="http://schemas.microsoft.com/office/drawing/2014/main" id="{C300D8AD-B19D-44FB-A2FA-EE59BBAC4F93}"/>
                </a:ext>
              </a:extLst>
            </p:cNvPr>
            <p:cNvCxnSpPr>
              <a:cxnSpLocks/>
            </p:cNvCxnSpPr>
            <p:nvPr/>
          </p:nvCxnSpPr>
          <p:spPr>
            <a:xfrm>
              <a:off x="9646241" y="7935418"/>
              <a:ext cx="4749" cy="556337"/>
            </a:xfrm>
            <a:prstGeom prst="line">
              <a:avLst/>
            </a:prstGeom>
            <a:ln w="38100">
              <a:solidFill>
                <a:schemeClr val="accent2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0" name="Straight Connector 452">
              <a:extLst>
                <a:ext uri="{FF2B5EF4-FFF2-40B4-BE49-F238E27FC236}">
                  <a16:creationId xmlns:a16="http://schemas.microsoft.com/office/drawing/2014/main" id="{91B833CD-B69B-4E73-9E97-16321793E50B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9905264" y="7282774"/>
              <a:ext cx="17834" cy="185250"/>
            </a:xfrm>
            <a:prstGeom prst="line">
              <a:avLst/>
            </a:prstGeom>
            <a:ln w="38100">
              <a:solidFill>
                <a:schemeClr val="accent2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2" name="Straight Connector 452">
              <a:extLst>
                <a:ext uri="{FF2B5EF4-FFF2-40B4-BE49-F238E27FC236}">
                  <a16:creationId xmlns:a16="http://schemas.microsoft.com/office/drawing/2014/main" id="{D07A79DE-BCEC-4DC9-95FC-AC8740D3B325}"/>
                </a:ext>
              </a:extLst>
            </p:cNvPr>
            <p:cNvCxnSpPr>
              <a:cxnSpLocks/>
            </p:cNvCxnSpPr>
            <p:nvPr/>
          </p:nvCxnSpPr>
          <p:spPr>
            <a:xfrm>
              <a:off x="10147058" y="6304221"/>
              <a:ext cx="0" cy="959702"/>
            </a:xfrm>
            <a:prstGeom prst="line">
              <a:avLst/>
            </a:prstGeom>
            <a:ln w="38100">
              <a:solidFill>
                <a:schemeClr val="accent2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6" name="Straight Connector 452">
              <a:extLst>
                <a:ext uri="{FF2B5EF4-FFF2-40B4-BE49-F238E27FC236}">
                  <a16:creationId xmlns:a16="http://schemas.microsoft.com/office/drawing/2014/main" id="{388ED75D-7FF0-41A2-9EB3-4C9B091D1038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0150549" y="6110177"/>
              <a:ext cx="446567" cy="184297"/>
            </a:xfrm>
            <a:prstGeom prst="line">
              <a:avLst/>
            </a:prstGeom>
            <a:ln w="38100">
              <a:solidFill>
                <a:schemeClr val="accent2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8" name="Straight Connector 452">
              <a:extLst>
                <a:ext uri="{FF2B5EF4-FFF2-40B4-BE49-F238E27FC236}">
                  <a16:creationId xmlns:a16="http://schemas.microsoft.com/office/drawing/2014/main" id="{2D6A641E-C75B-4571-9BE5-3E83FF6C1091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0593574" y="5709684"/>
              <a:ext cx="244547" cy="400493"/>
            </a:xfrm>
            <a:prstGeom prst="line">
              <a:avLst/>
            </a:prstGeom>
            <a:ln w="34925" cap="flat" cmpd="sng" algn="ctr">
              <a:solidFill>
                <a:srgbClr val="FFFF00"/>
              </a:solidFill>
              <a:prstDash val="dash"/>
              <a:round/>
              <a:headEnd type="none" w="med" len="med"/>
              <a:tailEnd type="non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tx1"/>
            </a:fontRef>
          </p:style>
        </p:cxnSp>
        <p:cxnSp>
          <p:nvCxnSpPr>
            <p:cNvPr id="150" name="Straight Connector 452">
              <a:extLst>
                <a:ext uri="{FF2B5EF4-FFF2-40B4-BE49-F238E27FC236}">
                  <a16:creationId xmlns:a16="http://schemas.microsoft.com/office/drawing/2014/main" id="{B4BEDDDA-2BA7-44B9-BB50-B10D2E837884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0838122" y="5546786"/>
              <a:ext cx="226827" cy="116958"/>
            </a:xfrm>
            <a:prstGeom prst="line">
              <a:avLst/>
            </a:prstGeom>
            <a:ln w="38100">
              <a:solidFill>
                <a:schemeClr val="accent2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2" name="Straight Connector 452">
              <a:extLst>
                <a:ext uri="{FF2B5EF4-FFF2-40B4-BE49-F238E27FC236}">
                  <a16:creationId xmlns:a16="http://schemas.microsoft.com/office/drawing/2014/main" id="{7771AEFB-A352-4328-AEE8-C39793016BC3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11064950" y="5529066"/>
              <a:ext cx="493933" cy="207800"/>
            </a:xfrm>
            <a:prstGeom prst="line">
              <a:avLst/>
            </a:prstGeom>
            <a:ln w="38100">
              <a:solidFill>
                <a:schemeClr val="accent2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4" name="Straight Connector 452">
              <a:extLst>
                <a:ext uri="{FF2B5EF4-FFF2-40B4-BE49-F238E27FC236}">
                  <a16:creationId xmlns:a16="http://schemas.microsoft.com/office/drawing/2014/main" id="{C0C6B8E9-F186-491F-BEE8-6DE376B8E2F9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1799503" y="5975407"/>
              <a:ext cx="1230" cy="559197"/>
            </a:xfrm>
            <a:prstGeom prst="line">
              <a:avLst/>
            </a:prstGeom>
            <a:ln w="38100">
              <a:solidFill>
                <a:schemeClr val="accent2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7" name="Straight Connector 452">
              <a:extLst>
                <a:ext uri="{FF2B5EF4-FFF2-40B4-BE49-F238E27FC236}">
                  <a16:creationId xmlns:a16="http://schemas.microsoft.com/office/drawing/2014/main" id="{8C2FC8BF-2BDE-4271-AF25-C67937F2A947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1064949" y="3459126"/>
              <a:ext cx="0" cy="2050741"/>
            </a:xfrm>
            <a:prstGeom prst="line">
              <a:avLst/>
            </a:prstGeom>
            <a:ln w="38100">
              <a:solidFill>
                <a:schemeClr val="accent2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9" name="Straight Connector 452">
              <a:extLst>
                <a:ext uri="{FF2B5EF4-FFF2-40B4-BE49-F238E27FC236}">
                  <a16:creationId xmlns:a16="http://schemas.microsoft.com/office/drawing/2014/main" id="{C7EA6926-1209-4F62-BCE9-1BCF7C0C6E91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8229600" y="8293395"/>
              <a:ext cx="7677" cy="745806"/>
            </a:xfrm>
            <a:prstGeom prst="line">
              <a:avLst/>
            </a:prstGeom>
            <a:ln w="38100">
              <a:solidFill>
                <a:schemeClr val="accent2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2" name="Straight Connector 452">
              <a:extLst>
                <a:ext uri="{FF2B5EF4-FFF2-40B4-BE49-F238E27FC236}">
                  <a16:creationId xmlns:a16="http://schemas.microsoft.com/office/drawing/2014/main" id="{489BF7AA-3080-4F38-A577-2825903F8913}"/>
                </a:ext>
              </a:extLst>
            </p:cNvPr>
            <p:cNvCxnSpPr>
              <a:cxnSpLocks/>
            </p:cNvCxnSpPr>
            <p:nvPr/>
          </p:nvCxnSpPr>
          <p:spPr>
            <a:xfrm>
              <a:off x="8244955" y="9039201"/>
              <a:ext cx="207338" cy="113562"/>
            </a:xfrm>
            <a:prstGeom prst="line">
              <a:avLst/>
            </a:prstGeom>
            <a:ln w="38100">
              <a:solidFill>
                <a:schemeClr val="accent2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4" name="Straight Connector 452">
              <a:extLst>
                <a:ext uri="{FF2B5EF4-FFF2-40B4-BE49-F238E27FC236}">
                  <a16:creationId xmlns:a16="http://schemas.microsoft.com/office/drawing/2014/main" id="{23B66423-8BD4-43EB-8F8F-B57EAF882DB6}"/>
                </a:ext>
              </a:extLst>
            </p:cNvPr>
            <p:cNvCxnSpPr>
              <a:cxnSpLocks/>
            </p:cNvCxnSpPr>
            <p:nvPr/>
          </p:nvCxnSpPr>
          <p:spPr>
            <a:xfrm>
              <a:off x="8452293" y="9138488"/>
              <a:ext cx="7678" cy="142013"/>
            </a:xfrm>
            <a:prstGeom prst="line">
              <a:avLst/>
            </a:prstGeom>
            <a:ln w="38100">
              <a:solidFill>
                <a:schemeClr val="accent2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1" name="Straight Connector 452">
              <a:extLst>
                <a:ext uri="{FF2B5EF4-FFF2-40B4-BE49-F238E27FC236}">
                  <a16:creationId xmlns:a16="http://schemas.microsoft.com/office/drawing/2014/main" id="{AD699E34-754A-4B70-9990-6D8FEBD2261A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10391554" y="8772951"/>
              <a:ext cx="446567" cy="365538"/>
            </a:xfrm>
            <a:prstGeom prst="line">
              <a:avLst/>
            </a:prstGeom>
            <a:ln w="28575" cap="flat" cmpd="sng" algn="ctr">
              <a:solidFill>
                <a:schemeClr val="accent2"/>
              </a:solidFill>
              <a:prstDash val="dash"/>
              <a:round/>
              <a:headEnd type="none" w="med" len="med"/>
              <a:tailEnd type="non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tx1"/>
            </a:fontRef>
          </p:style>
        </p:cxnSp>
        <p:cxnSp>
          <p:nvCxnSpPr>
            <p:cNvPr id="173" name="Straight Connector 452">
              <a:extLst>
                <a:ext uri="{FF2B5EF4-FFF2-40B4-BE49-F238E27FC236}">
                  <a16:creationId xmlns:a16="http://schemas.microsoft.com/office/drawing/2014/main" id="{2A9A58F1-C2FC-4052-92DF-B2703ABAA45C}"/>
                </a:ext>
              </a:extLst>
            </p:cNvPr>
            <p:cNvCxnSpPr>
              <a:cxnSpLocks/>
            </p:cNvCxnSpPr>
            <p:nvPr/>
          </p:nvCxnSpPr>
          <p:spPr>
            <a:xfrm>
              <a:off x="10838121" y="9196103"/>
              <a:ext cx="0" cy="1060771"/>
            </a:xfrm>
            <a:prstGeom prst="line">
              <a:avLst/>
            </a:prstGeom>
            <a:ln w="38100">
              <a:solidFill>
                <a:schemeClr val="accent2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6" name="Straight Connector 452">
              <a:extLst>
                <a:ext uri="{FF2B5EF4-FFF2-40B4-BE49-F238E27FC236}">
                  <a16:creationId xmlns:a16="http://schemas.microsoft.com/office/drawing/2014/main" id="{A968F24C-EF29-45C9-B00E-E9AFFB913505}"/>
                </a:ext>
              </a:extLst>
            </p:cNvPr>
            <p:cNvCxnSpPr>
              <a:cxnSpLocks/>
            </p:cNvCxnSpPr>
            <p:nvPr/>
          </p:nvCxnSpPr>
          <p:spPr>
            <a:xfrm>
              <a:off x="10838121" y="10256874"/>
              <a:ext cx="270723" cy="101086"/>
            </a:xfrm>
            <a:prstGeom prst="line">
              <a:avLst/>
            </a:prstGeom>
            <a:ln w="38100">
              <a:solidFill>
                <a:schemeClr val="accent2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2" name="Straight Connector 452">
              <a:extLst>
                <a:ext uri="{FF2B5EF4-FFF2-40B4-BE49-F238E27FC236}">
                  <a16:creationId xmlns:a16="http://schemas.microsoft.com/office/drawing/2014/main" id="{C222B5FD-ECBB-4C10-8B26-E6F586FED346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8459971" y="9024975"/>
              <a:ext cx="241155" cy="142013"/>
            </a:xfrm>
            <a:prstGeom prst="line">
              <a:avLst/>
            </a:prstGeom>
            <a:ln w="38100">
              <a:solidFill>
                <a:schemeClr val="accent2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4" name="Straight Connector 452">
              <a:extLst>
                <a:ext uri="{FF2B5EF4-FFF2-40B4-BE49-F238E27FC236}">
                  <a16:creationId xmlns:a16="http://schemas.microsoft.com/office/drawing/2014/main" id="{16B1D5F2-035A-4C9F-9A8D-21197BACA5F7}"/>
                </a:ext>
              </a:extLst>
            </p:cNvPr>
            <p:cNvCxnSpPr>
              <a:cxnSpLocks/>
            </p:cNvCxnSpPr>
            <p:nvPr/>
          </p:nvCxnSpPr>
          <p:spPr>
            <a:xfrm>
              <a:off x="8711898" y="8855499"/>
              <a:ext cx="1" cy="167533"/>
            </a:xfrm>
            <a:prstGeom prst="line">
              <a:avLst/>
            </a:prstGeom>
            <a:ln w="38100">
              <a:solidFill>
                <a:schemeClr val="accent2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7" name="Straight Connector 452">
              <a:extLst>
                <a:ext uri="{FF2B5EF4-FFF2-40B4-BE49-F238E27FC236}">
                  <a16:creationId xmlns:a16="http://schemas.microsoft.com/office/drawing/2014/main" id="{D7FB0BC2-5CE9-4958-AD58-1007C356824D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8722673" y="8753451"/>
              <a:ext cx="230623" cy="83766"/>
            </a:xfrm>
            <a:prstGeom prst="line">
              <a:avLst/>
            </a:prstGeom>
            <a:ln w="38100">
              <a:solidFill>
                <a:schemeClr val="accent2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1" name="Straight Connector 452">
              <a:extLst>
                <a:ext uri="{FF2B5EF4-FFF2-40B4-BE49-F238E27FC236}">
                  <a16:creationId xmlns:a16="http://schemas.microsoft.com/office/drawing/2014/main" id="{36C13788-49EA-42CD-A4A2-24C4F6EA3BC4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8927396" y="8494814"/>
              <a:ext cx="721446" cy="262273"/>
            </a:xfrm>
            <a:prstGeom prst="line">
              <a:avLst/>
            </a:prstGeom>
            <a:ln w="38100">
              <a:solidFill>
                <a:schemeClr val="accent2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3" name="Straight Connector 452">
              <a:extLst>
                <a:ext uri="{FF2B5EF4-FFF2-40B4-BE49-F238E27FC236}">
                  <a16:creationId xmlns:a16="http://schemas.microsoft.com/office/drawing/2014/main" id="{11D90FC6-D22D-4F85-BAAE-834D069FCC84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9652460" y="8491951"/>
              <a:ext cx="717650" cy="261501"/>
            </a:xfrm>
            <a:prstGeom prst="line">
              <a:avLst/>
            </a:prstGeom>
            <a:ln w="38100">
              <a:solidFill>
                <a:schemeClr val="accent2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9" name="Straight Connector 452">
              <a:extLst>
                <a:ext uri="{FF2B5EF4-FFF2-40B4-BE49-F238E27FC236}">
                  <a16:creationId xmlns:a16="http://schemas.microsoft.com/office/drawing/2014/main" id="{A37B54D2-DCCA-41C2-BE16-287944AE0E76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9638485" y="7549170"/>
              <a:ext cx="16221" cy="407514"/>
            </a:xfrm>
            <a:prstGeom prst="line">
              <a:avLst/>
            </a:prstGeom>
            <a:ln w="38100">
              <a:solidFill>
                <a:schemeClr val="accent2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1" name="Straight Connector 452">
              <a:extLst>
                <a:ext uri="{FF2B5EF4-FFF2-40B4-BE49-F238E27FC236}">
                  <a16:creationId xmlns:a16="http://schemas.microsoft.com/office/drawing/2014/main" id="{0DEEB9BD-E34E-4076-9402-B0931063E015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9655852" y="7491991"/>
              <a:ext cx="228754" cy="54725"/>
            </a:xfrm>
            <a:prstGeom prst="line">
              <a:avLst/>
            </a:prstGeom>
            <a:ln w="38100">
              <a:solidFill>
                <a:schemeClr val="accent2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7" name="Straight Connector 452">
              <a:extLst>
                <a:ext uri="{FF2B5EF4-FFF2-40B4-BE49-F238E27FC236}">
                  <a16:creationId xmlns:a16="http://schemas.microsoft.com/office/drawing/2014/main" id="{43059246-DC21-420E-967A-F5A7E6F3F5EE}"/>
                </a:ext>
              </a:extLst>
            </p:cNvPr>
            <p:cNvCxnSpPr>
              <a:cxnSpLocks/>
            </p:cNvCxnSpPr>
            <p:nvPr/>
          </p:nvCxnSpPr>
          <p:spPr>
            <a:xfrm>
              <a:off x="2757936" y="3618929"/>
              <a:ext cx="531174" cy="192381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1" name="Straight Connector 452">
              <a:extLst>
                <a:ext uri="{FF2B5EF4-FFF2-40B4-BE49-F238E27FC236}">
                  <a16:creationId xmlns:a16="http://schemas.microsoft.com/office/drawing/2014/main" id="{6E2A91A9-548B-4336-AC29-A72A51468C87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3263016" y="3443637"/>
              <a:ext cx="0" cy="349980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3" name="Straight Connector 452">
              <a:extLst>
                <a:ext uri="{FF2B5EF4-FFF2-40B4-BE49-F238E27FC236}">
                  <a16:creationId xmlns:a16="http://schemas.microsoft.com/office/drawing/2014/main" id="{61774772-DC2D-40BC-A11B-1EA6F7683C66}"/>
                </a:ext>
              </a:extLst>
            </p:cNvPr>
            <p:cNvCxnSpPr>
              <a:cxnSpLocks/>
            </p:cNvCxnSpPr>
            <p:nvPr/>
          </p:nvCxnSpPr>
          <p:spPr>
            <a:xfrm>
              <a:off x="3263016" y="3459126"/>
              <a:ext cx="265746" cy="84174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5" name="Straight Connector 452">
              <a:extLst>
                <a:ext uri="{FF2B5EF4-FFF2-40B4-BE49-F238E27FC236}">
                  <a16:creationId xmlns:a16="http://schemas.microsoft.com/office/drawing/2014/main" id="{E3858567-DA5B-4C20-A11C-F2FD29E50705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3515952" y="3433783"/>
              <a:ext cx="225201" cy="95442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7" name="Straight Connector 452">
              <a:extLst>
                <a:ext uri="{FF2B5EF4-FFF2-40B4-BE49-F238E27FC236}">
                  <a16:creationId xmlns:a16="http://schemas.microsoft.com/office/drawing/2014/main" id="{1EE5C6B8-3790-4457-9374-1CAF7222DABE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3741153" y="3255105"/>
              <a:ext cx="19852" cy="180732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9" name="Straight Connector 452">
              <a:extLst>
                <a:ext uri="{FF2B5EF4-FFF2-40B4-BE49-F238E27FC236}">
                  <a16:creationId xmlns:a16="http://schemas.microsoft.com/office/drawing/2014/main" id="{E9B107C8-02AB-4723-B8B0-FA6084DA17F6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3514749" y="3169605"/>
              <a:ext cx="243384" cy="99220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1" name="Straight Connector 452">
              <a:extLst>
                <a:ext uri="{FF2B5EF4-FFF2-40B4-BE49-F238E27FC236}">
                  <a16:creationId xmlns:a16="http://schemas.microsoft.com/office/drawing/2014/main" id="{81E034DB-9D46-41E1-97E5-BAFCE866C62F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3287265" y="3180135"/>
              <a:ext cx="238656" cy="66164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3" name="Straight Connector 452">
              <a:extLst>
                <a:ext uri="{FF2B5EF4-FFF2-40B4-BE49-F238E27FC236}">
                  <a16:creationId xmlns:a16="http://schemas.microsoft.com/office/drawing/2014/main" id="{0D4EE988-78C5-4D32-90CD-0C772B79FAE4}"/>
                </a:ext>
              </a:extLst>
            </p:cNvPr>
            <p:cNvCxnSpPr>
              <a:cxnSpLocks/>
            </p:cNvCxnSpPr>
            <p:nvPr/>
          </p:nvCxnSpPr>
          <p:spPr>
            <a:xfrm>
              <a:off x="3262549" y="2339711"/>
              <a:ext cx="10672" cy="896058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5" name="Straight Connector 452">
              <a:extLst>
                <a:ext uri="{FF2B5EF4-FFF2-40B4-BE49-F238E27FC236}">
                  <a16:creationId xmlns:a16="http://schemas.microsoft.com/office/drawing/2014/main" id="{7F802F3C-272B-4975-9D25-869940CF48F4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3257996" y="2328017"/>
              <a:ext cx="519989" cy="212153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6" name="Straight Connector 452">
              <a:extLst>
                <a:ext uri="{FF2B5EF4-FFF2-40B4-BE49-F238E27FC236}">
                  <a16:creationId xmlns:a16="http://schemas.microsoft.com/office/drawing/2014/main" id="{E0FD0FBC-B18A-41E1-99F8-9852E620075B}"/>
                </a:ext>
              </a:extLst>
            </p:cNvPr>
            <p:cNvCxnSpPr>
              <a:cxnSpLocks/>
            </p:cNvCxnSpPr>
            <p:nvPr/>
          </p:nvCxnSpPr>
          <p:spPr>
            <a:xfrm>
              <a:off x="3751079" y="2124613"/>
              <a:ext cx="1" cy="399256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8" name="Straight Connector 452">
              <a:extLst>
                <a:ext uri="{FF2B5EF4-FFF2-40B4-BE49-F238E27FC236}">
                  <a16:creationId xmlns:a16="http://schemas.microsoft.com/office/drawing/2014/main" id="{08B80F70-AAD9-4A91-B9F1-A84F49B21640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3494567" y="2149183"/>
              <a:ext cx="236413" cy="94416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3" name="Straight Connector 452">
              <a:extLst>
                <a:ext uri="{FF2B5EF4-FFF2-40B4-BE49-F238E27FC236}">
                  <a16:creationId xmlns:a16="http://schemas.microsoft.com/office/drawing/2014/main" id="{59A83622-9B4D-4571-A6EA-F333C9A9CF55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742628" y="1854800"/>
              <a:ext cx="240665" cy="121107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5" name="Straight Connector 452">
              <a:extLst>
                <a:ext uri="{FF2B5EF4-FFF2-40B4-BE49-F238E27FC236}">
                  <a16:creationId xmlns:a16="http://schemas.microsoft.com/office/drawing/2014/main" id="{46225254-76BF-418E-B166-4AA15DE9336B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3009311" y="1311274"/>
              <a:ext cx="985921" cy="356536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6" name="Straight Connector 452">
              <a:extLst>
                <a:ext uri="{FF2B5EF4-FFF2-40B4-BE49-F238E27FC236}">
                  <a16:creationId xmlns:a16="http://schemas.microsoft.com/office/drawing/2014/main" id="{9920CA21-495B-4F47-A302-B0CCAEB87434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4006214" y="1384902"/>
              <a:ext cx="245982" cy="108767"/>
            </a:xfrm>
            <a:prstGeom prst="line">
              <a:avLst/>
            </a:prstGeom>
            <a:ln w="38100">
              <a:solidFill>
                <a:srgbClr val="00B0F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82" name="箭头: 上弧形 181">
              <a:extLst>
                <a:ext uri="{FF2B5EF4-FFF2-40B4-BE49-F238E27FC236}">
                  <a16:creationId xmlns:a16="http://schemas.microsoft.com/office/drawing/2014/main" id="{4489DDAE-5DBC-47F5-A85F-0C9ABE2FA43E}"/>
                </a:ext>
              </a:extLst>
            </p:cNvPr>
            <p:cNvSpPr/>
            <p:nvPr/>
          </p:nvSpPr>
          <p:spPr>
            <a:xfrm rot="20421026">
              <a:off x="3888130" y="826728"/>
              <a:ext cx="1383620" cy="549939"/>
            </a:xfrm>
            <a:prstGeom prst="curvedDownArrow">
              <a:avLst/>
            </a:prstGeom>
          </p:spPr>
          <p:style>
            <a:lnRef idx="2">
              <a:schemeClr val="accent2">
                <a:shade val="50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tx1"/>
                </a:solidFill>
              </a:endParaRPr>
            </a:p>
          </p:txBody>
        </p:sp>
        <p:cxnSp>
          <p:nvCxnSpPr>
            <p:cNvPr id="682" name="Straight Connector 452">
              <a:extLst>
                <a:ext uri="{FF2B5EF4-FFF2-40B4-BE49-F238E27FC236}">
                  <a16:creationId xmlns:a16="http://schemas.microsoft.com/office/drawing/2014/main" id="{D5C40019-9B56-40C1-A2EE-A4CDD062767F}"/>
                </a:ext>
              </a:extLst>
            </p:cNvPr>
            <p:cNvCxnSpPr>
              <a:cxnSpLocks/>
            </p:cNvCxnSpPr>
            <p:nvPr/>
          </p:nvCxnSpPr>
          <p:spPr>
            <a:xfrm>
              <a:off x="11064949" y="3472631"/>
              <a:ext cx="492642" cy="234869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85" name="Straight Connector 452">
              <a:extLst>
                <a:ext uri="{FF2B5EF4-FFF2-40B4-BE49-F238E27FC236}">
                  <a16:creationId xmlns:a16="http://schemas.microsoft.com/office/drawing/2014/main" id="{A24648BE-4BDF-4085-9F36-8B40C647AE24}"/>
                </a:ext>
              </a:extLst>
            </p:cNvPr>
            <p:cNvCxnSpPr>
              <a:cxnSpLocks/>
            </p:cNvCxnSpPr>
            <p:nvPr/>
          </p:nvCxnSpPr>
          <p:spPr>
            <a:xfrm>
              <a:off x="11551901" y="3348020"/>
              <a:ext cx="0" cy="359480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87" name="Straight Connector 452">
              <a:extLst>
                <a:ext uri="{FF2B5EF4-FFF2-40B4-BE49-F238E27FC236}">
                  <a16:creationId xmlns:a16="http://schemas.microsoft.com/office/drawing/2014/main" id="{EC9A78EE-ABA9-45E2-9D9A-0A91979F8AC2}"/>
                </a:ext>
              </a:extLst>
            </p:cNvPr>
            <p:cNvCxnSpPr>
              <a:cxnSpLocks/>
            </p:cNvCxnSpPr>
            <p:nvPr/>
          </p:nvCxnSpPr>
          <p:spPr>
            <a:xfrm>
              <a:off x="11316748" y="3222726"/>
              <a:ext cx="240630" cy="120382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89" name="Straight Connector 452">
              <a:extLst>
                <a:ext uri="{FF2B5EF4-FFF2-40B4-BE49-F238E27FC236}">
                  <a16:creationId xmlns:a16="http://schemas.microsoft.com/office/drawing/2014/main" id="{A959F024-34B3-4F56-9F06-3BA83016BEC7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1111794" y="2880115"/>
              <a:ext cx="199475" cy="76157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91" name="Straight Connector 452">
              <a:extLst>
                <a:ext uri="{FF2B5EF4-FFF2-40B4-BE49-F238E27FC236}">
                  <a16:creationId xmlns:a16="http://schemas.microsoft.com/office/drawing/2014/main" id="{0DDF550E-860F-4893-AA87-203B6B23A5EC}"/>
                </a:ext>
              </a:extLst>
            </p:cNvPr>
            <p:cNvCxnSpPr>
              <a:cxnSpLocks/>
            </p:cNvCxnSpPr>
            <p:nvPr/>
          </p:nvCxnSpPr>
          <p:spPr>
            <a:xfrm>
              <a:off x="10370110" y="2876940"/>
              <a:ext cx="521033" cy="184394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93" name="Straight Connector 452">
              <a:extLst>
                <a:ext uri="{FF2B5EF4-FFF2-40B4-BE49-F238E27FC236}">
                  <a16:creationId xmlns:a16="http://schemas.microsoft.com/office/drawing/2014/main" id="{B4B3EFD4-3539-4409-BD66-D3A025A7FFB3}"/>
                </a:ext>
              </a:extLst>
            </p:cNvPr>
            <p:cNvCxnSpPr>
              <a:cxnSpLocks/>
            </p:cNvCxnSpPr>
            <p:nvPr/>
          </p:nvCxnSpPr>
          <p:spPr>
            <a:xfrm>
              <a:off x="10376852" y="2697158"/>
              <a:ext cx="0" cy="180901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96" name="Straight Connector 452">
              <a:extLst>
                <a:ext uri="{FF2B5EF4-FFF2-40B4-BE49-F238E27FC236}">
                  <a16:creationId xmlns:a16="http://schemas.microsoft.com/office/drawing/2014/main" id="{E71C7867-0B7F-4E30-A6EE-CA518F395879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0376852" y="2514600"/>
              <a:ext cx="461269" cy="182558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98" name="Straight Connector 452">
              <a:extLst>
                <a:ext uri="{FF2B5EF4-FFF2-40B4-BE49-F238E27FC236}">
                  <a16:creationId xmlns:a16="http://schemas.microsoft.com/office/drawing/2014/main" id="{7A7157A3-2529-4547-842A-B188CC896018}"/>
                </a:ext>
              </a:extLst>
            </p:cNvPr>
            <p:cNvCxnSpPr>
              <a:cxnSpLocks/>
            </p:cNvCxnSpPr>
            <p:nvPr/>
          </p:nvCxnSpPr>
          <p:spPr>
            <a:xfrm>
              <a:off x="10838121" y="2169383"/>
              <a:ext cx="0" cy="351701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01" name="Straight Connector 452">
              <a:extLst>
                <a:ext uri="{FF2B5EF4-FFF2-40B4-BE49-F238E27FC236}">
                  <a16:creationId xmlns:a16="http://schemas.microsoft.com/office/drawing/2014/main" id="{C2A730A5-0004-463F-9972-147D54676BE8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0630626" y="2172394"/>
              <a:ext cx="207495" cy="84628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03" name="Straight Connector 452">
              <a:extLst>
                <a:ext uri="{FF2B5EF4-FFF2-40B4-BE49-F238E27FC236}">
                  <a16:creationId xmlns:a16="http://schemas.microsoft.com/office/drawing/2014/main" id="{11182456-E616-4617-91C2-C6834965C54E}"/>
                </a:ext>
              </a:extLst>
            </p:cNvPr>
            <p:cNvCxnSpPr>
              <a:cxnSpLocks/>
            </p:cNvCxnSpPr>
            <p:nvPr/>
          </p:nvCxnSpPr>
          <p:spPr>
            <a:xfrm>
              <a:off x="10127358" y="2056263"/>
              <a:ext cx="529788" cy="195781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05" name="Straight Connector 452">
              <a:extLst>
                <a:ext uri="{FF2B5EF4-FFF2-40B4-BE49-F238E27FC236}">
                  <a16:creationId xmlns:a16="http://schemas.microsoft.com/office/drawing/2014/main" id="{E7CB92A9-9CAC-42C4-A29E-E256003C2194}"/>
                </a:ext>
              </a:extLst>
            </p:cNvPr>
            <p:cNvCxnSpPr>
              <a:cxnSpLocks/>
            </p:cNvCxnSpPr>
            <p:nvPr/>
          </p:nvCxnSpPr>
          <p:spPr>
            <a:xfrm>
              <a:off x="10147058" y="1859283"/>
              <a:ext cx="0" cy="205363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08" name="Straight Connector 452">
              <a:extLst>
                <a:ext uri="{FF2B5EF4-FFF2-40B4-BE49-F238E27FC236}">
                  <a16:creationId xmlns:a16="http://schemas.microsoft.com/office/drawing/2014/main" id="{DFBAF5A5-F688-49AF-BF7B-2AE28B18CD6C}"/>
                </a:ext>
              </a:extLst>
            </p:cNvPr>
            <p:cNvCxnSpPr>
              <a:cxnSpLocks/>
            </p:cNvCxnSpPr>
            <p:nvPr/>
          </p:nvCxnSpPr>
          <p:spPr>
            <a:xfrm>
              <a:off x="9675912" y="1701799"/>
              <a:ext cx="474705" cy="158761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10" name="Straight Connector 452">
              <a:extLst>
                <a:ext uri="{FF2B5EF4-FFF2-40B4-BE49-F238E27FC236}">
                  <a16:creationId xmlns:a16="http://schemas.microsoft.com/office/drawing/2014/main" id="{B5971ACA-1DE4-458A-AC47-8B6E69DDF574}"/>
                </a:ext>
              </a:extLst>
            </p:cNvPr>
            <p:cNvCxnSpPr>
              <a:cxnSpLocks/>
            </p:cNvCxnSpPr>
            <p:nvPr/>
          </p:nvCxnSpPr>
          <p:spPr>
            <a:xfrm>
              <a:off x="9654706" y="1507012"/>
              <a:ext cx="8092" cy="195019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12" name="Straight Connector 452">
              <a:extLst>
                <a:ext uri="{FF2B5EF4-FFF2-40B4-BE49-F238E27FC236}">
                  <a16:creationId xmlns:a16="http://schemas.microsoft.com/office/drawing/2014/main" id="{24D954D5-92FA-4FB1-BCC4-8E14601221A3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9654687" y="1413799"/>
              <a:ext cx="240802" cy="127720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14" name="Straight Connector 452">
              <a:extLst>
                <a:ext uri="{FF2B5EF4-FFF2-40B4-BE49-F238E27FC236}">
                  <a16:creationId xmlns:a16="http://schemas.microsoft.com/office/drawing/2014/main" id="{ABCD227D-F49A-41D3-A74F-83042E52957A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9905263" y="1421889"/>
              <a:ext cx="0" cy="209217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16" name="Straight Connector 452">
              <a:extLst>
                <a:ext uri="{FF2B5EF4-FFF2-40B4-BE49-F238E27FC236}">
                  <a16:creationId xmlns:a16="http://schemas.microsoft.com/office/drawing/2014/main" id="{78C48E50-E0A3-4F4E-BA34-7FF74688C6CA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9895489" y="1489542"/>
              <a:ext cx="251569" cy="118754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19" name="Straight Connector 452">
              <a:extLst>
                <a:ext uri="{FF2B5EF4-FFF2-40B4-BE49-F238E27FC236}">
                  <a16:creationId xmlns:a16="http://schemas.microsoft.com/office/drawing/2014/main" id="{6F38CA2A-9D00-41FB-B756-B0CCF8B8E24E}"/>
                </a:ext>
              </a:extLst>
            </p:cNvPr>
            <p:cNvCxnSpPr>
              <a:cxnSpLocks/>
            </p:cNvCxnSpPr>
            <p:nvPr/>
          </p:nvCxnSpPr>
          <p:spPr>
            <a:xfrm>
              <a:off x="10134984" y="1499388"/>
              <a:ext cx="15565" cy="197433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21" name="Straight Connector 452">
              <a:extLst>
                <a:ext uri="{FF2B5EF4-FFF2-40B4-BE49-F238E27FC236}">
                  <a16:creationId xmlns:a16="http://schemas.microsoft.com/office/drawing/2014/main" id="{7CA6A3AB-5B92-4DA3-9A6E-1596CA01750A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0158331" y="1252512"/>
              <a:ext cx="1152938" cy="438590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23" name="Straight Connector 452">
              <a:extLst>
                <a:ext uri="{FF2B5EF4-FFF2-40B4-BE49-F238E27FC236}">
                  <a16:creationId xmlns:a16="http://schemas.microsoft.com/office/drawing/2014/main" id="{304622CE-E292-47D4-864D-48602CFD49B1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1311269" y="1047045"/>
              <a:ext cx="7782" cy="205467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25" name="Straight Connector 452">
              <a:extLst>
                <a:ext uri="{FF2B5EF4-FFF2-40B4-BE49-F238E27FC236}">
                  <a16:creationId xmlns:a16="http://schemas.microsoft.com/office/drawing/2014/main" id="{6298773D-5051-43E2-855E-E010BC52AE80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11319051" y="1047044"/>
              <a:ext cx="711024" cy="275283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27" name="Straight Connector 452">
              <a:extLst>
                <a:ext uri="{FF2B5EF4-FFF2-40B4-BE49-F238E27FC236}">
                  <a16:creationId xmlns:a16="http://schemas.microsoft.com/office/drawing/2014/main" id="{01922BCD-04AD-4657-8F3C-9F5F7BA08EC7}"/>
                </a:ext>
              </a:extLst>
            </p:cNvPr>
            <p:cNvCxnSpPr>
              <a:cxnSpLocks/>
            </p:cNvCxnSpPr>
            <p:nvPr/>
          </p:nvCxnSpPr>
          <p:spPr>
            <a:xfrm>
              <a:off x="12037857" y="1127030"/>
              <a:ext cx="0" cy="174338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29" name="Straight Connector 452">
              <a:extLst>
                <a:ext uri="{FF2B5EF4-FFF2-40B4-BE49-F238E27FC236}">
                  <a16:creationId xmlns:a16="http://schemas.microsoft.com/office/drawing/2014/main" id="{12875708-523E-4C0B-80F6-9E0E147D5621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12031508" y="1127031"/>
              <a:ext cx="471642" cy="195296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32" name="Straight Connector 452">
              <a:extLst>
                <a:ext uri="{FF2B5EF4-FFF2-40B4-BE49-F238E27FC236}">
                  <a16:creationId xmlns:a16="http://schemas.microsoft.com/office/drawing/2014/main" id="{1597B8C6-A06C-4FA9-89A8-49B4FF1DC0E8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2503150" y="1317436"/>
              <a:ext cx="0" cy="198043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34" name="Straight Connector 452">
              <a:extLst>
                <a:ext uri="{FF2B5EF4-FFF2-40B4-BE49-F238E27FC236}">
                  <a16:creationId xmlns:a16="http://schemas.microsoft.com/office/drawing/2014/main" id="{033D306D-42B2-4263-9FB3-14755C764B2E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12276854" y="1421890"/>
              <a:ext cx="226296" cy="85122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36" name="Straight Connector 452">
              <a:extLst>
                <a:ext uri="{FF2B5EF4-FFF2-40B4-BE49-F238E27FC236}">
                  <a16:creationId xmlns:a16="http://schemas.microsoft.com/office/drawing/2014/main" id="{F0C3E5FA-0410-44A8-8912-E8C2221EA91D}"/>
                </a:ext>
              </a:extLst>
            </p:cNvPr>
            <p:cNvCxnSpPr>
              <a:cxnSpLocks/>
            </p:cNvCxnSpPr>
            <p:nvPr/>
          </p:nvCxnSpPr>
          <p:spPr>
            <a:xfrm>
              <a:off x="12283203" y="1427463"/>
              <a:ext cx="0" cy="189097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38" name="Straight Connector 452">
              <a:extLst>
                <a:ext uri="{FF2B5EF4-FFF2-40B4-BE49-F238E27FC236}">
                  <a16:creationId xmlns:a16="http://schemas.microsoft.com/office/drawing/2014/main" id="{80371AC5-39D9-4C35-8050-557F8A4FA511}"/>
                </a:ext>
              </a:extLst>
            </p:cNvPr>
            <p:cNvCxnSpPr>
              <a:cxnSpLocks/>
            </p:cNvCxnSpPr>
            <p:nvPr/>
          </p:nvCxnSpPr>
          <p:spPr>
            <a:xfrm>
              <a:off x="11557378" y="1332914"/>
              <a:ext cx="725826" cy="271607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40" name="Straight Connector 452">
              <a:extLst>
                <a:ext uri="{FF2B5EF4-FFF2-40B4-BE49-F238E27FC236}">
                  <a16:creationId xmlns:a16="http://schemas.microsoft.com/office/drawing/2014/main" id="{8CAEBBE4-6A63-4ABE-AAB6-5E2B7BC5D342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0376852" y="1343415"/>
              <a:ext cx="1199043" cy="436027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42" name="Straight Connector 452">
              <a:extLst>
                <a:ext uri="{FF2B5EF4-FFF2-40B4-BE49-F238E27FC236}">
                  <a16:creationId xmlns:a16="http://schemas.microsoft.com/office/drawing/2014/main" id="{C69DC29B-B717-4583-9CAF-2883CE4DA492}"/>
                </a:ext>
              </a:extLst>
            </p:cNvPr>
            <p:cNvCxnSpPr>
              <a:cxnSpLocks/>
            </p:cNvCxnSpPr>
            <p:nvPr/>
          </p:nvCxnSpPr>
          <p:spPr>
            <a:xfrm>
              <a:off x="10394638" y="1772852"/>
              <a:ext cx="0" cy="189097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43" name="Straight Connector 452">
              <a:extLst>
                <a:ext uri="{FF2B5EF4-FFF2-40B4-BE49-F238E27FC236}">
                  <a16:creationId xmlns:a16="http://schemas.microsoft.com/office/drawing/2014/main" id="{333A9EA8-E3CD-4DDB-BF46-3F3F69EFCF7B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0841832" y="1546846"/>
              <a:ext cx="729048" cy="253378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44" name="Straight Connector 452">
              <a:extLst>
                <a:ext uri="{FF2B5EF4-FFF2-40B4-BE49-F238E27FC236}">
                  <a16:creationId xmlns:a16="http://schemas.microsoft.com/office/drawing/2014/main" id="{0C63EFB7-065E-41AC-913C-0CF29C453C9F}"/>
                </a:ext>
              </a:extLst>
            </p:cNvPr>
            <p:cNvCxnSpPr>
              <a:cxnSpLocks/>
            </p:cNvCxnSpPr>
            <p:nvPr/>
          </p:nvCxnSpPr>
          <p:spPr>
            <a:xfrm>
              <a:off x="11566495" y="1537153"/>
              <a:ext cx="723454" cy="251459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47" name="Straight Connector 452">
              <a:extLst>
                <a:ext uri="{FF2B5EF4-FFF2-40B4-BE49-F238E27FC236}">
                  <a16:creationId xmlns:a16="http://schemas.microsoft.com/office/drawing/2014/main" id="{1B329416-A786-4153-9EE6-270D100019E8}"/>
                </a:ext>
              </a:extLst>
            </p:cNvPr>
            <p:cNvCxnSpPr>
              <a:cxnSpLocks/>
            </p:cNvCxnSpPr>
            <p:nvPr/>
          </p:nvCxnSpPr>
          <p:spPr>
            <a:xfrm>
              <a:off x="10397262" y="1966960"/>
              <a:ext cx="241398" cy="111482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49" name="Straight Connector 452">
              <a:extLst>
                <a:ext uri="{FF2B5EF4-FFF2-40B4-BE49-F238E27FC236}">
                  <a16:creationId xmlns:a16="http://schemas.microsoft.com/office/drawing/2014/main" id="{EF45B343-4011-408D-B68F-3D3C08B3EB05}"/>
                </a:ext>
              </a:extLst>
            </p:cNvPr>
            <p:cNvCxnSpPr>
              <a:cxnSpLocks/>
            </p:cNvCxnSpPr>
            <p:nvPr/>
          </p:nvCxnSpPr>
          <p:spPr>
            <a:xfrm>
              <a:off x="10618205" y="1864188"/>
              <a:ext cx="12421" cy="214254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51" name="Straight Connector 452">
              <a:extLst>
                <a:ext uri="{FF2B5EF4-FFF2-40B4-BE49-F238E27FC236}">
                  <a16:creationId xmlns:a16="http://schemas.microsoft.com/office/drawing/2014/main" id="{7B0F9C82-0693-466E-9EDC-291AC66228A8}"/>
                </a:ext>
              </a:extLst>
            </p:cNvPr>
            <p:cNvCxnSpPr>
              <a:cxnSpLocks/>
            </p:cNvCxnSpPr>
            <p:nvPr/>
          </p:nvCxnSpPr>
          <p:spPr>
            <a:xfrm>
              <a:off x="10593574" y="1877189"/>
              <a:ext cx="471375" cy="197436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53" name="Straight Connector 452">
              <a:extLst>
                <a:ext uri="{FF2B5EF4-FFF2-40B4-BE49-F238E27FC236}">
                  <a16:creationId xmlns:a16="http://schemas.microsoft.com/office/drawing/2014/main" id="{FE307C74-9BCB-4D84-9005-9984B5376AFE}"/>
                </a:ext>
              </a:extLst>
            </p:cNvPr>
            <p:cNvCxnSpPr>
              <a:cxnSpLocks/>
            </p:cNvCxnSpPr>
            <p:nvPr/>
          </p:nvCxnSpPr>
          <p:spPr>
            <a:xfrm>
              <a:off x="10851569" y="1797399"/>
              <a:ext cx="214379" cy="79407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54" name="Straight Connector 452">
              <a:extLst>
                <a:ext uri="{FF2B5EF4-FFF2-40B4-BE49-F238E27FC236}">
                  <a16:creationId xmlns:a16="http://schemas.microsoft.com/office/drawing/2014/main" id="{50251CDF-4C04-4D6E-A4BC-2A02C8FFD7C4}"/>
                </a:ext>
              </a:extLst>
            </p:cNvPr>
            <p:cNvCxnSpPr>
              <a:cxnSpLocks/>
            </p:cNvCxnSpPr>
            <p:nvPr/>
          </p:nvCxnSpPr>
          <p:spPr>
            <a:xfrm>
              <a:off x="11064949" y="1864562"/>
              <a:ext cx="9737" cy="217738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57" name="Straight Connector 452">
              <a:extLst>
                <a:ext uri="{FF2B5EF4-FFF2-40B4-BE49-F238E27FC236}">
                  <a16:creationId xmlns:a16="http://schemas.microsoft.com/office/drawing/2014/main" id="{02E7AFA3-01A7-4A41-97AE-A5DA8146F7A1}"/>
                </a:ext>
              </a:extLst>
            </p:cNvPr>
            <p:cNvCxnSpPr>
              <a:cxnSpLocks/>
            </p:cNvCxnSpPr>
            <p:nvPr/>
          </p:nvCxnSpPr>
          <p:spPr>
            <a:xfrm>
              <a:off x="11566495" y="1537153"/>
              <a:ext cx="214379" cy="79407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58" name="Straight Connector 452">
              <a:extLst>
                <a:ext uri="{FF2B5EF4-FFF2-40B4-BE49-F238E27FC236}">
                  <a16:creationId xmlns:a16="http://schemas.microsoft.com/office/drawing/2014/main" id="{1EA99197-0789-4641-BC43-1F598960F394}"/>
                </a:ext>
              </a:extLst>
            </p:cNvPr>
            <p:cNvCxnSpPr>
              <a:cxnSpLocks/>
            </p:cNvCxnSpPr>
            <p:nvPr/>
          </p:nvCxnSpPr>
          <p:spPr>
            <a:xfrm>
              <a:off x="11566495" y="1701799"/>
              <a:ext cx="514380" cy="196503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61" name="Straight Connector 452">
              <a:extLst>
                <a:ext uri="{FF2B5EF4-FFF2-40B4-BE49-F238E27FC236}">
                  <a16:creationId xmlns:a16="http://schemas.microsoft.com/office/drawing/2014/main" id="{F0A26B47-73EE-4155-8B45-B493DC203A6C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2062689" y="1772852"/>
              <a:ext cx="236647" cy="125450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63" name="Straight Connector 452">
              <a:extLst>
                <a:ext uri="{FF2B5EF4-FFF2-40B4-BE49-F238E27FC236}">
                  <a16:creationId xmlns:a16="http://schemas.microsoft.com/office/drawing/2014/main" id="{EFA5A220-95F6-47BD-8489-F76B7BDAD432}"/>
                </a:ext>
              </a:extLst>
            </p:cNvPr>
            <p:cNvCxnSpPr>
              <a:cxnSpLocks/>
            </p:cNvCxnSpPr>
            <p:nvPr/>
          </p:nvCxnSpPr>
          <p:spPr>
            <a:xfrm>
              <a:off x="11573388" y="1693303"/>
              <a:ext cx="7229" cy="192160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64" name="Straight Connector 452">
              <a:extLst>
                <a:ext uri="{FF2B5EF4-FFF2-40B4-BE49-F238E27FC236}">
                  <a16:creationId xmlns:a16="http://schemas.microsoft.com/office/drawing/2014/main" id="{DD841334-61EB-4550-B318-7272E5CEE1F8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1355289" y="1791780"/>
              <a:ext cx="2133" cy="365690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66" name="Straight Connector 452">
              <a:extLst>
                <a:ext uri="{FF2B5EF4-FFF2-40B4-BE49-F238E27FC236}">
                  <a16:creationId xmlns:a16="http://schemas.microsoft.com/office/drawing/2014/main" id="{25F842E1-6FEC-4506-BC1E-3836B924EFB3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1101206" y="2127691"/>
              <a:ext cx="256217" cy="137622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68" name="Straight Connector 452">
              <a:extLst>
                <a:ext uri="{FF2B5EF4-FFF2-40B4-BE49-F238E27FC236}">
                  <a16:creationId xmlns:a16="http://schemas.microsoft.com/office/drawing/2014/main" id="{7EA46B63-2978-4463-9D5D-329D847EF191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1085982" y="2257249"/>
              <a:ext cx="1" cy="348464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71" name="Straight Connector 452">
              <a:extLst>
                <a:ext uri="{FF2B5EF4-FFF2-40B4-BE49-F238E27FC236}">
                  <a16:creationId xmlns:a16="http://schemas.microsoft.com/office/drawing/2014/main" id="{D5E999AE-72F3-440D-B53A-162AAF785DEF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0630626" y="2614153"/>
              <a:ext cx="454853" cy="178691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73" name="Straight Connector 452">
              <a:extLst>
                <a:ext uri="{FF2B5EF4-FFF2-40B4-BE49-F238E27FC236}">
                  <a16:creationId xmlns:a16="http://schemas.microsoft.com/office/drawing/2014/main" id="{69767FFC-E390-4247-BA3C-B426DC476FC5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10642299" y="2790330"/>
              <a:ext cx="215753" cy="70665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75" name="Straight Connector 452">
              <a:extLst>
                <a:ext uri="{FF2B5EF4-FFF2-40B4-BE49-F238E27FC236}">
                  <a16:creationId xmlns:a16="http://schemas.microsoft.com/office/drawing/2014/main" id="{D11849D6-A68F-487F-8E38-C723719B6D4F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0860506" y="2697101"/>
              <a:ext cx="450763" cy="183012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78" name="Straight Connector 452">
              <a:extLst>
                <a:ext uri="{FF2B5EF4-FFF2-40B4-BE49-F238E27FC236}">
                  <a16:creationId xmlns:a16="http://schemas.microsoft.com/office/drawing/2014/main" id="{9DCC85BC-1B62-4FC1-BAB4-29FC341A0862}"/>
                </a:ext>
              </a:extLst>
            </p:cNvPr>
            <p:cNvCxnSpPr>
              <a:cxnSpLocks/>
            </p:cNvCxnSpPr>
            <p:nvPr/>
          </p:nvCxnSpPr>
          <p:spPr>
            <a:xfrm>
              <a:off x="11366539" y="1794024"/>
              <a:ext cx="194604" cy="91439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80" name="Straight Connector 452">
              <a:extLst>
                <a:ext uri="{FF2B5EF4-FFF2-40B4-BE49-F238E27FC236}">
                  <a16:creationId xmlns:a16="http://schemas.microsoft.com/office/drawing/2014/main" id="{9DFD0E00-A690-4368-AB7D-4CF8121CF6A7}"/>
                </a:ext>
              </a:extLst>
            </p:cNvPr>
            <p:cNvCxnSpPr>
              <a:cxnSpLocks/>
            </p:cNvCxnSpPr>
            <p:nvPr/>
          </p:nvCxnSpPr>
          <p:spPr>
            <a:xfrm>
              <a:off x="11328517" y="2328040"/>
              <a:ext cx="1" cy="367424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84" name="Straight Connector 452">
              <a:extLst>
                <a:ext uri="{FF2B5EF4-FFF2-40B4-BE49-F238E27FC236}">
                  <a16:creationId xmlns:a16="http://schemas.microsoft.com/office/drawing/2014/main" id="{CE64CB6B-FA8C-4580-8AFC-98ED58457429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1319051" y="2243989"/>
              <a:ext cx="261566" cy="67016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86" name="Straight Connector 452">
              <a:extLst>
                <a:ext uri="{FF2B5EF4-FFF2-40B4-BE49-F238E27FC236}">
                  <a16:creationId xmlns:a16="http://schemas.microsoft.com/office/drawing/2014/main" id="{78FD3C0C-A0FD-4CE7-BF34-40747D660A19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11570880" y="2064646"/>
              <a:ext cx="8734" cy="179343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88" name="Straight Connector 452">
              <a:extLst>
                <a:ext uri="{FF2B5EF4-FFF2-40B4-BE49-F238E27FC236}">
                  <a16:creationId xmlns:a16="http://schemas.microsoft.com/office/drawing/2014/main" id="{BB5DC9E8-BD5E-48AB-A972-1919DF2169AB}"/>
                </a:ext>
              </a:extLst>
            </p:cNvPr>
            <p:cNvCxnSpPr>
              <a:cxnSpLocks/>
            </p:cNvCxnSpPr>
            <p:nvPr/>
          </p:nvCxnSpPr>
          <p:spPr>
            <a:xfrm>
              <a:off x="11551900" y="2074625"/>
              <a:ext cx="257025" cy="81045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91" name="Straight Connector 452">
              <a:extLst>
                <a:ext uri="{FF2B5EF4-FFF2-40B4-BE49-F238E27FC236}">
                  <a16:creationId xmlns:a16="http://schemas.microsoft.com/office/drawing/2014/main" id="{55866D71-E3BA-450D-9DEF-7E9B8845034A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1808925" y="2045486"/>
              <a:ext cx="228932" cy="110184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93" name="Straight Connector 452">
              <a:extLst>
                <a:ext uri="{FF2B5EF4-FFF2-40B4-BE49-F238E27FC236}">
                  <a16:creationId xmlns:a16="http://schemas.microsoft.com/office/drawing/2014/main" id="{AB38575E-9692-41CD-A763-D69A21A2F363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12052617" y="2038999"/>
              <a:ext cx="2948" cy="196652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95" name="Straight Connector 452">
              <a:extLst>
                <a:ext uri="{FF2B5EF4-FFF2-40B4-BE49-F238E27FC236}">
                  <a16:creationId xmlns:a16="http://schemas.microsoft.com/office/drawing/2014/main" id="{E2821748-FED8-4D1E-A6AF-431B58946737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1541975" y="2235651"/>
              <a:ext cx="495882" cy="222202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98" name="Straight Connector 452">
              <a:extLst>
                <a:ext uri="{FF2B5EF4-FFF2-40B4-BE49-F238E27FC236}">
                  <a16:creationId xmlns:a16="http://schemas.microsoft.com/office/drawing/2014/main" id="{B635ED05-D59B-493B-A958-C400DC104FAE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1570880" y="2412819"/>
              <a:ext cx="495882" cy="222202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99" name="Straight Connector 452">
              <a:extLst>
                <a:ext uri="{FF2B5EF4-FFF2-40B4-BE49-F238E27FC236}">
                  <a16:creationId xmlns:a16="http://schemas.microsoft.com/office/drawing/2014/main" id="{90100B3C-2F42-4DD4-A6E1-0168D57D1A19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11559892" y="2440442"/>
              <a:ext cx="2948" cy="196652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00" name="Straight Connector 452">
              <a:extLst>
                <a:ext uri="{FF2B5EF4-FFF2-40B4-BE49-F238E27FC236}">
                  <a16:creationId xmlns:a16="http://schemas.microsoft.com/office/drawing/2014/main" id="{453E5E73-3236-486B-BB69-F7E795BB4C45}"/>
                </a:ext>
              </a:extLst>
            </p:cNvPr>
            <p:cNvCxnSpPr>
              <a:cxnSpLocks/>
            </p:cNvCxnSpPr>
            <p:nvPr/>
          </p:nvCxnSpPr>
          <p:spPr>
            <a:xfrm>
              <a:off x="12060806" y="2418704"/>
              <a:ext cx="214003" cy="99575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02" name="Straight Connector 452">
              <a:extLst>
                <a:ext uri="{FF2B5EF4-FFF2-40B4-BE49-F238E27FC236}">
                  <a16:creationId xmlns:a16="http://schemas.microsoft.com/office/drawing/2014/main" id="{8A0C1676-FC52-423A-87A9-FF6CF3821525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1541149" y="2518279"/>
              <a:ext cx="741178" cy="274565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04" name="Straight Connector 452">
              <a:extLst>
                <a:ext uri="{FF2B5EF4-FFF2-40B4-BE49-F238E27FC236}">
                  <a16:creationId xmlns:a16="http://schemas.microsoft.com/office/drawing/2014/main" id="{51D5FD37-57F9-416D-AA7F-24CACFBF2814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1766939" y="2589987"/>
              <a:ext cx="781560" cy="297627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06" name="Straight Connector 452">
              <a:extLst>
                <a:ext uri="{FF2B5EF4-FFF2-40B4-BE49-F238E27FC236}">
                  <a16:creationId xmlns:a16="http://schemas.microsoft.com/office/drawing/2014/main" id="{AFD7D16A-A31C-4B0F-934B-BB0C2361CC19}"/>
                </a:ext>
              </a:extLst>
            </p:cNvPr>
            <p:cNvCxnSpPr>
              <a:cxnSpLocks/>
            </p:cNvCxnSpPr>
            <p:nvPr/>
          </p:nvCxnSpPr>
          <p:spPr>
            <a:xfrm>
              <a:off x="11541149" y="2786295"/>
              <a:ext cx="214003" cy="99575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07" name="Straight Connector 452">
              <a:extLst>
                <a:ext uri="{FF2B5EF4-FFF2-40B4-BE49-F238E27FC236}">
                  <a16:creationId xmlns:a16="http://schemas.microsoft.com/office/drawing/2014/main" id="{24ACF83A-D5E8-4C70-B9D2-72F90714CEF6}"/>
                </a:ext>
              </a:extLst>
            </p:cNvPr>
            <p:cNvCxnSpPr>
              <a:cxnSpLocks/>
            </p:cNvCxnSpPr>
            <p:nvPr/>
          </p:nvCxnSpPr>
          <p:spPr>
            <a:xfrm>
              <a:off x="12547118" y="2583693"/>
              <a:ext cx="0" cy="223541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09" name="Straight Connector 452">
              <a:extLst>
                <a:ext uri="{FF2B5EF4-FFF2-40B4-BE49-F238E27FC236}">
                  <a16:creationId xmlns:a16="http://schemas.microsoft.com/office/drawing/2014/main" id="{C2A57CDC-24A0-4BA9-BEEC-708B2F1E66B4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2282327" y="2786426"/>
              <a:ext cx="252889" cy="105993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12" name="Straight Connector 452">
              <a:extLst>
                <a:ext uri="{FF2B5EF4-FFF2-40B4-BE49-F238E27FC236}">
                  <a16:creationId xmlns:a16="http://schemas.microsoft.com/office/drawing/2014/main" id="{5A9FB467-137C-4778-A112-0D1EFEF0D68F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2299336" y="2878060"/>
              <a:ext cx="1916" cy="194891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14" name="Straight Connector 452">
              <a:extLst>
                <a:ext uri="{FF2B5EF4-FFF2-40B4-BE49-F238E27FC236}">
                  <a16:creationId xmlns:a16="http://schemas.microsoft.com/office/drawing/2014/main" id="{7E46F422-69CD-4616-90DF-EAD513C99173}"/>
                </a:ext>
              </a:extLst>
            </p:cNvPr>
            <p:cNvCxnSpPr>
              <a:cxnSpLocks/>
            </p:cNvCxnSpPr>
            <p:nvPr/>
          </p:nvCxnSpPr>
          <p:spPr>
            <a:xfrm>
              <a:off x="12052617" y="2975505"/>
              <a:ext cx="248635" cy="97447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16" name="Straight Connector 452">
              <a:extLst>
                <a:ext uri="{FF2B5EF4-FFF2-40B4-BE49-F238E27FC236}">
                  <a16:creationId xmlns:a16="http://schemas.microsoft.com/office/drawing/2014/main" id="{C464EA6A-3B4A-4617-9E88-126B3840C66E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1780874" y="2975506"/>
              <a:ext cx="260590" cy="97445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18" name="Straight Connector 452">
              <a:extLst>
                <a:ext uri="{FF2B5EF4-FFF2-40B4-BE49-F238E27FC236}">
                  <a16:creationId xmlns:a16="http://schemas.microsoft.com/office/drawing/2014/main" id="{997E7A3B-DF59-4F7A-BEDA-D8AA4616AD4E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1797859" y="3354878"/>
              <a:ext cx="264379" cy="78905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19" name="Straight Connector 452">
              <a:extLst>
                <a:ext uri="{FF2B5EF4-FFF2-40B4-BE49-F238E27FC236}">
                  <a16:creationId xmlns:a16="http://schemas.microsoft.com/office/drawing/2014/main" id="{D6D5E960-FCAA-4BCF-8B8B-87C01F7677AF}"/>
                </a:ext>
              </a:extLst>
            </p:cNvPr>
            <p:cNvCxnSpPr>
              <a:cxnSpLocks/>
            </p:cNvCxnSpPr>
            <p:nvPr/>
          </p:nvCxnSpPr>
          <p:spPr>
            <a:xfrm>
              <a:off x="11795913" y="3090821"/>
              <a:ext cx="248635" cy="97447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20" name="Straight Connector 452">
              <a:extLst>
                <a:ext uri="{FF2B5EF4-FFF2-40B4-BE49-F238E27FC236}">
                  <a16:creationId xmlns:a16="http://schemas.microsoft.com/office/drawing/2014/main" id="{E873DC48-64C6-4235-A715-1AE8CBDBBB4B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1768410" y="3188268"/>
              <a:ext cx="261665" cy="65222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23" name="Straight Connector 452">
              <a:extLst>
                <a:ext uri="{FF2B5EF4-FFF2-40B4-BE49-F238E27FC236}">
                  <a16:creationId xmlns:a16="http://schemas.microsoft.com/office/drawing/2014/main" id="{A22498C9-FE53-4F8D-AD19-7CA687CDA567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1785456" y="3240237"/>
              <a:ext cx="1916" cy="194891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24" name="Straight Connector 452">
              <a:extLst>
                <a:ext uri="{FF2B5EF4-FFF2-40B4-BE49-F238E27FC236}">
                  <a16:creationId xmlns:a16="http://schemas.microsoft.com/office/drawing/2014/main" id="{5A0C091C-1175-4C63-BF2F-9A29E0D24523}"/>
                </a:ext>
              </a:extLst>
            </p:cNvPr>
            <p:cNvCxnSpPr>
              <a:cxnSpLocks/>
            </p:cNvCxnSpPr>
            <p:nvPr/>
          </p:nvCxnSpPr>
          <p:spPr>
            <a:xfrm>
              <a:off x="12044744" y="3366159"/>
              <a:ext cx="7873" cy="341341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26" name="Straight Connector 452">
              <a:extLst>
                <a:ext uri="{FF2B5EF4-FFF2-40B4-BE49-F238E27FC236}">
                  <a16:creationId xmlns:a16="http://schemas.microsoft.com/office/drawing/2014/main" id="{86EA138C-19B5-423F-88CE-D52AD6E3CFA7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11802337" y="3627820"/>
              <a:ext cx="250596" cy="68861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28" name="Straight Connector 452">
              <a:extLst>
                <a:ext uri="{FF2B5EF4-FFF2-40B4-BE49-F238E27FC236}">
                  <a16:creationId xmlns:a16="http://schemas.microsoft.com/office/drawing/2014/main" id="{A70A80FB-BC69-416B-83CB-5C520544E672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1818821" y="3627820"/>
              <a:ext cx="0" cy="183490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30" name="Straight Connector 452">
              <a:extLst>
                <a:ext uri="{FF2B5EF4-FFF2-40B4-BE49-F238E27FC236}">
                  <a16:creationId xmlns:a16="http://schemas.microsoft.com/office/drawing/2014/main" id="{BC1CDF99-FDF6-49DB-9995-18302257DC21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11818821" y="3805973"/>
              <a:ext cx="225727" cy="121502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32" name="Straight Connector 452">
              <a:extLst>
                <a:ext uri="{FF2B5EF4-FFF2-40B4-BE49-F238E27FC236}">
                  <a16:creationId xmlns:a16="http://schemas.microsoft.com/office/drawing/2014/main" id="{C1BCCB8E-7285-4DBB-B716-178686FB1144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2030077" y="3793617"/>
              <a:ext cx="244732" cy="120637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35" name="Straight Connector 452">
              <a:extLst>
                <a:ext uri="{FF2B5EF4-FFF2-40B4-BE49-F238E27FC236}">
                  <a16:creationId xmlns:a16="http://schemas.microsoft.com/office/drawing/2014/main" id="{DA84FE6A-6B50-4234-8796-242735C9ABC4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12264147" y="3788727"/>
              <a:ext cx="239003" cy="125527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38" name="Straight Connector 452">
              <a:extLst>
                <a:ext uri="{FF2B5EF4-FFF2-40B4-BE49-F238E27FC236}">
                  <a16:creationId xmlns:a16="http://schemas.microsoft.com/office/drawing/2014/main" id="{24CC5375-645D-46A3-B1D8-AFEEF1165529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2503150" y="3889226"/>
              <a:ext cx="1" cy="216624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41" name="Straight Connector 452">
              <a:extLst>
                <a:ext uri="{FF2B5EF4-FFF2-40B4-BE49-F238E27FC236}">
                  <a16:creationId xmlns:a16="http://schemas.microsoft.com/office/drawing/2014/main" id="{2595158F-4324-4904-AAA9-C3C7E965C7BA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2282327" y="4074003"/>
              <a:ext cx="220823" cy="94802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43" name="Straight Connector 452">
              <a:extLst>
                <a:ext uri="{FF2B5EF4-FFF2-40B4-BE49-F238E27FC236}">
                  <a16:creationId xmlns:a16="http://schemas.microsoft.com/office/drawing/2014/main" id="{AA372884-73E3-4F97-9E9D-DE1F0203EFA2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2289949" y="3974425"/>
              <a:ext cx="0" cy="180849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45" name="Straight Connector 452">
              <a:extLst>
                <a:ext uri="{FF2B5EF4-FFF2-40B4-BE49-F238E27FC236}">
                  <a16:creationId xmlns:a16="http://schemas.microsoft.com/office/drawing/2014/main" id="{370D6BAA-69B2-4A8C-B42A-790A0B75C68E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2044548" y="4011190"/>
              <a:ext cx="245401" cy="94661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48" name="Straight Connector 452">
              <a:extLst>
                <a:ext uri="{FF2B5EF4-FFF2-40B4-BE49-F238E27FC236}">
                  <a16:creationId xmlns:a16="http://schemas.microsoft.com/office/drawing/2014/main" id="{7218DDF5-0394-4C29-9752-E222EB445A8A}"/>
                </a:ext>
              </a:extLst>
            </p:cNvPr>
            <p:cNvCxnSpPr>
              <a:cxnSpLocks/>
            </p:cNvCxnSpPr>
            <p:nvPr/>
          </p:nvCxnSpPr>
          <p:spPr>
            <a:xfrm>
              <a:off x="11328517" y="3811310"/>
              <a:ext cx="716030" cy="282749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50" name="Straight Connector 452">
              <a:extLst>
                <a:ext uri="{FF2B5EF4-FFF2-40B4-BE49-F238E27FC236}">
                  <a16:creationId xmlns:a16="http://schemas.microsoft.com/office/drawing/2014/main" id="{9C4ABADA-71A4-46D7-92B2-B1EF7BC0C06D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1326174" y="3800505"/>
              <a:ext cx="1" cy="216624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51" name="Straight Connector 452">
              <a:extLst>
                <a:ext uri="{FF2B5EF4-FFF2-40B4-BE49-F238E27FC236}">
                  <a16:creationId xmlns:a16="http://schemas.microsoft.com/office/drawing/2014/main" id="{9E1E0F82-7DCC-4F1F-BEE7-D7319F2AF05F}"/>
                </a:ext>
              </a:extLst>
            </p:cNvPr>
            <p:cNvCxnSpPr>
              <a:cxnSpLocks/>
            </p:cNvCxnSpPr>
            <p:nvPr/>
          </p:nvCxnSpPr>
          <p:spPr>
            <a:xfrm>
              <a:off x="11328517" y="3998798"/>
              <a:ext cx="716030" cy="282749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52" name="Straight Connector 452">
              <a:extLst>
                <a:ext uri="{FF2B5EF4-FFF2-40B4-BE49-F238E27FC236}">
                  <a16:creationId xmlns:a16="http://schemas.microsoft.com/office/drawing/2014/main" id="{5983FCF9-EA17-41CE-95E7-7BB2A6C54BB3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2044546" y="4274088"/>
              <a:ext cx="1" cy="216624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53" name="Straight Connector 452">
              <a:extLst>
                <a:ext uri="{FF2B5EF4-FFF2-40B4-BE49-F238E27FC236}">
                  <a16:creationId xmlns:a16="http://schemas.microsoft.com/office/drawing/2014/main" id="{C8A5CB93-762C-414A-B622-7BFD1304F9DC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12045248" y="4467935"/>
              <a:ext cx="218899" cy="88902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55" name="Straight Connector 452">
              <a:extLst>
                <a:ext uri="{FF2B5EF4-FFF2-40B4-BE49-F238E27FC236}">
                  <a16:creationId xmlns:a16="http://schemas.microsoft.com/office/drawing/2014/main" id="{7E3995C2-D4B7-4F4D-AEF9-B41739445D48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2282327" y="4541336"/>
              <a:ext cx="1" cy="207573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57" name="Straight Connector 452">
              <a:extLst>
                <a:ext uri="{FF2B5EF4-FFF2-40B4-BE49-F238E27FC236}">
                  <a16:creationId xmlns:a16="http://schemas.microsoft.com/office/drawing/2014/main" id="{C07CE07E-1E3E-43E0-84B2-2D6D4184401E}"/>
                </a:ext>
              </a:extLst>
            </p:cNvPr>
            <p:cNvCxnSpPr>
              <a:cxnSpLocks/>
            </p:cNvCxnSpPr>
            <p:nvPr/>
          </p:nvCxnSpPr>
          <p:spPr>
            <a:xfrm>
              <a:off x="11808925" y="4539473"/>
              <a:ext cx="455222" cy="209436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61" name="Straight Connector 452">
              <a:extLst>
                <a:ext uri="{FF2B5EF4-FFF2-40B4-BE49-F238E27FC236}">
                  <a16:creationId xmlns:a16="http://schemas.microsoft.com/office/drawing/2014/main" id="{C8F6D14C-80ED-4322-8F33-378C70B0E735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1795913" y="4335466"/>
              <a:ext cx="1" cy="207573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62" name="Straight Connector 452">
              <a:extLst>
                <a:ext uri="{FF2B5EF4-FFF2-40B4-BE49-F238E27FC236}">
                  <a16:creationId xmlns:a16="http://schemas.microsoft.com/office/drawing/2014/main" id="{055C7812-73CE-4494-A863-1B525C75BA4E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11573388" y="4281547"/>
              <a:ext cx="221179" cy="72813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64" name="Straight Connector 452">
              <a:extLst>
                <a:ext uri="{FF2B5EF4-FFF2-40B4-BE49-F238E27FC236}">
                  <a16:creationId xmlns:a16="http://schemas.microsoft.com/office/drawing/2014/main" id="{DE0436B4-7F0A-4F51-84E1-E447DAEA9AAB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1579614" y="4282425"/>
              <a:ext cx="1" cy="207573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65" name="Straight Connector 452">
              <a:extLst>
                <a:ext uri="{FF2B5EF4-FFF2-40B4-BE49-F238E27FC236}">
                  <a16:creationId xmlns:a16="http://schemas.microsoft.com/office/drawing/2014/main" id="{C3E6A0E2-1F8A-44ED-931C-A40457A1D557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10848651" y="4172685"/>
              <a:ext cx="717843" cy="314209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67" name="Straight Connector 452">
              <a:extLst>
                <a:ext uri="{FF2B5EF4-FFF2-40B4-BE49-F238E27FC236}">
                  <a16:creationId xmlns:a16="http://schemas.microsoft.com/office/drawing/2014/main" id="{3A948DB0-7B45-4BE7-9C57-211B512CACB8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0842287" y="3632522"/>
              <a:ext cx="6076" cy="539789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69" name="Straight Connector 452">
              <a:extLst>
                <a:ext uri="{FF2B5EF4-FFF2-40B4-BE49-F238E27FC236}">
                  <a16:creationId xmlns:a16="http://schemas.microsoft.com/office/drawing/2014/main" id="{87724417-0BBF-4F84-ACDD-7C5858A4DDFD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10636873" y="3544196"/>
              <a:ext cx="221179" cy="72813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70" name="Straight Connector 452">
              <a:extLst>
                <a:ext uri="{FF2B5EF4-FFF2-40B4-BE49-F238E27FC236}">
                  <a16:creationId xmlns:a16="http://schemas.microsoft.com/office/drawing/2014/main" id="{1289E9BD-A472-4AB9-8693-B5727762793B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0628504" y="3519508"/>
              <a:ext cx="1" cy="216624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71" name="Straight Connector 452">
              <a:extLst>
                <a:ext uri="{FF2B5EF4-FFF2-40B4-BE49-F238E27FC236}">
                  <a16:creationId xmlns:a16="http://schemas.microsoft.com/office/drawing/2014/main" id="{35E08C45-DD68-4D5E-9BC8-355D6F252027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0396962" y="3707500"/>
              <a:ext cx="235552" cy="98473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73" name="Straight Connector 452">
              <a:extLst>
                <a:ext uri="{FF2B5EF4-FFF2-40B4-BE49-F238E27FC236}">
                  <a16:creationId xmlns:a16="http://schemas.microsoft.com/office/drawing/2014/main" id="{04CA492B-195A-40F5-A14B-B707052F34D7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10372395" y="3818962"/>
              <a:ext cx="221179" cy="72813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74" name="Straight Connector 452">
              <a:extLst>
                <a:ext uri="{FF2B5EF4-FFF2-40B4-BE49-F238E27FC236}">
                  <a16:creationId xmlns:a16="http://schemas.microsoft.com/office/drawing/2014/main" id="{5937E8B2-7CEC-4841-B172-CFD4E23AEDB9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0363873" y="3885274"/>
              <a:ext cx="200181" cy="112264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76" name="Straight Connector 452">
              <a:extLst>
                <a:ext uri="{FF2B5EF4-FFF2-40B4-BE49-F238E27FC236}">
                  <a16:creationId xmlns:a16="http://schemas.microsoft.com/office/drawing/2014/main" id="{7835CF3F-F230-408F-931B-4A7E8231AFF3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10363874" y="4007833"/>
              <a:ext cx="229700" cy="86226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78" name="Straight Connector 452">
              <a:extLst>
                <a:ext uri="{FF2B5EF4-FFF2-40B4-BE49-F238E27FC236}">
                  <a16:creationId xmlns:a16="http://schemas.microsoft.com/office/drawing/2014/main" id="{0D1004FB-BF68-453C-A80F-2D347C16787B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0602064" y="4069953"/>
              <a:ext cx="1" cy="216624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79" name="Straight Connector 452">
              <a:extLst>
                <a:ext uri="{FF2B5EF4-FFF2-40B4-BE49-F238E27FC236}">
                  <a16:creationId xmlns:a16="http://schemas.microsoft.com/office/drawing/2014/main" id="{B01226EB-7DDE-4E39-9233-B4D8CA6CF020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10616470" y="4266662"/>
              <a:ext cx="221179" cy="72813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80" name="Straight Connector 452">
              <a:extLst>
                <a:ext uri="{FF2B5EF4-FFF2-40B4-BE49-F238E27FC236}">
                  <a16:creationId xmlns:a16="http://schemas.microsoft.com/office/drawing/2014/main" id="{FD4FFA18-12FD-4C7E-A178-66168D403C1F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10848242" y="4337223"/>
              <a:ext cx="7259" cy="409283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82" name="Straight Connector 452">
              <a:extLst>
                <a:ext uri="{FF2B5EF4-FFF2-40B4-BE49-F238E27FC236}">
                  <a16:creationId xmlns:a16="http://schemas.microsoft.com/office/drawing/2014/main" id="{ECF565B9-B9DE-4118-9AF4-D1FD7A54B366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0593574" y="4733830"/>
              <a:ext cx="245401" cy="94661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83" name="Straight Connector 452">
              <a:extLst>
                <a:ext uri="{FF2B5EF4-FFF2-40B4-BE49-F238E27FC236}">
                  <a16:creationId xmlns:a16="http://schemas.microsoft.com/office/drawing/2014/main" id="{75508B51-21F2-4E67-9956-DBE514A18CEA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10611665" y="4822554"/>
              <a:ext cx="240206" cy="109574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86" name="Straight Connector 452">
              <a:extLst>
                <a:ext uri="{FF2B5EF4-FFF2-40B4-BE49-F238E27FC236}">
                  <a16:creationId xmlns:a16="http://schemas.microsoft.com/office/drawing/2014/main" id="{A422BEE6-D685-4B2D-9411-FE24C83870B9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0823960" y="4732894"/>
              <a:ext cx="505177" cy="181925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88" name="Straight Connector 452">
              <a:extLst>
                <a:ext uri="{FF2B5EF4-FFF2-40B4-BE49-F238E27FC236}">
                  <a16:creationId xmlns:a16="http://schemas.microsoft.com/office/drawing/2014/main" id="{9EAE8E1B-5050-4B99-944B-C9BAFFAD0FFD}"/>
                </a:ext>
              </a:extLst>
            </p:cNvPr>
            <p:cNvCxnSpPr>
              <a:cxnSpLocks/>
            </p:cNvCxnSpPr>
            <p:nvPr/>
          </p:nvCxnSpPr>
          <p:spPr>
            <a:xfrm>
              <a:off x="11308151" y="4544439"/>
              <a:ext cx="688220" cy="293264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89" name="Straight Connector 452">
              <a:extLst>
                <a:ext uri="{FF2B5EF4-FFF2-40B4-BE49-F238E27FC236}">
                  <a16:creationId xmlns:a16="http://schemas.microsoft.com/office/drawing/2014/main" id="{CFA45FB3-5420-4614-BCE5-222C36A92202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2022775" y="4820672"/>
              <a:ext cx="1" cy="207573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90" name="Straight Connector 452">
              <a:extLst>
                <a:ext uri="{FF2B5EF4-FFF2-40B4-BE49-F238E27FC236}">
                  <a16:creationId xmlns:a16="http://schemas.microsoft.com/office/drawing/2014/main" id="{746BD3BE-22F0-4D62-BAB5-41F6F35AC65F}"/>
                </a:ext>
              </a:extLst>
            </p:cNvPr>
            <p:cNvCxnSpPr>
              <a:cxnSpLocks/>
            </p:cNvCxnSpPr>
            <p:nvPr/>
          </p:nvCxnSpPr>
          <p:spPr>
            <a:xfrm>
              <a:off x="11579752" y="4833436"/>
              <a:ext cx="413024" cy="175717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92" name="Straight Connector 452">
              <a:extLst>
                <a:ext uri="{FF2B5EF4-FFF2-40B4-BE49-F238E27FC236}">
                  <a16:creationId xmlns:a16="http://schemas.microsoft.com/office/drawing/2014/main" id="{3440279A-2BF6-4D69-B767-C87DA238D097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1326174" y="4833623"/>
              <a:ext cx="240321" cy="98505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94" name="Straight Connector 452">
              <a:extLst>
                <a:ext uri="{FF2B5EF4-FFF2-40B4-BE49-F238E27FC236}">
                  <a16:creationId xmlns:a16="http://schemas.microsoft.com/office/drawing/2014/main" id="{8E84CB8F-BEA3-4118-BFF7-4E2EA6089398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1317551" y="4907142"/>
              <a:ext cx="0" cy="371646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96" name="Straight Connector 452">
              <a:extLst>
                <a:ext uri="{FF2B5EF4-FFF2-40B4-BE49-F238E27FC236}">
                  <a16:creationId xmlns:a16="http://schemas.microsoft.com/office/drawing/2014/main" id="{22AE8C08-9307-43D8-9575-D1BDE58E9F21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1311269" y="5093455"/>
              <a:ext cx="455670" cy="179889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98" name="Straight Connector 452">
              <a:extLst>
                <a:ext uri="{FF2B5EF4-FFF2-40B4-BE49-F238E27FC236}">
                  <a16:creationId xmlns:a16="http://schemas.microsoft.com/office/drawing/2014/main" id="{D174CEF4-C4AF-400C-8BDA-23DDD1D2EB39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1796796" y="5088219"/>
              <a:ext cx="1" cy="207573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99" name="Straight Connector 452">
              <a:extLst>
                <a:ext uri="{FF2B5EF4-FFF2-40B4-BE49-F238E27FC236}">
                  <a16:creationId xmlns:a16="http://schemas.microsoft.com/office/drawing/2014/main" id="{2A3F6126-F370-4329-B2DE-0FE4369834F2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1338659" y="5279173"/>
              <a:ext cx="455670" cy="179889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00" name="Straight Connector 452">
              <a:extLst>
                <a:ext uri="{FF2B5EF4-FFF2-40B4-BE49-F238E27FC236}">
                  <a16:creationId xmlns:a16="http://schemas.microsoft.com/office/drawing/2014/main" id="{195C988A-8B34-4507-951F-9ED89DF322B2}"/>
                </a:ext>
              </a:extLst>
            </p:cNvPr>
            <p:cNvCxnSpPr>
              <a:cxnSpLocks/>
            </p:cNvCxnSpPr>
            <p:nvPr/>
          </p:nvCxnSpPr>
          <p:spPr>
            <a:xfrm>
              <a:off x="11322226" y="5453941"/>
              <a:ext cx="257526" cy="104718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02" name="Straight Connector 452">
              <a:extLst>
                <a:ext uri="{FF2B5EF4-FFF2-40B4-BE49-F238E27FC236}">
                  <a16:creationId xmlns:a16="http://schemas.microsoft.com/office/drawing/2014/main" id="{25730B63-D04A-4F65-B148-55984E36E8E8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1584294" y="5459062"/>
              <a:ext cx="210035" cy="99598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04" name="Straight Connector 452">
              <a:extLst>
                <a:ext uri="{FF2B5EF4-FFF2-40B4-BE49-F238E27FC236}">
                  <a16:creationId xmlns:a16="http://schemas.microsoft.com/office/drawing/2014/main" id="{92CC249D-59D7-4E28-A2BF-3773667FDA48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1807196" y="5447288"/>
              <a:ext cx="3095" cy="362850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07" name="Straight Connector 452">
              <a:extLst>
                <a:ext uri="{FF2B5EF4-FFF2-40B4-BE49-F238E27FC236}">
                  <a16:creationId xmlns:a16="http://schemas.microsoft.com/office/drawing/2014/main" id="{B4DE8C23-AB98-4B95-B340-4F8A8AA1157E}"/>
                </a:ext>
              </a:extLst>
            </p:cNvPr>
            <p:cNvCxnSpPr>
              <a:cxnSpLocks/>
            </p:cNvCxnSpPr>
            <p:nvPr/>
          </p:nvCxnSpPr>
          <p:spPr>
            <a:xfrm>
              <a:off x="12012512" y="5726088"/>
              <a:ext cx="262297" cy="100003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09" name="Straight Connector 452">
              <a:extLst>
                <a:ext uri="{FF2B5EF4-FFF2-40B4-BE49-F238E27FC236}">
                  <a16:creationId xmlns:a16="http://schemas.microsoft.com/office/drawing/2014/main" id="{DC45F621-0D99-4E3A-86F6-A054D1ADB3BD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2274809" y="5823850"/>
              <a:ext cx="1" cy="207573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10" name="Straight Connector 452">
              <a:extLst>
                <a:ext uri="{FF2B5EF4-FFF2-40B4-BE49-F238E27FC236}">
                  <a16:creationId xmlns:a16="http://schemas.microsoft.com/office/drawing/2014/main" id="{21A3B43E-70E9-4BD5-9651-E10D91F0549E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12044547" y="5902605"/>
              <a:ext cx="237780" cy="124359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12" name="Straight Connector 452">
              <a:extLst>
                <a:ext uri="{FF2B5EF4-FFF2-40B4-BE49-F238E27FC236}">
                  <a16:creationId xmlns:a16="http://schemas.microsoft.com/office/drawing/2014/main" id="{D2A48005-11F8-40AC-AC07-A21899B5B9B8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2047357" y="5944309"/>
              <a:ext cx="1" cy="538400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14" name="Straight Connector 452">
              <a:extLst>
                <a:ext uri="{FF2B5EF4-FFF2-40B4-BE49-F238E27FC236}">
                  <a16:creationId xmlns:a16="http://schemas.microsoft.com/office/drawing/2014/main" id="{336AAFE5-BED4-4B4F-BDC4-A278FEC0D330}"/>
                </a:ext>
              </a:extLst>
            </p:cNvPr>
            <p:cNvCxnSpPr>
              <a:cxnSpLocks/>
            </p:cNvCxnSpPr>
            <p:nvPr/>
          </p:nvCxnSpPr>
          <p:spPr>
            <a:xfrm>
              <a:off x="12033448" y="6467693"/>
              <a:ext cx="488819" cy="174396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15" name="Straight Connector 452">
              <a:extLst>
                <a:ext uri="{FF2B5EF4-FFF2-40B4-BE49-F238E27FC236}">
                  <a16:creationId xmlns:a16="http://schemas.microsoft.com/office/drawing/2014/main" id="{1B184B3C-F902-4C3B-9E76-5294870591CA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2522266" y="6631803"/>
              <a:ext cx="1" cy="207573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16" name="Straight Connector 452">
              <a:extLst>
                <a:ext uri="{FF2B5EF4-FFF2-40B4-BE49-F238E27FC236}">
                  <a16:creationId xmlns:a16="http://schemas.microsoft.com/office/drawing/2014/main" id="{E32A0B36-16E9-47BC-AB85-892EFB222260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12264147" y="6746822"/>
              <a:ext cx="245008" cy="84415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18" name="Straight Connector 452">
              <a:extLst>
                <a:ext uri="{FF2B5EF4-FFF2-40B4-BE49-F238E27FC236}">
                  <a16:creationId xmlns:a16="http://schemas.microsoft.com/office/drawing/2014/main" id="{7B3ED970-50B6-43EB-9DC6-17BBB396AB8E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2280595" y="6767951"/>
              <a:ext cx="1" cy="207573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19" name="Straight Connector 452">
              <a:extLst>
                <a:ext uri="{FF2B5EF4-FFF2-40B4-BE49-F238E27FC236}">
                  <a16:creationId xmlns:a16="http://schemas.microsoft.com/office/drawing/2014/main" id="{C3D6A50C-9CA9-4918-A674-449BD9340B83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1735076" y="6943162"/>
              <a:ext cx="554873" cy="191976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21" name="Straight Connector 452">
              <a:extLst>
                <a:ext uri="{FF2B5EF4-FFF2-40B4-BE49-F238E27FC236}">
                  <a16:creationId xmlns:a16="http://schemas.microsoft.com/office/drawing/2014/main" id="{36C1AB64-282E-4141-B328-62424D1EC247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11559892" y="7023333"/>
              <a:ext cx="193064" cy="103787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23" name="Straight Connector 452">
              <a:extLst>
                <a:ext uri="{FF2B5EF4-FFF2-40B4-BE49-F238E27FC236}">
                  <a16:creationId xmlns:a16="http://schemas.microsoft.com/office/drawing/2014/main" id="{238CB0C1-C280-4781-A187-981530A1C5CB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1564790" y="6822741"/>
              <a:ext cx="1704" cy="192574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25" name="Straight Connector 452">
              <a:extLst>
                <a:ext uri="{FF2B5EF4-FFF2-40B4-BE49-F238E27FC236}">
                  <a16:creationId xmlns:a16="http://schemas.microsoft.com/office/drawing/2014/main" id="{EED0208B-CE64-41F8-8F17-624A8A7C6519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11355289" y="6746822"/>
              <a:ext cx="216395" cy="96287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27" name="Straight Connector 452">
              <a:extLst>
                <a:ext uri="{FF2B5EF4-FFF2-40B4-BE49-F238E27FC236}">
                  <a16:creationId xmlns:a16="http://schemas.microsoft.com/office/drawing/2014/main" id="{97355CF7-3F71-41AB-950D-D86E57E80605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11336406" y="6561088"/>
              <a:ext cx="1" cy="196569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29" name="Straight Connector 452">
              <a:extLst>
                <a:ext uri="{FF2B5EF4-FFF2-40B4-BE49-F238E27FC236}">
                  <a16:creationId xmlns:a16="http://schemas.microsoft.com/office/drawing/2014/main" id="{FA1D8EDE-C229-41A7-9C17-3EC6A70F283A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1336407" y="6454630"/>
              <a:ext cx="252573" cy="114702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31" name="Straight Connector 452">
              <a:extLst>
                <a:ext uri="{FF2B5EF4-FFF2-40B4-BE49-F238E27FC236}">
                  <a16:creationId xmlns:a16="http://schemas.microsoft.com/office/drawing/2014/main" id="{CFF34F16-4004-4CD3-8B0B-0ED799EE2458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11588979" y="6268014"/>
              <a:ext cx="1" cy="196569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32" name="Straight Connector 452">
              <a:extLst>
                <a:ext uri="{FF2B5EF4-FFF2-40B4-BE49-F238E27FC236}">
                  <a16:creationId xmlns:a16="http://schemas.microsoft.com/office/drawing/2014/main" id="{35FA5925-185B-43BB-A630-CFA93CA00D3F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1101206" y="6263826"/>
              <a:ext cx="478546" cy="218883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34" name="Straight Connector 452">
              <a:extLst>
                <a:ext uri="{FF2B5EF4-FFF2-40B4-BE49-F238E27FC236}">
                  <a16:creationId xmlns:a16="http://schemas.microsoft.com/office/drawing/2014/main" id="{EC36341A-0661-43FD-BEEA-C8D902266AE4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1088707" y="6468028"/>
              <a:ext cx="7310" cy="363209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36" name="Straight Connector 452">
              <a:extLst>
                <a:ext uri="{FF2B5EF4-FFF2-40B4-BE49-F238E27FC236}">
                  <a16:creationId xmlns:a16="http://schemas.microsoft.com/office/drawing/2014/main" id="{02460F06-99C4-47D4-9E7F-2EF43E420F47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11088706" y="6814521"/>
              <a:ext cx="240431" cy="128641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38" name="Straight Connector 452">
              <a:extLst>
                <a:ext uri="{FF2B5EF4-FFF2-40B4-BE49-F238E27FC236}">
                  <a16:creationId xmlns:a16="http://schemas.microsoft.com/office/drawing/2014/main" id="{BE4F21AB-4E98-4605-B328-2E087AE6BB09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1559892" y="7167635"/>
              <a:ext cx="0" cy="233302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40" name="Straight Connector 452">
              <a:extLst>
                <a:ext uri="{FF2B5EF4-FFF2-40B4-BE49-F238E27FC236}">
                  <a16:creationId xmlns:a16="http://schemas.microsoft.com/office/drawing/2014/main" id="{F53FC3CF-0B43-4E0E-A303-6A6AB217FC49}"/>
                </a:ext>
              </a:extLst>
            </p:cNvPr>
            <p:cNvCxnSpPr>
              <a:cxnSpLocks/>
            </p:cNvCxnSpPr>
            <p:nvPr/>
          </p:nvCxnSpPr>
          <p:spPr>
            <a:xfrm>
              <a:off x="11319051" y="7284286"/>
              <a:ext cx="240841" cy="111198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42" name="Straight Connector 452">
              <a:extLst>
                <a:ext uri="{FF2B5EF4-FFF2-40B4-BE49-F238E27FC236}">
                  <a16:creationId xmlns:a16="http://schemas.microsoft.com/office/drawing/2014/main" id="{E2B6CA7B-17C4-4E5F-A3D6-3AB852C5A598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1064949" y="7288928"/>
              <a:ext cx="245634" cy="97046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44" name="Straight Connector 452">
              <a:extLst>
                <a:ext uri="{FF2B5EF4-FFF2-40B4-BE49-F238E27FC236}">
                  <a16:creationId xmlns:a16="http://schemas.microsoft.com/office/drawing/2014/main" id="{CE8320CA-EBBA-4892-A7B7-ED7FFC1A2007}"/>
                </a:ext>
              </a:extLst>
            </p:cNvPr>
            <p:cNvCxnSpPr>
              <a:cxnSpLocks/>
            </p:cNvCxnSpPr>
            <p:nvPr/>
          </p:nvCxnSpPr>
          <p:spPr>
            <a:xfrm>
              <a:off x="11083094" y="7380818"/>
              <a:ext cx="253312" cy="119770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46" name="Straight Connector 452">
              <a:extLst>
                <a:ext uri="{FF2B5EF4-FFF2-40B4-BE49-F238E27FC236}">
                  <a16:creationId xmlns:a16="http://schemas.microsoft.com/office/drawing/2014/main" id="{42287CA0-B6AD-4788-97F9-684EFBEAB0A3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0657146" y="7479700"/>
              <a:ext cx="669028" cy="261550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48" name="Straight Connector 452">
              <a:extLst>
                <a:ext uri="{FF2B5EF4-FFF2-40B4-BE49-F238E27FC236}">
                  <a16:creationId xmlns:a16="http://schemas.microsoft.com/office/drawing/2014/main" id="{2D71B9B5-5B04-4517-B8AA-C84E3BED4B85}"/>
                </a:ext>
              </a:extLst>
            </p:cNvPr>
            <p:cNvCxnSpPr>
              <a:cxnSpLocks/>
            </p:cNvCxnSpPr>
            <p:nvPr/>
          </p:nvCxnSpPr>
          <p:spPr>
            <a:xfrm>
              <a:off x="10641006" y="7735527"/>
              <a:ext cx="423943" cy="216248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50" name="Straight Connector 452">
              <a:extLst>
                <a:ext uri="{FF2B5EF4-FFF2-40B4-BE49-F238E27FC236}">
                  <a16:creationId xmlns:a16="http://schemas.microsoft.com/office/drawing/2014/main" id="{56065CB1-1AE9-4DD7-B6EF-E3AC5C3DB6EA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0823960" y="7930892"/>
              <a:ext cx="240989" cy="116651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52" name="Straight Connector 452">
              <a:extLst>
                <a:ext uri="{FF2B5EF4-FFF2-40B4-BE49-F238E27FC236}">
                  <a16:creationId xmlns:a16="http://schemas.microsoft.com/office/drawing/2014/main" id="{3E7801C3-4455-485A-870C-9EC04314E640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11288668" y="6903750"/>
              <a:ext cx="249304" cy="223174"/>
            </a:xfrm>
            <a:prstGeom prst="line">
              <a:avLst/>
            </a:prstGeom>
            <a:ln w="25400" cap="flat" cmpd="sng" algn="ctr">
              <a:solidFill>
                <a:srgbClr val="FFFF00"/>
              </a:solidFill>
              <a:prstDash val="dash"/>
              <a:round/>
              <a:headEnd type="none" w="med" len="med"/>
              <a:tailEnd type="non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tx1"/>
            </a:fontRef>
          </p:style>
        </p:cxnSp>
        <p:cxnSp>
          <p:nvCxnSpPr>
            <p:cNvPr id="954" name="Straight Connector 452">
              <a:extLst>
                <a:ext uri="{FF2B5EF4-FFF2-40B4-BE49-F238E27FC236}">
                  <a16:creationId xmlns:a16="http://schemas.microsoft.com/office/drawing/2014/main" id="{E32B3D45-C0AC-46C3-8424-A2F50BC65541}"/>
                </a:ext>
              </a:extLst>
            </p:cNvPr>
            <p:cNvCxnSpPr>
              <a:cxnSpLocks/>
            </p:cNvCxnSpPr>
            <p:nvPr/>
          </p:nvCxnSpPr>
          <p:spPr>
            <a:xfrm>
              <a:off x="10835093" y="8032750"/>
              <a:ext cx="491081" cy="194758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56" name="Straight Connector 452">
              <a:extLst>
                <a:ext uri="{FF2B5EF4-FFF2-40B4-BE49-F238E27FC236}">
                  <a16:creationId xmlns:a16="http://schemas.microsoft.com/office/drawing/2014/main" id="{8CFBF2E1-4788-41DF-A88A-E724301811DF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11323618" y="8209158"/>
              <a:ext cx="2556" cy="176017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58" name="Straight Connector 452">
              <a:extLst>
                <a:ext uri="{FF2B5EF4-FFF2-40B4-BE49-F238E27FC236}">
                  <a16:creationId xmlns:a16="http://schemas.microsoft.com/office/drawing/2014/main" id="{72C77D38-C7F0-4934-8FB7-CF26D2B4B981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1092362" y="8397183"/>
              <a:ext cx="244044" cy="98034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60" name="Straight Connector 452">
              <a:extLst>
                <a:ext uri="{FF2B5EF4-FFF2-40B4-BE49-F238E27FC236}">
                  <a16:creationId xmlns:a16="http://schemas.microsoft.com/office/drawing/2014/main" id="{57B4F929-A1AE-4E28-9815-790F58BFECEB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1087377" y="8481297"/>
              <a:ext cx="1" cy="207573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62" name="Straight Connector 452">
              <a:extLst>
                <a:ext uri="{FF2B5EF4-FFF2-40B4-BE49-F238E27FC236}">
                  <a16:creationId xmlns:a16="http://schemas.microsoft.com/office/drawing/2014/main" id="{6C856F77-5556-41C0-BB28-D302932C1D6C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1064949" y="8504360"/>
              <a:ext cx="508439" cy="190326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64" name="Straight Connector 452">
              <a:extLst>
                <a:ext uri="{FF2B5EF4-FFF2-40B4-BE49-F238E27FC236}">
                  <a16:creationId xmlns:a16="http://schemas.microsoft.com/office/drawing/2014/main" id="{211AAB6D-38F9-4566-A7C2-0E70BBE2A0CE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1566494" y="7953351"/>
              <a:ext cx="0" cy="554051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66" name="Straight Connector 452">
              <a:extLst>
                <a:ext uri="{FF2B5EF4-FFF2-40B4-BE49-F238E27FC236}">
                  <a16:creationId xmlns:a16="http://schemas.microsoft.com/office/drawing/2014/main" id="{CA1F3750-9E86-4D2B-B3BB-82190683D3D8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1557378" y="7843651"/>
              <a:ext cx="261443" cy="105129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68" name="Straight Connector 452">
              <a:extLst>
                <a:ext uri="{FF2B5EF4-FFF2-40B4-BE49-F238E27FC236}">
                  <a16:creationId xmlns:a16="http://schemas.microsoft.com/office/drawing/2014/main" id="{837E0773-6006-4660-94D8-D027C90894AF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1805008" y="7273074"/>
              <a:ext cx="4377" cy="566006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70" name="Straight Connector 452">
              <a:extLst>
                <a:ext uri="{FF2B5EF4-FFF2-40B4-BE49-F238E27FC236}">
                  <a16:creationId xmlns:a16="http://schemas.microsoft.com/office/drawing/2014/main" id="{BF7E640D-AFDD-4490-97A8-94E8F019D366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1800733" y="7208665"/>
              <a:ext cx="243813" cy="55258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72" name="Straight Connector 452">
              <a:extLst>
                <a:ext uri="{FF2B5EF4-FFF2-40B4-BE49-F238E27FC236}">
                  <a16:creationId xmlns:a16="http://schemas.microsoft.com/office/drawing/2014/main" id="{8218D872-FAF8-44B1-9822-6F6B5B8C17FB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12055028" y="7208665"/>
              <a:ext cx="219781" cy="74109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74" name="Straight Connector 452">
              <a:extLst>
                <a:ext uri="{FF2B5EF4-FFF2-40B4-BE49-F238E27FC236}">
                  <a16:creationId xmlns:a16="http://schemas.microsoft.com/office/drawing/2014/main" id="{7ABEBB57-F68F-4326-A6BD-32B616D68044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2062547" y="7282774"/>
              <a:ext cx="165847" cy="91638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76" name="Straight Connector 452">
              <a:extLst>
                <a:ext uri="{FF2B5EF4-FFF2-40B4-BE49-F238E27FC236}">
                  <a16:creationId xmlns:a16="http://schemas.microsoft.com/office/drawing/2014/main" id="{AC062B6C-7366-40EC-9D1C-B84B54DB1ADF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2044546" y="7366478"/>
              <a:ext cx="20544" cy="224608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78" name="Straight Connector 452">
              <a:extLst>
                <a:ext uri="{FF2B5EF4-FFF2-40B4-BE49-F238E27FC236}">
                  <a16:creationId xmlns:a16="http://schemas.microsoft.com/office/drawing/2014/main" id="{BC7482B4-9F94-4E93-BDDF-6C199070A85A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2037459" y="7489528"/>
              <a:ext cx="226688" cy="91638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80" name="Straight Connector 452">
              <a:extLst>
                <a:ext uri="{FF2B5EF4-FFF2-40B4-BE49-F238E27FC236}">
                  <a16:creationId xmlns:a16="http://schemas.microsoft.com/office/drawing/2014/main" id="{73FFEB61-9725-404E-B337-A00BB9976BF3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12247309" y="7497462"/>
              <a:ext cx="20020" cy="179246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83" name="Straight Connector 452">
              <a:extLst>
                <a:ext uri="{FF2B5EF4-FFF2-40B4-BE49-F238E27FC236}">
                  <a16:creationId xmlns:a16="http://schemas.microsoft.com/office/drawing/2014/main" id="{6205FFA7-E835-4880-8BBD-0B0EE5D579C5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2051249" y="7669537"/>
              <a:ext cx="217087" cy="89623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85" name="Straight Connector 452">
              <a:extLst>
                <a:ext uri="{FF2B5EF4-FFF2-40B4-BE49-F238E27FC236}">
                  <a16:creationId xmlns:a16="http://schemas.microsoft.com/office/drawing/2014/main" id="{F786F9AD-1421-4FB1-9A5D-323018A40BB6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12060743" y="7758991"/>
              <a:ext cx="194627" cy="63435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87" name="Straight Connector 452">
              <a:extLst>
                <a:ext uri="{FF2B5EF4-FFF2-40B4-BE49-F238E27FC236}">
                  <a16:creationId xmlns:a16="http://schemas.microsoft.com/office/drawing/2014/main" id="{7D1017E2-92ED-4503-A909-337EEF85B2F0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2264147" y="7767084"/>
              <a:ext cx="255547" cy="62022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89" name="Straight Connector 452">
              <a:extLst>
                <a:ext uri="{FF2B5EF4-FFF2-40B4-BE49-F238E27FC236}">
                  <a16:creationId xmlns:a16="http://schemas.microsoft.com/office/drawing/2014/main" id="{37EBD5B0-E48D-4BC4-B4CE-E7758CBF8021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12503150" y="7773429"/>
              <a:ext cx="20020" cy="179246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90" name="Straight Connector 452">
              <a:extLst>
                <a:ext uri="{FF2B5EF4-FFF2-40B4-BE49-F238E27FC236}">
                  <a16:creationId xmlns:a16="http://schemas.microsoft.com/office/drawing/2014/main" id="{B34043CA-8299-4398-8EEA-B1EB2C26A8AC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2044546" y="7947152"/>
              <a:ext cx="456456" cy="184959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92" name="Straight Connector 452">
              <a:extLst>
                <a:ext uri="{FF2B5EF4-FFF2-40B4-BE49-F238E27FC236}">
                  <a16:creationId xmlns:a16="http://schemas.microsoft.com/office/drawing/2014/main" id="{E85B0042-EF76-44A7-81B4-9B02D6F51505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11856622" y="8061544"/>
              <a:ext cx="194627" cy="63435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93" name="Straight Connector 452">
              <a:extLst>
                <a:ext uri="{FF2B5EF4-FFF2-40B4-BE49-F238E27FC236}">
                  <a16:creationId xmlns:a16="http://schemas.microsoft.com/office/drawing/2014/main" id="{F56E015E-91BB-4E4B-BF09-51405C212D40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1823685" y="8059182"/>
              <a:ext cx="2637" cy="193027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95" name="Straight Connector 452">
              <a:extLst>
                <a:ext uri="{FF2B5EF4-FFF2-40B4-BE49-F238E27FC236}">
                  <a16:creationId xmlns:a16="http://schemas.microsoft.com/office/drawing/2014/main" id="{33831F08-F502-432D-AAED-DDD1D5669805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11822916" y="8238800"/>
              <a:ext cx="194627" cy="63435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96" name="Straight Connector 452">
              <a:extLst>
                <a:ext uri="{FF2B5EF4-FFF2-40B4-BE49-F238E27FC236}">
                  <a16:creationId xmlns:a16="http://schemas.microsoft.com/office/drawing/2014/main" id="{C7274915-B625-4DC3-9B4C-337EF93F1105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1797825" y="8325809"/>
              <a:ext cx="226688" cy="91638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97" name="Straight Connector 452">
              <a:extLst>
                <a:ext uri="{FF2B5EF4-FFF2-40B4-BE49-F238E27FC236}">
                  <a16:creationId xmlns:a16="http://schemas.microsoft.com/office/drawing/2014/main" id="{1316FA47-88AB-4B5C-A958-81F4C426DD77}"/>
                </a:ext>
              </a:extLst>
            </p:cNvPr>
            <p:cNvCxnSpPr>
              <a:cxnSpLocks/>
            </p:cNvCxnSpPr>
            <p:nvPr/>
          </p:nvCxnSpPr>
          <p:spPr>
            <a:xfrm>
              <a:off x="11801443" y="8414703"/>
              <a:ext cx="21473" cy="203574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99" name="Straight Connector 452">
              <a:extLst>
                <a:ext uri="{FF2B5EF4-FFF2-40B4-BE49-F238E27FC236}">
                  <a16:creationId xmlns:a16="http://schemas.microsoft.com/office/drawing/2014/main" id="{4B05CCD4-AD49-496C-933A-7009C7ABD74B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11793843" y="8620147"/>
              <a:ext cx="733928" cy="250919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01" name="Straight Connector 452">
              <a:extLst>
                <a:ext uri="{FF2B5EF4-FFF2-40B4-BE49-F238E27FC236}">
                  <a16:creationId xmlns:a16="http://schemas.microsoft.com/office/drawing/2014/main" id="{CD8E1815-E018-440B-8382-11447117BAA1}"/>
                </a:ext>
              </a:extLst>
            </p:cNvPr>
            <p:cNvCxnSpPr>
              <a:cxnSpLocks/>
            </p:cNvCxnSpPr>
            <p:nvPr/>
          </p:nvCxnSpPr>
          <p:spPr>
            <a:xfrm>
              <a:off x="12530792" y="8857641"/>
              <a:ext cx="4424" cy="556642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02" name="Straight Connector 452">
              <a:extLst>
                <a:ext uri="{FF2B5EF4-FFF2-40B4-BE49-F238E27FC236}">
                  <a16:creationId xmlns:a16="http://schemas.microsoft.com/office/drawing/2014/main" id="{9C2F52BE-B777-4E6F-AE9C-7A36CEA829CE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1793843" y="9520592"/>
              <a:ext cx="998716" cy="352443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04" name="Straight Connector 452">
              <a:extLst>
                <a:ext uri="{FF2B5EF4-FFF2-40B4-BE49-F238E27FC236}">
                  <a16:creationId xmlns:a16="http://schemas.microsoft.com/office/drawing/2014/main" id="{9241BC1A-2BDB-493E-9607-6D8EBFE7EB4E}"/>
                </a:ext>
              </a:extLst>
            </p:cNvPr>
            <p:cNvCxnSpPr>
              <a:cxnSpLocks/>
            </p:cNvCxnSpPr>
            <p:nvPr/>
          </p:nvCxnSpPr>
          <p:spPr>
            <a:xfrm>
              <a:off x="11807196" y="9877246"/>
              <a:ext cx="222879" cy="91555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29" name="Straight Connector 452">
              <a:extLst>
                <a:ext uri="{FF2B5EF4-FFF2-40B4-BE49-F238E27FC236}">
                  <a16:creationId xmlns:a16="http://schemas.microsoft.com/office/drawing/2014/main" id="{2EF877F4-4A3A-4B32-BC35-BD4ECBCFBE17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9426125" y="7030102"/>
              <a:ext cx="228562" cy="77117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44" name="Straight Connector 452">
              <a:extLst>
                <a:ext uri="{FF2B5EF4-FFF2-40B4-BE49-F238E27FC236}">
                  <a16:creationId xmlns:a16="http://schemas.microsoft.com/office/drawing/2014/main" id="{BC1E71FF-18BF-4D65-A92B-3F1B38D3072A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9927714" y="6193171"/>
              <a:ext cx="3429" cy="938505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46" name="Straight Connector 452">
              <a:extLst>
                <a:ext uri="{FF2B5EF4-FFF2-40B4-BE49-F238E27FC236}">
                  <a16:creationId xmlns:a16="http://schemas.microsoft.com/office/drawing/2014/main" id="{2BD1531A-D520-4EAA-A822-FA78DB123C0B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9930740" y="6000216"/>
              <a:ext cx="471153" cy="196825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47" name="Straight Connector 452">
              <a:extLst>
                <a:ext uri="{FF2B5EF4-FFF2-40B4-BE49-F238E27FC236}">
                  <a16:creationId xmlns:a16="http://schemas.microsoft.com/office/drawing/2014/main" id="{20FFD606-2A33-4BCD-8DE6-FADBD0E7EAB2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9923098" y="5990595"/>
              <a:ext cx="214645" cy="108566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49" name="Straight Connector 452">
              <a:extLst>
                <a:ext uri="{FF2B5EF4-FFF2-40B4-BE49-F238E27FC236}">
                  <a16:creationId xmlns:a16="http://schemas.microsoft.com/office/drawing/2014/main" id="{DADFD50F-AA1D-4213-8F69-80560694D6C3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9669277" y="6221760"/>
              <a:ext cx="6393" cy="248888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50" name="Straight Connector 452">
              <a:extLst>
                <a:ext uri="{FF2B5EF4-FFF2-40B4-BE49-F238E27FC236}">
                  <a16:creationId xmlns:a16="http://schemas.microsoft.com/office/drawing/2014/main" id="{A42FD23E-EB67-4970-90B4-2C147457FA3B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9421610" y="6480657"/>
              <a:ext cx="254616" cy="67314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54" name="Straight Connector 452">
              <a:extLst>
                <a:ext uri="{FF2B5EF4-FFF2-40B4-BE49-F238E27FC236}">
                  <a16:creationId xmlns:a16="http://schemas.microsoft.com/office/drawing/2014/main" id="{E85D18AB-B9F7-49CD-A77D-18B8512906C2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9422268" y="6549339"/>
              <a:ext cx="232419" cy="104314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58" name="Straight Connector 452">
              <a:extLst>
                <a:ext uri="{FF2B5EF4-FFF2-40B4-BE49-F238E27FC236}">
                  <a16:creationId xmlns:a16="http://schemas.microsoft.com/office/drawing/2014/main" id="{F91E0F1D-A672-454D-809B-5F651A13D49D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9466399" y="6729967"/>
              <a:ext cx="214645" cy="108566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59" name="Straight Connector 452">
              <a:extLst>
                <a:ext uri="{FF2B5EF4-FFF2-40B4-BE49-F238E27FC236}">
                  <a16:creationId xmlns:a16="http://schemas.microsoft.com/office/drawing/2014/main" id="{B45D1231-608E-4B62-AEBA-A1F7DF18D533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9447763" y="6718665"/>
              <a:ext cx="6393" cy="248888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60" name="Straight Connector 452">
              <a:extLst>
                <a:ext uri="{FF2B5EF4-FFF2-40B4-BE49-F238E27FC236}">
                  <a16:creationId xmlns:a16="http://schemas.microsoft.com/office/drawing/2014/main" id="{390BF64C-FBAD-435D-9C22-43C332C43083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8954693" y="6714175"/>
              <a:ext cx="492824" cy="228754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62" name="Straight Connector 452">
              <a:extLst>
                <a:ext uri="{FF2B5EF4-FFF2-40B4-BE49-F238E27FC236}">
                  <a16:creationId xmlns:a16="http://schemas.microsoft.com/office/drawing/2014/main" id="{0541F5B4-E400-489B-8667-13369B0C1717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8961930" y="6697713"/>
              <a:ext cx="6393" cy="248888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63" name="Straight Connector 452">
              <a:extLst>
                <a:ext uri="{FF2B5EF4-FFF2-40B4-BE49-F238E27FC236}">
                  <a16:creationId xmlns:a16="http://schemas.microsoft.com/office/drawing/2014/main" id="{6E09B8B9-351A-4A27-8C0B-3AFFA63ADE56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8978165" y="6918486"/>
              <a:ext cx="214645" cy="108566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64" name="Straight Connector 452">
              <a:extLst>
                <a:ext uri="{FF2B5EF4-FFF2-40B4-BE49-F238E27FC236}">
                  <a16:creationId xmlns:a16="http://schemas.microsoft.com/office/drawing/2014/main" id="{7BFA202F-144E-4B6C-8DBA-35075FE295FF}"/>
                </a:ext>
              </a:extLst>
            </p:cNvPr>
            <p:cNvCxnSpPr>
              <a:cxnSpLocks/>
            </p:cNvCxnSpPr>
            <p:nvPr/>
          </p:nvCxnSpPr>
          <p:spPr>
            <a:xfrm>
              <a:off x="9186520" y="7027052"/>
              <a:ext cx="6391" cy="173027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66" name="Straight Connector 452">
              <a:extLst>
                <a:ext uri="{FF2B5EF4-FFF2-40B4-BE49-F238E27FC236}">
                  <a16:creationId xmlns:a16="http://schemas.microsoft.com/office/drawing/2014/main" id="{91BBB6C9-78B9-410D-B2C4-648AF77B8D54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8723131" y="7007828"/>
              <a:ext cx="472961" cy="177863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67" name="Straight Connector 452">
              <a:extLst>
                <a:ext uri="{FF2B5EF4-FFF2-40B4-BE49-F238E27FC236}">
                  <a16:creationId xmlns:a16="http://schemas.microsoft.com/office/drawing/2014/main" id="{0F5A3A40-360C-4203-AD95-AC9750810854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8708081" y="7018519"/>
              <a:ext cx="8092" cy="478943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83" name="Straight Connector 452">
              <a:extLst>
                <a:ext uri="{FF2B5EF4-FFF2-40B4-BE49-F238E27FC236}">
                  <a16:creationId xmlns:a16="http://schemas.microsoft.com/office/drawing/2014/main" id="{92E40EFE-17C5-4E99-8F97-155CF0659BF8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1108844" y="9775371"/>
              <a:ext cx="479044" cy="175906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86" name="Straight Connector 452">
              <a:extLst>
                <a:ext uri="{FF2B5EF4-FFF2-40B4-BE49-F238E27FC236}">
                  <a16:creationId xmlns:a16="http://schemas.microsoft.com/office/drawing/2014/main" id="{0ED9F6AE-02D9-4DE6-A5FB-62DE82B1176B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1101206" y="9944612"/>
              <a:ext cx="2176" cy="205840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94" name="Straight Connector 452">
              <a:extLst>
                <a:ext uri="{FF2B5EF4-FFF2-40B4-BE49-F238E27FC236}">
                  <a16:creationId xmlns:a16="http://schemas.microsoft.com/office/drawing/2014/main" id="{29B4EF58-9ECF-4BFC-B975-A275CB4D3470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10430700" y="8585083"/>
              <a:ext cx="651693" cy="637793"/>
            </a:xfrm>
            <a:prstGeom prst="line">
              <a:avLst/>
            </a:prstGeom>
            <a:ln w="28575" cap="flat" cmpd="sng" algn="ctr">
              <a:solidFill>
                <a:srgbClr val="FFFF00"/>
              </a:solidFill>
              <a:prstDash val="dash"/>
              <a:round/>
              <a:headEnd type="none" w="med" len="med"/>
              <a:tailEnd type="non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tx1"/>
            </a:fontRef>
          </p:style>
        </p:cxnSp>
        <p:cxnSp>
          <p:nvCxnSpPr>
            <p:cNvPr id="1198" name="Straight Connector 452">
              <a:extLst>
                <a:ext uri="{FF2B5EF4-FFF2-40B4-BE49-F238E27FC236}">
                  <a16:creationId xmlns:a16="http://schemas.microsoft.com/office/drawing/2014/main" id="{C441E067-BBD5-4DC1-8AC5-9078B6A485C3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9426125" y="7100036"/>
              <a:ext cx="21267" cy="1109074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41" name="Straight Connector 452">
              <a:extLst>
                <a:ext uri="{FF2B5EF4-FFF2-40B4-BE49-F238E27FC236}">
                  <a16:creationId xmlns:a16="http://schemas.microsoft.com/office/drawing/2014/main" id="{36850345-CD85-4FE4-8196-FD27A76B4DB2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9445165" y="8209158"/>
              <a:ext cx="966394" cy="380201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45" name="Straight Connector 452">
              <a:extLst>
                <a:ext uri="{FF2B5EF4-FFF2-40B4-BE49-F238E27FC236}">
                  <a16:creationId xmlns:a16="http://schemas.microsoft.com/office/drawing/2014/main" id="{2DBD034C-ADD7-4826-9678-5849F04B1AC1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9668880" y="6005008"/>
              <a:ext cx="234315" cy="194432"/>
            </a:xfrm>
            <a:prstGeom prst="line">
              <a:avLst/>
            </a:prstGeom>
            <a:ln w="28575" cap="flat" cmpd="sng" algn="ctr">
              <a:solidFill>
                <a:srgbClr val="FFFF00"/>
              </a:solidFill>
              <a:prstDash val="dash"/>
              <a:round/>
              <a:headEnd type="none" w="med" len="med"/>
              <a:tailEnd type="non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tx1"/>
            </a:fontRef>
          </p:style>
        </p:cxnSp>
        <p:cxnSp>
          <p:nvCxnSpPr>
            <p:cNvPr id="1248" name="Straight Connector 452">
              <a:extLst>
                <a:ext uri="{FF2B5EF4-FFF2-40B4-BE49-F238E27FC236}">
                  <a16:creationId xmlns:a16="http://schemas.microsoft.com/office/drawing/2014/main" id="{49A45554-C376-48B3-89AD-2B9994294A76}"/>
                </a:ext>
              </a:extLst>
            </p:cNvPr>
            <p:cNvCxnSpPr>
              <a:cxnSpLocks/>
            </p:cNvCxnSpPr>
            <p:nvPr/>
          </p:nvCxnSpPr>
          <p:spPr>
            <a:xfrm>
              <a:off x="2517375" y="1852527"/>
              <a:ext cx="244477" cy="108437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51" name="Straight Connector 452">
              <a:extLst>
                <a:ext uri="{FF2B5EF4-FFF2-40B4-BE49-F238E27FC236}">
                  <a16:creationId xmlns:a16="http://schemas.microsoft.com/office/drawing/2014/main" id="{69503E11-F5DD-4C26-95C9-33C0CC69CEBD}"/>
                </a:ext>
              </a:extLst>
            </p:cNvPr>
            <p:cNvCxnSpPr>
              <a:cxnSpLocks/>
            </p:cNvCxnSpPr>
            <p:nvPr/>
          </p:nvCxnSpPr>
          <p:spPr>
            <a:xfrm>
              <a:off x="2535871" y="1522011"/>
              <a:ext cx="0" cy="327994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53" name="Straight Connector 452">
              <a:extLst>
                <a:ext uri="{FF2B5EF4-FFF2-40B4-BE49-F238E27FC236}">
                  <a16:creationId xmlns:a16="http://schemas.microsoft.com/office/drawing/2014/main" id="{FFC9FCDE-550C-415A-B3F0-7A00E1E67084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2079885" y="1515479"/>
              <a:ext cx="437490" cy="170529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55" name="Straight Connector 452">
              <a:extLst>
                <a:ext uri="{FF2B5EF4-FFF2-40B4-BE49-F238E27FC236}">
                  <a16:creationId xmlns:a16="http://schemas.microsoft.com/office/drawing/2014/main" id="{CE4E26DB-5472-48E2-8D61-C14A75B5446E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1595747" y="1507012"/>
              <a:ext cx="504831" cy="155081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57" name="Straight Connector 452">
              <a:extLst>
                <a:ext uri="{FF2B5EF4-FFF2-40B4-BE49-F238E27FC236}">
                  <a16:creationId xmlns:a16="http://schemas.microsoft.com/office/drawing/2014/main" id="{1066BAF0-BF7F-4F46-9321-18FBE362471E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349638" y="1503749"/>
              <a:ext cx="268328" cy="96994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59" name="Straight Connector 452">
              <a:extLst>
                <a:ext uri="{FF2B5EF4-FFF2-40B4-BE49-F238E27FC236}">
                  <a16:creationId xmlns:a16="http://schemas.microsoft.com/office/drawing/2014/main" id="{6F32B3A5-7052-4A73-8B19-551FE89A60EE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916541" y="1413799"/>
              <a:ext cx="456035" cy="163472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65" name="Straight Connector 452">
              <a:extLst>
                <a:ext uri="{FF2B5EF4-FFF2-40B4-BE49-F238E27FC236}">
                  <a16:creationId xmlns:a16="http://schemas.microsoft.com/office/drawing/2014/main" id="{4291F997-8F2C-4826-B4D2-4DDD977FD395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128738" y="1332914"/>
              <a:ext cx="478235" cy="146920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67" name="Straight Connector 452">
              <a:extLst>
                <a:ext uri="{FF2B5EF4-FFF2-40B4-BE49-F238E27FC236}">
                  <a16:creationId xmlns:a16="http://schemas.microsoft.com/office/drawing/2014/main" id="{25A6BDCA-A59F-4CDE-9B8C-3190A49435F8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1614637" y="1332914"/>
              <a:ext cx="243449" cy="72341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69" name="Straight Connector 452">
              <a:extLst>
                <a:ext uri="{FF2B5EF4-FFF2-40B4-BE49-F238E27FC236}">
                  <a16:creationId xmlns:a16="http://schemas.microsoft.com/office/drawing/2014/main" id="{BEC1B06F-A944-4257-BDA9-6791DBC44BBE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853157" y="1315516"/>
              <a:ext cx="245551" cy="92598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71" name="Straight Connector 452">
              <a:extLst>
                <a:ext uri="{FF2B5EF4-FFF2-40B4-BE49-F238E27FC236}">
                  <a16:creationId xmlns:a16="http://schemas.microsoft.com/office/drawing/2014/main" id="{2CE200A8-7BB8-4A50-AAB6-D12F440A23BF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2103927" y="1331892"/>
              <a:ext cx="243449" cy="72341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72" name="Straight Connector 452">
              <a:extLst>
                <a:ext uri="{FF2B5EF4-FFF2-40B4-BE49-F238E27FC236}">
                  <a16:creationId xmlns:a16="http://schemas.microsoft.com/office/drawing/2014/main" id="{5D59A04D-1D82-4402-BAEA-7BFA4B120C46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2313697" y="1321439"/>
              <a:ext cx="251697" cy="73531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74" name="Straight Connector 452">
              <a:extLst>
                <a:ext uri="{FF2B5EF4-FFF2-40B4-BE49-F238E27FC236}">
                  <a16:creationId xmlns:a16="http://schemas.microsoft.com/office/drawing/2014/main" id="{46150980-6C26-43B4-8C8B-C3FF663BCB81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2530017" y="1329352"/>
              <a:ext cx="243449" cy="72341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75" name="Straight Connector 452">
              <a:extLst>
                <a:ext uri="{FF2B5EF4-FFF2-40B4-BE49-F238E27FC236}">
                  <a16:creationId xmlns:a16="http://schemas.microsoft.com/office/drawing/2014/main" id="{377F3276-083B-4AF2-B197-D1C099F83A4F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2762391" y="1337263"/>
              <a:ext cx="251697" cy="73531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85" name="Straight Connector 452">
              <a:extLst>
                <a:ext uri="{FF2B5EF4-FFF2-40B4-BE49-F238E27FC236}">
                  <a16:creationId xmlns:a16="http://schemas.microsoft.com/office/drawing/2014/main" id="{22F2A4E6-6517-4848-AA80-7A9E235D08E2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9916139" y="7246336"/>
              <a:ext cx="228562" cy="77117"/>
            </a:xfrm>
            <a:prstGeom prst="line">
              <a:avLst/>
            </a:prstGeom>
            <a:ln w="38100">
              <a:solidFill>
                <a:schemeClr val="accent2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86" name="Straight Connector 452">
              <a:extLst>
                <a:ext uri="{FF2B5EF4-FFF2-40B4-BE49-F238E27FC236}">
                  <a16:creationId xmlns:a16="http://schemas.microsoft.com/office/drawing/2014/main" id="{FC0C19D4-9B35-4E9B-8F2E-3903173EF4EE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9642230" y="7037938"/>
              <a:ext cx="302955" cy="93738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90" name="Straight Connector 452">
              <a:extLst>
                <a:ext uri="{FF2B5EF4-FFF2-40B4-BE49-F238E27FC236}">
                  <a16:creationId xmlns:a16="http://schemas.microsoft.com/office/drawing/2014/main" id="{B34FB42A-DD51-4F1B-BCB2-77B2CBE73B92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9663965" y="6611145"/>
              <a:ext cx="6393" cy="248888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99" name="Straight Connector 452">
              <a:extLst>
                <a:ext uri="{FF2B5EF4-FFF2-40B4-BE49-F238E27FC236}">
                  <a16:creationId xmlns:a16="http://schemas.microsoft.com/office/drawing/2014/main" id="{7CE3B0D5-745B-489E-B52D-B3305E27E7C4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5620656" y="853591"/>
              <a:ext cx="17775" cy="170205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00" name="Straight Connector 452">
              <a:extLst>
                <a:ext uri="{FF2B5EF4-FFF2-40B4-BE49-F238E27FC236}">
                  <a16:creationId xmlns:a16="http://schemas.microsoft.com/office/drawing/2014/main" id="{0C70803D-498A-420A-9D4E-5025DFBE44F0}"/>
                </a:ext>
              </a:extLst>
            </p:cNvPr>
            <p:cNvCxnSpPr>
              <a:cxnSpLocks/>
            </p:cNvCxnSpPr>
            <p:nvPr/>
          </p:nvCxnSpPr>
          <p:spPr>
            <a:xfrm>
              <a:off x="5609461" y="838828"/>
              <a:ext cx="294007" cy="69835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302" name="Hexagon 3601">
              <a:extLst>
                <a:ext uri="{FF2B5EF4-FFF2-40B4-BE49-F238E27FC236}">
                  <a16:creationId xmlns:a16="http://schemas.microsoft.com/office/drawing/2014/main" id="{A13EBC53-40E0-4F55-8E59-1927CC351DF0}"/>
                </a:ext>
              </a:extLst>
            </p:cNvPr>
            <p:cNvSpPr/>
            <p:nvPr/>
          </p:nvSpPr>
          <p:spPr>
            <a:xfrm>
              <a:off x="5457535" y="1135967"/>
              <a:ext cx="309581" cy="185472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cxnSp>
          <p:nvCxnSpPr>
            <p:cNvPr id="1303" name="Straight Connector 452">
              <a:extLst>
                <a:ext uri="{FF2B5EF4-FFF2-40B4-BE49-F238E27FC236}">
                  <a16:creationId xmlns:a16="http://schemas.microsoft.com/office/drawing/2014/main" id="{73DD7E9A-372B-4AFA-8AFE-3E3A30AC5784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876594" y="926106"/>
              <a:ext cx="1" cy="223672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05" name="Straight Connector 452">
              <a:extLst>
                <a:ext uri="{FF2B5EF4-FFF2-40B4-BE49-F238E27FC236}">
                  <a16:creationId xmlns:a16="http://schemas.microsoft.com/office/drawing/2014/main" id="{4E28E040-8668-4E82-997D-78FBEB2CB5EB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903468" y="1018798"/>
              <a:ext cx="238316" cy="115053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08" name="Straight Connector 452">
              <a:extLst>
                <a:ext uri="{FF2B5EF4-FFF2-40B4-BE49-F238E27FC236}">
                  <a16:creationId xmlns:a16="http://schemas.microsoft.com/office/drawing/2014/main" id="{9E8DB484-D73C-45B0-BD2B-A431B7065E7F}"/>
                </a:ext>
              </a:extLst>
            </p:cNvPr>
            <p:cNvCxnSpPr>
              <a:cxnSpLocks/>
            </p:cNvCxnSpPr>
            <p:nvPr/>
          </p:nvCxnSpPr>
          <p:spPr>
            <a:xfrm>
              <a:off x="6149566" y="1049560"/>
              <a:ext cx="422686" cy="164639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10" name="Straight Connector 452">
              <a:extLst>
                <a:ext uri="{FF2B5EF4-FFF2-40B4-BE49-F238E27FC236}">
                  <a16:creationId xmlns:a16="http://schemas.microsoft.com/office/drawing/2014/main" id="{86E5D7F4-4C65-408A-BC08-9C07845F0E1E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391381" y="1224680"/>
              <a:ext cx="176401" cy="86594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12" name="Straight Connector 452">
              <a:extLst>
                <a:ext uri="{FF2B5EF4-FFF2-40B4-BE49-F238E27FC236}">
                  <a16:creationId xmlns:a16="http://schemas.microsoft.com/office/drawing/2014/main" id="{630FE280-3BEC-4133-A2EF-94A7801E9A75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6416837" y="1321454"/>
              <a:ext cx="150945" cy="80239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14" name="Straight Connector 452">
              <a:extLst>
                <a:ext uri="{FF2B5EF4-FFF2-40B4-BE49-F238E27FC236}">
                  <a16:creationId xmlns:a16="http://schemas.microsoft.com/office/drawing/2014/main" id="{6AF1B10B-76E0-4D4D-8DC7-F5C2EE22EF65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592196" y="1252512"/>
              <a:ext cx="471428" cy="155603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17" name="Straight Connector 452">
              <a:extLst>
                <a:ext uri="{FF2B5EF4-FFF2-40B4-BE49-F238E27FC236}">
                  <a16:creationId xmlns:a16="http://schemas.microsoft.com/office/drawing/2014/main" id="{79AD6273-5F51-40A7-B9E2-7124901D9509}"/>
                </a:ext>
              </a:extLst>
            </p:cNvPr>
            <p:cNvCxnSpPr>
              <a:cxnSpLocks/>
            </p:cNvCxnSpPr>
            <p:nvPr/>
          </p:nvCxnSpPr>
          <p:spPr>
            <a:xfrm>
              <a:off x="7024442" y="1259398"/>
              <a:ext cx="251533" cy="62041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19" name="Straight Connector 452">
              <a:extLst>
                <a:ext uri="{FF2B5EF4-FFF2-40B4-BE49-F238E27FC236}">
                  <a16:creationId xmlns:a16="http://schemas.microsoft.com/office/drawing/2014/main" id="{E420EAAA-74EB-4B60-A910-37C56545A552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7312193" y="1252512"/>
              <a:ext cx="224506" cy="93267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21" name="Straight Connector 452">
              <a:extLst>
                <a:ext uri="{FF2B5EF4-FFF2-40B4-BE49-F238E27FC236}">
                  <a16:creationId xmlns:a16="http://schemas.microsoft.com/office/drawing/2014/main" id="{1C44450C-1048-40A9-96B1-2368AD4FDBA3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7533590" y="1018798"/>
              <a:ext cx="16026" cy="195401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24" name="Straight Connector 452">
              <a:extLst>
                <a:ext uri="{FF2B5EF4-FFF2-40B4-BE49-F238E27FC236}">
                  <a16:creationId xmlns:a16="http://schemas.microsoft.com/office/drawing/2014/main" id="{C74D7C18-2C83-4140-806E-40EF6C852465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7553509" y="938693"/>
              <a:ext cx="238316" cy="115053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25" name="Straight Connector 452">
              <a:extLst>
                <a:ext uri="{FF2B5EF4-FFF2-40B4-BE49-F238E27FC236}">
                  <a16:creationId xmlns:a16="http://schemas.microsoft.com/office/drawing/2014/main" id="{99CAD4DB-0A3B-409E-A35A-BEEE16290BED}"/>
                </a:ext>
              </a:extLst>
            </p:cNvPr>
            <p:cNvCxnSpPr>
              <a:cxnSpLocks/>
            </p:cNvCxnSpPr>
            <p:nvPr/>
          </p:nvCxnSpPr>
          <p:spPr>
            <a:xfrm>
              <a:off x="7814368" y="956825"/>
              <a:ext cx="415232" cy="170205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27" name="Straight Connector 452">
              <a:extLst>
                <a:ext uri="{FF2B5EF4-FFF2-40B4-BE49-F238E27FC236}">
                  <a16:creationId xmlns:a16="http://schemas.microsoft.com/office/drawing/2014/main" id="{D3C5171B-1E56-4F59-A39B-7DEC8E66F0F9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8222780" y="1133952"/>
              <a:ext cx="32725" cy="187487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29" name="Straight Connector 452">
              <a:extLst>
                <a:ext uri="{FF2B5EF4-FFF2-40B4-BE49-F238E27FC236}">
                  <a16:creationId xmlns:a16="http://schemas.microsoft.com/office/drawing/2014/main" id="{569AA84E-8490-48E1-A8E0-C7BE01519D5F}"/>
                </a:ext>
              </a:extLst>
            </p:cNvPr>
            <p:cNvCxnSpPr>
              <a:cxnSpLocks/>
            </p:cNvCxnSpPr>
            <p:nvPr/>
          </p:nvCxnSpPr>
          <p:spPr>
            <a:xfrm>
              <a:off x="8225111" y="1328361"/>
              <a:ext cx="243304" cy="45667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31" name="Straight Connector 452">
              <a:extLst>
                <a:ext uri="{FF2B5EF4-FFF2-40B4-BE49-F238E27FC236}">
                  <a16:creationId xmlns:a16="http://schemas.microsoft.com/office/drawing/2014/main" id="{63E55E6E-4A9C-438F-BBC0-AAF5BB126902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8465550" y="1402735"/>
              <a:ext cx="9828" cy="201786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33" name="Straight Connector 452">
              <a:extLst>
                <a:ext uri="{FF2B5EF4-FFF2-40B4-BE49-F238E27FC236}">
                  <a16:creationId xmlns:a16="http://schemas.microsoft.com/office/drawing/2014/main" id="{53FE95C9-E788-490A-948C-536AE1A721D6}"/>
                </a:ext>
              </a:extLst>
            </p:cNvPr>
            <p:cNvCxnSpPr>
              <a:cxnSpLocks/>
            </p:cNvCxnSpPr>
            <p:nvPr/>
          </p:nvCxnSpPr>
          <p:spPr>
            <a:xfrm>
              <a:off x="8039329" y="1408114"/>
              <a:ext cx="412964" cy="172752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36" name="Straight Connector 452">
              <a:extLst>
                <a:ext uri="{FF2B5EF4-FFF2-40B4-BE49-F238E27FC236}">
                  <a16:creationId xmlns:a16="http://schemas.microsoft.com/office/drawing/2014/main" id="{78A4E55B-A7BE-46F6-9692-68AB88190B4E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8022966" y="1196674"/>
              <a:ext cx="32725" cy="187487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37" name="Straight Connector 452">
              <a:extLst>
                <a:ext uri="{FF2B5EF4-FFF2-40B4-BE49-F238E27FC236}">
                  <a16:creationId xmlns:a16="http://schemas.microsoft.com/office/drawing/2014/main" id="{B0E5EFBA-DF47-4735-8728-A2DC45097AF4}"/>
                </a:ext>
              </a:extLst>
            </p:cNvPr>
            <p:cNvCxnSpPr>
              <a:cxnSpLocks/>
            </p:cNvCxnSpPr>
            <p:nvPr/>
          </p:nvCxnSpPr>
          <p:spPr>
            <a:xfrm>
              <a:off x="7791825" y="1133851"/>
              <a:ext cx="205924" cy="73667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39" name="Straight Connector 452">
              <a:extLst>
                <a:ext uri="{FF2B5EF4-FFF2-40B4-BE49-F238E27FC236}">
                  <a16:creationId xmlns:a16="http://schemas.microsoft.com/office/drawing/2014/main" id="{384667D8-6214-4580-9E26-57196946E426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7777556" y="1156685"/>
              <a:ext cx="21265" cy="201519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42" name="Straight Connector 452">
              <a:extLst>
                <a:ext uri="{FF2B5EF4-FFF2-40B4-BE49-F238E27FC236}">
                  <a16:creationId xmlns:a16="http://schemas.microsoft.com/office/drawing/2014/main" id="{BEAA2869-2E87-4C04-9768-D63D7F14CE8E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7522084" y="1335956"/>
              <a:ext cx="253082" cy="72158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44" name="Straight Connector 452">
              <a:extLst>
                <a:ext uri="{FF2B5EF4-FFF2-40B4-BE49-F238E27FC236}">
                  <a16:creationId xmlns:a16="http://schemas.microsoft.com/office/drawing/2014/main" id="{E277C48F-6C82-472F-A150-3190B71392D6}"/>
                </a:ext>
              </a:extLst>
            </p:cNvPr>
            <p:cNvCxnSpPr>
              <a:cxnSpLocks/>
            </p:cNvCxnSpPr>
            <p:nvPr/>
          </p:nvCxnSpPr>
          <p:spPr>
            <a:xfrm>
              <a:off x="7556205" y="1391283"/>
              <a:ext cx="932430" cy="381569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46" name="Straight Connector 452">
              <a:extLst>
                <a:ext uri="{FF2B5EF4-FFF2-40B4-BE49-F238E27FC236}">
                  <a16:creationId xmlns:a16="http://schemas.microsoft.com/office/drawing/2014/main" id="{C45359AD-2148-46BB-B341-36ED374B602B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8473093" y="1788612"/>
              <a:ext cx="9828" cy="201786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47" name="Straight Connector 452">
              <a:extLst>
                <a:ext uri="{FF2B5EF4-FFF2-40B4-BE49-F238E27FC236}">
                  <a16:creationId xmlns:a16="http://schemas.microsoft.com/office/drawing/2014/main" id="{988E38CA-12CF-44A5-9EF3-9867D1DC0F73}"/>
                </a:ext>
              </a:extLst>
            </p:cNvPr>
            <p:cNvCxnSpPr>
              <a:cxnSpLocks/>
            </p:cNvCxnSpPr>
            <p:nvPr/>
          </p:nvCxnSpPr>
          <p:spPr>
            <a:xfrm>
              <a:off x="8499760" y="1960016"/>
              <a:ext cx="478405" cy="177309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49" name="Straight Connector 452">
              <a:extLst>
                <a:ext uri="{FF2B5EF4-FFF2-40B4-BE49-F238E27FC236}">
                  <a16:creationId xmlns:a16="http://schemas.microsoft.com/office/drawing/2014/main" id="{27FB5940-6994-4A3F-B1C5-6419D1B2CE27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8953296" y="2152225"/>
              <a:ext cx="15028" cy="194527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51" name="Straight Connector 452">
              <a:extLst>
                <a:ext uri="{FF2B5EF4-FFF2-40B4-BE49-F238E27FC236}">
                  <a16:creationId xmlns:a16="http://schemas.microsoft.com/office/drawing/2014/main" id="{7995227F-91B4-4ABB-B9A2-D9FF3D87296E}"/>
                </a:ext>
              </a:extLst>
            </p:cNvPr>
            <p:cNvCxnSpPr>
              <a:cxnSpLocks/>
            </p:cNvCxnSpPr>
            <p:nvPr/>
          </p:nvCxnSpPr>
          <p:spPr>
            <a:xfrm>
              <a:off x="8957716" y="2345832"/>
              <a:ext cx="205924" cy="73667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52" name="Straight Connector 452">
              <a:extLst>
                <a:ext uri="{FF2B5EF4-FFF2-40B4-BE49-F238E27FC236}">
                  <a16:creationId xmlns:a16="http://schemas.microsoft.com/office/drawing/2014/main" id="{5F9FBB9C-FEAF-41DF-9643-1C3E89B2645F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8978165" y="2438221"/>
              <a:ext cx="185475" cy="73531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54" name="Straight Connector 452">
              <a:extLst>
                <a:ext uri="{FF2B5EF4-FFF2-40B4-BE49-F238E27FC236}">
                  <a16:creationId xmlns:a16="http://schemas.microsoft.com/office/drawing/2014/main" id="{D9E6DB37-2228-4C3E-B0E1-CBEE541128F3}"/>
                </a:ext>
              </a:extLst>
            </p:cNvPr>
            <p:cNvCxnSpPr>
              <a:cxnSpLocks/>
            </p:cNvCxnSpPr>
            <p:nvPr/>
          </p:nvCxnSpPr>
          <p:spPr>
            <a:xfrm>
              <a:off x="8968323" y="2511752"/>
              <a:ext cx="485833" cy="166204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56" name="Straight Connector 452">
              <a:extLst>
                <a:ext uri="{FF2B5EF4-FFF2-40B4-BE49-F238E27FC236}">
                  <a16:creationId xmlns:a16="http://schemas.microsoft.com/office/drawing/2014/main" id="{4AFFA1E7-C511-4F94-A193-12D65FA5845F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9414149" y="2678405"/>
              <a:ext cx="32493" cy="233998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57" name="Straight Connector 452">
              <a:extLst>
                <a:ext uri="{FF2B5EF4-FFF2-40B4-BE49-F238E27FC236}">
                  <a16:creationId xmlns:a16="http://schemas.microsoft.com/office/drawing/2014/main" id="{293A37AD-7B78-420A-A69C-3F74354914DD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9426051" y="2905328"/>
              <a:ext cx="204640" cy="30308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59" name="Straight Connector 452">
              <a:extLst>
                <a:ext uri="{FF2B5EF4-FFF2-40B4-BE49-F238E27FC236}">
                  <a16:creationId xmlns:a16="http://schemas.microsoft.com/office/drawing/2014/main" id="{9481550C-BE4D-4B09-A554-35522A446814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9648312" y="2935638"/>
              <a:ext cx="20965" cy="389120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62" name="Straight Connector 452">
              <a:extLst>
                <a:ext uri="{FF2B5EF4-FFF2-40B4-BE49-F238E27FC236}">
                  <a16:creationId xmlns:a16="http://schemas.microsoft.com/office/drawing/2014/main" id="{DF19F990-9E9B-410D-9B0B-4B5E9F80C45E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9186520" y="3328165"/>
              <a:ext cx="499277" cy="215136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66" name="Straight Connector 452">
              <a:extLst>
                <a:ext uri="{FF2B5EF4-FFF2-40B4-BE49-F238E27FC236}">
                  <a16:creationId xmlns:a16="http://schemas.microsoft.com/office/drawing/2014/main" id="{DE597EF5-396A-4F6C-9320-6BC2B719F833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9192810" y="3535049"/>
              <a:ext cx="8296" cy="373768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68" name="Straight Connector 452">
              <a:extLst>
                <a:ext uri="{FF2B5EF4-FFF2-40B4-BE49-F238E27FC236}">
                  <a16:creationId xmlns:a16="http://schemas.microsoft.com/office/drawing/2014/main" id="{4C16617C-9EE6-462C-9FA6-9DCF36AA1684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8953296" y="3908817"/>
              <a:ext cx="248836" cy="473583"/>
            </a:xfrm>
            <a:prstGeom prst="line">
              <a:avLst/>
            </a:prstGeom>
            <a:ln w="38100" cap="flat" cmpd="sng" algn="ctr">
              <a:solidFill>
                <a:schemeClr val="accent4"/>
              </a:solidFill>
              <a:prstDash val="dash"/>
              <a:round/>
              <a:headEnd type="none" w="med" len="med"/>
              <a:tailEnd type="non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tx1"/>
            </a:fontRef>
          </p:style>
        </p:cxnSp>
        <p:cxnSp>
          <p:nvCxnSpPr>
            <p:cNvPr id="1370" name="Straight Connector 452">
              <a:extLst>
                <a:ext uri="{FF2B5EF4-FFF2-40B4-BE49-F238E27FC236}">
                  <a16:creationId xmlns:a16="http://schemas.microsoft.com/office/drawing/2014/main" id="{796FEDA3-7E91-483E-9DB4-2442E922676C}"/>
                </a:ext>
              </a:extLst>
            </p:cNvPr>
            <p:cNvCxnSpPr>
              <a:cxnSpLocks/>
            </p:cNvCxnSpPr>
            <p:nvPr/>
          </p:nvCxnSpPr>
          <p:spPr>
            <a:xfrm>
              <a:off x="8482921" y="3429133"/>
              <a:ext cx="459444" cy="215255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72" name="Straight Connector 452">
              <a:extLst>
                <a:ext uri="{FF2B5EF4-FFF2-40B4-BE49-F238E27FC236}">
                  <a16:creationId xmlns:a16="http://schemas.microsoft.com/office/drawing/2014/main" id="{2B478430-F936-4F24-8807-84BF2808E0B2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8501648" y="3253190"/>
              <a:ext cx="1" cy="177139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74" name="Straight Connector 452">
              <a:extLst>
                <a:ext uri="{FF2B5EF4-FFF2-40B4-BE49-F238E27FC236}">
                  <a16:creationId xmlns:a16="http://schemas.microsoft.com/office/drawing/2014/main" id="{2DC880EE-28EC-4B1C-B968-AE47C066893D}"/>
                </a:ext>
              </a:extLst>
            </p:cNvPr>
            <p:cNvCxnSpPr>
              <a:cxnSpLocks/>
            </p:cNvCxnSpPr>
            <p:nvPr/>
          </p:nvCxnSpPr>
          <p:spPr>
            <a:xfrm>
              <a:off x="8516104" y="3248695"/>
              <a:ext cx="445826" cy="180356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76" name="Straight Connector 452">
              <a:extLst>
                <a:ext uri="{FF2B5EF4-FFF2-40B4-BE49-F238E27FC236}">
                  <a16:creationId xmlns:a16="http://schemas.microsoft.com/office/drawing/2014/main" id="{54232540-79EE-40D9-845E-E6EC09654E35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8952852" y="3258512"/>
              <a:ext cx="492313" cy="161432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78" name="Straight Connector 452">
              <a:extLst>
                <a:ext uri="{FF2B5EF4-FFF2-40B4-BE49-F238E27FC236}">
                  <a16:creationId xmlns:a16="http://schemas.microsoft.com/office/drawing/2014/main" id="{939283B0-0B72-4F22-8882-24DB1A6C825A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9418970" y="3072341"/>
              <a:ext cx="15028" cy="194527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79" name="Straight Connector 452">
              <a:extLst>
                <a:ext uri="{FF2B5EF4-FFF2-40B4-BE49-F238E27FC236}">
                  <a16:creationId xmlns:a16="http://schemas.microsoft.com/office/drawing/2014/main" id="{EFC123D0-F5CB-4C12-A393-3AF89895DFE4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8976785" y="3105802"/>
              <a:ext cx="442625" cy="149303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81" name="Straight Connector 452">
              <a:extLst>
                <a:ext uri="{FF2B5EF4-FFF2-40B4-BE49-F238E27FC236}">
                  <a16:creationId xmlns:a16="http://schemas.microsoft.com/office/drawing/2014/main" id="{A8470097-3E61-4587-AF5E-4CC8C76DC1E2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8699487" y="3150377"/>
              <a:ext cx="268836" cy="102813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86" name="Straight Connector 452">
              <a:extLst>
                <a:ext uri="{FF2B5EF4-FFF2-40B4-BE49-F238E27FC236}">
                  <a16:creationId xmlns:a16="http://schemas.microsoft.com/office/drawing/2014/main" id="{D6BF459E-DEAE-4677-BF75-855CCBC7C424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8725889" y="2975505"/>
              <a:ext cx="276" cy="212763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88" name="Straight Connector 452">
              <a:extLst>
                <a:ext uri="{FF2B5EF4-FFF2-40B4-BE49-F238E27FC236}">
                  <a16:creationId xmlns:a16="http://schemas.microsoft.com/office/drawing/2014/main" id="{2EAF73D3-9F75-4895-A45E-9323132BD189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8730007" y="2974189"/>
              <a:ext cx="268836" cy="102813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89" name="Straight Connector 452">
              <a:extLst>
                <a:ext uri="{FF2B5EF4-FFF2-40B4-BE49-F238E27FC236}">
                  <a16:creationId xmlns:a16="http://schemas.microsoft.com/office/drawing/2014/main" id="{447794B7-ED8F-42AC-A0FF-FB3AE0E89752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8989699" y="2989089"/>
              <a:ext cx="175128" cy="94165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91" name="Straight Connector 452">
              <a:extLst>
                <a:ext uri="{FF2B5EF4-FFF2-40B4-BE49-F238E27FC236}">
                  <a16:creationId xmlns:a16="http://schemas.microsoft.com/office/drawing/2014/main" id="{EB3C544B-202B-4C9B-9287-D7BB62D76454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9166902" y="2784838"/>
              <a:ext cx="25185" cy="219150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96" name="Straight Connector 452">
              <a:extLst>
                <a:ext uri="{FF2B5EF4-FFF2-40B4-BE49-F238E27FC236}">
                  <a16:creationId xmlns:a16="http://schemas.microsoft.com/office/drawing/2014/main" id="{FC62B7D5-5689-4F84-88EB-8049432C5606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8974857" y="2792679"/>
              <a:ext cx="185475" cy="73531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97" name="Straight Connector 452">
              <a:extLst>
                <a:ext uri="{FF2B5EF4-FFF2-40B4-BE49-F238E27FC236}">
                  <a16:creationId xmlns:a16="http://schemas.microsoft.com/office/drawing/2014/main" id="{0C0AAE64-D8ED-44E4-B33C-9E3B593FCD26}"/>
                </a:ext>
              </a:extLst>
            </p:cNvPr>
            <p:cNvCxnSpPr>
              <a:cxnSpLocks/>
            </p:cNvCxnSpPr>
            <p:nvPr/>
          </p:nvCxnSpPr>
          <p:spPr>
            <a:xfrm>
              <a:off x="8773987" y="2809767"/>
              <a:ext cx="205924" cy="73667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98" name="Straight Connector 452">
              <a:extLst>
                <a:ext uri="{FF2B5EF4-FFF2-40B4-BE49-F238E27FC236}">
                  <a16:creationId xmlns:a16="http://schemas.microsoft.com/office/drawing/2014/main" id="{6BF36296-B954-4C20-A6F8-C10896456FA6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8749103" y="2703498"/>
              <a:ext cx="237086" cy="125563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00" name="Straight Connector 452">
              <a:extLst>
                <a:ext uri="{FF2B5EF4-FFF2-40B4-BE49-F238E27FC236}">
                  <a16:creationId xmlns:a16="http://schemas.microsoft.com/office/drawing/2014/main" id="{5E8B1E56-B4CA-48D7-A309-02231287AF39}"/>
                </a:ext>
              </a:extLst>
            </p:cNvPr>
            <p:cNvCxnSpPr>
              <a:cxnSpLocks/>
            </p:cNvCxnSpPr>
            <p:nvPr/>
          </p:nvCxnSpPr>
          <p:spPr>
            <a:xfrm>
              <a:off x="8717829" y="2618727"/>
              <a:ext cx="281014" cy="100217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02" name="Straight Connector 452">
              <a:extLst>
                <a:ext uri="{FF2B5EF4-FFF2-40B4-BE49-F238E27FC236}">
                  <a16:creationId xmlns:a16="http://schemas.microsoft.com/office/drawing/2014/main" id="{3A509E4E-11D5-4AD4-BC56-6C3E73C24FA6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8516717" y="2621932"/>
              <a:ext cx="185475" cy="73531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03" name="Straight Connector 452">
              <a:extLst>
                <a:ext uri="{FF2B5EF4-FFF2-40B4-BE49-F238E27FC236}">
                  <a16:creationId xmlns:a16="http://schemas.microsoft.com/office/drawing/2014/main" id="{3E2C51F8-6E81-4F1E-9576-639CEE97191F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8498483" y="2691800"/>
              <a:ext cx="9828" cy="201786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404" name="Hexagon 3601">
              <a:extLst>
                <a:ext uri="{FF2B5EF4-FFF2-40B4-BE49-F238E27FC236}">
                  <a16:creationId xmlns:a16="http://schemas.microsoft.com/office/drawing/2014/main" id="{15B13C1D-507C-475D-8095-E0AD4B6F401A}"/>
                </a:ext>
              </a:extLst>
            </p:cNvPr>
            <p:cNvSpPr/>
            <p:nvPr/>
          </p:nvSpPr>
          <p:spPr>
            <a:xfrm>
              <a:off x="7861398" y="2967897"/>
              <a:ext cx="309581" cy="185472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1405" name="Hexagon 3601">
              <a:extLst>
                <a:ext uri="{FF2B5EF4-FFF2-40B4-BE49-F238E27FC236}">
                  <a16:creationId xmlns:a16="http://schemas.microsoft.com/office/drawing/2014/main" id="{16DAEFF4-67D6-4941-A1FD-6AD111C47237}"/>
                </a:ext>
              </a:extLst>
            </p:cNvPr>
            <p:cNvSpPr/>
            <p:nvPr/>
          </p:nvSpPr>
          <p:spPr>
            <a:xfrm>
              <a:off x="7613112" y="2886869"/>
              <a:ext cx="309581" cy="185472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cxnSp>
          <p:nvCxnSpPr>
            <p:cNvPr id="1406" name="Straight Connector 452">
              <a:extLst>
                <a:ext uri="{FF2B5EF4-FFF2-40B4-BE49-F238E27FC236}">
                  <a16:creationId xmlns:a16="http://schemas.microsoft.com/office/drawing/2014/main" id="{35D051DE-1D5A-4C13-A4F8-C1759FD48E99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8014584" y="2894367"/>
              <a:ext cx="452293" cy="166266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08" name="Straight Connector 452">
              <a:extLst>
                <a:ext uri="{FF2B5EF4-FFF2-40B4-BE49-F238E27FC236}">
                  <a16:creationId xmlns:a16="http://schemas.microsoft.com/office/drawing/2014/main" id="{917A5662-A900-4D8C-8692-14CA5AEFACF7}"/>
                </a:ext>
              </a:extLst>
            </p:cNvPr>
            <p:cNvCxnSpPr>
              <a:cxnSpLocks/>
            </p:cNvCxnSpPr>
            <p:nvPr/>
          </p:nvCxnSpPr>
          <p:spPr>
            <a:xfrm>
              <a:off x="7731649" y="2959995"/>
              <a:ext cx="281014" cy="100217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09" name="Straight Connector 452">
              <a:extLst>
                <a:ext uri="{FF2B5EF4-FFF2-40B4-BE49-F238E27FC236}">
                  <a16:creationId xmlns:a16="http://schemas.microsoft.com/office/drawing/2014/main" id="{4F22E8DB-3A68-49AC-B9B5-986F7D784173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7775016" y="2793561"/>
              <a:ext cx="15028" cy="194527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10" name="Straight Connector 452">
              <a:extLst>
                <a:ext uri="{FF2B5EF4-FFF2-40B4-BE49-F238E27FC236}">
                  <a16:creationId xmlns:a16="http://schemas.microsoft.com/office/drawing/2014/main" id="{9A1B2A9C-AE71-4707-B405-A82B584B2927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7792787" y="2709196"/>
              <a:ext cx="253082" cy="72158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11" name="Straight Connector 452">
              <a:extLst>
                <a:ext uri="{FF2B5EF4-FFF2-40B4-BE49-F238E27FC236}">
                  <a16:creationId xmlns:a16="http://schemas.microsoft.com/office/drawing/2014/main" id="{D5C74963-6812-4E28-BBB4-9F2DF9FE2187}"/>
                </a:ext>
              </a:extLst>
            </p:cNvPr>
            <p:cNvCxnSpPr>
              <a:cxnSpLocks/>
            </p:cNvCxnSpPr>
            <p:nvPr/>
          </p:nvCxnSpPr>
          <p:spPr>
            <a:xfrm>
              <a:off x="8068394" y="2713495"/>
              <a:ext cx="203265" cy="79184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13" name="Straight Connector 452">
              <a:extLst>
                <a:ext uri="{FF2B5EF4-FFF2-40B4-BE49-F238E27FC236}">
                  <a16:creationId xmlns:a16="http://schemas.microsoft.com/office/drawing/2014/main" id="{01EB0131-44B3-4295-A56C-41BB78C858C3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8254691" y="2626633"/>
              <a:ext cx="9828" cy="201786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14" name="Straight Connector 452">
              <a:extLst>
                <a:ext uri="{FF2B5EF4-FFF2-40B4-BE49-F238E27FC236}">
                  <a16:creationId xmlns:a16="http://schemas.microsoft.com/office/drawing/2014/main" id="{C642BCF6-9052-48A4-AADA-920951C55FDA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8242191" y="2538768"/>
              <a:ext cx="251577" cy="96253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16" name="Straight Connector 452">
              <a:extLst>
                <a:ext uri="{FF2B5EF4-FFF2-40B4-BE49-F238E27FC236}">
                  <a16:creationId xmlns:a16="http://schemas.microsoft.com/office/drawing/2014/main" id="{18FDB7D9-AA5E-4287-9D34-33CCAD315530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8488635" y="2328017"/>
              <a:ext cx="4114" cy="220340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19" name="Straight Connector 452">
              <a:extLst>
                <a:ext uri="{FF2B5EF4-FFF2-40B4-BE49-F238E27FC236}">
                  <a16:creationId xmlns:a16="http://schemas.microsoft.com/office/drawing/2014/main" id="{F8DEAAFC-B8F4-4096-A151-123CC992DB77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8488622" y="2259789"/>
              <a:ext cx="241286" cy="88033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21" name="Straight Connector 452">
              <a:extLst>
                <a:ext uri="{FF2B5EF4-FFF2-40B4-BE49-F238E27FC236}">
                  <a16:creationId xmlns:a16="http://schemas.microsoft.com/office/drawing/2014/main" id="{D54A71F0-FF19-4AD4-AB4B-2043861581F7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8271659" y="2054219"/>
              <a:ext cx="478042" cy="189380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23" name="Straight Connector 452">
              <a:extLst>
                <a:ext uri="{FF2B5EF4-FFF2-40B4-BE49-F238E27FC236}">
                  <a16:creationId xmlns:a16="http://schemas.microsoft.com/office/drawing/2014/main" id="{F775FBAC-CB04-4661-B82D-6E4B9DCF5874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8253328" y="2065264"/>
              <a:ext cx="3571" cy="372923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26" name="Straight Connector 452">
              <a:extLst>
                <a:ext uri="{FF2B5EF4-FFF2-40B4-BE49-F238E27FC236}">
                  <a16:creationId xmlns:a16="http://schemas.microsoft.com/office/drawing/2014/main" id="{9480E0D6-442A-4157-951D-06D1B44FB599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8039328" y="2457853"/>
              <a:ext cx="228101" cy="56747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29" name="Straight Connector 452">
              <a:extLst>
                <a:ext uri="{FF2B5EF4-FFF2-40B4-BE49-F238E27FC236}">
                  <a16:creationId xmlns:a16="http://schemas.microsoft.com/office/drawing/2014/main" id="{750B123A-5666-4809-A1B2-70FE6D7BB007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8029537" y="2315555"/>
              <a:ext cx="15028" cy="194527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30" name="Straight Connector 452">
              <a:extLst>
                <a:ext uri="{FF2B5EF4-FFF2-40B4-BE49-F238E27FC236}">
                  <a16:creationId xmlns:a16="http://schemas.microsoft.com/office/drawing/2014/main" id="{1FD2F827-3014-4885-A97E-A1C9520E3E4E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7765295" y="2230917"/>
              <a:ext cx="260702" cy="107371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32" name="Straight Connector 452">
              <a:extLst>
                <a:ext uri="{FF2B5EF4-FFF2-40B4-BE49-F238E27FC236}">
                  <a16:creationId xmlns:a16="http://schemas.microsoft.com/office/drawing/2014/main" id="{A56D0E30-F665-4B29-BC43-27F8C61E8980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7762932" y="2229543"/>
              <a:ext cx="3571" cy="372923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33" name="Straight Connector 452">
              <a:extLst>
                <a:ext uri="{FF2B5EF4-FFF2-40B4-BE49-F238E27FC236}">
                  <a16:creationId xmlns:a16="http://schemas.microsoft.com/office/drawing/2014/main" id="{9C8E7C06-D167-478B-AD56-BF7E920C8679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7549616" y="2621660"/>
              <a:ext cx="222362" cy="97284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36" name="Straight Connector 452">
              <a:extLst>
                <a:ext uri="{FF2B5EF4-FFF2-40B4-BE49-F238E27FC236}">
                  <a16:creationId xmlns:a16="http://schemas.microsoft.com/office/drawing/2014/main" id="{7321ACE7-F7A2-4EDF-882C-591D38A10297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7550583" y="2341137"/>
              <a:ext cx="3571" cy="372923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37" name="Straight Connector 452">
              <a:extLst>
                <a:ext uri="{FF2B5EF4-FFF2-40B4-BE49-F238E27FC236}">
                  <a16:creationId xmlns:a16="http://schemas.microsoft.com/office/drawing/2014/main" id="{8D68C8F8-52CA-4017-9E23-734554E1CC8E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7316435" y="2250119"/>
              <a:ext cx="260702" cy="107371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38" name="Straight Connector 452">
              <a:extLst>
                <a:ext uri="{FF2B5EF4-FFF2-40B4-BE49-F238E27FC236}">
                  <a16:creationId xmlns:a16="http://schemas.microsoft.com/office/drawing/2014/main" id="{E9D9EF25-E831-4D96-BF28-DAFA8E3DDFA4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7311981" y="2264613"/>
              <a:ext cx="14771" cy="530791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42" name="Straight Connector 452">
              <a:extLst>
                <a:ext uri="{FF2B5EF4-FFF2-40B4-BE49-F238E27FC236}">
                  <a16:creationId xmlns:a16="http://schemas.microsoft.com/office/drawing/2014/main" id="{49C4EF81-EB00-4530-980B-8966704679BC}"/>
                </a:ext>
              </a:extLst>
            </p:cNvPr>
            <p:cNvCxnSpPr>
              <a:cxnSpLocks/>
            </p:cNvCxnSpPr>
            <p:nvPr/>
          </p:nvCxnSpPr>
          <p:spPr>
            <a:xfrm>
              <a:off x="6826101" y="2612536"/>
              <a:ext cx="510898" cy="149674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44" name="Straight Connector 452">
              <a:extLst>
                <a:ext uri="{FF2B5EF4-FFF2-40B4-BE49-F238E27FC236}">
                  <a16:creationId xmlns:a16="http://schemas.microsoft.com/office/drawing/2014/main" id="{C9F7E4B4-72E6-43A5-82A9-8B754AE4D25C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803827" y="2409567"/>
              <a:ext cx="15028" cy="194527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45" name="Straight Connector 452">
              <a:extLst>
                <a:ext uri="{FF2B5EF4-FFF2-40B4-BE49-F238E27FC236}">
                  <a16:creationId xmlns:a16="http://schemas.microsoft.com/office/drawing/2014/main" id="{55129D18-A031-48D7-8C93-55AE2C44812E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6800787" y="2406292"/>
              <a:ext cx="260702" cy="107371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46" name="Straight Connector 452">
              <a:extLst>
                <a:ext uri="{FF2B5EF4-FFF2-40B4-BE49-F238E27FC236}">
                  <a16:creationId xmlns:a16="http://schemas.microsoft.com/office/drawing/2014/main" id="{1D9BF920-74B8-42EB-BFC4-326E1F62DF30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7046825" y="2328017"/>
              <a:ext cx="4339" cy="198854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48" name="Straight Connector 452">
              <a:extLst>
                <a:ext uri="{FF2B5EF4-FFF2-40B4-BE49-F238E27FC236}">
                  <a16:creationId xmlns:a16="http://schemas.microsoft.com/office/drawing/2014/main" id="{6D0A59AD-40F2-4D47-AF43-3FEFE0917F7E}"/>
                </a:ext>
              </a:extLst>
            </p:cNvPr>
            <p:cNvCxnSpPr>
              <a:cxnSpLocks/>
            </p:cNvCxnSpPr>
            <p:nvPr/>
          </p:nvCxnSpPr>
          <p:spPr>
            <a:xfrm>
              <a:off x="6836347" y="2238649"/>
              <a:ext cx="203265" cy="79184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49" name="Straight Connector 452">
              <a:extLst>
                <a:ext uri="{FF2B5EF4-FFF2-40B4-BE49-F238E27FC236}">
                  <a16:creationId xmlns:a16="http://schemas.microsoft.com/office/drawing/2014/main" id="{B6CFE1F0-81EA-43D4-B1C8-DDD277F1E87A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855324" y="1852527"/>
              <a:ext cx="919692" cy="356311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451" name="Hexagon 3601">
              <a:extLst>
                <a:ext uri="{FF2B5EF4-FFF2-40B4-BE49-F238E27FC236}">
                  <a16:creationId xmlns:a16="http://schemas.microsoft.com/office/drawing/2014/main" id="{C5AD92EA-FF3E-4B26-BC80-23F0822FBC43}"/>
                </a:ext>
              </a:extLst>
            </p:cNvPr>
            <p:cNvSpPr/>
            <p:nvPr/>
          </p:nvSpPr>
          <p:spPr>
            <a:xfrm>
              <a:off x="7875893" y="1852081"/>
              <a:ext cx="309581" cy="185472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cxnSp>
          <p:nvCxnSpPr>
            <p:cNvPr id="1452" name="Straight Connector 452">
              <a:extLst>
                <a:ext uri="{FF2B5EF4-FFF2-40B4-BE49-F238E27FC236}">
                  <a16:creationId xmlns:a16="http://schemas.microsoft.com/office/drawing/2014/main" id="{293B40CD-79DD-4C72-8B0E-E6216B9EE57A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7784133" y="1857352"/>
              <a:ext cx="260702" cy="107371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53" name="Straight Connector 452">
              <a:extLst>
                <a:ext uri="{FF2B5EF4-FFF2-40B4-BE49-F238E27FC236}">
                  <a16:creationId xmlns:a16="http://schemas.microsoft.com/office/drawing/2014/main" id="{7EA9595E-3551-4DC7-90A2-147625172EA0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8026837" y="1877189"/>
              <a:ext cx="253082" cy="72158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54" name="Straight Connector 452">
              <a:extLst>
                <a:ext uri="{FF2B5EF4-FFF2-40B4-BE49-F238E27FC236}">
                  <a16:creationId xmlns:a16="http://schemas.microsoft.com/office/drawing/2014/main" id="{E0CE357F-1A6B-421C-886E-76D37E36AAB6}"/>
                </a:ext>
              </a:extLst>
            </p:cNvPr>
            <p:cNvCxnSpPr>
              <a:cxnSpLocks/>
            </p:cNvCxnSpPr>
            <p:nvPr/>
          </p:nvCxnSpPr>
          <p:spPr>
            <a:xfrm>
              <a:off x="7539071" y="1561849"/>
              <a:ext cx="696943" cy="317961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56" name="Straight Connector 452">
              <a:extLst>
                <a:ext uri="{FF2B5EF4-FFF2-40B4-BE49-F238E27FC236}">
                  <a16:creationId xmlns:a16="http://schemas.microsoft.com/office/drawing/2014/main" id="{1604AE9A-291B-4E22-A47F-789213E4991A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7549460" y="1586185"/>
              <a:ext cx="3025" cy="181429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59" name="Straight Connector 452">
              <a:extLst>
                <a:ext uri="{FF2B5EF4-FFF2-40B4-BE49-F238E27FC236}">
                  <a16:creationId xmlns:a16="http://schemas.microsoft.com/office/drawing/2014/main" id="{4E91E7A1-A1AE-41BD-B665-77505E254E9D}"/>
                </a:ext>
              </a:extLst>
            </p:cNvPr>
            <p:cNvCxnSpPr>
              <a:cxnSpLocks/>
            </p:cNvCxnSpPr>
            <p:nvPr/>
          </p:nvCxnSpPr>
          <p:spPr>
            <a:xfrm>
              <a:off x="7295050" y="1662093"/>
              <a:ext cx="229702" cy="110817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62" name="Straight Connector 452">
              <a:extLst>
                <a:ext uri="{FF2B5EF4-FFF2-40B4-BE49-F238E27FC236}">
                  <a16:creationId xmlns:a16="http://schemas.microsoft.com/office/drawing/2014/main" id="{4236B55F-F1B3-4DEA-B125-74694B1E2845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7279218" y="1477198"/>
              <a:ext cx="3025" cy="181429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63" name="Straight Connector 452">
              <a:extLst>
                <a:ext uri="{FF2B5EF4-FFF2-40B4-BE49-F238E27FC236}">
                  <a16:creationId xmlns:a16="http://schemas.microsoft.com/office/drawing/2014/main" id="{5BF32E60-80E0-4AE2-9875-B7824983DD42}"/>
                </a:ext>
              </a:extLst>
            </p:cNvPr>
            <p:cNvCxnSpPr>
              <a:cxnSpLocks/>
            </p:cNvCxnSpPr>
            <p:nvPr/>
          </p:nvCxnSpPr>
          <p:spPr>
            <a:xfrm>
              <a:off x="7074239" y="1421472"/>
              <a:ext cx="219124" cy="58362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66" name="Straight Connector 452">
              <a:extLst>
                <a:ext uri="{FF2B5EF4-FFF2-40B4-BE49-F238E27FC236}">
                  <a16:creationId xmlns:a16="http://schemas.microsoft.com/office/drawing/2014/main" id="{2AA1CFEC-FC21-40AC-899F-3DA7C42AD287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611023" y="1429577"/>
              <a:ext cx="435797" cy="172438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68" name="Straight Connector 452">
              <a:extLst>
                <a:ext uri="{FF2B5EF4-FFF2-40B4-BE49-F238E27FC236}">
                  <a16:creationId xmlns:a16="http://schemas.microsoft.com/office/drawing/2014/main" id="{E8D9460C-218C-4ADF-937F-7074D4192A6C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6609326" y="1594854"/>
              <a:ext cx="237547" cy="82045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70" name="Straight Connector 452">
              <a:extLst>
                <a:ext uri="{FF2B5EF4-FFF2-40B4-BE49-F238E27FC236}">
                  <a16:creationId xmlns:a16="http://schemas.microsoft.com/office/drawing/2014/main" id="{239DAC54-9749-4F13-B2DE-F8F847FC9518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4013917" y="4354360"/>
              <a:ext cx="702767" cy="267872"/>
            </a:xfrm>
            <a:prstGeom prst="line">
              <a:avLst/>
            </a:prstGeom>
            <a:ln w="38100">
              <a:solidFill>
                <a:srgbClr val="00B0F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72" name="Straight Connector 452">
              <a:extLst>
                <a:ext uri="{FF2B5EF4-FFF2-40B4-BE49-F238E27FC236}">
                  <a16:creationId xmlns:a16="http://schemas.microsoft.com/office/drawing/2014/main" id="{25E185DD-F3AD-424B-88D2-A15718C28C03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4704763" y="3800505"/>
              <a:ext cx="0" cy="550002"/>
            </a:xfrm>
            <a:prstGeom prst="line">
              <a:avLst/>
            </a:prstGeom>
            <a:ln w="38100">
              <a:solidFill>
                <a:srgbClr val="00B0F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74" name="Straight Connector 452">
              <a:extLst>
                <a:ext uri="{FF2B5EF4-FFF2-40B4-BE49-F238E27FC236}">
                  <a16:creationId xmlns:a16="http://schemas.microsoft.com/office/drawing/2014/main" id="{AD2842C0-9130-447B-8E21-B5296B4ADDC0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4716684" y="3721933"/>
              <a:ext cx="199396" cy="89377"/>
            </a:xfrm>
            <a:prstGeom prst="line">
              <a:avLst/>
            </a:prstGeom>
            <a:ln w="38100">
              <a:solidFill>
                <a:srgbClr val="00B0F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76" name="Straight Connector 452">
              <a:extLst>
                <a:ext uri="{FF2B5EF4-FFF2-40B4-BE49-F238E27FC236}">
                  <a16:creationId xmlns:a16="http://schemas.microsoft.com/office/drawing/2014/main" id="{F48B1257-0D80-4CFD-A5EF-E60B9CC91724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4929238" y="3519508"/>
              <a:ext cx="0" cy="218762"/>
            </a:xfrm>
            <a:prstGeom prst="line">
              <a:avLst/>
            </a:prstGeom>
            <a:ln w="38100">
              <a:solidFill>
                <a:srgbClr val="00B0F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78" name="Straight Connector 452">
              <a:extLst>
                <a:ext uri="{FF2B5EF4-FFF2-40B4-BE49-F238E27FC236}">
                  <a16:creationId xmlns:a16="http://schemas.microsoft.com/office/drawing/2014/main" id="{BD359A41-88AE-4428-9CC9-577B8D8E65D7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4940761" y="3266868"/>
              <a:ext cx="694737" cy="256293"/>
            </a:xfrm>
            <a:prstGeom prst="line">
              <a:avLst/>
            </a:prstGeom>
            <a:ln w="38100">
              <a:solidFill>
                <a:srgbClr val="00B0F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80" name="Straight Connector 452">
              <a:extLst>
                <a:ext uri="{FF2B5EF4-FFF2-40B4-BE49-F238E27FC236}">
                  <a16:creationId xmlns:a16="http://schemas.microsoft.com/office/drawing/2014/main" id="{168BBE70-4CE1-417B-8C7B-8DB2A6AA483A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643629" y="3041487"/>
              <a:ext cx="7286" cy="196114"/>
            </a:xfrm>
            <a:prstGeom prst="line">
              <a:avLst/>
            </a:prstGeom>
            <a:ln w="38100">
              <a:solidFill>
                <a:srgbClr val="00B0F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82" name="Straight Connector 452">
              <a:extLst>
                <a:ext uri="{FF2B5EF4-FFF2-40B4-BE49-F238E27FC236}">
                  <a16:creationId xmlns:a16="http://schemas.microsoft.com/office/drawing/2014/main" id="{0971F076-D87E-48E3-A1D5-523A424890D5}"/>
                </a:ext>
              </a:extLst>
            </p:cNvPr>
            <p:cNvCxnSpPr>
              <a:cxnSpLocks/>
            </p:cNvCxnSpPr>
            <p:nvPr/>
          </p:nvCxnSpPr>
          <p:spPr>
            <a:xfrm>
              <a:off x="4905225" y="2781354"/>
              <a:ext cx="730977" cy="279873"/>
            </a:xfrm>
            <a:prstGeom prst="line">
              <a:avLst/>
            </a:prstGeom>
            <a:ln w="38100">
              <a:solidFill>
                <a:srgbClr val="00B0F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85" name="Straight Connector 452">
              <a:extLst>
                <a:ext uri="{FF2B5EF4-FFF2-40B4-BE49-F238E27FC236}">
                  <a16:creationId xmlns:a16="http://schemas.microsoft.com/office/drawing/2014/main" id="{1ABD52E6-6CB0-417F-B1BD-C68458106606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4909201" y="2591626"/>
              <a:ext cx="7286" cy="196114"/>
            </a:xfrm>
            <a:prstGeom prst="line">
              <a:avLst/>
            </a:prstGeom>
            <a:ln w="38100">
              <a:solidFill>
                <a:srgbClr val="00B0F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86" name="Straight Connector 452">
              <a:extLst>
                <a:ext uri="{FF2B5EF4-FFF2-40B4-BE49-F238E27FC236}">
                  <a16:creationId xmlns:a16="http://schemas.microsoft.com/office/drawing/2014/main" id="{DB89CED4-A753-4295-AD1B-41ACD31EAF40}"/>
                </a:ext>
              </a:extLst>
            </p:cNvPr>
            <p:cNvCxnSpPr>
              <a:cxnSpLocks/>
            </p:cNvCxnSpPr>
            <p:nvPr/>
          </p:nvCxnSpPr>
          <p:spPr>
            <a:xfrm>
              <a:off x="4666163" y="2506830"/>
              <a:ext cx="222822" cy="70142"/>
            </a:xfrm>
            <a:prstGeom prst="line">
              <a:avLst/>
            </a:prstGeom>
            <a:ln w="38100">
              <a:solidFill>
                <a:srgbClr val="00B0F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88" name="Straight Connector 452">
              <a:extLst>
                <a:ext uri="{FF2B5EF4-FFF2-40B4-BE49-F238E27FC236}">
                  <a16:creationId xmlns:a16="http://schemas.microsoft.com/office/drawing/2014/main" id="{E1354112-6AAE-48F2-BF26-39588B75FEC8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4666163" y="2303804"/>
              <a:ext cx="7286" cy="196114"/>
            </a:xfrm>
            <a:prstGeom prst="line">
              <a:avLst/>
            </a:prstGeom>
            <a:ln w="38100">
              <a:solidFill>
                <a:srgbClr val="00B0F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89" name="Straight Connector 452">
              <a:extLst>
                <a:ext uri="{FF2B5EF4-FFF2-40B4-BE49-F238E27FC236}">
                  <a16:creationId xmlns:a16="http://schemas.microsoft.com/office/drawing/2014/main" id="{18632693-B1C6-48FF-9048-7B331DF5EE5E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4686703" y="2238304"/>
              <a:ext cx="224821" cy="73614"/>
            </a:xfrm>
            <a:prstGeom prst="line">
              <a:avLst/>
            </a:prstGeom>
            <a:ln w="38100">
              <a:solidFill>
                <a:srgbClr val="00B0F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91" name="Straight Connector 452">
              <a:extLst>
                <a:ext uri="{FF2B5EF4-FFF2-40B4-BE49-F238E27FC236}">
                  <a16:creationId xmlns:a16="http://schemas.microsoft.com/office/drawing/2014/main" id="{36A210C2-2077-4C3A-96DF-A2791EFC5D28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4912845" y="2240232"/>
              <a:ext cx="301550" cy="92067"/>
            </a:xfrm>
            <a:prstGeom prst="line">
              <a:avLst/>
            </a:prstGeom>
            <a:ln w="38100">
              <a:solidFill>
                <a:srgbClr val="00B0F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94" name="Straight Connector 452">
              <a:extLst>
                <a:ext uri="{FF2B5EF4-FFF2-40B4-BE49-F238E27FC236}">
                  <a16:creationId xmlns:a16="http://schemas.microsoft.com/office/drawing/2014/main" id="{F0260A07-E542-43EF-8690-1F09509E0C68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212290" y="2005838"/>
              <a:ext cx="407914" cy="318403"/>
            </a:xfrm>
            <a:prstGeom prst="line">
              <a:avLst/>
            </a:prstGeom>
            <a:ln w="38100" cap="flat" cmpd="sng" algn="ctr">
              <a:solidFill>
                <a:srgbClr val="00B0F0"/>
              </a:solidFill>
              <a:prstDash val="dash"/>
              <a:round/>
              <a:headEnd type="none" w="med" len="med"/>
              <a:tailEnd type="non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tx1"/>
            </a:fontRef>
          </p:style>
        </p:cxnSp>
        <p:cxnSp>
          <p:nvCxnSpPr>
            <p:cNvPr id="1496" name="Straight Connector 452">
              <a:extLst>
                <a:ext uri="{FF2B5EF4-FFF2-40B4-BE49-F238E27FC236}">
                  <a16:creationId xmlns:a16="http://schemas.microsoft.com/office/drawing/2014/main" id="{B983B6BD-7141-4A22-B5FE-5316BA265D27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628171" y="1676899"/>
              <a:ext cx="730510" cy="303460"/>
            </a:xfrm>
            <a:prstGeom prst="line">
              <a:avLst/>
            </a:prstGeom>
            <a:ln w="38100">
              <a:solidFill>
                <a:srgbClr val="00B0F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98" name="Straight Connector 452">
              <a:extLst>
                <a:ext uri="{FF2B5EF4-FFF2-40B4-BE49-F238E27FC236}">
                  <a16:creationId xmlns:a16="http://schemas.microsoft.com/office/drawing/2014/main" id="{C98CB364-3B7A-4D60-9C33-70742DFFA057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6348181" y="1507578"/>
              <a:ext cx="4339" cy="198854"/>
            </a:xfrm>
            <a:prstGeom prst="line">
              <a:avLst/>
            </a:prstGeom>
            <a:ln w="38100">
              <a:solidFill>
                <a:srgbClr val="00B0F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99" name="Straight Connector 452">
              <a:extLst>
                <a:ext uri="{FF2B5EF4-FFF2-40B4-BE49-F238E27FC236}">
                  <a16:creationId xmlns:a16="http://schemas.microsoft.com/office/drawing/2014/main" id="{419131A8-DDB9-41B2-8744-DE86D510BDC1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5194499" y="1018798"/>
              <a:ext cx="1114686" cy="488215"/>
            </a:xfrm>
            <a:prstGeom prst="line">
              <a:avLst/>
            </a:prstGeom>
            <a:ln w="38100">
              <a:solidFill>
                <a:srgbClr val="00B0F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04" name="Straight Connector 452">
              <a:extLst>
                <a:ext uri="{FF2B5EF4-FFF2-40B4-BE49-F238E27FC236}">
                  <a16:creationId xmlns:a16="http://schemas.microsoft.com/office/drawing/2014/main" id="{91CCAF41-7FC6-48AC-BA27-0B51B16A2919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4838322" y="1018798"/>
              <a:ext cx="356177" cy="130741"/>
            </a:xfrm>
            <a:prstGeom prst="line">
              <a:avLst/>
            </a:prstGeom>
            <a:ln w="38100">
              <a:solidFill>
                <a:srgbClr val="00B0F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07" name="Straight Connector 452">
              <a:extLst>
                <a:ext uri="{FF2B5EF4-FFF2-40B4-BE49-F238E27FC236}">
                  <a16:creationId xmlns:a16="http://schemas.microsoft.com/office/drawing/2014/main" id="{BF8EF789-E5AF-4ADD-8BC4-EB95A608A683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6819206" y="1611500"/>
              <a:ext cx="253324" cy="53910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09" name="Straight Connector 452">
              <a:extLst>
                <a:ext uri="{FF2B5EF4-FFF2-40B4-BE49-F238E27FC236}">
                  <a16:creationId xmlns:a16="http://schemas.microsoft.com/office/drawing/2014/main" id="{E32FE5A4-0C67-4793-ABA2-DA5D98D98A39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7095868" y="1583033"/>
              <a:ext cx="4339" cy="198854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10" name="Straight Connector 452">
              <a:extLst>
                <a:ext uri="{FF2B5EF4-FFF2-40B4-BE49-F238E27FC236}">
                  <a16:creationId xmlns:a16="http://schemas.microsoft.com/office/drawing/2014/main" id="{70829F48-E40A-43E5-B756-B94045E5CA91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7098038" y="1798875"/>
              <a:ext cx="203291" cy="53206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12" name="Straight Connector 452">
              <a:extLst>
                <a:ext uri="{FF2B5EF4-FFF2-40B4-BE49-F238E27FC236}">
                  <a16:creationId xmlns:a16="http://schemas.microsoft.com/office/drawing/2014/main" id="{5E588AA1-CD5A-4E14-A67B-F3DE09BA4FAC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814327" y="1875353"/>
              <a:ext cx="496759" cy="198854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14" name="Straight Connector 452">
              <a:extLst>
                <a:ext uri="{FF2B5EF4-FFF2-40B4-BE49-F238E27FC236}">
                  <a16:creationId xmlns:a16="http://schemas.microsoft.com/office/drawing/2014/main" id="{0354FFA4-18AA-4423-9090-D1CE67283EE6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6842951" y="1874653"/>
              <a:ext cx="4339" cy="198854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15" name="Straight Connector 452">
              <a:extLst>
                <a:ext uri="{FF2B5EF4-FFF2-40B4-BE49-F238E27FC236}">
                  <a16:creationId xmlns:a16="http://schemas.microsoft.com/office/drawing/2014/main" id="{87719433-3A88-4267-A3A6-7692E5CD780F}"/>
                </a:ext>
              </a:extLst>
            </p:cNvPr>
            <p:cNvCxnSpPr>
              <a:cxnSpLocks/>
            </p:cNvCxnSpPr>
            <p:nvPr/>
          </p:nvCxnSpPr>
          <p:spPr>
            <a:xfrm>
              <a:off x="6590839" y="1751077"/>
              <a:ext cx="229702" cy="110817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16" name="Straight Connector 452">
              <a:extLst>
                <a:ext uri="{FF2B5EF4-FFF2-40B4-BE49-F238E27FC236}">
                  <a16:creationId xmlns:a16="http://schemas.microsoft.com/office/drawing/2014/main" id="{5CAEE36B-03BD-4D5A-AF3E-550881512BD3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6605506" y="1769861"/>
              <a:ext cx="4339" cy="198854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17" name="Straight Connector 452">
              <a:extLst>
                <a:ext uri="{FF2B5EF4-FFF2-40B4-BE49-F238E27FC236}">
                  <a16:creationId xmlns:a16="http://schemas.microsoft.com/office/drawing/2014/main" id="{4F1B7AFC-2ACF-40A7-B326-7C69E89D4D4A}"/>
                </a:ext>
              </a:extLst>
            </p:cNvPr>
            <p:cNvCxnSpPr>
              <a:cxnSpLocks/>
            </p:cNvCxnSpPr>
            <p:nvPr/>
          </p:nvCxnSpPr>
          <p:spPr>
            <a:xfrm>
              <a:off x="6358147" y="1872252"/>
              <a:ext cx="229702" cy="110817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18" name="Straight Connector 452">
              <a:extLst>
                <a:ext uri="{FF2B5EF4-FFF2-40B4-BE49-F238E27FC236}">
                  <a16:creationId xmlns:a16="http://schemas.microsoft.com/office/drawing/2014/main" id="{B17B3C77-866C-450C-9530-AA48D36792E1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6340809" y="1871633"/>
              <a:ext cx="4339" cy="198854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19" name="Straight Connector 452">
              <a:extLst>
                <a:ext uri="{FF2B5EF4-FFF2-40B4-BE49-F238E27FC236}">
                  <a16:creationId xmlns:a16="http://schemas.microsoft.com/office/drawing/2014/main" id="{3910F627-F421-465D-B800-00E4FB4ADE2F}"/>
                </a:ext>
              </a:extLst>
            </p:cNvPr>
            <p:cNvCxnSpPr>
              <a:cxnSpLocks/>
            </p:cNvCxnSpPr>
            <p:nvPr/>
          </p:nvCxnSpPr>
          <p:spPr>
            <a:xfrm>
              <a:off x="6093716" y="1953829"/>
              <a:ext cx="229702" cy="110817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20" name="Straight Connector 452">
              <a:extLst>
                <a:ext uri="{FF2B5EF4-FFF2-40B4-BE49-F238E27FC236}">
                  <a16:creationId xmlns:a16="http://schemas.microsoft.com/office/drawing/2014/main" id="{FB203FB1-86FE-4764-B01C-8EECBB17286F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836459" y="1957089"/>
              <a:ext cx="250290" cy="87667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22" name="Straight Connector 452">
              <a:extLst>
                <a:ext uri="{FF2B5EF4-FFF2-40B4-BE49-F238E27FC236}">
                  <a16:creationId xmlns:a16="http://schemas.microsoft.com/office/drawing/2014/main" id="{366332E9-9B7B-4813-9624-CE3AC2474972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5879406" y="1658627"/>
              <a:ext cx="3571" cy="372923"/>
            </a:xfrm>
            <a:prstGeom prst="line">
              <a:avLst/>
            </a:prstGeom>
            <a:ln w="38100" cap="flat" cmpd="sng" algn="ctr">
              <a:solidFill>
                <a:srgbClr val="FF0000"/>
              </a:solidFill>
              <a:prstDash val="dash"/>
              <a:round/>
              <a:headEnd type="none" w="med" len="med"/>
              <a:tailEnd type="non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tx1"/>
            </a:fontRef>
          </p:style>
        </p:cxnSp>
        <p:cxnSp>
          <p:nvCxnSpPr>
            <p:cNvPr id="1523" name="Straight Connector 452">
              <a:extLst>
                <a:ext uri="{FF2B5EF4-FFF2-40B4-BE49-F238E27FC236}">
                  <a16:creationId xmlns:a16="http://schemas.microsoft.com/office/drawing/2014/main" id="{50EDF0F4-AAFD-461E-94A8-95B95A5D12B4}"/>
                </a:ext>
              </a:extLst>
            </p:cNvPr>
            <p:cNvCxnSpPr>
              <a:cxnSpLocks/>
            </p:cNvCxnSpPr>
            <p:nvPr/>
          </p:nvCxnSpPr>
          <p:spPr>
            <a:xfrm>
              <a:off x="5621254" y="1583033"/>
              <a:ext cx="251407" cy="97128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25" name="Straight Connector 452">
              <a:extLst>
                <a:ext uri="{FF2B5EF4-FFF2-40B4-BE49-F238E27FC236}">
                  <a16:creationId xmlns:a16="http://schemas.microsoft.com/office/drawing/2014/main" id="{A0771157-6EB0-4733-9A46-3D6933554954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5627213" y="1589384"/>
              <a:ext cx="21562" cy="152341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27" name="Straight Connector 452">
              <a:extLst>
                <a:ext uri="{FF2B5EF4-FFF2-40B4-BE49-F238E27FC236}">
                  <a16:creationId xmlns:a16="http://schemas.microsoft.com/office/drawing/2014/main" id="{26C167FC-AADF-4B27-9C89-916C8403964D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4949206" y="1761514"/>
              <a:ext cx="622186" cy="292706"/>
            </a:xfrm>
            <a:prstGeom prst="line">
              <a:avLst/>
            </a:prstGeom>
            <a:ln w="38100" cap="flat" cmpd="sng" algn="ctr">
              <a:solidFill>
                <a:srgbClr val="FF0000"/>
              </a:solidFill>
              <a:prstDash val="dash"/>
              <a:round/>
              <a:headEnd type="none" w="med" len="med"/>
              <a:tailEnd type="non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tx1"/>
            </a:fontRef>
          </p:style>
        </p:cxnSp>
        <p:cxnSp>
          <p:nvCxnSpPr>
            <p:cNvPr id="1530" name="Straight Connector 452">
              <a:extLst>
                <a:ext uri="{FF2B5EF4-FFF2-40B4-BE49-F238E27FC236}">
                  <a16:creationId xmlns:a16="http://schemas.microsoft.com/office/drawing/2014/main" id="{EA68CF9E-5806-4806-91D1-FF6655E14FDC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4683972" y="2044427"/>
              <a:ext cx="229702" cy="88918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32" name="Straight Connector 452">
              <a:extLst>
                <a:ext uri="{FF2B5EF4-FFF2-40B4-BE49-F238E27FC236}">
                  <a16:creationId xmlns:a16="http://schemas.microsoft.com/office/drawing/2014/main" id="{F2D9E02F-5106-4EFD-85D9-778A8BC5A1FC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4474072" y="2110035"/>
              <a:ext cx="229797" cy="305969"/>
            </a:xfrm>
            <a:prstGeom prst="line">
              <a:avLst/>
            </a:prstGeom>
            <a:ln w="38100" cap="flat" cmpd="sng" algn="ctr">
              <a:solidFill>
                <a:srgbClr val="FF0000"/>
              </a:solidFill>
              <a:prstDash val="dash"/>
              <a:round/>
              <a:headEnd type="none" w="med" len="med"/>
              <a:tailEnd type="non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tx1"/>
            </a:fontRef>
          </p:style>
        </p:cxnSp>
        <p:cxnSp>
          <p:nvCxnSpPr>
            <p:cNvPr id="1534" name="Straight Connector 452">
              <a:extLst>
                <a:ext uri="{FF2B5EF4-FFF2-40B4-BE49-F238E27FC236}">
                  <a16:creationId xmlns:a16="http://schemas.microsoft.com/office/drawing/2014/main" id="{AD4363E8-E0AF-425C-ADF3-F37ED9572FD3}"/>
                </a:ext>
              </a:extLst>
            </p:cNvPr>
            <p:cNvCxnSpPr>
              <a:cxnSpLocks/>
            </p:cNvCxnSpPr>
            <p:nvPr/>
          </p:nvCxnSpPr>
          <p:spPr>
            <a:xfrm>
              <a:off x="4440630" y="2429328"/>
              <a:ext cx="8592" cy="352026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36" name="Straight Connector 452">
              <a:extLst>
                <a:ext uri="{FF2B5EF4-FFF2-40B4-BE49-F238E27FC236}">
                  <a16:creationId xmlns:a16="http://schemas.microsoft.com/office/drawing/2014/main" id="{0F482418-92D0-4376-A7AB-C6410712DD16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4401530" y="2703498"/>
              <a:ext cx="286656" cy="96294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39" name="Straight Connector 452">
              <a:extLst>
                <a:ext uri="{FF2B5EF4-FFF2-40B4-BE49-F238E27FC236}">
                  <a16:creationId xmlns:a16="http://schemas.microsoft.com/office/drawing/2014/main" id="{15B189EB-0732-4EE4-89EB-7E4D5627E363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4690640" y="2717126"/>
              <a:ext cx="16348" cy="334563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41" name="Straight Connector 452">
              <a:extLst>
                <a:ext uri="{FF2B5EF4-FFF2-40B4-BE49-F238E27FC236}">
                  <a16:creationId xmlns:a16="http://schemas.microsoft.com/office/drawing/2014/main" id="{D948AF4A-9B37-48DA-B77B-93A29D23FE24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4702150" y="3045936"/>
              <a:ext cx="233812" cy="134199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43" name="Straight Connector 452">
              <a:extLst>
                <a:ext uri="{FF2B5EF4-FFF2-40B4-BE49-F238E27FC236}">
                  <a16:creationId xmlns:a16="http://schemas.microsoft.com/office/drawing/2014/main" id="{0392DF18-DB46-4A99-A5A4-911A86993005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4929238" y="3096948"/>
              <a:ext cx="232253" cy="49170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45" name="Straight Connector 452">
              <a:extLst>
                <a:ext uri="{FF2B5EF4-FFF2-40B4-BE49-F238E27FC236}">
                  <a16:creationId xmlns:a16="http://schemas.microsoft.com/office/drawing/2014/main" id="{F3B910D2-3645-4159-A119-740BD2BA3074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183606" y="2787740"/>
              <a:ext cx="216187" cy="304002"/>
            </a:xfrm>
            <a:prstGeom prst="line">
              <a:avLst/>
            </a:prstGeom>
            <a:ln w="38100" cap="flat" cmpd="sng" algn="ctr">
              <a:solidFill>
                <a:srgbClr val="FF0000"/>
              </a:solidFill>
              <a:prstDash val="dash"/>
              <a:round/>
              <a:headEnd type="none" w="med" len="med"/>
              <a:tailEnd type="non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tx1"/>
            </a:fontRef>
          </p:style>
        </p:cxnSp>
        <p:cxnSp>
          <p:nvCxnSpPr>
            <p:cNvPr id="1547" name="Straight Connector 452">
              <a:extLst>
                <a:ext uri="{FF2B5EF4-FFF2-40B4-BE49-F238E27FC236}">
                  <a16:creationId xmlns:a16="http://schemas.microsoft.com/office/drawing/2014/main" id="{86E34F98-676D-4DB1-BBB9-94C9A778DA00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5394699" y="2612536"/>
              <a:ext cx="20728" cy="188279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49" name="Straight Connector 452">
              <a:extLst>
                <a:ext uri="{FF2B5EF4-FFF2-40B4-BE49-F238E27FC236}">
                  <a16:creationId xmlns:a16="http://schemas.microsoft.com/office/drawing/2014/main" id="{ABC35E64-1618-4742-AF3B-C5398291DE34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5425377" y="2635021"/>
              <a:ext cx="213881" cy="52352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51" name="Straight Connector 452">
              <a:extLst>
                <a:ext uri="{FF2B5EF4-FFF2-40B4-BE49-F238E27FC236}">
                  <a16:creationId xmlns:a16="http://schemas.microsoft.com/office/drawing/2014/main" id="{03F95BCC-E50B-4BB7-B94D-6222C22C2981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5624250" y="2701350"/>
              <a:ext cx="24525" cy="159645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53" name="Straight Connector 452">
              <a:extLst>
                <a:ext uri="{FF2B5EF4-FFF2-40B4-BE49-F238E27FC236}">
                  <a16:creationId xmlns:a16="http://schemas.microsoft.com/office/drawing/2014/main" id="{7F5503B7-DB7F-437D-BD85-E0AEA8BA31A2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647272" y="2787608"/>
              <a:ext cx="232134" cy="73387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56" name="Straight Connector 452">
              <a:extLst>
                <a:ext uri="{FF2B5EF4-FFF2-40B4-BE49-F238E27FC236}">
                  <a16:creationId xmlns:a16="http://schemas.microsoft.com/office/drawing/2014/main" id="{5B74D443-513A-44DD-A052-0F82ED0EFB24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882921" y="2787609"/>
              <a:ext cx="1739" cy="180288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59" name="Straight Connector 452">
              <a:extLst>
                <a:ext uri="{FF2B5EF4-FFF2-40B4-BE49-F238E27FC236}">
                  <a16:creationId xmlns:a16="http://schemas.microsoft.com/office/drawing/2014/main" id="{909D0399-3591-4A71-9EE0-5CB56DBA38B8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912163" y="2860995"/>
              <a:ext cx="207524" cy="99000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62" name="Straight Connector 452">
              <a:extLst>
                <a:ext uri="{FF2B5EF4-FFF2-40B4-BE49-F238E27FC236}">
                  <a16:creationId xmlns:a16="http://schemas.microsoft.com/office/drawing/2014/main" id="{0AF36D6F-3777-4432-8642-124843C36D2D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116842" y="2883160"/>
              <a:ext cx="1739" cy="180288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63" name="Straight Connector 452">
              <a:extLst>
                <a:ext uri="{FF2B5EF4-FFF2-40B4-BE49-F238E27FC236}">
                  <a16:creationId xmlns:a16="http://schemas.microsoft.com/office/drawing/2014/main" id="{F046AF5C-CBA0-42B5-86FD-E98AF943D566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6103301" y="3071786"/>
              <a:ext cx="295050" cy="81583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65" name="Straight Connector 452">
              <a:extLst>
                <a:ext uri="{FF2B5EF4-FFF2-40B4-BE49-F238E27FC236}">
                  <a16:creationId xmlns:a16="http://schemas.microsoft.com/office/drawing/2014/main" id="{D92CDC5A-8046-4B26-9300-719D0890D27C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6114323" y="3167197"/>
              <a:ext cx="262012" cy="87908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67" name="Straight Connector 452">
              <a:extLst>
                <a:ext uri="{FF2B5EF4-FFF2-40B4-BE49-F238E27FC236}">
                  <a16:creationId xmlns:a16="http://schemas.microsoft.com/office/drawing/2014/main" id="{CE510723-F290-4706-BA47-1848443D46C9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5911176" y="3153369"/>
              <a:ext cx="230608" cy="92930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69" name="Straight Connector 452">
              <a:extLst>
                <a:ext uri="{FF2B5EF4-FFF2-40B4-BE49-F238E27FC236}">
                  <a16:creationId xmlns:a16="http://schemas.microsoft.com/office/drawing/2014/main" id="{807FC463-2DA0-4E86-93D9-C087F1E1BE72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905595" y="3180135"/>
              <a:ext cx="1739" cy="180288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70" name="Straight Connector 452">
              <a:extLst>
                <a:ext uri="{FF2B5EF4-FFF2-40B4-BE49-F238E27FC236}">
                  <a16:creationId xmlns:a16="http://schemas.microsoft.com/office/drawing/2014/main" id="{625D5432-55EE-46B9-8FED-4469AFAADB6A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5920118" y="3362834"/>
              <a:ext cx="229448" cy="63555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73" name="Straight Connector 452">
              <a:extLst>
                <a:ext uri="{FF2B5EF4-FFF2-40B4-BE49-F238E27FC236}">
                  <a16:creationId xmlns:a16="http://schemas.microsoft.com/office/drawing/2014/main" id="{E00F2EF0-0568-40FF-9421-BC38539B2DF1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141784" y="3407534"/>
              <a:ext cx="7782" cy="220286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76" name="Straight Connector 452">
              <a:extLst>
                <a:ext uri="{FF2B5EF4-FFF2-40B4-BE49-F238E27FC236}">
                  <a16:creationId xmlns:a16="http://schemas.microsoft.com/office/drawing/2014/main" id="{D7D0D798-EEF2-4255-842B-E414D97DC03B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5879406" y="3632770"/>
              <a:ext cx="262012" cy="87908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77" name="Straight Connector 452">
              <a:extLst>
                <a:ext uri="{FF2B5EF4-FFF2-40B4-BE49-F238E27FC236}">
                  <a16:creationId xmlns:a16="http://schemas.microsoft.com/office/drawing/2014/main" id="{6F6D1634-11F4-45BE-AB0A-83A081579001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909696" y="3738270"/>
              <a:ext cx="1739" cy="180288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78" name="Straight Connector 452">
              <a:extLst>
                <a:ext uri="{FF2B5EF4-FFF2-40B4-BE49-F238E27FC236}">
                  <a16:creationId xmlns:a16="http://schemas.microsoft.com/office/drawing/2014/main" id="{18E57FCB-D4F9-45B5-97FB-DE53468D1C21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5402450" y="3929397"/>
              <a:ext cx="480527" cy="159854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80" name="Straight Connector 452">
              <a:extLst>
                <a:ext uri="{FF2B5EF4-FFF2-40B4-BE49-F238E27FC236}">
                  <a16:creationId xmlns:a16="http://schemas.microsoft.com/office/drawing/2014/main" id="{EDB4B9D8-9A1C-4469-8D05-D80775943B37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5202425" y="4012149"/>
              <a:ext cx="229448" cy="63555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81" name="Straight Connector 452">
              <a:extLst>
                <a:ext uri="{FF2B5EF4-FFF2-40B4-BE49-F238E27FC236}">
                  <a16:creationId xmlns:a16="http://schemas.microsoft.com/office/drawing/2014/main" id="{EF5A603D-3166-41D8-AA5D-8926EAA934C4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5241924" y="3800505"/>
              <a:ext cx="408991" cy="226264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83" name="Straight Connector 452">
              <a:extLst>
                <a:ext uri="{FF2B5EF4-FFF2-40B4-BE49-F238E27FC236}">
                  <a16:creationId xmlns:a16="http://schemas.microsoft.com/office/drawing/2014/main" id="{9B993747-4A45-4E63-BB5D-7860F804E7A7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5411349" y="3712039"/>
              <a:ext cx="221280" cy="106923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85" name="Straight Connector 452">
              <a:extLst>
                <a:ext uri="{FF2B5EF4-FFF2-40B4-BE49-F238E27FC236}">
                  <a16:creationId xmlns:a16="http://schemas.microsoft.com/office/drawing/2014/main" id="{C3BCCD38-07BA-4C95-95FA-57218AE6AAD7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5478146" y="3543300"/>
              <a:ext cx="411037" cy="162173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87" name="Straight Connector 452">
              <a:extLst>
                <a:ext uri="{FF2B5EF4-FFF2-40B4-BE49-F238E27FC236}">
                  <a16:creationId xmlns:a16="http://schemas.microsoft.com/office/drawing/2014/main" id="{6ADC022E-EE6A-499C-A733-F598F48C2F8A}"/>
                </a:ext>
              </a:extLst>
            </p:cNvPr>
            <p:cNvCxnSpPr>
              <a:cxnSpLocks/>
            </p:cNvCxnSpPr>
            <p:nvPr/>
          </p:nvCxnSpPr>
          <p:spPr>
            <a:xfrm>
              <a:off x="5397809" y="3178705"/>
              <a:ext cx="475882" cy="338631"/>
            </a:xfrm>
            <a:prstGeom prst="line">
              <a:avLst/>
            </a:prstGeom>
            <a:ln w="38100" cap="flat" cmpd="sng" algn="ctr">
              <a:solidFill>
                <a:srgbClr val="FF0000"/>
              </a:solidFill>
              <a:prstDash val="dash"/>
              <a:round/>
              <a:headEnd type="none" w="med" len="med"/>
              <a:tailEnd type="non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tx1"/>
            </a:fontRef>
          </p:style>
        </p:cxnSp>
        <p:cxnSp>
          <p:nvCxnSpPr>
            <p:cNvPr id="1592" name="Straight Connector 452">
              <a:extLst>
                <a:ext uri="{FF2B5EF4-FFF2-40B4-BE49-F238E27FC236}">
                  <a16:creationId xmlns:a16="http://schemas.microsoft.com/office/drawing/2014/main" id="{645C8E76-07B8-4176-B7E1-5AF1D72BE0F2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4909201" y="3201783"/>
              <a:ext cx="488608" cy="168259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95" name="Straight Connector 452">
              <a:extLst>
                <a:ext uri="{FF2B5EF4-FFF2-40B4-BE49-F238E27FC236}">
                  <a16:creationId xmlns:a16="http://schemas.microsoft.com/office/drawing/2014/main" id="{98A7A895-DEF5-475C-8DA8-E63F50DA8473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4700945" y="3268825"/>
              <a:ext cx="208256" cy="87082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97" name="Straight Connector 452">
              <a:extLst>
                <a:ext uri="{FF2B5EF4-FFF2-40B4-BE49-F238E27FC236}">
                  <a16:creationId xmlns:a16="http://schemas.microsoft.com/office/drawing/2014/main" id="{F255F153-61D2-4345-B96C-FE564B4921B9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4439721" y="3262651"/>
              <a:ext cx="232134" cy="73387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98" name="Straight Connector 452">
              <a:extLst>
                <a:ext uri="{FF2B5EF4-FFF2-40B4-BE49-F238E27FC236}">
                  <a16:creationId xmlns:a16="http://schemas.microsoft.com/office/drawing/2014/main" id="{96D88C77-E9B9-400B-9EE2-3D2AE357116F}"/>
                </a:ext>
              </a:extLst>
            </p:cNvPr>
            <p:cNvCxnSpPr>
              <a:cxnSpLocks/>
            </p:cNvCxnSpPr>
            <p:nvPr/>
          </p:nvCxnSpPr>
          <p:spPr>
            <a:xfrm>
              <a:off x="4449059" y="3349436"/>
              <a:ext cx="222822" cy="70142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99" name="Straight Connector 452">
              <a:extLst>
                <a:ext uri="{FF2B5EF4-FFF2-40B4-BE49-F238E27FC236}">
                  <a16:creationId xmlns:a16="http://schemas.microsoft.com/office/drawing/2014/main" id="{939EA14C-0A4E-43FD-8955-6F0FC6070A6C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4685366" y="3422015"/>
              <a:ext cx="7286" cy="196114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00" name="Straight Connector 452">
              <a:extLst>
                <a:ext uri="{FF2B5EF4-FFF2-40B4-BE49-F238E27FC236}">
                  <a16:creationId xmlns:a16="http://schemas.microsoft.com/office/drawing/2014/main" id="{3318E3E5-7997-4D18-A0ED-4E8B05B9E378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4458873" y="3620931"/>
              <a:ext cx="269735" cy="270844"/>
            </a:xfrm>
            <a:prstGeom prst="line">
              <a:avLst/>
            </a:prstGeom>
            <a:ln w="38100" cap="flat" cmpd="sng" algn="ctr">
              <a:solidFill>
                <a:srgbClr val="FF0000"/>
              </a:solidFill>
              <a:prstDash val="dash"/>
              <a:round/>
              <a:headEnd type="none" w="med" len="med"/>
              <a:tailEnd type="non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tx1"/>
            </a:fontRef>
          </p:style>
        </p:cxnSp>
        <p:cxnSp>
          <p:nvCxnSpPr>
            <p:cNvPr id="1602" name="Straight Connector 452">
              <a:extLst>
                <a:ext uri="{FF2B5EF4-FFF2-40B4-BE49-F238E27FC236}">
                  <a16:creationId xmlns:a16="http://schemas.microsoft.com/office/drawing/2014/main" id="{808BEFB6-5915-43A4-93F5-C3BA1C938477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4461738" y="3878677"/>
              <a:ext cx="0" cy="387985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04" name="Straight Connector 452">
              <a:extLst>
                <a:ext uri="{FF2B5EF4-FFF2-40B4-BE49-F238E27FC236}">
                  <a16:creationId xmlns:a16="http://schemas.microsoft.com/office/drawing/2014/main" id="{6E80F63E-B401-4514-B60C-4CB99C4CAE14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8963480" y="4371629"/>
              <a:ext cx="8296" cy="373768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05" name="Straight Connector 452">
              <a:extLst>
                <a:ext uri="{FF2B5EF4-FFF2-40B4-BE49-F238E27FC236}">
                  <a16:creationId xmlns:a16="http://schemas.microsoft.com/office/drawing/2014/main" id="{8809E8E6-A48D-4DA9-910C-1A2D678562D1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8957716" y="4626010"/>
              <a:ext cx="221778" cy="103238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08" name="Straight Connector 452">
              <a:extLst>
                <a:ext uri="{FF2B5EF4-FFF2-40B4-BE49-F238E27FC236}">
                  <a16:creationId xmlns:a16="http://schemas.microsoft.com/office/drawing/2014/main" id="{7E81C92D-F622-4F20-A89F-451D3D21D2CC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9166902" y="4442922"/>
              <a:ext cx="1995" cy="175800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10" name="Straight Connector 452">
              <a:extLst>
                <a:ext uri="{FF2B5EF4-FFF2-40B4-BE49-F238E27FC236}">
                  <a16:creationId xmlns:a16="http://schemas.microsoft.com/office/drawing/2014/main" id="{A42AC3DD-8771-41B1-BAAB-561947192E7B}"/>
                </a:ext>
              </a:extLst>
            </p:cNvPr>
            <p:cNvCxnSpPr>
              <a:cxnSpLocks/>
            </p:cNvCxnSpPr>
            <p:nvPr/>
          </p:nvCxnSpPr>
          <p:spPr>
            <a:xfrm>
              <a:off x="9177193" y="4416305"/>
              <a:ext cx="250913" cy="112193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12" name="Straight Connector 452">
              <a:extLst>
                <a:ext uri="{FF2B5EF4-FFF2-40B4-BE49-F238E27FC236}">
                  <a16:creationId xmlns:a16="http://schemas.microsoft.com/office/drawing/2014/main" id="{1356CDCC-B1BE-46E2-AC6A-C0D2E5C8AECD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9412155" y="4486412"/>
              <a:ext cx="9455" cy="254703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14" name="Straight Connector 452">
              <a:extLst>
                <a:ext uri="{FF2B5EF4-FFF2-40B4-BE49-F238E27FC236}">
                  <a16:creationId xmlns:a16="http://schemas.microsoft.com/office/drawing/2014/main" id="{431B1AA6-56C1-457B-B4D3-9700E237E418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9409881" y="4723322"/>
              <a:ext cx="272953" cy="87900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16" name="Straight Connector 452">
              <a:extLst>
                <a:ext uri="{FF2B5EF4-FFF2-40B4-BE49-F238E27FC236}">
                  <a16:creationId xmlns:a16="http://schemas.microsoft.com/office/drawing/2014/main" id="{22838FBE-CB04-48F1-BFED-CB2CE2188F3B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9211239" y="4819058"/>
              <a:ext cx="451560" cy="170069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19" name="Straight Connector 452">
              <a:extLst>
                <a:ext uri="{FF2B5EF4-FFF2-40B4-BE49-F238E27FC236}">
                  <a16:creationId xmlns:a16="http://schemas.microsoft.com/office/drawing/2014/main" id="{668955E0-FB43-45F3-A94A-4422FA3BA3C3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9241064" y="4998609"/>
              <a:ext cx="184987" cy="87078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21" name="Straight Connector 452">
              <a:extLst>
                <a:ext uri="{FF2B5EF4-FFF2-40B4-BE49-F238E27FC236}">
                  <a16:creationId xmlns:a16="http://schemas.microsoft.com/office/drawing/2014/main" id="{985B1222-2BD2-465A-908F-D891E6701097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9405903" y="4996963"/>
              <a:ext cx="276931" cy="85660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23" name="Straight Connector 452">
              <a:extLst>
                <a:ext uri="{FF2B5EF4-FFF2-40B4-BE49-F238E27FC236}">
                  <a16:creationId xmlns:a16="http://schemas.microsoft.com/office/drawing/2014/main" id="{F4B21728-2149-496E-A3B5-9B047DABE436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9684800" y="5002559"/>
              <a:ext cx="465749" cy="167937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25" name="Straight Connector 452">
              <a:extLst>
                <a:ext uri="{FF2B5EF4-FFF2-40B4-BE49-F238E27FC236}">
                  <a16:creationId xmlns:a16="http://schemas.microsoft.com/office/drawing/2014/main" id="{0F7CB298-6623-423B-B6F7-E3789B0764B0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9907640" y="5170276"/>
              <a:ext cx="276931" cy="85660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26" name="Straight Connector 452">
              <a:extLst>
                <a:ext uri="{FF2B5EF4-FFF2-40B4-BE49-F238E27FC236}">
                  <a16:creationId xmlns:a16="http://schemas.microsoft.com/office/drawing/2014/main" id="{5676EDDC-4D9C-4799-A2CE-5AF886805E89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9665144" y="5173812"/>
              <a:ext cx="250996" cy="103736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28" name="Straight Connector 452">
              <a:extLst>
                <a:ext uri="{FF2B5EF4-FFF2-40B4-BE49-F238E27FC236}">
                  <a16:creationId xmlns:a16="http://schemas.microsoft.com/office/drawing/2014/main" id="{795861AC-4526-42A7-B3C6-57A94F6A0FB7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9687011" y="5187671"/>
              <a:ext cx="0" cy="174162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31" name="Straight Connector 452">
              <a:extLst>
                <a:ext uri="{FF2B5EF4-FFF2-40B4-BE49-F238E27FC236}">
                  <a16:creationId xmlns:a16="http://schemas.microsoft.com/office/drawing/2014/main" id="{1D68BEEF-51E2-45A8-A0EF-1A048E2C6549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9413303" y="5366904"/>
              <a:ext cx="269531" cy="102213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34" name="Straight Connector 452">
              <a:extLst>
                <a:ext uri="{FF2B5EF4-FFF2-40B4-BE49-F238E27FC236}">
                  <a16:creationId xmlns:a16="http://schemas.microsoft.com/office/drawing/2014/main" id="{F06B740C-B49C-4920-85B9-143A6DDC5467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9433998" y="5476687"/>
              <a:ext cx="0" cy="157179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37" name="Straight Connector 452">
              <a:extLst>
                <a:ext uri="{FF2B5EF4-FFF2-40B4-BE49-F238E27FC236}">
                  <a16:creationId xmlns:a16="http://schemas.microsoft.com/office/drawing/2014/main" id="{FA835E17-0626-48D8-899D-3A2FB3AABCA2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9186520" y="5626820"/>
              <a:ext cx="258645" cy="112074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40" name="Straight Connector 452">
              <a:extLst>
                <a:ext uri="{FF2B5EF4-FFF2-40B4-BE49-F238E27FC236}">
                  <a16:creationId xmlns:a16="http://schemas.microsoft.com/office/drawing/2014/main" id="{AE5E0D98-09CB-4091-9B51-832324603BE7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9211239" y="5755140"/>
              <a:ext cx="0" cy="157179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41" name="Straight Connector 452">
              <a:extLst>
                <a:ext uri="{FF2B5EF4-FFF2-40B4-BE49-F238E27FC236}">
                  <a16:creationId xmlns:a16="http://schemas.microsoft.com/office/drawing/2014/main" id="{B1A3A659-1140-4B2A-9673-35ED03BBF722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8937775" y="5909931"/>
              <a:ext cx="263513" cy="95077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43" name="Straight Connector 452">
              <a:extLst>
                <a:ext uri="{FF2B5EF4-FFF2-40B4-BE49-F238E27FC236}">
                  <a16:creationId xmlns:a16="http://schemas.microsoft.com/office/drawing/2014/main" id="{8B2DED5B-3598-4B28-B61C-01371CE358C8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8712643" y="5909930"/>
              <a:ext cx="225132" cy="95608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45" name="Straight Connector 452">
              <a:extLst>
                <a:ext uri="{FF2B5EF4-FFF2-40B4-BE49-F238E27FC236}">
                  <a16:creationId xmlns:a16="http://schemas.microsoft.com/office/drawing/2014/main" id="{DCC20212-0B54-46A9-BE0F-719D95FFD677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8244955" y="5909930"/>
              <a:ext cx="458603" cy="189231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47" name="Straight Connector 452">
              <a:extLst>
                <a:ext uri="{FF2B5EF4-FFF2-40B4-BE49-F238E27FC236}">
                  <a16:creationId xmlns:a16="http://schemas.microsoft.com/office/drawing/2014/main" id="{51CDE94B-E8FD-46BE-92BD-BF1F9ACA688B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8006906" y="6004545"/>
              <a:ext cx="260143" cy="98857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82" name="Straight Connector 452">
              <a:extLst>
                <a:ext uri="{FF2B5EF4-FFF2-40B4-BE49-F238E27FC236}">
                  <a16:creationId xmlns:a16="http://schemas.microsoft.com/office/drawing/2014/main" id="{1413ED1D-5574-4386-9BF6-2020306B658C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8021987" y="5630892"/>
              <a:ext cx="231341" cy="93479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84" name="Straight Connector 452">
              <a:extLst>
                <a:ext uri="{FF2B5EF4-FFF2-40B4-BE49-F238E27FC236}">
                  <a16:creationId xmlns:a16="http://schemas.microsoft.com/office/drawing/2014/main" id="{163E13C6-3DDE-4AC6-AF68-2C0A1D4A41CF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8020185" y="6381362"/>
              <a:ext cx="16867" cy="352277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85" name="Straight Connector 452">
              <a:extLst>
                <a:ext uri="{FF2B5EF4-FFF2-40B4-BE49-F238E27FC236}">
                  <a16:creationId xmlns:a16="http://schemas.microsoft.com/office/drawing/2014/main" id="{F37965D6-57C9-4626-85D8-329F1803337E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7610399" y="6729967"/>
              <a:ext cx="458603" cy="189231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87" name="Straight Connector 452">
              <a:extLst>
                <a:ext uri="{FF2B5EF4-FFF2-40B4-BE49-F238E27FC236}">
                  <a16:creationId xmlns:a16="http://schemas.microsoft.com/office/drawing/2014/main" id="{16AFB1AB-E6CD-4095-A3C5-2BD76A1FE8F0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7309822" y="6822157"/>
              <a:ext cx="325211" cy="104488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89" name="Straight Connector 452">
              <a:extLst>
                <a:ext uri="{FF2B5EF4-FFF2-40B4-BE49-F238E27FC236}">
                  <a16:creationId xmlns:a16="http://schemas.microsoft.com/office/drawing/2014/main" id="{947BF822-9E59-4EF2-BEFC-65B2943E804D}"/>
                </a:ext>
              </a:extLst>
            </p:cNvPr>
            <p:cNvCxnSpPr>
              <a:cxnSpLocks/>
            </p:cNvCxnSpPr>
            <p:nvPr/>
          </p:nvCxnSpPr>
          <p:spPr>
            <a:xfrm>
              <a:off x="7303614" y="6659372"/>
              <a:ext cx="14268" cy="184352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94" name="Straight Connector 452">
              <a:extLst>
                <a:ext uri="{FF2B5EF4-FFF2-40B4-BE49-F238E27FC236}">
                  <a16:creationId xmlns:a16="http://schemas.microsoft.com/office/drawing/2014/main" id="{300E304D-F387-4BB6-8BE6-8B038F1C35F6}"/>
                </a:ext>
              </a:extLst>
            </p:cNvPr>
            <p:cNvCxnSpPr>
              <a:cxnSpLocks/>
            </p:cNvCxnSpPr>
            <p:nvPr/>
          </p:nvCxnSpPr>
          <p:spPr>
            <a:xfrm>
              <a:off x="8019833" y="6005588"/>
              <a:ext cx="2151" cy="196737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21" name="Straight Connector 452">
              <a:extLst>
                <a:ext uri="{FF2B5EF4-FFF2-40B4-BE49-F238E27FC236}">
                  <a16:creationId xmlns:a16="http://schemas.microsoft.com/office/drawing/2014/main" id="{742E3C00-9148-41D7-85C9-BB740781B3AA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838986" y="6926645"/>
              <a:ext cx="212817" cy="111791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22" name="Straight Connector 452">
              <a:extLst>
                <a:ext uri="{FF2B5EF4-FFF2-40B4-BE49-F238E27FC236}">
                  <a16:creationId xmlns:a16="http://schemas.microsoft.com/office/drawing/2014/main" id="{D853EABD-04EC-43F3-A70B-6E4ED882611A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6599381" y="6918486"/>
              <a:ext cx="226456" cy="104316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24" name="Straight Connector 452">
              <a:extLst>
                <a:ext uri="{FF2B5EF4-FFF2-40B4-BE49-F238E27FC236}">
                  <a16:creationId xmlns:a16="http://schemas.microsoft.com/office/drawing/2014/main" id="{135D81B5-C56A-40F0-926E-D424B08E0E33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6615657" y="6738017"/>
              <a:ext cx="16326" cy="195857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26" name="Straight Connector 452">
              <a:extLst>
                <a:ext uri="{FF2B5EF4-FFF2-40B4-BE49-F238E27FC236}">
                  <a16:creationId xmlns:a16="http://schemas.microsoft.com/office/drawing/2014/main" id="{43FFB44C-BEA4-4C67-A295-665E632EF30E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5627213" y="6232563"/>
              <a:ext cx="261447" cy="66096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28" name="Straight Connector 452">
              <a:extLst>
                <a:ext uri="{FF2B5EF4-FFF2-40B4-BE49-F238E27FC236}">
                  <a16:creationId xmlns:a16="http://schemas.microsoft.com/office/drawing/2014/main" id="{4019F9E8-7FBB-415F-8EE7-394D23A83B30}"/>
                </a:ext>
              </a:extLst>
            </p:cNvPr>
            <p:cNvCxnSpPr>
              <a:cxnSpLocks/>
            </p:cNvCxnSpPr>
            <p:nvPr/>
          </p:nvCxnSpPr>
          <p:spPr>
            <a:xfrm>
              <a:off x="5641510" y="5998474"/>
              <a:ext cx="10075" cy="210454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30" name="Straight Connector 452">
              <a:extLst>
                <a:ext uri="{FF2B5EF4-FFF2-40B4-BE49-F238E27FC236}">
                  <a16:creationId xmlns:a16="http://schemas.microsoft.com/office/drawing/2014/main" id="{E99C7043-D493-4950-A3AE-4F0BD9120524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5406418" y="5858083"/>
              <a:ext cx="242357" cy="146462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35" name="Straight Connector 452">
              <a:extLst>
                <a:ext uri="{FF2B5EF4-FFF2-40B4-BE49-F238E27FC236}">
                  <a16:creationId xmlns:a16="http://schemas.microsoft.com/office/drawing/2014/main" id="{D4D4D2E2-B1D4-44EB-8A7A-6C241CCF6DE4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5425377" y="5810138"/>
              <a:ext cx="225539" cy="60520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38" name="Straight Connector 452">
              <a:extLst>
                <a:ext uri="{FF2B5EF4-FFF2-40B4-BE49-F238E27FC236}">
                  <a16:creationId xmlns:a16="http://schemas.microsoft.com/office/drawing/2014/main" id="{6E07F0BD-481C-4183-9DE8-6EE47A9CD9B7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5149551" y="5651205"/>
              <a:ext cx="484738" cy="133956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40" name="Straight Connector 452">
              <a:extLst>
                <a:ext uri="{FF2B5EF4-FFF2-40B4-BE49-F238E27FC236}">
                  <a16:creationId xmlns:a16="http://schemas.microsoft.com/office/drawing/2014/main" id="{5C504C63-8DAE-4AFD-A4D2-8FF27E072DDA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4931256" y="5634078"/>
              <a:ext cx="199617" cy="91442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42" name="Straight Connector 452">
              <a:extLst>
                <a:ext uri="{FF2B5EF4-FFF2-40B4-BE49-F238E27FC236}">
                  <a16:creationId xmlns:a16="http://schemas.microsoft.com/office/drawing/2014/main" id="{45AB6BF8-31B8-43A6-A38F-9F9A16902B69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4935962" y="5554673"/>
              <a:ext cx="22550" cy="200467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45" name="Straight Connector 452">
              <a:extLst>
                <a:ext uri="{FF2B5EF4-FFF2-40B4-BE49-F238E27FC236}">
                  <a16:creationId xmlns:a16="http://schemas.microsoft.com/office/drawing/2014/main" id="{E8F3DC6C-3D95-4C84-8E7E-AB1F67004764}"/>
                </a:ext>
              </a:extLst>
            </p:cNvPr>
            <p:cNvCxnSpPr>
              <a:cxnSpLocks/>
            </p:cNvCxnSpPr>
            <p:nvPr/>
          </p:nvCxnSpPr>
          <p:spPr>
            <a:xfrm>
              <a:off x="4657943" y="5464666"/>
              <a:ext cx="302686" cy="82579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47" name="Straight Connector 452">
              <a:extLst>
                <a:ext uri="{FF2B5EF4-FFF2-40B4-BE49-F238E27FC236}">
                  <a16:creationId xmlns:a16="http://schemas.microsoft.com/office/drawing/2014/main" id="{9D0EABEC-C0DA-4042-A905-BEE0D97E2F9F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4683972" y="5264252"/>
              <a:ext cx="30709" cy="245615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49" name="Straight Connector 452">
              <a:extLst>
                <a:ext uri="{FF2B5EF4-FFF2-40B4-BE49-F238E27FC236}">
                  <a16:creationId xmlns:a16="http://schemas.microsoft.com/office/drawing/2014/main" id="{4AC4B813-1BEA-4681-A6EB-3D7955B0B351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4673449" y="5183399"/>
              <a:ext cx="262513" cy="57192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51" name="Straight Connector 452">
              <a:extLst>
                <a:ext uri="{FF2B5EF4-FFF2-40B4-BE49-F238E27FC236}">
                  <a16:creationId xmlns:a16="http://schemas.microsoft.com/office/drawing/2014/main" id="{AC1241D6-112F-46EE-8F9A-2E7E7C729224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4915413" y="4971128"/>
              <a:ext cx="22550" cy="200467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52" name="Straight Connector 452">
              <a:extLst>
                <a:ext uri="{FF2B5EF4-FFF2-40B4-BE49-F238E27FC236}">
                  <a16:creationId xmlns:a16="http://schemas.microsoft.com/office/drawing/2014/main" id="{671D0BB6-0BCC-4EA8-B261-E1EA0BE17B4C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4934641" y="4895250"/>
              <a:ext cx="244053" cy="78889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54" name="Straight Connector 452">
              <a:extLst>
                <a:ext uri="{FF2B5EF4-FFF2-40B4-BE49-F238E27FC236}">
                  <a16:creationId xmlns:a16="http://schemas.microsoft.com/office/drawing/2014/main" id="{3A970791-982A-493A-BCC5-A6E8D85C55BC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5167419" y="4729248"/>
              <a:ext cx="11275" cy="148354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58" name="Straight Connector 452">
              <a:extLst>
                <a:ext uri="{FF2B5EF4-FFF2-40B4-BE49-F238E27FC236}">
                  <a16:creationId xmlns:a16="http://schemas.microsoft.com/office/drawing/2014/main" id="{5D58E67F-C1AA-4766-B0CF-11428207ED32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5165031" y="4736500"/>
              <a:ext cx="243394" cy="66925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60" name="Straight Connector 452">
              <a:extLst>
                <a:ext uri="{FF2B5EF4-FFF2-40B4-BE49-F238E27FC236}">
                  <a16:creationId xmlns:a16="http://schemas.microsoft.com/office/drawing/2014/main" id="{9BB6E43A-656C-4F9A-B7D4-73681FD64EC2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5419707" y="4722953"/>
              <a:ext cx="221803" cy="74638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63" name="Straight Connector 452">
              <a:extLst>
                <a:ext uri="{FF2B5EF4-FFF2-40B4-BE49-F238E27FC236}">
                  <a16:creationId xmlns:a16="http://schemas.microsoft.com/office/drawing/2014/main" id="{9EB43971-C922-4084-B74C-2133848AAC80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5629543" y="4726648"/>
              <a:ext cx="31983" cy="183885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68" name="Straight Connector 452">
              <a:extLst>
                <a:ext uri="{FF2B5EF4-FFF2-40B4-BE49-F238E27FC236}">
                  <a16:creationId xmlns:a16="http://schemas.microsoft.com/office/drawing/2014/main" id="{99D9B99E-8EE2-42D1-B3B8-3ED96DEC3072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408925" y="4925407"/>
              <a:ext cx="224609" cy="48732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70" name="Straight Connector 452">
              <a:extLst>
                <a:ext uri="{FF2B5EF4-FFF2-40B4-BE49-F238E27FC236}">
                  <a16:creationId xmlns:a16="http://schemas.microsoft.com/office/drawing/2014/main" id="{7840799A-D8C7-4B65-9770-EE922A35C647}"/>
                </a:ext>
              </a:extLst>
            </p:cNvPr>
            <p:cNvCxnSpPr>
              <a:cxnSpLocks/>
            </p:cNvCxnSpPr>
            <p:nvPr/>
          </p:nvCxnSpPr>
          <p:spPr>
            <a:xfrm>
              <a:off x="5416605" y="4980107"/>
              <a:ext cx="3272" cy="400809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73" name="Straight Connector 452">
              <a:extLst>
                <a:ext uri="{FF2B5EF4-FFF2-40B4-BE49-F238E27FC236}">
                  <a16:creationId xmlns:a16="http://schemas.microsoft.com/office/drawing/2014/main" id="{BF0E24AD-6BF1-4CDB-98BE-37361E5DCE19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391920" y="5271102"/>
              <a:ext cx="291744" cy="105084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75" name="Straight Connector 452">
              <a:extLst>
                <a:ext uri="{FF2B5EF4-FFF2-40B4-BE49-F238E27FC236}">
                  <a16:creationId xmlns:a16="http://schemas.microsoft.com/office/drawing/2014/main" id="{986628DB-0E74-45B7-91F1-AF871627DD90}"/>
                </a:ext>
              </a:extLst>
            </p:cNvPr>
            <p:cNvCxnSpPr>
              <a:cxnSpLocks/>
            </p:cNvCxnSpPr>
            <p:nvPr/>
          </p:nvCxnSpPr>
          <p:spPr>
            <a:xfrm>
              <a:off x="5646547" y="5284060"/>
              <a:ext cx="5953" cy="335272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77" name="Straight Connector 452">
              <a:extLst>
                <a:ext uri="{FF2B5EF4-FFF2-40B4-BE49-F238E27FC236}">
                  <a16:creationId xmlns:a16="http://schemas.microsoft.com/office/drawing/2014/main" id="{9B08CA59-D3C8-405B-B5F2-B59C25881C43}"/>
                </a:ext>
              </a:extLst>
            </p:cNvPr>
            <p:cNvCxnSpPr>
              <a:cxnSpLocks/>
            </p:cNvCxnSpPr>
            <p:nvPr/>
          </p:nvCxnSpPr>
          <p:spPr>
            <a:xfrm>
              <a:off x="5644159" y="5626228"/>
              <a:ext cx="476692" cy="197622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96" name="Straight Connector 452">
              <a:extLst>
                <a:ext uri="{FF2B5EF4-FFF2-40B4-BE49-F238E27FC236}">
                  <a16:creationId xmlns:a16="http://schemas.microsoft.com/office/drawing/2014/main" id="{04175D61-6541-4289-8814-523511761C03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8257084" y="5554673"/>
              <a:ext cx="14575" cy="190948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03" name="Straight Connector 452">
              <a:extLst>
                <a:ext uri="{FF2B5EF4-FFF2-40B4-BE49-F238E27FC236}">
                  <a16:creationId xmlns:a16="http://schemas.microsoft.com/office/drawing/2014/main" id="{FE0FB8A4-E220-435D-9356-A82DD8B97FC0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7552128" y="5345465"/>
              <a:ext cx="253971" cy="106412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26" name="Straight Connector 452">
              <a:extLst>
                <a:ext uri="{FF2B5EF4-FFF2-40B4-BE49-F238E27FC236}">
                  <a16:creationId xmlns:a16="http://schemas.microsoft.com/office/drawing/2014/main" id="{D635BC43-E74A-4E5E-89BE-2523D68B6C99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7768873" y="5171641"/>
              <a:ext cx="8516" cy="181121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32" name="Straight Connector 452">
              <a:extLst>
                <a:ext uri="{FF2B5EF4-FFF2-40B4-BE49-F238E27FC236}">
                  <a16:creationId xmlns:a16="http://schemas.microsoft.com/office/drawing/2014/main" id="{2D0BFEAC-CC58-486F-86BD-34ABD1F28722}"/>
                </a:ext>
              </a:extLst>
            </p:cNvPr>
            <p:cNvCxnSpPr>
              <a:cxnSpLocks/>
            </p:cNvCxnSpPr>
            <p:nvPr/>
          </p:nvCxnSpPr>
          <p:spPr>
            <a:xfrm>
              <a:off x="11561989" y="5742429"/>
              <a:ext cx="0" cy="170634"/>
            </a:xfrm>
            <a:prstGeom prst="line">
              <a:avLst/>
            </a:prstGeom>
            <a:ln w="38100">
              <a:solidFill>
                <a:schemeClr val="accent2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35" name="Straight Connector 452">
              <a:extLst>
                <a:ext uri="{FF2B5EF4-FFF2-40B4-BE49-F238E27FC236}">
                  <a16:creationId xmlns:a16="http://schemas.microsoft.com/office/drawing/2014/main" id="{7D470B75-FF14-4C79-BA86-2A9F6F5CE8DF}"/>
                </a:ext>
              </a:extLst>
            </p:cNvPr>
            <p:cNvCxnSpPr>
              <a:cxnSpLocks/>
            </p:cNvCxnSpPr>
            <p:nvPr/>
          </p:nvCxnSpPr>
          <p:spPr>
            <a:xfrm>
              <a:off x="11551900" y="5909930"/>
              <a:ext cx="235472" cy="70376"/>
            </a:xfrm>
            <a:prstGeom prst="line">
              <a:avLst/>
            </a:prstGeom>
            <a:ln w="38100">
              <a:solidFill>
                <a:schemeClr val="accent2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41" name="Straight Connector 452">
              <a:extLst>
                <a:ext uri="{FF2B5EF4-FFF2-40B4-BE49-F238E27FC236}">
                  <a16:creationId xmlns:a16="http://schemas.microsoft.com/office/drawing/2014/main" id="{2C043765-B1B8-4B83-8747-8191789FBF8E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1807196" y="5729621"/>
              <a:ext cx="198837" cy="67774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46" name="Straight Connector 452">
              <a:extLst>
                <a:ext uri="{FF2B5EF4-FFF2-40B4-BE49-F238E27FC236}">
                  <a16:creationId xmlns:a16="http://schemas.microsoft.com/office/drawing/2014/main" id="{A5B9A8F6-F7A2-4D33-85F2-02948B726BFE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1316528" y="4532211"/>
              <a:ext cx="1" cy="207573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53" name="Straight Connector 452">
              <a:extLst>
                <a:ext uri="{FF2B5EF4-FFF2-40B4-BE49-F238E27FC236}">
                  <a16:creationId xmlns:a16="http://schemas.microsoft.com/office/drawing/2014/main" id="{0C992EE3-1CEF-469D-9C49-C4028F6E25FA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8271915" y="5376186"/>
              <a:ext cx="443148" cy="181539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55" name="Straight Connector 452">
              <a:extLst>
                <a:ext uri="{FF2B5EF4-FFF2-40B4-BE49-F238E27FC236}">
                  <a16:creationId xmlns:a16="http://schemas.microsoft.com/office/drawing/2014/main" id="{CDC68B87-F3C8-4331-A896-90A612EEFD39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8708081" y="5180511"/>
              <a:ext cx="6566" cy="206549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57" name="Straight Connector 452">
              <a:extLst>
                <a:ext uri="{FF2B5EF4-FFF2-40B4-BE49-F238E27FC236}">
                  <a16:creationId xmlns:a16="http://schemas.microsoft.com/office/drawing/2014/main" id="{7AA2ECF4-67A2-4F2D-B6B3-6261301FFA8B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8711364" y="5092965"/>
              <a:ext cx="249446" cy="94707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59" name="Straight Connector 452">
              <a:extLst>
                <a:ext uri="{FF2B5EF4-FFF2-40B4-BE49-F238E27FC236}">
                  <a16:creationId xmlns:a16="http://schemas.microsoft.com/office/drawing/2014/main" id="{4454C69A-B38F-4753-833A-919D8E82078C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8717829" y="4989127"/>
              <a:ext cx="257028" cy="114002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61" name="Straight Connector 452">
              <a:extLst>
                <a:ext uri="{FF2B5EF4-FFF2-40B4-BE49-F238E27FC236}">
                  <a16:creationId xmlns:a16="http://schemas.microsoft.com/office/drawing/2014/main" id="{AAA422AC-BE75-4F7E-9C1C-13D4012A5E26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8482921" y="4981886"/>
              <a:ext cx="230090" cy="104641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63" name="Straight Connector 452">
              <a:extLst>
                <a:ext uri="{FF2B5EF4-FFF2-40B4-BE49-F238E27FC236}">
                  <a16:creationId xmlns:a16="http://schemas.microsoft.com/office/drawing/2014/main" id="{B022ADDA-BC35-416A-B9A5-48A2367DF582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8250617" y="4984764"/>
              <a:ext cx="248573" cy="89405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65" name="Straight Connector 452">
              <a:extLst>
                <a:ext uri="{FF2B5EF4-FFF2-40B4-BE49-F238E27FC236}">
                  <a16:creationId xmlns:a16="http://schemas.microsoft.com/office/drawing/2014/main" id="{D220FC87-3AC0-4A17-821F-BC5BF01FBFB0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7793421" y="4984764"/>
              <a:ext cx="451534" cy="198635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70" name="Straight Connector 452">
              <a:extLst>
                <a:ext uri="{FF2B5EF4-FFF2-40B4-BE49-F238E27FC236}">
                  <a16:creationId xmlns:a16="http://schemas.microsoft.com/office/drawing/2014/main" id="{730B99AA-1684-4D7C-B7CB-46BE60C2EE16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7300091" y="5715886"/>
              <a:ext cx="12216" cy="200308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73" name="Straight Connector 452">
              <a:extLst>
                <a:ext uri="{FF2B5EF4-FFF2-40B4-BE49-F238E27FC236}">
                  <a16:creationId xmlns:a16="http://schemas.microsoft.com/office/drawing/2014/main" id="{D30DF402-5A91-42AE-8BD9-F2B0E49B2F0D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7291731" y="5627859"/>
              <a:ext cx="257729" cy="106885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74" name="Straight Connector 452">
              <a:extLst>
                <a:ext uri="{FF2B5EF4-FFF2-40B4-BE49-F238E27FC236}">
                  <a16:creationId xmlns:a16="http://schemas.microsoft.com/office/drawing/2014/main" id="{BB5E3E05-186D-4EE1-B55C-687EB8C05D62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616096" y="6272450"/>
              <a:ext cx="739012" cy="280505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97" name="Straight Connector 452">
              <a:extLst>
                <a:ext uri="{FF2B5EF4-FFF2-40B4-BE49-F238E27FC236}">
                  <a16:creationId xmlns:a16="http://schemas.microsoft.com/office/drawing/2014/main" id="{47000B44-8072-4F7F-90B2-0DCEBFEDEF45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7077195" y="6679930"/>
              <a:ext cx="208737" cy="66892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00" name="Straight Connector 452">
              <a:extLst>
                <a:ext uri="{FF2B5EF4-FFF2-40B4-BE49-F238E27FC236}">
                  <a16:creationId xmlns:a16="http://schemas.microsoft.com/office/drawing/2014/main" id="{C52C1E97-D5F9-4026-A418-E5B46142762C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7064952" y="6746468"/>
              <a:ext cx="31536" cy="180177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06" name="Straight Connector 452">
              <a:extLst>
                <a:ext uri="{FF2B5EF4-FFF2-40B4-BE49-F238E27FC236}">
                  <a16:creationId xmlns:a16="http://schemas.microsoft.com/office/drawing/2014/main" id="{EF2BCFAD-AE7E-43D5-9839-62E05CAD1091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375874" y="6738017"/>
              <a:ext cx="231478" cy="97929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08" name="Straight Connector 452">
              <a:extLst>
                <a:ext uri="{FF2B5EF4-FFF2-40B4-BE49-F238E27FC236}">
                  <a16:creationId xmlns:a16="http://schemas.microsoft.com/office/drawing/2014/main" id="{BE97739C-FB2D-42C6-BEAC-CE757DFB95EE}"/>
                </a:ext>
              </a:extLst>
            </p:cNvPr>
            <p:cNvCxnSpPr>
              <a:cxnSpLocks/>
            </p:cNvCxnSpPr>
            <p:nvPr/>
          </p:nvCxnSpPr>
          <p:spPr>
            <a:xfrm>
              <a:off x="5879406" y="6648604"/>
              <a:ext cx="495994" cy="169321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10" name="Straight Connector 452">
              <a:extLst>
                <a:ext uri="{FF2B5EF4-FFF2-40B4-BE49-F238E27FC236}">
                  <a16:creationId xmlns:a16="http://schemas.microsoft.com/office/drawing/2014/main" id="{95AE308C-51B6-434D-9E2A-9C4CE5E67893}"/>
                </a:ext>
              </a:extLst>
            </p:cNvPr>
            <p:cNvCxnSpPr>
              <a:cxnSpLocks/>
            </p:cNvCxnSpPr>
            <p:nvPr/>
          </p:nvCxnSpPr>
          <p:spPr>
            <a:xfrm>
              <a:off x="5859185" y="6298873"/>
              <a:ext cx="22006" cy="360499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12" name="Straight Connector 452">
              <a:extLst>
                <a:ext uri="{FF2B5EF4-FFF2-40B4-BE49-F238E27FC236}">
                  <a16:creationId xmlns:a16="http://schemas.microsoft.com/office/drawing/2014/main" id="{2E17F0E6-0A3B-458E-9EB9-06915654CDF1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6109338" y="6377811"/>
              <a:ext cx="275943" cy="101311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49" name="Straight Connector 452">
              <a:extLst>
                <a:ext uri="{FF2B5EF4-FFF2-40B4-BE49-F238E27FC236}">
                  <a16:creationId xmlns:a16="http://schemas.microsoft.com/office/drawing/2014/main" id="{A2C2114C-9123-4CE7-AFD0-90744ED69DC1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6103581" y="5834107"/>
              <a:ext cx="13261" cy="545886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51" name="Straight Connector 452">
              <a:extLst>
                <a:ext uri="{FF2B5EF4-FFF2-40B4-BE49-F238E27FC236}">
                  <a16:creationId xmlns:a16="http://schemas.microsoft.com/office/drawing/2014/main" id="{6FD41197-5578-47A0-A0F4-C6D7BB730D73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6368330" y="6093803"/>
              <a:ext cx="6656" cy="368711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54" name="Straight Connector 452">
              <a:extLst>
                <a:ext uri="{FF2B5EF4-FFF2-40B4-BE49-F238E27FC236}">
                  <a16:creationId xmlns:a16="http://schemas.microsoft.com/office/drawing/2014/main" id="{4B62095A-E542-463F-AB53-57905F60B530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7072530" y="5255936"/>
              <a:ext cx="499983" cy="198005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56" name="Straight Connector 452">
              <a:extLst>
                <a:ext uri="{FF2B5EF4-FFF2-40B4-BE49-F238E27FC236}">
                  <a16:creationId xmlns:a16="http://schemas.microsoft.com/office/drawing/2014/main" id="{87011BDB-986A-4D55-BDEE-EBD370B018F5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6861958" y="5257416"/>
              <a:ext cx="231311" cy="109488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58" name="Straight Connector 452">
              <a:extLst>
                <a:ext uri="{FF2B5EF4-FFF2-40B4-BE49-F238E27FC236}">
                  <a16:creationId xmlns:a16="http://schemas.microsoft.com/office/drawing/2014/main" id="{8C855772-ABAB-4C81-99AC-76E2731CEADC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6895850" y="5377969"/>
              <a:ext cx="169102" cy="91148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60" name="Straight Connector 452">
              <a:extLst>
                <a:ext uri="{FF2B5EF4-FFF2-40B4-BE49-F238E27FC236}">
                  <a16:creationId xmlns:a16="http://schemas.microsoft.com/office/drawing/2014/main" id="{E6D5315B-A4A3-4AB1-B9B3-E1D1BC20731B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6376981" y="5988594"/>
              <a:ext cx="227582" cy="100730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62" name="Straight Connector 452">
              <a:extLst>
                <a:ext uri="{FF2B5EF4-FFF2-40B4-BE49-F238E27FC236}">
                  <a16:creationId xmlns:a16="http://schemas.microsoft.com/office/drawing/2014/main" id="{696B5B55-A703-494B-A5EB-370E2434C97E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368330" y="5474344"/>
              <a:ext cx="700444" cy="273711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66" name="Straight Connector 452">
              <a:extLst>
                <a:ext uri="{FF2B5EF4-FFF2-40B4-BE49-F238E27FC236}">
                  <a16:creationId xmlns:a16="http://schemas.microsoft.com/office/drawing/2014/main" id="{8FC46FD1-080D-4C2D-BB3D-AF48CFEE7AE2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6147819" y="5103190"/>
              <a:ext cx="427041" cy="165736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67" name="Straight Connector 452">
              <a:extLst>
                <a:ext uri="{FF2B5EF4-FFF2-40B4-BE49-F238E27FC236}">
                  <a16:creationId xmlns:a16="http://schemas.microsoft.com/office/drawing/2014/main" id="{A4C93B9D-448B-41CB-82F1-CE354612BF7E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6109898" y="4909371"/>
              <a:ext cx="31569" cy="196125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69" name="Straight Connector 452">
              <a:extLst>
                <a:ext uri="{FF2B5EF4-FFF2-40B4-BE49-F238E27FC236}">
                  <a16:creationId xmlns:a16="http://schemas.microsoft.com/office/drawing/2014/main" id="{F89E92E7-125A-41FE-9448-895C6CED5A87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5850186" y="4813363"/>
              <a:ext cx="268805" cy="91208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70" name="Straight Connector 452">
              <a:extLst>
                <a:ext uri="{FF2B5EF4-FFF2-40B4-BE49-F238E27FC236}">
                  <a16:creationId xmlns:a16="http://schemas.microsoft.com/office/drawing/2014/main" id="{C05D4B0C-3DC6-4001-A28A-CDA80630BEE9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5860806" y="4620117"/>
              <a:ext cx="503017" cy="181877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72" name="Straight Connector 452">
              <a:extLst>
                <a:ext uri="{FF2B5EF4-FFF2-40B4-BE49-F238E27FC236}">
                  <a16:creationId xmlns:a16="http://schemas.microsoft.com/office/drawing/2014/main" id="{3004C23B-532A-4298-929F-04D22F5DF3A2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6342111" y="4608225"/>
              <a:ext cx="5523" cy="407602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74" name="Straight Connector 452">
              <a:extLst>
                <a:ext uri="{FF2B5EF4-FFF2-40B4-BE49-F238E27FC236}">
                  <a16:creationId xmlns:a16="http://schemas.microsoft.com/office/drawing/2014/main" id="{1384495F-F31C-4E7B-BEF5-E26F69062AA5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6323186" y="4904092"/>
              <a:ext cx="251959" cy="108817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77" name="Straight Connector 452">
              <a:extLst>
                <a:ext uri="{FF2B5EF4-FFF2-40B4-BE49-F238E27FC236}">
                  <a16:creationId xmlns:a16="http://schemas.microsoft.com/office/drawing/2014/main" id="{A1A19032-2B32-4D49-B7D9-827EE08E4EEE}"/>
                </a:ext>
              </a:extLst>
            </p:cNvPr>
            <p:cNvCxnSpPr>
              <a:cxnSpLocks/>
              <a:stCxn id="1976" idx="5"/>
            </p:cNvCxnSpPr>
            <p:nvPr/>
          </p:nvCxnSpPr>
          <p:spPr>
            <a:xfrm flipH="1" flipV="1">
              <a:off x="6572637" y="4916111"/>
              <a:ext cx="296336" cy="120098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976" name="椭圆 1975">
              <a:extLst>
                <a:ext uri="{FF2B5EF4-FFF2-40B4-BE49-F238E27FC236}">
                  <a16:creationId xmlns:a16="http://schemas.microsoft.com/office/drawing/2014/main" id="{FD6665D9-6E6A-4FD9-A0FF-39D6E4294D91}"/>
                </a:ext>
              </a:extLst>
            </p:cNvPr>
            <p:cNvSpPr/>
            <p:nvPr/>
          </p:nvSpPr>
          <p:spPr>
            <a:xfrm>
              <a:off x="6765025" y="4934922"/>
              <a:ext cx="121783" cy="118665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cxnSp>
          <p:nvCxnSpPr>
            <p:cNvPr id="1980" name="Straight Connector 452">
              <a:extLst>
                <a:ext uri="{FF2B5EF4-FFF2-40B4-BE49-F238E27FC236}">
                  <a16:creationId xmlns:a16="http://schemas.microsoft.com/office/drawing/2014/main" id="{95CE1AF6-F3D7-4419-B8E2-79615CA45FE4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585308" y="4350507"/>
              <a:ext cx="21" cy="587124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82" name="Straight Connector 452">
              <a:extLst>
                <a:ext uri="{FF2B5EF4-FFF2-40B4-BE49-F238E27FC236}">
                  <a16:creationId xmlns:a16="http://schemas.microsoft.com/office/drawing/2014/main" id="{C70E52CC-8867-47CC-8487-DFD9B738AB74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604563" y="4253943"/>
              <a:ext cx="220988" cy="96564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84" name="Straight Connector 452">
              <a:extLst>
                <a:ext uri="{FF2B5EF4-FFF2-40B4-BE49-F238E27FC236}">
                  <a16:creationId xmlns:a16="http://schemas.microsoft.com/office/drawing/2014/main" id="{94B2B6C2-4F17-4778-9405-0138CCBF4837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6818855" y="4078568"/>
              <a:ext cx="8630" cy="185832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86" name="Straight Connector 452">
              <a:extLst>
                <a:ext uri="{FF2B5EF4-FFF2-40B4-BE49-F238E27FC236}">
                  <a16:creationId xmlns:a16="http://schemas.microsoft.com/office/drawing/2014/main" id="{E52E0A46-8E7F-41A0-B86C-6E84CCECFA5F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824341" y="3979643"/>
              <a:ext cx="256161" cy="97832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89" name="Straight Connector 452">
              <a:extLst>
                <a:ext uri="{FF2B5EF4-FFF2-40B4-BE49-F238E27FC236}">
                  <a16:creationId xmlns:a16="http://schemas.microsoft.com/office/drawing/2014/main" id="{5B2F4C2B-FC7F-404F-8B79-875C4C1EB344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7082844" y="3958272"/>
              <a:ext cx="9406" cy="219993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91" name="Straight Connector 452">
              <a:extLst>
                <a:ext uri="{FF2B5EF4-FFF2-40B4-BE49-F238E27FC236}">
                  <a16:creationId xmlns:a16="http://schemas.microsoft.com/office/drawing/2014/main" id="{2C7DDAA5-851B-44E4-8812-235FB7E289A8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7072640" y="4043927"/>
              <a:ext cx="247514" cy="124878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93" name="Straight Connector 452">
              <a:extLst>
                <a:ext uri="{FF2B5EF4-FFF2-40B4-BE49-F238E27FC236}">
                  <a16:creationId xmlns:a16="http://schemas.microsoft.com/office/drawing/2014/main" id="{9ECCE1C0-4CD7-45F2-ACE8-A3C094FCA3AE}"/>
                </a:ext>
              </a:extLst>
            </p:cNvPr>
            <p:cNvCxnSpPr>
              <a:cxnSpLocks/>
            </p:cNvCxnSpPr>
            <p:nvPr/>
          </p:nvCxnSpPr>
          <p:spPr>
            <a:xfrm>
              <a:off x="7314764" y="4052456"/>
              <a:ext cx="250545" cy="116349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95" name="Straight Connector 452">
              <a:extLst>
                <a:ext uri="{FF2B5EF4-FFF2-40B4-BE49-F238E27FC236}">
                  <a16:creationId xmlns:a16="http://schemas.microsoft.com/office/drawing/2014/main" id="{AB05E49C-20DC-4449-AB14-92149A20FCA3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7305537" y="4158825"/>
              <a:ext cx="256697" cy="95118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97" name="Straight Connector 452">
              <a:extLst>
                <a:ext uri="{FF2B5EF4-FFF2-40B4-BE49-F238E27FC236}">
                  <a16:creationId xmlns:a16="http://schemas.microsoft.com/office/drawing/2014/main" id="{C67F8BD2-5EC0-47D2-907F-0B15CEFC177A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7306869" y="4261810"/>
              <a:ext cx="7895" cy="175172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99" name="Straight Connector 452">
              <a:extLst>
                <a:ext uri="{FF2B5EF4-FFF2-40B4-BE49-F238E27FC236}">
                  <a16:creationId xmlns:a16="http://schemas.microsoft.com/office/drawing/2014/main" id="{769AF4B7-6E09-4422-B89E-E258CACF2AF8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838089" y="4449234"/>
              <a:ext cx="468780" cy="180941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01" name="Straight Connector 452">
              <a:extLst>
                <a:ext uri="{FF2B5EF4-FFF2-40B4-BE49-F238E27FC236}">
                  <a16:creationId xmlns:a16="http://schemas.microsoft.com/office/drawing/2014/main" id="{4A91CA5F-A8A9-445A-810D-6EE5C9C799AC}"/>
                </a:ext>
              </a:extLst>
            </p:cNvPr>
            <p:cNvCxnSpPr>
              <a:cxnSpLocks/>
            </p:cNvCxnSpPr>
            <p:nvPr/>
          </p:nvCxnSpPr>
          <p:spPr>
            <a:xfrm>
              <a:off x="6831195" y="4633057"/>
              <a:ext cx="454737" cy="177430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04" name="Straight Connector 452">
              <a:extLst>
                <a:ext uri="{FF2B5EF4-FFF2-40B4-BE49-F238E27FC236}">
                  <a16:creationId xmlns:a16="http://schemas.microsoft.com/office/drawing/2014/main" id="{CD9B9E63-8DB6-4F00-91C9-31683A2FB396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7288430" y="4817267"/>
              <a:ext cx="7895" cy="175172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003" name="椭圆 2002">
              <a:extLst>
                <a:ext uri="{FF2B5EF4-FFF2-40B4-BE49-F238E27FC236}">
                  <a16:creationId xmlns:a16="http://schemas.microsoft.com/office/drawing/2014/main" id="{3533C585-2EFA-4464-A11A-210594C05A2B}"/>
                </a:ext>
              </a:extLst>
            </p:cNvPr>
            <p:cNvSpPr/>
            <p:nvPr/>
          </p:nvSpPr>
          <p:spPr>
            <a:xfrm>
              <a:off x="7233325" y="4930610"/>
              <a:ext cx="121783" cy="118665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cxnSp>
          <p:nvCxnSpPr>
            <p:cNvPr id="2005" name="Straight Connector 452">
              <a:extLst>
                <a:ext uri="{FF2B5EF4-FFF2-40B4-BE49-F238E27FC236}">
                  <a16:creationId xmlns:a16="http://schemas.microsoft.com/office/drawing/2014/main" id="{7C8F3FA4-E954-40AB-AC90-6DF8D40AD877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7306004" y="4719754"/>
              <a:ext cx="225794" cy="87918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07" name="Straight Connector 452">
              <a:extLst>
                <a:ext uri="{FF2B5EF4-FFF2-40B4-BE49-F238E27FC236}">
                  <a16:creationId xmlns:a16="http://schemas.microsoft.com/office/drawing/2014/main" id="{767CA885-D077-427D-BDD4-91D5EF6B369C}"/>
                </a:ext>
              </a:extLst>
            </p:cNvPr>
            <p:cNvCxnSpPr>
              <a:cxnSpLocks/>
            </p:cNvCxnSpPr>
            <p:nvPr/>
          </p:nvCxnSpPr>
          <p:spPr>
            <a:xfrm>
              <a:off x="7544045" y="4717589"/>
              <a:ext cx="239331" cy="99678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09" name="Straight Connector 452">
              <a:extLst>
                <a:ext uri="{FF2B5EF4-FFF2-40B4-BE49-F238E27FC236}">
                  <a16:creationId xmlns:a16="http://schemas.microsoft.com/office/drawing/2014/main" id="{1462A1B5-E71D-4DC5-BCA3-40788B5A83B4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7769688" y="4729349"/>
              <a:ext cx="225794" cy="87918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10" name="Straight Connector 452">
              <a:extLst>
                <a:ext uri="{FF2B5EF4-FFF2-40B4-BE49-F238E27FC236}">
                  <a16:creationId xmlns:a16="http://schemas.microsoft.com/office/drawing/2014/main" id="{5DB25EB1-2D05-415F-845F-679EF5D069F0}"/>
                </a:ext>
              </a:extLst>
            </p:cNvPr>
            <p:cNvCxnSpPr>
              <a:cxnSpLocks/>
            </p:cNvCxnSpPr>
            <p:nvPr/>
          </p:nvCxnSpPr>
          <p:spPr>
            <a:xfrm>
              <a:off x="7756318" y="4620117"/>
              <a:ext cx="490401" cy="222898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011" name="椭圆 2010">
              <a:extLst>
                <a:ext uri="{FF2B5EF4-FFF2-40B4-BE49-F238E27FC236}">
                  <a16:creationId xmlns:a16="http://schemas.microsoft.com/office/drawing/2014/main" id="{E62D674D-A91E-4977-AEA1-9006FEE86F48}"/>
                </a:ext>
              </a:extLst>
            </p:cNvPr>
            <p:cNvSpPr/>
            <p:nvPr/>
          </p:nvSpPr>
          <p:spPr>
            <a:xfrm>
              <a:off x="8179564" y="4767272"/>
              <a:ext cx="121783" cy="118665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cxnSp>
          <p:nvCxnSpPr>
            <p:cNvPr id="2013" name="Straight Connector 452">
              <a:extLst>
                <a:ext uri="{FF2B5EF4-FFF2-40B4-BE49-F238E27FC236}">
                  <a16:creationId xmlns:a16="http://schemas.microsoft.com/office/drawing/2014/main" id="{B2B10F02-EE1A-4E11-B09F-E795A4B46B89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7746382" y="4259926"/>
              <a:ext cx="23306" cy="366705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15" name="Straight Connector 452">
              <a:extLst>
                <a:ext uri="{FF2B5EF4-FFF2-40B4-BE49-F238E27FC236}">
                  <a16:creationId xmlns:a16="http://schemas.microsoft.com/office/drawing/2014/main" id="{B3BD2350-097F-40E8-972B-C6F7407E7368}"/>
                </a:ext>
              </a:extLst>
            </p:cNvPr>
            <p:cNvCxnSpPr>
              <a:cxnSpLocks/>
            </p:cNvCxnSpPr>
            <p:nvPr/>
          </p:nvCxnSpPr>
          <p:spPr>
            <a:xfrm>
              <a:off x="7761429" y="4239982"/>
              <a:ext cx="944397" cy="378492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17" name="Straight Connector 452">
              <a:extLst>
                <a:ext uri="{FF2B5EF4-FFF2-40B4-BE49-F238E27FC236}">
                  <a16:creationId xmlns:a16="http://schemas.microsoft.com/office/drawing/2014/main" id="{772BDBF3-1896-470A-94AB-1209EFD28127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8703412" y="4449234"/>
              <a:ext cx="37984" cy="170896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20" name="Straight Connector 452">
              <a:extLst>
                <a:ext uri="{FF2B5EF4-FFF2-40B4-BE49-F238E27FC236}">
                  <a16:creationId xmlns:a16="http://schemas.microsoft.com/office/drawing/2014/main" id="{2DA1662F-2F67-401A-B391-03AE86F5DA30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8743572" y="3650826"/>
              <a:ext cx="182043" cy="784579"/>
            </a:xfrm>
            <a:prstGeom prst="line">
              <a:avLst/>
            </a:prstGeom>
            <a:ln w="38100" cap="flat" cmpd="sng" algn="ctr">
              <a:solidFill>
                <a:srgbClr val="FF0000"/>
              </a:solidFill>
              <a:prstDash val="dash"/>
              <a:round/>
              <a:headEnd type="none" w="med" len="med"/>
              <a:tailEnd type="non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tx1"/>
            </a:fontRef>
          </p:style>
        </p:cxnSp>
        <p:cxnSp>
          <p:nvCxnSpPr>
            <p:cNvPr id="2024" name="Straight Connector 452">
              <a:extLst>
                <a:ext uri="{FF2B5EF4-FFF2-40B4-BE49-F238E27FC236}">
                  <a16:creationId xmlns:a16="http://schemas.microsoft.com/office/drawing/2014/main" id="{0E86767A-8D67-4DF1-A929-28E45396F92E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2327425" y="9327892"/>
              <a:ext cx="1" cy="185857"/>
            </a:xfrm>
            <a:prstGeom prst="line">
              <a:avLst/>
            </a:prstGeom>
            <a:ln w="38100">
              <a:solidFill>
                <a:srgbClr val="7030A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30" name="Straight Connector 452">
              <a:extLst>
                <a:ext uri="{FF2B5EF4-FFF2-40B4-BE49-F238E27FC236}">
                  <a16:creationId xmlns:a16="http://schemas.microsoft.com/office/drawing/2014/main" id="{0F244556-6D41-4A35-8855-739D906360D1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606973" y="8645248"/>
              <a:ext cx="955320" cy="459561"/>
            </a:xfrm>
            <a:prstGeom prst="line">
              <a:avLst/>
            </a:prstGeom>
            <a:ln w="38100">
              <a:solidFill>
                <a:srgbClr val="7030A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33" name="Straight Connector 452">
              <a:extLst>
                <a:ext uri="{FF2B5EF4-FFF2-40B4-BE49-F238E27FC236}">
                  <a16:creationId xmlns:a16="http://schemas.microsoft.com/office/drawing/2014/main" id="{786B6BC8-3FA4-42F7-9A65-417531D59E61}"/>
                </a:ext>
              </a:extLst>
            </p:cNvPr>
            <p:cNvCxnSpPr>
              <a:cxnSpLocks/>
            </p:cNvCxnSpPr>
            <p:nvPr/>
          </p:nvCxnSpPr>
          <p:spPr>
            <a:xfrm>
              <a:off x="1372576" y="8999683"/>
              <a:ext cx="252693" cy="96299"/>
            </a:xfrm>
            <a:prstGeom prst="line">
              <a:avLst/>
            </a:prstGeom>
            <a:ln w="38100">
              <a:solidFill>
                <a:srgbClr val="7030A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35" name="Straight Connector 452">
              <a:extLst>
                <a:ext uri="{FF2B5EF4-FFF2-40B4-BE49-F238E27FC236}">
                  <a16:creationId xmlns:a16="http://schemas.microsoft.com/office/drawing/2014/main" id="{143650F0-1C9F-4569-B35A-D690474C34EC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118415" y="8999683"/>
              <a:ext cx="245013" cy="61532"/>
            </a:xfrm>
            <a:prstGeom prst="line">
              <a:avLst/>
            </a:prstGeom>
            <a:ln w="38100">
              <a:solidFill>
                <a:srgbClr val="7030A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37" name="Straight Connector 452">
              <a:extLst>
                <a:ext uri="{FF2B5EF4-FFF2-40B4-BE49-F238E27FC236}">
                  <a16:creationId xmlns:a16="http://schemas.microsoft.com/office/drawing/2014/main" id="{0775F309-7470-4379-96F1-2C2EB69CCABE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401410" y="8924954"/>
              <a:ext cx="245013" cy="61532"/>
            </a:xfrm>
            <a:prstGeom prst="line">
              <a:avLst/>
            </a:prstGeom>
            <a:ln w="38100">
              <a:solidFill>
                <a:srgbClr val="7030A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38" name="Straight Connector 452">
              <a:extLst>
                <a:ext uri="{FF2B5EF4-FFF2-40B4-BE49-F238E27FC236}">
                  <a16:creationId xmlns:a16="http://schemas.microsoft.com/office/drawing/2014/main" id="{59583E11-A4EE-46F8-A2BF-77CCA2573C8A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626987" y="8516490"/>
              <a:ext cx="8277" cy="407986"/>
            </a:xfrm>
            <a:prstGeom prst="line">
              <a:avLst/>
            </a:prstGeom>
            <a:ln w="38100">
              <a:solidFill>
                <a:srgbClr val="7030A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40" name="Straight Connector 452">
              <a:extLst>
                <a:ext uri="{FF2B5EF4-FFF2-40B4-BE49-F238E27FC236}">
                  <a16:creationId xmlns:a16="http://schemas.microsoft.com/office/drawing/2014/main" id="{407AB774-D469-42FA-A6A0-9F55203F2332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1158240" y="8335774"/>
              <a:ext cx="475378" cy="197543"/>
            </a:xfrm>
            <a:prstGeom prst="line">
              <a:avLst/>
            </a:prstGeom>
            <a:ln w="38100">
              <a:solidFill>
                <a:srgbClr val="7030A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42" name="Straight Connector 452">
              <a:extLst>
                <a:ext uri="{FF2B5EF4-FFF2-40B4-BE49-F238E27FC236}">
                  <a16:creationId xmlns:a16="http://schemas.microsoft.com/office/drawing/2014/main" id="{1C64286C-71D3-40D7-BAB1-FF214F51BA92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180668" y="8039631"/>
              <a:ext cx="683038" cy="296144"/>
            </a:xfrm>
            <a:prstGeom prst="line">
              <a:avLst/>
            </a:prstGeom>
            <a:ln w="38100">
              <a:solidFill>
                <a:srgbClr val="7030A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44" name="Straight Connector 452">
              <a:extLst>
                <a:ext uri="{FF2B5EF4-FFF2-40B4-BE49-F238E27FC236}">
                  <a16:creationId xmlns:a16="http://schemas.microsoft.com/office/drawing/2014/main" id="{40870CF3-8419-4000-A58A-6EA2BFF241F9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849809" y="7676488"/>
              <a:ext cx="0" cy="379943"/>
            </a:xfrm>
            <a:prstGeom prst="line">
              <a:avLst/>
            </a:prstGeom>
            <a:ln w="38100">
              <a:solidFill>
                <a:srgbClr val="7030A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48" name="Straight Connector 452">
              <a:extLst>
                <a:ext uri="{FF2B5EF4-FFF2-40B4-BE49-F238E27FC236}">
                  <a16:creationId xmlns:a16="http://schemas.microsoft.com/office/drawing/2014/main" id="{6DDE4DDC-BFD6-40AD-A549-16FBA0212C18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848162" y="7580818"/>
              <a:ext cx="250546" cy="95671"/>
            </a:xfrm>
            <a:prstGeom prst="line">
              <a:avLst/>
            </a:prstGeom>
            <a:ln w="38100">
              <a:solidFill>
                <a:srgbClr val="7030A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50" name="Straight Connector 452">
              <a:extLst>
                <a:ext uri="{FF2B5EF4-FFF2-40B4-BE49-F238E27FC236}">
                  <a16:creationId xmlns:a16="http://schemas.microsoft.com/office/drawing/2014/main" id="{426B42D6-0CCA-46E9-870F-21DF06791272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098708" y="7037938"/>
              <a:ext cx="0" cy="532852"/>
            </a:xfrm>
            <a:prstGeom prst="line">
              <a:avLst/>
            </a:prstGeom>
            <a:ln w="38100">
              <a:solidFill>
                <a:srgbClr val="7030A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52" name="Straight Connector 452">
              <a:extLst>
                <a:ext uri="{FF2B5EF4-FFF2-40B4-BE49-F238E27FC236}">
                  <a16:creationId xmlns:a16="http://schemas.microsoft.com/office/drawing/2014/main" id="{B58B4F0B-EB66-4F5B-9057-424DCAF7BEB9}"/>
                </a:ext>
              </a:extLst>
            </p:cNvPr>
            <p:cNvCxnSpPr>
              <a:cxnSpLocks/>
            </p:cNvCxnSpPr>
            <p:nvPr/>
          </p:nvCxnSpPr>
          <p:spPr>
            <a:xfrm>
              <a:off x="1870240" y="6918486"/>
              <a:ext cx="228468" cy="126179"/>
            </a:xfrm>
            <a:prstGeom prst="line">
              <a:avLst/>
            </a:prstGeom>
            <a:ln w="38100">
              <a:solidFill>
                <a:srgbClr val="7030A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54" name="Straight Connector 452">
              <a:extLst>
                <a:ext uri="{FF2B5EF4-FFF2-40B4-BE49-F238E27FC236}">
                  <a16:creationId xmlns:a16="http://schemas.microsoft.com/office/drawing/2014/main" id="{E66B561F-5F51-420B-8A13-5F307546E3A1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878549" y="6738017"/>
              <a:ext cx="0" cy="195858"/>
            </a:xfrm>
            <a:prstGeom prst="line">
              <a:avLst/>
            </a:prstGeom>
            <a:ln w="38100">
              <a:solidFill>
                <a:srgbClr val="7030A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56" name="Straight Connector 452">
              <a:extLst>
                <a:ext uri="{FF2B5EF4-FFF2-40B4-BE49-F238E27FC236}">
                  <a16:creationId xmlns:a16="http://schemas.microsoft.com/office/drawing/2014/main" id="{302EB296-3352-403F-811F-24D03DDB79A9}"/>
                </a:ext>
              </a:extLst>
            </p:cNvPr>
            <p:cNvCxnSpPr>
              <a:cxnSpLocks/>
            </p:cNvCxnSpPr>
            <p:nvPr/>
          </p:nvCxnSpPr>
          <p:spPr>
            <a:xfrm>
              <a:off x="1633618" y="6659372"/>
              <a:ext cx="244931" cy="93147"/>
            </a:xfrm>
            <a:prstGeom prst="line">
              <a:avLst/>
            </a:prstGeom>
            <a:ln w="38100">
              <a:solidFill>
                <a:srgbClr val="7030A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58" name="Straight Connector 452">
              <a:extLst>
                <a:ext uri="{FF2B5EF4-FFF2-40B4-BE49-F238E27FC236}">
                  <a16:creationId xmlns:a16="http://schemas.microsoft.com/office/drawing/2014/main" id="{EB5E7D93-6948-4D24-8091-C3D4BB9B2DD1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639727" y="6443041"/>
              <a:ext cx="6696" cy="219999"/>
            </a:xfrm>
            <a:prstGeom prst="line">
              <a:avLst/>
            </a:prstGeom>
            <a:ln w="38100">
              <a:solidFill>
                <a:srgbClr val="7030A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61" name="Straight Connector 452">
              <a:extLst>
                <a:ext uri="{FF2B5EF4-FFF2-40B4-BE49-F238E27FC236}">
                  <a16:creationId xmlns:a16="http://schemas.microsoft.com/office/drawing/2014/main" id="{F277FEC8-52A5-44B6-B573-0F415D693DB4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1558883" y="10224815"/>
              <a:ext cx="285582" cy="100039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63" name="Straight Connector 452">
              <a:extLst>
                <a:ext uri="{FF2B5EF4-FFF2-40B4-BE49-F238E27FC236}">
                  <a16:creationId xmlns:a16="http://schemas.microsoft.com/office/drawing/2014/main" id="{5B889732-55CD-4B61-8B81-AF57A526CE2C}"/>
                </a:ext>
              </a:extLst>
            </p:cNvPr>
            <p:cNvCxnSpPr>
              <a:cxnSpLocks/>
            </p:cNvCxnSpPr>
            <p:nvPr/>
          </p:nvCxnSpPr>
          <p:spPr>
            <a:xfrm>
              <a:off x="11810547" y="10019895"/>
              <a:ext cx="8274" cy="236979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66" name="Straight Connector 452">
              <a:extLst>
                <a:ext uri="{FF2B5EF4-FFF2-40B4-BE49-F238E27FC236}">
                  <a16:creationId xmlns:a16="http://schemas.microsoft.com/office/drawing/2014/main" id="{B1E7C30C-021A-4F03-A547-85365D2C4AA2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2030075" y="9782367"/>
              <a:ext cx="505141" cy="186435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68" name="Straight Connector 452">
              <a:extLst>
                <a:ext uri="{FF2B5EF4-FFF2-40B4-BE49-F238E27FC236}">
                  <a16:creationId xmlns:a16="http://schemas.microsoft.com/office/drawing/2014/main" id="{2157A5E3-D13C-455C-A82D-07F6828A05E0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2036536" y="9992262"/>
              <a:ext cx="483159" cy="179355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70" name="Straight Connector 452">
              <a:extLst>
                <a:ext uri="{FF2B5EF4-FFF2-40B4-BE49-F238E27FC236}">
                  <a16:creationId xmlns:a16="http://schemas.microsoft.com/office/drawing/2014/main" id="{D98E80FE-5555-4697-9876-F43934EF14B3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10391555" y="10426682"/>
              <a:ext cx="704462" cy="275732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72" name="Straight Connector 452">
              <a:extLst>
                <a:ext uri="{FF2B5EF4-FFF2-40B4-BE49-F238E27FC236}">
                  <a16:creationId xmlns:a16="http://schemas.microsoft.com/office/drawing/2014/main" id="{6A61348C-3E9A-4FA7-80C8-E66C94A864D3}"/>
                </a:ext>
              </a:extLst>
            </p:cNvPr>
            <p:cNvCxnSpPr>
              <a:cxnSpLocks/>
            </p:cNvCxnSpPr>
            <p:nvPr/>
          </p:nvCxnSpPr>
          <p:spPr>
            <a:xfrm>
              <a:off x="10391554" y="10229850"/>
              <a:ext cx="7038" cy="213132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74" name="Straight Connector 452">
              <a:extLst>
                <a:ext uri="{FF2B5EF4-FFF2-40B4-BE49-F238E27FC236}">
                  <a16:creationId xmlns:a16="http://schemas.microsoft.com/office/drawing/2014/main" id="{4C965D69-1072-4C7F-B068-2FF533C3CEE3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10142766" y="10147458"/>
              <a:ext cx="244610" cy="86269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76" name="Straight Connector 452">
              <a:extLst>
                <a:ext uri="{FF2B5EF4-FFF2-40B4-BE49-F238E27FC236}">
                  <a16:creationId xmlns:a16="http://schemas.microsoft.com/office/drawing/2014/main" id="{B625906E-DF5B-41C8-88DB-7889C95BF0EF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9409462" y="9584765"/>
              <a:ext cx="725522" cy="306021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81" name="Straight Connector 452">
              <a:extLst>
                <a:ext uri="{FF2B5EF4-FFF2-40B4-BE49-F238E27FC236}">
                  <a16:creationId xmlns:a16="http://schemas.microsoft.com/office/drawing/2014/main" id="{1AAE7BCE-1F18-47A1-8317-0C2E9ECB26F7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646098" y="6374844"/>
              <a:ext cx="239949" cy="109999"/>
            </a:xfrm>
            <a:prstGeom prst="line">
              <a:avLst/>
            </a:prstGeom>
            <a:ln w="38100">
              <a:solidFill>
                <a:srgbClr val="7030A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83" name="Straight Connector 452">
              <a:extLst>
                <a:ext uri="{FF2B5EF4-FFF2-40B4-BE49-F238E27FC236}">
                  <a16:creationId xmlns:a16="http://schemas.microsoft.com/office/drawing/2014/main" id="{542AE8B0-2A1F-4423-A91A-1D51BBE34730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1385321" y="6211733"/>
              <a:ext cx="472765" cy="161534"/>
            </a:xfrm>
            <a:prstGeom prst="line">
              <a:avLst/>
            </a:prstGeom>
            <a:ln w="38100">
              <a:solidFill>
                <a:srgbClr val="7030A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85" name="Straight Connector 452">
              <a:extLst>
                <a:ext uri="{FF2B5EF4-FFF2-40B4-BE49-F238E27FC236}">
                  <a16:creationId xmlns:a16="http://schemas.microsoft.com/office/drawing/2014/main" id="{4ADB5646-E1CE-49FB-9A94-48D88983E5EB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395929" y="6007841"/>
              <a:ext cx="6696" cy="219999"/>
            </a:xfrm>
            <a:prstGeom prst="line">
              <a:avLst/>
            </a:prstGeom>
            <a:ln w="38100">
              <a:solidFill>
                <a:srgbClr val="7030A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86" name="Straight Connector 452">
              <a:extLst>
                <a:ext uri="{FF2B5EF4-FFF2-40B4-BE49-F238E27FC236}">
                  <a16:creationId xmlns:a16="http://schemas.microsoft.com/office/drawing/2014/main" id="{1D86B88B-9749-4116-9437-3177BBC20F0E}"/>
                </a:ext>
              </a:extLst>
            </p:cNvPr>
            <p:cNvCxnSpPr>
              <a:cxnSpLocks/>
            </p:cNvCxnSpPr>
            <p:nvPr/>
          </p:nvCxnSpPr>
          <p:spPr>
            <a:xfrm>
              <a:off x="726635" y="5709684"/>
              <a:ext cx="690111" cy="317280"/>
            </a:xfrm>
            <a:prstGeom prst="line">
              <a:avLst/>
            </a:prstGeom>
            <a:ln w="38100">
              <a:solidFill>
                <a:srgbClr val="7030A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91" name="Straight Connector 452">
              <a:extLst>
                <a:ext uri="{FF2B5EF4-FFF2-40B4-BE49-F238E27FC236}">
                  <a16:creationId xmlns:a16="http://schemas.microsoft.com/office/drawing/2014/main" id="{95E0FCE4-0AFD-424A-A07C-03B318EAFA7E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873924" y="5927636"/>
              <a:ext cx="232086" cy="108762"/>
            </a:xfrm>
            <a:prstGeom prst="line">
              <a:avLst/>
            </a:prstGeom>
            <a:ln w="38100">
              <a:solidFill>
                <a:srgbClr val="7030A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93" name="Straight Connector 452">
              <a:extLst>
                <a:ext uri="{FF2B5EF4-FFF2-40B4-BE49-F238E27FC236}">
                  <a16:creationId xmlns:a16="http://schemas.microsoft.com/office/drawing/2014/main" id="{DD4A5EA1-3628-428C-8041-694675715901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115774" y="4732894"/>
              <a:ext cx="228566" cy="111786"/>
            </a:xfrm>
            <a:prstGeom prst="line">
              <a:avLst/>
            </a:prstGeom>
            <a:ln w="38100">
              <a:solidFill>
                <a:srgbClr val="7030A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96" name="Straight Connector 452">
              <a:extLst>
                <a:ext uri="{FF2B5EF4-FFF2-40B4-BE49-F238E27FC236}">
                  <a16:creationId xmlns:a16="http://schemas.microsoft.com/office/drawing/2014/main" id="{2FA41B72-0D84-455D-9D80-57395F714E22}"/>
                </a:ext>
              </a:extLst>
            </p:cNvPr>
            <p:cNvCxnSpPr>
              <a:cxnSpLocks/>
            </p:cNvCxnSpPr>
            <p:nvPr/>
          </p:nvCxnSpPr>
          <p:spPr>
            <a:xfrm>
              <a:off x="1610988" y="5916841"/>
              <a:ext cx="255419" cy="108471"/>
            </a:xfrm>
            <a:prstGeom prst="line">
              <a:avLst/>
            </a:prstGeom>
            <a:ln w="38100">
              <a:solidFill>
                <a:srgbClr val="7030A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97" name="Straight Connector 452">
              <a:extLst>
                <a:ext uri="{FF2B5EF4-FFF2-40B4-BE49-F238E27FC236}">
                  <a16:creationId xmlns:a16="http://schemas.microsoft.com/office/drawing/2014/main" id="{690B3434-0342-44E6-B210-55673210EA56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639321" y="5759798"/>
              <a:ext cx="0" cy="167838"/>
            </a:xfrm>
            <a:prstGeom prst="line">
              <a:avLst/>
            </a:prstGeom>
            <a:ln w="38100">
              <a:solidFill>
                <a:srgbClr val="7030A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98" name="Straight Connector 452">
              <a:extLst>
                <a:ext uri="{FF2B5EF4-FFF2-40B4-BE49-F238E27FC236}">
                  <a16:creationId xmlns:a16="http://schemas.microsoft.com/office/drawing/2014/main" id="{46789F57-3E03-455A-93DE-1BBEF70B1CEE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090904" y="5733113"/>
              <a:ext cx="0" cy="175443"/>
            </a:xfrm>
            <a:prstGeom prst="line">
              <a:avLst/>
            </a:prstGeom>
            <a:ln w="38100">
              <a:solidFill>
                <a:srgbClr val="7030A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01" name="Straight Connector 452">
              <a:extLst>
                <a:ext uri="{FF2B5EF4-FFF2-40B4-BE49-F238E27FC236}">
                  <a16:creationId xmlns:a16="http://schemas.microsoft.com/office/drawing/2014/main" id="{C8A18869-993B-4F60-97FD-D737FACEE834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328852" y="4822554"/>
              <a:ext cx="264813" cy="114819"/>
            </a:xfrm>
            <a:prstGeom prst="line">
              <a:avLst/>
            </a:prstGeom>
            <a:ln w="38100">
              <a:solidFill>
                <a:srgbClr val="7030A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03" name="Straight Connector 452">
              <a:extLst>
                <a:ext uri="{FF2B5EF4-FFF2-40B4-BE49-F238E27FC236}">
                  <a16:creationId xmlns:a16="http://schemas.microsoft.com/office/drawing/2014/main" id="{CEBFA283-3901-4A74-8961-B938863A8F8B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2087738" y="5559680"/>
              <a:ext cx="6603" cy="180351"/>
            </a:xfrm>
            <a:prstGeom prst="line">
              <a:avLst/>
            </a:prstGeom>
            <a:ln w="38100">
              <a:solidFill>
                <a:srgbClr val="7030A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05" name="Straight Connector 452">
              <a:extLst>
                <a:ext uri="{FF2B5EF4-FFF2-40B4-BE49-F238E27FC236}">
                  <a16:creationId xmlns:a16="http://schemas.microsoft.com/office/drawing/2014/main" id="{4A3B9BBE-D515-43B2-AFF1-962C8BBEF9E1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094341" y="5376186"/>
              <a:ext cx="6232" cy="200760"/>
            </a:xfrm>
            <a:prstGeom prst="line">
              <a:avLst/>
            </a:prstGeom>
            <a:ln w="38100">
              <a:solidFill>
                <a:srgbClr val="7030A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09" name="Straight Connector 452">
              <a:extLst>
                <a:ext uri="{FF2B5EF4-FFF2-40B4-BE49-F238E27FC236}">
                  <a16:creationId xmlns:a16="http://schemas.microsoft.com/office/drawing/2014/main" id="{2082EF48-98E0-47D0-A497-C4651C7CA673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2132581" y="5365989"/>
              <a:ext cx="196783" cy="110698"/>
            </a:xfrm>
            <a:prstGeom prst="line">
              <a:avLst/>
            </a:prstGeom>
            <a:ln w="38100">
              <a:solidFill>
                <a:srgbClr val="7030A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11" name="Straight Connector 452">
              <a:extLst>
                <a:ext uri="{FF2B5EF4-FFF2-40B4-BE49-F238E27FC236}">
                  <a16:creationId xmlns:a16="http://schemas.microsoft.com/office/drawing/2014/main" id="{BA4D69DC-167A-430C-B6A6-85FA46EF14A0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2321704" y="4910533"/>
              <a:ext cx="6604" cy="578314"/>
            </a:xfrm>
            <a:prstGeom prst="line">
              <a:avLst/>
            </a:prstGeom>
            <a:ln w="38100">
              <a:solidFill>
                <a:srgbClr val="7030A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13" name="Straight Connector 452">
              <a:extLst>
                <a:ext uri="{FF2B5EF4-FFF2-40B4-BE49-F238E27FC236}">
                  <a16:creationId xmlns:a16="http://schemas.microsoft.com/office/drawing/2014/main" id="{9BBDA018-B554-49B1-9BCC-383B77F3BA84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1404002" y="4511080"/>
              <a:ext cx="729042" cy="324749"/>
            </a:xfrm>
            <a:prstGeom prst="line">
              <a:avLst/>
            </a:prstGeom>
            <a:ln w="38100">
              <a:solidFill>
                <a:srgbClr val="7030A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15" name="Straight Connector 452">
              <a:extLst>
                <a:ext uri="{FF2B5EF4-FFF2-40B4-BE49-F238E27FC236}">
                  <a16:creationId xmlns:a16="http://schemas.microsoft.com/office/drawing/2014/main" id="{E6D36292-1424-45EB-B74B-A5C6BB78DA3A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646098" y="4266154"/>
              <a:ext cx="916195" cy="342033"/>
            </a:xfrm>
            <a:prstGeom prst="line">
              <a:avLst/>
            </a:prstGeom>
            <a:ln w="38100">
              <a:solidFill>
                <a:srgbClr val="7030A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18" name="Straight Connector 452">
              <a:extLst>
                <a:ext uri="{FF2B5EF4-FFF2-40B4-BE49-F238E27FC236}">
                  <a16:creationId xmlns:a16="http://schemas.microsoft.com/office/drawing/2014/main" id="{07C4D3CB-2407-442F-A7D0-9613F2B02FC6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2578706" y="4253943"/>
              <a:ext cx="716069" cy="302894"/>
            </a:xfrm>
            <a:prstGeom prst="line">
              <a:avLst/>
            </a:prstGeom>
            <a:ln w="38100">
              <a:solidFill>
                <a:srgbClr val="7030A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21" name="Straight Connector 452">
              <a:extLst>
                <a:ext uri="{FF2B5EF4-FFF2-40B4-BE49-F238E27FC236}">
                  <a16:creationId xmlns:a16="http://schemas.microsoft.com/office/drawing/2014/main" id="{3824657B-5C2C-4F91-A5F7-EB82379CBDF0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3278023" y="3983728"/>
              <a:ext cx="6604" cy="578314"/>
            </a:xfrm>
            <a:prstGeom prst="line">
              <a:avLst/>
            </a:prstGeom>
            <a:ln w="38100">
              <a:solidFill>
                <a:srgbClr val="7030A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22" name="Straight Connector 452">
              <a:extLst>
                <a:ext uri="{FF2B5EF4-FFF2-40B4-BE49-F238E27FC236}">
                  <a16:creationId xmlns:a16="http://schemas.microsoft.com/office/drawing/2014/main" id="{4BCC1097-F1D0-4EDA-BF15-5B2ED04F728D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806364" y="3915317"/>
              <a:ext cx="252060" cy="84824"/>
            </a:xfrm>
            <a:prstGeom prst="line">
              <a:avLst/>
            </a:prstGeom>
            <a:ln w="38100">
              <a:solidFill>
                <a:srgbClr val="7030A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23" name="Straight Connector 452">
              <a:extLst>
                <a:ext uri="{FF2B5EF4-FFF2-40B4-BE49-F238E27FC236}">
                  <a16:creationId xmlns:a16="http://schemas.microsoft.com/office/drawing/2014/main" id="{0583EAAB-00E1-4237-A227-3D588251979F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2080428" y="3685717"/>
              <a:ext cx="741512" cy="311821"/>
            </a:xfrm>
            <a:prstGeom prst="line">
              <a:avLst/>
            </a:prstGeom>
            <a:ln w="38100">
              <a:solidFill>
                <a:srgbClr val="7030A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25" name="Straight Connector 452">
              <a:extLst>
                <a:ext uri="{FF2B5EF4-FFF2-40B4-BE49-F238E27FC236}">
                  <a16:creationId xmlns:a16="http://schemas.microsoft.com/office/drawing/2014/main" id="{0E412DDC-D1FC-420C-B1AB-D0F94A26DE8F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080208" y="3519508"/>
              <a:ext cx="5272" cy="166210"/>
            </a:xfrm>
            <a:prstGeom prst="line">
              <a:avLst/>
            </a:prstGeom>
            <a:ln w="38100">
              <a:solidFill>
                <a:srgbClr val="7030A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28" name="Straight Connector 452">
              <a:extLst>
                <a:ext uri="{FF2B5EF4-FFF2-40B4-BE49-F238E27FC236}">
                  <a16:creationId xmlns:a16="http://schemas.microsoft.com/office/drawing/2014/main" id="{C5A426A0-C9A8-431D-97CF-B07B63DE76BD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1847387" y="3228759"/>
              <a:ext cx="228812" cy="95999"/>
            </a:xfrm>
            <a:prstGeom prst="line">
              <a:avLst/>
            </a:prstGeom>
            <a:ln w="38100">
              <a:solidFill>
                <a:srgbClr val="7030A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130" name="矩形 2129">
              <a:extLst>
                <a:ext uri="{FF2B5EF4-FFF2-40B4-BE49-F238E27FC236}">
                  <a16:creationId xmlns:a16="http://schemas.microsoft.com/office/drawing/2014/main" id="{B2DB03BB-B6D6-4BC0-B39C-3B4E93951B21}"/>
                </a:ext>
              </a:extLst>
            </p:cNvPr>
            <p:cNvSpPr/>
            <p:nvPr/>
          </p:nvSpPr>
          <p:spPr>
            <a:xfrm>
              <a:off x="-221793" y="212779"/>
              <a:ext cx="4849982" cy="646331"/>
            </a:xfrm>
            <a:prstGeom prst="rect">
              <a:avLst/>
            </a:prstGeom>
            <a:noFill/>
          </p:spPr>
          <p:txBody>
            <a:bodyPr wrap="square" lIns="91440" tIns="45720" rIns="91440" bIns="45720">
              <a:spAutoFit/>
            </a:bodyPr>
            <a:lstStyle/>
            <a:p>
              <a:pPr algn="ctr"/>
              <a:r>
                <a:rPr lang="en-US" altLang="zh-CN" sz="3600" b="0" cap="none" spc="0" dirty="0" err="1">
                  <a:ln w="0"/>
                  <a:solidFill>
                    <a:schemeClr val="accent1"/>
                  </a:solidFill>
                  <a:effectLst>
                    <a:outerShdw blurRad="38100" dist="25400" dir="5400000" algn="ctr" rotWithShape="0">
                      <a:srgbClr val="6E747A">
                        <a:alpha val="43000"/>
                      </a:srgbClr>
                    </a:outerShdw>
                  </a:effectLst>
                </a:rPr>
                <a:t>Creatded</a:t>
              </a:r>
              <a:r>
                <a:rPr lang="en-US" altLang="zh-CN" sz="3600" b="0" cap="none" spc="0" dirty="0">
                  <a:ln w="0"/>
                  <a:solidFill>
                    <a:schemeClr val="accent1"/>
                  </a:solidFill>
                  <a:effectLst>
                    <a:outerShdw blurRad="38100" dist="25400" dir="5400000" algn="ctr" rotWithShape="0">
                      <a:srgbClr val="6E747A">
                        <a:alpha val="43000"/>
                      </a:srgbClr>
                    </a:outerShdw>
                  </a:effectLst>
                </a:rPr>
                <a:t> by  </a:t>
              </a:r>
              <a:r>
                <a:rPr lang="zh-CN" altLang="en-US" sz="3600" b="0" cap="none" spc="0" dirty="0">
                  <a:ln w="0"/>
                  <a:solidFill>
                    <a:schemeClr val="accent1"/>
                  </a:solidFill>
                  <a:effectLst>
                    <a:outerShdw blurRad="38100" dist="25400" dir="5400000" algn="ctr" rotWithShape="0">
                      <a:srgbClr val="6E747A">
                        <a:alpha val="43000"/>
                      </a:srgbClr>
                    </a:outerShdw>
                  </a:effectLst>
                </a:rPr>
                <a:t>🦌</a:t>
              </a:r>
            </a:p>
          </p:txBody>
        </p:sp>
        <p:sp>
          <p:nvSpPr>
            <p:cNvPr id="2133" name="文本框 2132">
              <a:extLst>
                <a:ext uri="{FF2B5EF4-FFF2-40B4-BE49-F238E27FC236}">
                  <a16:creationId xmlns:a16="http://schemas.microsoft.com/office/drawing/2014/main" id="{92A10707-5916-43A0-986F-2FC823C00715}"/>
                </a:ext>
              </a:extLst>
            </p:cNvPr>
            <p:cNvSpPr txBox="1"/>
            <p:nvPr/>
          </p:nvSpPr>
          <p:spPr>
            <a:xfrm>
              <a:off x="11013474" y="10109883"/>
              <a:ext cx="30168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dirty="0">
                  <a:solidFill>
                    <a:schemeClr val="accent2"/>
                  </a:solidFill>
                </a:rPr>
                <a:t>1</a:t>
              </a:r>
              <a:endParaRPr lang="zh-CN" altLang="en-US" dirty="0">
                <a:solidFill>
                  <a:schemeClr val="accent2"/>
                </a:solidFill>
              </a:endParaRPr>
            </a:p>
          </p:txBody>
        </p:sp>
        <p:sp>
          <p:nvSpPr>
            <p:cNvPr id="2136" name="文本框 2135">
              <a:extLst>
                <a:ext uri="{FF2B5EF4-FFF2-40B4-BE49-F238E27FC236}">
                  <a16:creationId xmlns:a16="http://schemas.microsoft.com/office/drawing/2014/main" id="{D451C835-AA3A-4D60-BE5B-725D12514C0B}"/>
                </a:ext>
              </a:extLst>
            </p:cNvPr>
            <p:cNvSpPr txBox="1"/>
            <p:nvPr/>
          </p:nvSpPr>
          <p:spPr>
            <a:xfrm>
              <a:off x="9503648" y="8489933"/>
              <a:ext cx="30168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dirty="0">
                  <a:solidFill>
                    <a:schemeClr val="accent2"/>
                  </a:solidFill>
                </a:rPr>
                <a:t>2</a:t>
              </a:r>
              <a:endParaRPr lang="zh-CN" altLang="en-US" dirty="0">
                <a:solidFill>
                  <a:schemeClr val="accent2"/>
                </a:solidFill>
              </a:endParaRPr>
            </a:p>
          </p:txBody>
        </p:sp>
        <p:sp>
          <p:nvSpPr>
            <p:cNvPr id="2137" name="文本框 2136">
              <a:extLst>
                <a:ext uri="{FF2B5EF4-FFF2-40B4-BE49-F238E27FC236}">
                  <a16:creationId xmlns:a16="http://schemas.microsoft.com/office/drawing/2014/main" id="{9D09DEF4-C731-436B-9B27-64864798F6EE}"/>
                </a:ext>
              </a:extLst>
            </p:cNvPr>
            <p:cNvSpPr txBox="1"/>
            <p:nvPr/>
          </p:nvSpPr>
          <p:spPr>
            <a:xfrm>
              <a:off x="9934324" y="6642089"/>
              <a:ext cx="30168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dirty="0">
                  <a:solidFill>
                    <a:schemeClr val="accent2"/>
                  </a:solidFill>
                </a:rPr>
                <a:t>3</a:t>
              </a:r>
              <a:endParaRPr lang="zh-CN" altLang="en-US" dirty="0">
                <a:solidFill>
                  <a:schemeClr val="accent2"/>
                </a:solidFill>
              </a:endParaRPr>
            </a:p>
          </p:txBody>
        </p:sp>
        <p:sp>
          <p:nvSpPr>
            <p:cNvPr id="2138" name="文本框 2137">
              <a:extLst>
                <a:ext uri="{FF2B5EF4-FFF2-40B4-BE49-F238E27FC236}">
                  <a16:creationId xmlns:a16="http://schemas.microsoft.com/office/drawing/2014/main" id="{DEE3AA6D-DF9A-4D3E-B8B8-1FFF270C3193}"/>
                </a:ext>
              </a:extLst>
            </p:cNvPr>
            <p:cNvSpPr txBox="1"/>
            <p:nvPr/>
          </p:nvSpPr>
          <p:spPr>
            <a:xfrm>
              <a:off x="11648150" y="6406849"/>
              <a:ext cx="30168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dirty="0">
                  <a:solidFill>
                    <a:schemeClr val="accent2"/>
                  </a:solidFill>
                </a:rPr>
                <a:t>4</a:t>
              </a:r>
              <a:endParaRPr lang="zh-CN" altLang="en-US" dirty="0">
                <a:solidFill>
                  <a:schemeClr val="accent2"/>
                </a:solidFill>
              </a:endParaRPr>
            </a:p>
          </p:txBody>
        </p:sp>
        <p:sp>
          <p:nvSpPr>
            <p:cNvPr id="2139" name="文本框 2138">
              <a:extLst>
                <a:ext uri="{FF2B5EF4-FFF2-40B4-BE49-F238E27FC236}">
                  <a16:creationId xmlns:a16="http://schemas.microsoft.com/office/drawing/2014/main" id="{9C9647F1-5866-4DDA-8302-6160C73FF0B5}"/>
                </a:ext>
              </a:extLst>
            </p:cNvPr>
            <p:cNvSpPr txBox="1"/>
            <p:nvPr/>
          </p:nvSpPr>
          <p:spPr>
            <a:xfrm>
              <a:off x="10933449" y="5494565"/>
              <a:ext cx="30168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dirty="0">
                  <a:solidFill>
                    <a:schemeClr val="accent2"/>
                  </a:solidFill>
                </a:rPr>
                <a:t>5</a:t>
              </a:r>
              <a:endParaRPr lang="zh-CN" altLang="en-US" dirty="0">
                <a:solidFill>
                  <a:schemeClr val="accent2"/>
                </a:solidFill>
              </a:endParaRPr>
            </a:p>
          </p:txBody>
        </p:sp>
        <p:sp>
          <p:nvSpPr>
            <p:cNvPr id="2140" name="文本框 2139">
              <a:extLst>
                <a:ext uri="{FF2B5EF4-FFF2-40B4-BE49-F238E27FC236}">
                  <a16:creationId xmlns:a16="http://schemas.microsoft.com/office/drawing/2014/main" id="{2C4A900C-63E4-4181-83E0-75B5AE411AB2}"/>
                </a:ext>
              </a:extLst>
            </p:cNvPr>
            <p:cNvSpPr txBox="1"/>
            <p:nvPr/>
          </p:nvSpPr>
          <p:spPr>
            <a:xfrm>
              <a:off x="10898865" y="3206604"/>
              <a:ext cx="30168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dirty="0">
                  <a:solidFill>
                    <a:schemeClr val="accent2"/>
                  </a:solidFill>
                </a:rPr>
                <a:t>6</a:t>
              </a:r>
              <a:endParaRPr lang="zh-CN" altLang="en-US" dirty="0">
                <a:solidFill>
                  <a:schemeClr val="accent2"/>
                </a:solidFill>
              </a:endParaRPr>
            </a:p>
          </p:txBody>
        </p:sp>
        <p:sp>
          <p:nvSpPr>
            <p:cNvPr id="2141" name="文本框 2140">
              <a:extLst>
                <a:ext uri="{FF2B5EF4-FFF2-40B4-BE49-F238E27FC236}">
                  <a16:creationId xmlns:a16="http://schemas.microsoft.com/office/drawing/2014/main" id="{C6A6081C-D6C0-454B-AA78-0FA569916472}"/>
                </a:ext>
              </a:extLst>
            </p:cNvPr>
            <p:cNvSpPr txBox="1"/>
            <p:nvPr/>
          </p:nvSpPr>
          <p:spPr>
            <a:xfrm>
              <a:off x="2539623" y="3412443"/>
              <a:ext cx="30168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dirty="0">
                  <a:solidFill>
                    <a:srgbClr val="00B0F0"/>
                  </a:solidFill>
                </a:rPr>
                <a:t>7</a:t>
              </a:r>
              <a:endParaRPr lang="zh-CN" altLang="en-US" dirty="0">
                <a:solidFill>
                  <a:srgbClr val="00B0F0"/>
                </a:solidFill>
              </a:endParaRPr>
            </a:p>
          </p:txBody>
        </p:sp>
        <p:cxnSp>
          <p:nvCxnSpPr>
            <p:cNvPr id="2144" name="Straight Connector 452">
              <a:extLst>
                <a:ext uri="{FF2B5EF4-FFF2-40B4-BE49-F238E27FC236}">
                  <a16:creationId xmlns:a16="http://schemas.microsoft.com/office/drawing/2014/main" id="{C7963152-6995-4F4E-8507-AC88F60473B0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8689355" y="7570792"/>
              <a:ext cx="25292" cy="204060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47" name="Straight Connector 452">
              <a:extLst>
                <a:ext uri="{FF2B5EF4-FFF2-40B4-BE49-F238E27FC236}">
                  <a16:creationId xmlns:a16="http://schemas.microsoft.com/office/drawing/2014/main" id="{7AEF7ABD-D4BD-4D44-9003-2BF896EF4369}"/>
                </a:ext>
              </a:extLst>
            </p:cNvPr>
            <p:cNvCxnSpPr>
              <a:cxnSpLocks/>
            </p:cNvCxnSpPr>
            <p:nvPr/>
          </p:nvCxnSpPr>
          <p:spPr>
            <a:xfrm>
              <a:off x="7767902" y="7559954"/>
              <a:ext cx="484119" cy="169875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56" name="Straight Connector 452">
              <a:extLst>
                <a:ext uri="{FF2B5EF4-FFF2-40B4-BE49-F238E27FC236}">
                  <a16:creationId xmlns:a16="http://schemas.microsoft.com/office/drawing/2014/main" id="{01D79580-5F7F-4392-9AF3-D1966C41E060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6110254" y="8017578"/>
              <a:ext cx="227747" cy="107401"/>
            </a:xfrm>
            <a:prstGeom prst="line">
              <a:avLst/>
            </a:prstGeom>
            <a:ln w="38100">
              <a:solidFill>
                <a:schemeClr val="accent2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58" name="Straight Connector 452">
              <a:extLst>
                <a:ext uri="{FF2B5EF4-FFF2-40B4-BE49-F238E27FC236}">
                  <a16:creationId xmlns:a16="http://schemas.microsoft.com/office/drawing/2014/main" id="{E5C7D22E-83D6-41CB-8FB8-26C9D2FBD428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6344872" y="7986862"/>
              <a:ext cx="465509" cy="138117"/>
            </a:xfrm>
            <a:prstGeom prst="line">
              <a:avLst/>
            </a:prstGeom>
            <a:ln w="38100">
              <a:solidFill>
                <a:schemeClr val="accent2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62" name="Straight Connector 452">
              <a:extLst>
                <a:ext uri="{FF2B5EF4-FFF2-40B4-BE49-F238E27FC236}">
                  <a16:creationId xmlns:a16="http://schemas.microsoft.com/office/drawing/2014/main" id="{BCBE4FD0-98B0-4FDC-A549-D750E0F270B8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861316" y="7559668"/>
              <a:ext cx="901616" cy="358746"/>
            </a:xfrm>
            <a:prstGeom prst="line">
              <a:avLst/>
            </a:prstGeom>
            <a:ln w="38100" cap="flat" cmpd="sng" algn="ctr">
              <a:solidFill>
                <a:srgbClr val="FFFF00"/>
              </a:solidFill>
              <a:prstDash val="dash"/>
              <a:round/>
              <a:headEnd type="none" w="med" len="med"/>
              <a:tailEnd type="non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tx1"/>
            </a:fontRef>
          </p:style>
        </p:cxnSp>
        <p:cxnSp>
          <p:nvCxnSpPr>
            <p:cNvPr id="2165" name="Straight Connector 452">
              <a:extLst>
                <a:ext uri="{FF2B5EF4-FFF2-40B4-BE49-F238E27FC236}">
                  <a16:creationId xmlns:a16="http://schemas.microsoft.com/office/drawing/2014/main" id="{E679743F-B8AA-4724-8C3F-318EEE788605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387936" y="7731372"/>
              <a:ext cx="430919" cy="199520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67" name="Straight Connector 452">
              <a:extLst>
                <a:ext uri="{FF2B5EF4-FFF2-40B4-BE49-F238E27FC236}">
                  <a16:creationId xmlns:a16="http://schemas.microsoft.com/office/drawing/2014/main" id="{2DE2611F-9848-4F10-B2E8-9058A9FEDBF7}"/>
                </a:ext>
              </a:extLst>
            </p:cNvPr>
            <p:cNvCxnSpPr>
              <a:cxnSpLocks/>
            </p:cNvCxnSpPr>
            <p:nvPr/>
          </p:nvCxnSpPr>
          <p:spPr>
            <a:xfrm>
              <a:off x="6351614" y="7773429"/>
              <a:ext cx="50307" cy="144985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41" name="Straight Connector 452">
              <a:extLst>
                <a:ext uri="{FF2B5EF4-FFF2-40B4-BE49-F238E27FC236}">
                  <a16:creationId xmlns:a16="http://schemas.microsoft.com/office/drawing/2014/main" id="{531B23F8-A140-4615-B5E6-B4630953ABE2}"/>
                </a:ext>
              </a:extLst>
            </p:cNvPr>
            <p:cNvCxnSpPr>
              <a:cxnSpLocks/>
            </p:cNvCxnSpPr>
            <p:nvPr/>
          </p:nvCxnSpPr>
          <p:spPr>
            <a:xfrm>
              <a:off x="3514749" y="1864188"/>
              <a:ext cx="7398" cy="384846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44" name="Straight Connector 452">
              <a:extLst>
                <a:ext uri="{FF2B5EF4-FFF2-40B4-BE49-F238E27FC236}">
                  <a16:creationId xmlns:a16="http://schemas.microsoft.com/office/drawing/2014/main" id="{745A6A6A-C1A2-44B4-96ED-1CA25AB1DC3D}"/>
                </a:ext>
              </a:extLst>
            </p:cNvPr>
            <p:cNvCxnSpPr>
              <a:cxnSpLocks/>
            </p:cNvCxnSpPr>
            <p:nvPr/>
          </p:nvCxnSpPr>
          <p:spPr>
            <a:xfrm>
              <a:off x="2989837" y="1853427"/>
              <a:ext cx="538925" cy="0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648" name="TextBox 647">
              <a:extLst>
                <a:ext uri="{FF2B5EF4-FFF2-40B4-BE49-F238E27FC236}">
                  <a16:creationId xmlns:a16="http://schemas.microsoft.com/office/drawing/2014/main" id="{E1B36547-EA29-4A42-B9E0-9E1C93D2EF7C}"/>
                </a:ext>
              </a:extLst>
            </p:cNvPr>
            <p:cNvSpPr txBox="1"/>
            <p:nvPr/>
          </p:nvSpPr>
          <p:spPr>
            <a:xfrm>
              <a:off x="3954924" y="1582232"/>
              <a:ext cx="418704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44</a:t>
              </a:r>
            </a:p>
          </p:txBody>
        </p:sp>
        <p:sp>
          <p:nvSpPr>
            <p:cNvPr id="649" name="TextBox 648">
              <a:extLst>
                <a:ext uri="{FF2B5EF4-FFF2-40B4-BE49-F238E27FC236}">
                  <a16:creationId xmlns:a16="http://schemas.microsoft.com/office/drawing/2014/main" id="{E0F15551-CA85-4785-AAE1-915CA13D2BF9}"/>
                </a:ext>
              </a:extLst>
            </p:cNvPr>
            <p:cNvSpPr txBox="1"/>
            <p:nvPr/>
          </p:nvSpPr>
          <p:spPr>
            <a:xfrm>
              <a:off x="9174624" y="3538032"/>
              <a:ext cx="418704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93</a:t>
              </a:r>
            </a:p>
          </p:txBody>
        </p:sp>
        <p:sp>
          <p:nvSpPr>
            <p:cNvPr id="650" name="TextBox 649">
              <a:extLst>
                <a:ext uri="{FF2B5EF4-FFF2-40B4-BE49-F238E27FC236}">
                  <a16:creationId xmlns:a16="http://schemas.microsoft.com/office/drawing/2014/main" id="{D0F3B1AB-21B8-46D0-BA08-E720885B7684}"/>
                </a:ext>
              </a:extLst>
            </p:cNvPr>
            <p:cNvSpPr txBox="1"/>
            <p:nvPr/>
          </p:nvSpPr>
          <p:spPr>
            <a:xfrm>
              <a:off x="8685674" y="3538032"/>
              <a:ext cx="55880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/>
                <a:t>254</a:t>
              </a:r>
            </a:p>
          </p:txBody>
        </p:sp>
        <p:sp>
          <p:nvSpPr>
            <p:cNvPr id="651" name="TextBox 650">
              <a:extLst>
                <a:ext uri="{FF2B5EF4-FFF2-40B4-BE49-F238E27FC236}">
                  <a16:creationId xmlns:a16="http://schemas.microsoft.com/office/drawing/2014/main" id="{E2ACEF84-75A9-4924-B89D-55E53A2BF06E}"/>
                </a:ext>
              </a:extLst>
            </p:cNvPr>
            <p:cNvSpPr txBox="1"/>
            <p:nvPr/>
          </p:nvSpPr>
          <p:spPr>
            <a:xfrm>
              <a:off x="5421774" y="1658432"/>
              <a:ext cx="55880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/>
                <a:t>338</a:t>
              </a:r>
            </a:p>
          </p:txBody>
        </p:sp>
        <p:sp>
          <p:nvSpPr>
            <p:cNvPr id="652" name="TextBox 651">
              <a:extLst>
                <a:ext uri="{FF2B5EF4-FFF2-40B4-BE49-F238E27FC236}">
                  <a16:creationId xmlns:a16="http://schemas.microsoft.com/office/drawing/2014/main" id="{4A8D279F-86FD-43A0-BD78-6411B0D515B8}"/>
                </a:ext>
              </a:extLst>
            </p:cNvPr>
            <p:cNvSpPr txBox="1"/>
            <p:nvPr/>
          </p:nvSpPr>
          <p:spPr>
            <a:xfrm>
              <a:off x="4208924" y="4052382"/>
              <a:ext cx="55880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/>
                <a:t>383</a:t>
              </a:r>
            </a:p>
          </p:txBody>
        </p:sp>
        <p:sp>
          <p:nvSpPr>
            <p:cNvPr id="653" name="TextBox 652">
              <a:extLst>
                <a:ext uri="{FF2B5EF4-FFF2-40B4-BE49-F238E27FC236}">
                  <a16:creationId xmlns:a16="http://schemas.microsoft.com/office/drawing/2014/main" id="{6A07F598-6699-40D1-80A5-45B8B7E56A0A}"/>
                </a:ext>
              </a:extLst>
            </p:cNvPr>
            <p:cNvSpPr txBox="1"/>
            <p:nvPr/>
          </p:nvSpPr>
          <p:spPr>
            <a:xfrm>
              <a:off x="11574924" y="3475319"/>
              <a:ext cx="535724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113</a:t>
              </a:r>
            </a:p>
          </p:txBody>
        </p:sp>
        <p:sp>
          <p:nvSpPr>
            <p:cNvPr id="654" name="TextBox 653">
              <a:extLst>
                <a:ext uri="{FF2B5EF4-FFF2-40B4-BE49-F238E27FC236}">
                  <a16:creationId xmlns:a16="http://schemas.microsoft.com/office/drawing/2014/main" id="{765F260B-12BC-4A42-BC76-BE052583F487}"/>
                </a:ext>
              </a:extLst>
            </p:cNvPr>
            <p:cNvSpPr txBox="1"/>
            <p:nvPr/>
          </p:nvSpPr>
          <p:spPr>
            <a:xfrm>
              <a:off x="11614275" y="8421484"/>
              <a:ext cx="535724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240</a:t>
              </a:r>
            </a:p>
          </p:txBody>
        </p:sp>
        <p:sp>
          <p:nvSpPr>
            <p:cNvPr id="658" name="TextBox 657">
              <a:extLst>
                <a:ext uri="{FF2B5EF4-FFF2-40B4-BE49-F238E27FC236}">
                  <a16:creationId xmlns:a16="http://schemas.microsoft.com/office/drawing/2014/main" id="{4B9AFF3C-4C92-4770-B906-5AE26B5CEAB4}"/>
                </a:ext>
              </a:extLst>
            </p:cNvPr>
            <p:cNvSpPr txBox="1"/>
            <p:nvPr/>
          </p:nvSpPr>
          <p:spPr>
            <a:xfrm>
              <a:off x="1513400" y="2987260"/>
              <a:ext cx="418704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81</a:t>
              </a:r>
            </a:p>
          </p:txBody>
        </p:sp>
        <p:cxnSp>
          <p:nvCxnSpPr>
            <p:cNvPr id="656" name="Straight Connector 452">
              <a:extLst>
                <a:ext uri="{FF2B5EF4-FFF2-40B4-BE49-F238E27FC236}">
                  <a16:creationId xmlns:a16="http://schemas.microsoft.com/office/drawing/2014/main" id="{BDC3772B-EEE9-4A11-8AB5-8E2AB2F9BC7A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2547118" y="9309053"/>
              <a:ext cx="230881" cy="92312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59" name="Straight Connector 452">
              <a:extLst>
                <a:ext uri="{FF2B5EF4-FFF2-40B4-BE49-F238E27FC236}">
                  <a16:creationId xmlns:a16="http://schemas.microsoft.com/office/drawing/2014/main" id="{4ED7F238-D5FC-4188-8D19-18C29273EA42}"/>
                </a:ext>
              </a:extLst>
            </p:cNvPr>
            <p:cNvCxnSpPr>
              <a:cxnSpLocks/>
            </p:cNvCxnSpPr>
            <p:nvPr/>
          </p:nvCxnSpPr>
          <p:spPr>
            <a:xfrm>
              <a:off x="12768692" y="9306667"/>
              <a:ext cx="0" cy="215158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64" name="Straight Connector 452">
              <a:extLst>
                <a:ext uri="{FF2B5EF4-FFF2-40B4-BE49-F238E27FC236}">
                  <a16:creationId xmlns:a16="http://schemas.microsoft.com/office/drawing/2014/main" id="{A35077F4-8240-4090-871C-6BBF89C3FDEA}"/>
                </a:ext>
              </a:extLst>
            </p:cNvPr>
            <p:cNvCxnSpPr>
              <a:cxnSpLocks/>
            </p:cNvCxnSpPr>
            <p:nvPr/>
          </p:nvCxnSpPr>
          <p:spPr>
            <a:xfrm>
              <a:off x="12523438" y="9794402"/>
              <a:ext cx="0" cy="215158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67" name="Straight Connector 452">
              <a:extLst>
                <a:ext uri="{FF2B5EF4-FFF2-40B4-BE49-F238E27FC236}">
                  <a16:creationId xmlns:a16="http://schemas.microsoft.com/office/drawing/2014/main" id="{30BFF93C-F234-43D4-954D-D54E4810C0B9}"/>
                </a:ext>
              </a:extLst>
            </p:cNvPr>
            <p:cNvCxnSpPr>
              <a:cxnSpLocks/>
            </p:cNvCxnSpPr>
            <p:nvPr/>
          </p:nvCxnSpPr>
          <p:spPr>
            <a:xfrm>
              <a:off x="11821061" y="10060949"/>
              <a:ext cx="222879" cy="91555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70" name="Straight Connector 452">
              <a:extLst>
                <a:ext uri="{FF2B5EF4-FFF2-40B4-BE49-F238E27FC236}">
                  <a16:creationId xmlns:a16="http://schemas.microsoft.com/office/drawing/2014/main" id="{3397BDDE-9A9D-4D7F-A429-D8BE4F48FF4B}"/>
                </a:ext>
              </a:extLst>
            </p:cNvPr>
            <p:cNvCxnSpPr>
              <a:cxnSpLocks/>
            </p:cNvCxnSpPr>
            <p:nvPr/>
          </p:nvCxnSpPr>
          <p:spPr>
            <a:xfrm>
              <a:off x="11580705" y="10280624"/>
              <a:ext cx="8274" cy="236979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71" name="Straight Connector 452">
              <a:extLst>
                <a:ext uri="{FF2B5EF4-FFF2-40B4-BE49-F238E27FC236}">
                  <a16:creationId xmlns:a16="http://schemas.microsoft.com/office/drawing/2014/main" id="{0607D75B-BDC7-470C-ACD1-80E91913A65A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1101206" y="10499740"/>
              <a:ext cx="499536" cy="184395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75" name="Straight Connector 452">
              <a:extLst>
                <a:ext uri="{FF2B5EF4-FFF2-40B4-BE49-F238E27FC236}">
                  <a16:creationId xmlns:a16="http://schemas.microsoft.com/office/drawing/2014/main" id="{B382F8CA-B03D-481B-8A55-F8C54D20A442}"/>
                </a:ext>
              </a:extLst>
            </p:cNvPr>
            <p:cNvCxnSpPr>
              <a:cxnSpLocks/>
            </p:cNvCxnSpPr>
            <p:nvPr/>
          </p:nvCxnSpPr>
          <p:spPr>
            <a:xfrm>
              <a:off x="10144701" y="9938218"/>
              <a:ext cx="7038" cy="213132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76" name="Straight Connector 452">
              <a:extLst>
                <a:ext uri="{FF2B5EF4-FFF2-40B4-BE49-F238E27FC236}">
                  <a16:creationId xmlns:a16="http://schemas.microsoft.com/office/drawing/2014/main" id="{0D57FF4F-3F61-499F-8162-0CAB208C5C25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9909252" y="9972966"/>
              <a:ext cx="230881" cy="92312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77" name="Straight Connector 452">
              <a:extLst>
                <a:ext uri="{FF2B5EF4-FFF2-40B4-BE49-F238E27FC236}">
                  <a16:creationId xmlns:a16="http://schemas.microsoft.com/office/drawing/2014/main" id="{434821D5-B49B-4E7D-9F17-557BFB117287}"/>
                </a:ext>
              </a:extLst>
            </p:cNvPr>
            <p:cNvCxnSpPr>
              <a:cxnSpLocks/>
            </p:cNvCxnSpPr>
            <p:nvPr/>
          </p:nvCxnSpPr>
          <p:spPr>
            <a:xfrm>
              <a:off x="9922077" y="9831652"/>
              <a:ext cx="7038" cy="213132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78" name="Straight Connector 452">
              <a:extLst>
                <a:ext uri="{FF2B5EF4-FFF2-40B4-BE49-F238E27FC236}">
                  <a16:creationId xmlns:a16="http://schemas.microsoft.com/office/drawing/2014/main" id="{B167809F-2653-4635-BD9A-905734DB9B46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9694033" y="9864921"/>
              <a:ext cx="230881" cy="92312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79" name="Straight Connector 452">
              <a:extLst>
                <a:ext uri="{FF2B5EF4-FFF2-40B4-BE49-F238E27FC236}">
                  <a16:creationId xmlns:a16="http://schemas.microsoft.com/office/drawing/2014/main" id="{69837FDA-18A5-4104-B90E-FF6EF77FBCE7}"/>
                </a:ext>
              </a:extLst>
            </p:cNvPr>
            <p:cNvCxnSpPr>
              <a:cxnSpLocks/>
            </p:cNvCxnSpPr>
            <p:nvPr/>
          </p:nvCxnSpPr>
          <p:spPr>
            <a:xfrm>
              <a:off x="9711059" y="9927535"/>
              <a:ext cx="7038" cy="213132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80" name="Straight Connector 452">
              <a:extLst>
                <a:ext uri="{FF2B5EF4-FFF2-40B4-BE49-F238E27FC236}">
                  <a16:creationId xmlns:a16="http://schemas.microsoft.com/office/drawing/2014/main" id="{AF4870F7-189F-471F-A14C-03EC185AFA31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9692845" y="10142963"/>
              <a:ext cx="244610" cy="86269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81" name="Straight Connector 452">
              <a:extLst>
                <a:ext uri="{FF2B5EF4-FFF2-40B4-BE49-F238E27FC236}">
                  <a16:creationId xmlns:a16="http://schemas.microsoft.com/office/drawing/2014/main" id="{FCF4EB0C-EFFC-41AC-9D54-D79B3FD7CD20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9699709" y="10244104"/>
              <a:ext cx="230881" cy="92312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83" name="Straight Connector 452">
              <a:extLst>
                <a:ext uri="{FF2B5EF4-FFF2-40B4-BE49-F238E27FC236}">
                  <a16:creationId xmlns:a16="http://schemas.microsoft.com/office/drawing/2014/main" id="{52B284D6-68F9-47DE-996D-BF5A088FC200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9444223" y="10244104"/>
              <a:ext cx="271410" cy="113856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84" name="Straight Connector 452">
              <a:extLst>
                <a:ext uri="{FF2B5EF4-FFF2-40B4-BE49-F238E27FC236}">
                  <a16:creationId xmlns:a16="http://schemas.microsoft.com/office/drawing/2014/main" id="{2BDDF8BD-AF49-4539-8757-10578A34B086}"/>
                </a:ext>
              </a:extLst>
            </p:cNvPr>
            <p:cNvCxnSpPr>
              <a:cxnSpLocks/>
            </p:cNvCxnSpPr>
            <p:nvPr/>
          </p:nvCxnSpPr>
          <p:spPr>
            <a:xfrm>
              <a:off x="9433425" y="9873035"/>
              <a:ext cx="10139" cy="395599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88" name="Straight Connector 452">
              <a:extLst>
                <a:ext uri="{FF2B5EF4-FFF2-40B4-BE49-F238E27FC236}">
                  <a16:creationId xmlns:a16="http://schemas.microsoft.com/office/drawing/2014/main" id="{4BEC1133-9FC6-459C-8F4C-9109BB5E9A3B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9888117" y="9494861"/>
              <a:ext cx="244610" cy="86269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90" name="Straight Connector 452">
              <a:extLst>
                <a:ext uri="{FF2B5EF4-FFF2-40B4-BE49-F238E27FC236}">
                  <a16:creationId xmlns:a16="http://schemas.microsoft.com/office/drawing/2014/main" id="{21F1257B-131D-4E8B-916C-5E0435F9E0B3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9904312" y="9407615"/>
              <a:ext cx="230881" cy="92312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92" name="Straight Connector 452">
              <a:extLst>
                <a:ext uri="{FF2B5EF4-FFF2-40B4-BE49-F238E27FC236}">
                  <a16:creationId xmlns:a16="http://schemas.microsoft.com/office/drawing/2014/main" id="{97BC0AB6-98C2-44B2-9C83-82B456F37576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10142686" y="9410612"/>
              <a:ext cx="244610" cy="86269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94" name="Straight Connector 452">
              <a:extLst>
                <a:ext uri="{FF2B5EF4-FFF2-40B4-BE49-F238E27FC236}">
                  <a16:creationId xmlns:a16="http://schemas.microsoft.com/office/drawing/2014/main" id="{2A0F25C0-2CDB-4485-970C-E3B36CF5B665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0394638" y="9407615"/>
              <a:ext cx="230881" cy="92312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95" name="Straight Connector 452">
              <a:extLst>
                <a:ext uri="{FF2B5EF4-FFF2-40B4-BE49-F238E27FC236}">
                  <a16:creationId xmlns:a16="http://schemas.microsoft.com/office/drawing/2014/main" id="{1109CF48-08CE-4B13-BA9D-AA138F93974E}"/>
                </a:ext>
              </a:extLst>
            </p:cNvPr>
            <p:cNvCxnSpPr>
              <a:cxnSpLocks/>
            </p:cNvCxnSpPr>
            <p:nvPr/>
          </p:nvCxnSpPr>
          <p:spPr>
            <a:xfrm>
              <a:off x="10624432" y="9384937"/>
              <a:ext cx="7038" cy="213132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97" name="Straight Connector 452">
              <a:extLst>
                <a:ext uri="{FF2B5EF4-FFF2-40B4-BE49-F238E27FC236}">
                  <a16:creationId xmlns:a16="http://schemas.microsoft.com/office/drawing/2014/main" id="{3214FB66-2337-469A-B466-E9F0C1DB0B30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0139356" y="9574529"/>
              <a:ext cx="502319" cy="201628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99" name="Straight Connector 452">
              <a:extLst>
                <a:ext uri="{FF2B5EF4-FFF2-40B4-BE49-F238E27FC236}">
                  <a16:creationId xmlns:a16="http://schemas.microsoft.com/office/drawing/2014/main" id="{C8CA6810-757F-47D3-A62F-34E49B3B4F07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10152600" y="9772069"/>
              <a:ext cx="486060" cy="193680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00" name="Straight Connector 452">
              <a:extLst>
                <a:ext uri="{FF2B5EF4-FFF2-40B4-BE49-F238E27FC236}">
                  <a16:creationId xmlns:a16="http://schemas.microsoft.com/office/drawing/2014/main" id="{D6BEA8AF-EE5D-47A9-83E7-EC1845CAA6E3}"/>
                </a:ext>
              </a:extLst>
            </p:cNvPr>
            <p:cNvCxnSpPr>
              <a:cxnSpLocks/>
            </p:cNvCxnSpPr>
            <p:nvPr/>
          </p:nvCxnSpPr>
          <p:spPr>
            <a:xfrm>
              <a:off x="10628067" y="9945572"/>
              <a:ext cx="250" cy="375432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02" name="Straight Connector 452">
              <a:extLst>
                <a:ext uri="{FF2B5EF4-FFF2-40B4-BE49-F238E27FC236}">
                  <a16:creationId xmlns:a16="http://schemas.microsoft.com/office/drawing/2014/main" id="{7F29A02D-988E-49B9-96E2-D9B78C73812A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10622784" y="10314488"/>
              <a:ext cx="486060" cy="193680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04" name="Straight Connector 452">
              <a:extLst>
                <a:ext uri="{FF2B5EF4-FFF2-40B4-BE49-F238E27FC236}">
                  <a16:creationId xmlns:a16="http://schemas.microsoft.com/office/drawing/2014/main" id="{9541779B-A40C-4A99-81FE-D854BEFEAD6C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1105525" y="10427258"/>
              <a:ext cx="230881" cy="92312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06" name="Straight Connector 452">
              <a:extLst>
                <a:ext uri="{FF2B5EF4-FFF2-40B4-BE49-F238E27FC236}">
                  <a16:creationId xmlns:a16="http://schemas.microsoft.com/office/drawing/2014/main" id="{FAB4C581-B178-489A-AD80-B7113E07D42B}"/>
                </a:ext>
              </a:extLst>
            </p:cNvPr>
            <p:cNvCxnSpPr>
              <a:cxnSpLocks/>
            </p:cNvCxnSpPr>
            <p:nvPr/>
          </p:nvCxnSpPr>
          <p:spPr>
            <a:xfrm>
              <a:off x="11332845" y="10206687"/>
              <a:ext cx="8274" cy="236979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07" name="Straight Connector 452">
              <a:extLst>
                <a:ext uri="{FF2B5EF4-FFF2-40B4-BE49-F238E27FC236}">
                  <a16:creationId xmlns:a16="http://schemas.microsoft.com/office/drawing/2014/main" id="{135CF7D9-16EF-408C-806B-AEE3534D6B40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1306206" y="10151632"/>
              <a:ext cx="285582" cy="100039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09" name="Straight Connector 452">
              <a:extLst>
                <a:ext uri="{FF2B5EF4-FFF2-40B4-BE49-F238E27FC236}">
                  <a16:creationId xmlns:a16="http://schemas.microsoft.com/office/drawing/2014/main" id="{39A6E1B0-D757-479A-9239-5552EAE3E83D}"/>
                </a:ext>
              </a:extLst>
            </p:cNvPr>
            <p:cNvCxnSpPr>
              <a:cxnSpLocks/>
            </p:cNvCxnSpPr>
            <p:nvPr/>
          </p:nvCxnSpPr>
          <p:spPr>
            <a:xfrm>
              <a:off x="11579614" y="9930436"/>
              <a:ext cx="8274" cy="236979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11" name="Straight Connector 452">
              <a:extLst>
                <a:ext uri="{FF2B5EF4-FFF2-40B4-BE49-F238E27FC236}">
                  <a16:creationId xmlns:a16="http://schemas.microsoft.com/office/drawing/2014/main" id="{78BC3AB7-E437-4657-8B61-1B84B30DB287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1074686" y="9944612"/>
              <a:ext cx="513202" cy="213645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13" name="Straight Connector 452">
              <a:extLst>
                <a:ext uri="{FF2B5EF4-FFF2-40B4-BE49-F238E27FC236}">
                  <a16:creationId xmlns:a16="http://schemas.microsoft.com/office/drawing/2014/main" id="{E9AB6DCD-B051-43E8-A26A-7C6F9018110B}"/>
                </a:ext>
              </a:extLst>
            </p:cNvPr>
            <p:cNvCxnSpPr>
              <a:cxnSpLocks/>
            </p:cNvCxnSpPr>
            <p:nvPr/>
          </p:nvCxnSpPr>
          <p:spPr>
            <a:xfrm>
              <a:off x="11565918" y="9578053"/>
              <a:ext cx="8274" cy="236979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15" name="Straight Connector 452">
              <a:extLst>
                <a:ext uri="{FF2B5EF4-FFF2-40B4-BE49-F238E27FC236}">
                  <a16:creationId xmlns:a16="http://schemas.microsoft.com/office/drawing/2014/main" id="{4779593C-5F54-4D16-B4EF-D3FBCDC115A5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1092508" y="9598118"/>
              <a:ext cx="479044" cy="175906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17" name="Straight Connector 452">
              <a:extLst>
                <a:ext uri="{FF2B5EF4-FFF2-40B4-BE49-F238E27FC236}">
                  <a16:creationId xmlns:a16="http://schemas.microsoft.com/office/drawing/2014/main" id="{81EBAD25-1954-4C92-9613-54505C88D8D0}"/>
                </a:ext>
              </a:extLst>
            </p:cNvPr>
            <p:cNvCxnSpPr>
              <a:cxnSpLocks/>
            </p:cNvCxnSpPr>
            <p:nvPr/>
          </p:nvCxnSpPr>
          <p:spPr>
            <a:xfrm>
              <a:off x="11093875" y="9410612"/>
              <a:ext cx="7331" cy="371755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18" name="Straight Connector 452">
              <a:extLst>
                <a:ext uri="{FF2B5EF4-FFF2-40B4-BE49-F238E27FC236}">
                  <a16:creationId xmlns:a16="http://schemas.microsoft.com/office/drawing/2014/main" id="{3A621479-CDF1-4058-8BB0-CB2CC4948AA5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1051549" y="9316544"/>
              <a:ext cx="285582" cy="100039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20" name="Straight Connector 452">
              <a:extLst>
                <a:ext uri="{FF2B5EF4-FFF2-40B4-BE49-F238E27FC236}">
                  <a16:creationId xmlns:a16="http://schemas.microsoft.com/office/drawing/2014/main" id="{4D4DFC68-8DDA-405E-942C-2087F1E98B70}"/>
                </a:ext>
              </a:extLst>
            </p:cNvPr>
            <p:cNvCxnSpPr>
              <a:cxnSpLocks/>
            </p:cNvCxnSpPr>
            <p:nvPr/>
          </p:nvCxnSpPr>
          <p:spPr>
            <a:xfrm>
              <a:off x="11357422" y="9327892"/>
              <a:ext cx="222879" cy="91555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22" name="Straight Connector 452">
              <a:extLst>
                <a:ext uri="{FF2B5EF4-FFF2-40B4-BE49-F238E27FC236}">
                  <a16:creationId xmlns:a16="http://schemas.microsoft.com/office/drawing/2014/main" id="{B4D88897-A1AC-4236-B4FA-0EB113C0EA83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1535479" y="9137085"/>
              <a:ext cx="285582" cy="100039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24" name="Straight Connector 452">
              <a:extLst>
                <a:ext uri="{FF2B5EF4-FFF2-40B4-BE49-F238E27FC236}">
                  <a16:creationId xmlns:a16="http://schemas.microsoft.com/office/drawing/2014/main" id="{2E3F8193-F4CB-47E0-BDE5-3C2D8798B7B0}"/>
                </a:ext>
              </a:extLst>
            </p:cNvPr>
            <p:cNvCxnSpPr>
              <a:cxnSpLocks/>
            </p:cNvCxnSpPr>
            <p:nvPr/>
          </p:nvCxnSpPr>
          <p:spPr>
            <a:xfrm>
              <a:off x="11562654" y="9209494"/>
              <a:ext cx="8274" cy="236979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26" name="Straight Connector 452">
              <a:extLst>
                <a:ext uri="{FF2B5EF4-FFF2-40B4-BE49-F238E27FC236}">
                  <a16:creationId xmlns:a16="http://schemas.microsoft.com/office/drawing/2014/main" id="{05EBDEB0-418A-4206-929A-59DADB25258A}"/>
                </a:ext>
              </a:extLst>
            </p:cNvPr>
            <p:cNvCxnSpPr>
              <a:cxnSpLocks/>
            </p:cNvCxnSpPr>
            <p:nvPr/>
          </p:nvCxnSpPr>
          <p:spPr>
            <a:xfrm>
              <a:off x="11818821" y="9112584"/>
              <a:ext cx="7501" cy="573487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28" name="Straight Connector 452">
              <a:extLst>
                <a:ext uri="{FF2B5EF4-FFF2-40B4-BE49-F238E27FC236}">
                  <a16:creationId xmlns:a16="http://schemas.microsoft.com/office/drawing/2014/main" id="{92D7DAF3-7553-4FDE-BC45-97CA7EB371D1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1785456" y="9595112"/>
              <a:ext cx="285582" cy="100039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30" name="Straight Connector 452">
              <a:extLst>
                <a:ext uri="{FF2B5EF4-FFF2-40B4-BE49-F238E27FC236}">
                  <a16:creationId xmlns:a16="http://schemas.microsoft.com/office/drawing/2014/main" id="{05F91788-8695-448A-BF00-CD5F7F702D65}"/>
                </a:ext>
              </a:extLst>
            </p:cNvPr>
            <p:cNvCxnSpPr>
              <a:cxnSpLocks/>
            </p:cNvCxnSpPr>
            <p:nvPr/>
          </p:nvCxnSpPr>
          <p:spPr>
            <a:xfrm>
              <a:off x="12046545" y="9029845"/>
              <a:ext cx="7501" cy="573487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31" name="Straight Connector 452">
              <a:extLst>
                <a:ext uri="{FF2B5EF4-FFF2-40B4-BE49-F238E27FC236}">
                  <a16:creationId xmlns:a16="http://schemas.microsoft.com/office/drawing/2014/main" id="{8D052219-803F-4B0E-8AE0-FDE1D991A79B}"/>
                </a:ext>
              </a:extLst>
            </p:cNvPr>
            <p:cNvCxnSpPr>
              <a:cxnSpLocks/>
            </p:cNvCxnSpPr>
            <p:nvPr/>
          </p:nvCxnSpPr>
          <p:spPr>
            <a:xfrm>
              <a:off x="12049895" y="9050203"/>
              <a:ext cx="222879" cy="91555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33" name="Straight Connector 452">
              <a:extLst>
                <a:ext uri="{FF2B5EF4-FFF2-40B4-BE49-F238E27FC236}">
                  <a16:creationId xmlns:a16="http://schemas.microsoft.com/office/drawing/2014/main" id="{EB5F52ED-15FE-4FB6-99A3-BDB1BEFD1F16}"/>
                </a:ext>
              </a:extLst>
            </p:cNvPr>
            <p:cNvCxnSpPr>
              <a:cxnSpLocks/>
            </p:cNvCxnSpPr>
            <p:nvPr/>
          </p:nvCxnSpPr>
          <p:spPr>
            <a:xfrm>
              <a:off x="12280008" y="8924476"/>
              <a:ext cx="8274" cy="236979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35" name="Straight Connector 452">
              <a:extLst>
                <a:ext uri="{FF2B5EF4-FFF2-40B4-BE49-F238E27FC236}">
                  <a16:creationId xmlns:a16="http://schemas.microsoft.com/office/drawing/2014/main" id="{0504E905-0E37-472A-AF49-E727ECD2A27F}"/>
                </a:ext>
              </a:extLst>
            </p:cNvPr>
            <p:cNvCxnSpPr>
              <a:cxnSpLocks/>
            </p:cNvCxnSpPr>
            <p:nvPr/>
          </p:nvCxnSpPr>
          <p:spPr>
            <a:xfrm>
              <a:off x="12036536" y="8857202"/>
              <a:ext cx="251746" cy="73012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37" name="Straight Connector 452">
              <a:extLst>
                <a:ext uri="{FF2B5EF4-FFF2-40B4-BE49-F238E27FC236}">
                  <a16:creationId xmlns:a16="http://schemas.microsoft.com/office/drawing/2014/main" id="{992C4437-BC03-4B28-9564-BFB6402AFB40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1798585" y="8861826"/>
              <a:ext cx="285582" cy="100039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39" name="Straight Connector 452">
              <a:extLst>
                <a:ext uri="{FF2B5EF4-FFF2-40B4-BE49-F238E27FC236}">
                  <a16:creationId xmlns:a16="http://schemas.microsoft.com/office/drawing/2014/main" id="{C5F3ADDB-8269-4CE2-8F18-4421857501CA}"/>
                </a:ext>
              </a:extLst>
            </p:cNvPr>
            <p:cNvCxnSpPr>
              <a:cxnSpLocks/>
            </p:cNvCxnSpPr>
            <p:nvPr/>
          </p:nvCxnSpPr>
          <p:spPr>
            <a:xfrm>
              <a:off x="11817230" y="8759943"/>
              <a:ext cx="8274" cy="236979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41" name="Straight Connector 452">
              <a:extLst>
                <a:ext uri="{FF2B5EF4-FFF2-40B4-BE49-F238E27FC236}">
                  <a16:creationId xmlns:a16="http://schemas.microsoft.com/office/drawing/2014/main" id="{FCEA9A3B-C084-4461-B8BD-AFD8B1EE260C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1336406" y="8779097"/>
              <a:ext cx="491219" cy="174383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45" name="Straight Connector 452">
              <a:extLst>
                <a:ext uri="{FF2B5EF4-FFF2-40B4-BE49-F238E27FC236}">
                  <a16:creationId xmlns:a16="http://schemas.microsoft.com/office/drawing/2014/main" id="{10160BCC-68A0-44BF-BF0B-3C16B94B1FD3}"/>
                </a:ext>
              </a:extLst>
            </p:cNvPr>
            <p:cNvCxnSpPr>
              <a:cxnSpLocks/>
            </p:cNvCxnSpPr>
            <p:nvPr/>
          </p:nvCxnSpPr>
          <p:spPr>
            <a:xfrm>
              <a:off x="11383416" y="8933719"/>
              <a:ext cx="222879" cy="91555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46" name="Straight Connector 452">
              <a:extLst>
                <a:ext uri="{FF2B5EF4-FFF2-40B4-BE49-F238E27FC236}">
                  <a16:creationId xmlns:a16="http://schemas.microsoft.com/office/drawing/2014/main" id="{0C389D6A-4A54-4999-A3CD-A3708B77B439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1080308" y="9012862"/>
              <a:ext cx="534411" cy="224262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48" name="Straight Connector 452">
              <a:extLst>
                <a:ext uri="{FF2B5EF4-FFF2-40B4-BE49-F238E27FC236}">
                  <a16:creationId xmlns:a16="http://schemas.microsoft.com/office/drawing/2014/main" id="{88560D08-D877-460F-9CA5-B599578EB89A}"/>
                </a:ext>
              </a:extLst>
            </p:cNvPr>
            <p:cNvCxnSpPr>
              <a:cxnSpLocks/>
            </p:cNvCxnSpPr>
            <p:nvPr/>
          </p:nvCxnSpPr>
          <p:spPr>
            <a:xfrm>
              <a:off x="2336955" y="9345084"/>
              <a:ext cx="686568" cy="250028"/>
            </a:xfrm>
            <a:prstGeom prst="line">
              <a:avLst/>
            </a:prstGeom>
            <a:ln w="38100">
              <a:solidFill>
                <a:srgbClr val="7030A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50" name="Straight Connector 452">
              <a:extLst>
                <a:ext uri="{FF2B5EF4-FFF2-40B4-BE49-F238E27FC236}">
                  <a16:creationId xmlns:a16="http://schemas.microsoft.com/office/drawing/2014/main" id="{4B50F4BF-0DF3-49E4-BBE9-181205AC25E8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726635" y="5555097"/>
              <a:ext cx="4057" cy="165740"/>
            </a:xfrm>
            <a:prstGeom prst="line">
              <a:avLst/>
            </a:prstGeom>
            <a:ln w="38100">
              <a:solidFill>
                <a:srgbClr val="7030A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52" name="Straight Connector 452">
              <a:extLst>
                <a:ext uri="{FF2B5EF4-FFF2-40B4-BE49-F238E27FC236}">
                  <a16:creationId xmlns:a16="http://schemas.microsoft.com/office/drawing/2014/main" id="{FF568FBE-BC93-4816-BD9B-37F6D75BB2F1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99774" y="5450071"/>
              <a:ext cx="232228" cy="83158"/>
            </a:xfrm>
            <a:prstGeom prst="line">
              <a:avLst/>
            </a:prstGeom>
            <a:ln w="38100">
              <a:solidFill>
                <a:srgbClr val="7030A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55" name="Straight Connector 452">
              <a:extLst>
                <a:ext uri="{FF2B5EF4-FFF2-40B4-BE49-F238E27FC236}">
                  <a16:creationId xmlns:a16="http://schemas.microsoft.com/office/drawing/2014/main" id="{3845DC89-B16B-4EE6-B11B-2E571CFFBD30}"/>
                </a:ext>
              </a:extLst>
            </p:cNvPr>
            <p:cNvCxnSpPr>
              <a:cxnSpLocks/>
            </p:cNvCxnSpPr>
            <p:nvPr/>
          </p:nvCxnSpPr>
          <p:spPr>
            <a:xfrm>
              <a:off x="1166253" y="5369117"/>
              <a:ext cx="5822" cy="173103"/>
            </a:xfrm>
            <a:prstGeom prst="line">
              <a:avLst/>
            </a:prstGeom>
            <a:ln w="38100">
              <a:solidFill>
                <a:srgbClr val="7030A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56" name="Straight Connector 452">
              <a:extLst>
                <a:ext uri="{FF2B5EF4-FFF2-40B4-BE49-F238E27FC236}">
                  <a16:creationId xmlns:a16="http://schemas.microsoft.com/office/drawing/2014/main" id="{C92C291D-4710-4567-A3CB-B27235684B19}"/>
                </a:ext>
              </a:extLst>
            </p:cNvPr>
            <p:cNvCxnSpPr>
              <a:cxnSpLocks/>
            </p:cNvCxnSpPr>
            <p:nvPr/>
          </p:nvCxnSpPr>
          <p:spPr>
            <a:xfrm>
              <a:off x="1156610" y="5548895"/>
              <a:ext cx="479916" cy="199160"/>
            </a:xfrm>
            <a:prstGeom prst="line">
              <a:avLst/>
            </a:prstGeom>
            <a:ln w="38100">
              <a:solidFill>
                <a:srgbClr val="7030A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59" name="Straight Connector 452">
              <a:extLst>
                <a:ext uri="{FF2B5EF4-FFF2-40B4-BE49-F238E27FC236}">
                  <a16:creationId xmlns:a16="http://schemas.microsoft.com/office/drawing/2014/main" id="{0AF8347B-664D-45DF-8064-30598221045E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2559781" y="8666298"/>
              <a:ext cx="5021" cy="780176"/>
            </a:xfrm>
            <a:prstGeom prst="line">
              <a:avLst/>
            </a:prstGeom>
            <a:ln w="38100">
              <a:solidFill>
                <a:srgbClr val="7030A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65" name="Straight Connector 452">
              <a:extLst>
                <a:ext uri="{FF2B5EF4-FFF2-40B4-BE49-F238E27FC236}">
                  <a16:creationId xmlns:a16="http://schemas.microsoft.com/office/drawing/2014/main" id="{792F387D-894C-4F85-9BD9-8E6CD250D58E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8705826" y="7374412"/>
              <a:ext cx="3678" cy="215857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72" name="Straight Connector 452">
              <a:extLst>
                <a:ext uri="{FF2B5EF4-FFF2-40B4-BE49-F238E27FC236}">
                  <a16:creationId xmlns:a16="http://schemas.microsoft.com/office/drawing/2014/main" id="{79141D05-BD00-4C2C-B1FB-8945D31620AF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2328309" y="4727483"/>
              <a:ext cx="271993" cy="89784"/>
            </a:xfrm>
            <a:prstGeom prst="line">
              <a:avLst/>
            </a:prstGeom>
            <a:ln w="38100">
              <a:solidFill>
                <a:srgbClr val="7030A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74" name="Straight Connector 452">
              <a:extLst>
                <a:ext uri="{FF2B5EF4-FFF2-40B4-BE49-F238E27FC236}">
                  <a16:creationId xmlns:a16="http://schemas.microsoft.com/office/drawing/2014/main" id="{EA6280C9-5483-4F9F-9232-0DFD5EC253D0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888660" y="7767084"/>
              <a:ext cx="469487" cy="180068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76" name="Straight Connector 452">
              <a:extLst>
                <a:ext uri="{FF2B5EF4-FFF2-40B4-BE49-F238E27FC236}">
                  <a16:creationId xmlns:a16="http://schemas.microsoft.com/office/drawing/2014/main" id="{81BB3687-9F93-4804-8452-1218A01BE040}"/>
                </a:ext>
              </a:extLst>
            </p:cNvPr>
            <p:cNvCxnSpPr>
              <a:cxnSpLocks/>
            </p:cNvCxnSpPr>
            <p:nvPr/>
          </p:nvCxnSpPr>
          <p:spPr>
            <a:xfrm>
              <a:off x="5640077" y="7507323"/>
              <a:ext cx="10083" cy="180429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79" name="Straight Connector 452">
              <a:extLst>
                <a:ext uri="{FF2B5EF4-FFF2-40B4-BE49-F238E27FC236}">
                  <a16:creationId xmlns:a16="http://schemas.microsoft.com/office/drawing/2014/main" id="{C45118B7-BC7B-4169-8E81-BD7A019E614E}"/>
                </a:ext>
              </a:extLst>
            </p:cNvPr>
            <p:cNvCxnSpPr>
              <a:cxnSpLocks/>
            </p:cNvCxnSpPr>
            <p:nvPr/>
          </p:nvCxnSpPr>
          <p:spPr>
            <a:xfrm>
              <a:off x="4719765" y="7123077"/>
              <a:ext cx="931834" cy="379787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81" name="Straight Connector 452">
              <a:extLst>
                <a:ext uri="{FF2B5EF4-FFF2-40B4-BE49-F238E27FC236}">
                  <a16:creationId xmlns:a16="http://schemas.microsoft.com/office/drawing/2014/main" id="{5102A2F0-BC70-4DE3-B398-3BDFECD98AFB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4466605" y="7131676"/>
              <a:ext cx="244033" cy="91669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82" name="Straight Connector 452">
              <a:extLst>
                <a:ext uri="{FF2B5EF4-FFF2-40B4-BE49-F238E27FC236}">
                  <a16:creationId xmlns:a16="http://schemas.microsoft.com/office/drawing/2014/main" id="{65411D52-04DD-4710-ABF2-B87EB602E881}"/>
                </a:ext>
              </a:extLst>
            </p:cNvPr>
            <p:cNvCxnSpPr>
              <a:cxnSpLocks/>
            </p:cNvCxnSpPr>
            <p:nvPr/>
          </p:nvCxnSpPr>
          <p:spPr>
            <a:xfrm>
              <a:off x="4479521" y="7031136"/>
              <a:ext cx="10083" cy="180429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83" name="Straight Connector 452">
              <a:extLst>
                <a:ext uri="{FF2B5EF4-FFF2-40B4-BE49-F238E27FC236}">
                  <a16:creationId xmlns:a16="http://schemas.microsoft.com/office/drawing/2014/main" id="{9F692687-8AC3-4175-858D-F950D31739A5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4222898" y="6942929"/>
              <a:ext cx="245489" cy="82099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85" name="Straight Connector 452">
              <a:extLst>
                <a:ext uri="{FF2B5EF4-FFF2-40B4-BE49-F238E27FC236}">
                  <a16:creationId xmlns:a16="http://schemas.microsoft.com/office/drawing/2014/main" id="{D16AF825-A8A8-481A-A75E-17B4AB87B7CA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3989370" y="6648604"/>
              <a:ext cx="238863" cy="276601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87" name="Straight Connector 452">
              <a:extLst>
                <a:ext uri="{FF2B5EF4-FFF2-40B4-BE49-F238E27FC236}">
                  <a16:creationId xmlns:a16="http://schemas.microsoft.com/office/drawing/2014/main" id="{898E3AE8-D454-45EF-AC45-FD0D7B5DF406}"/>
                </a:ext>
              </a:extLst>
            </p:cNvPr>
            <p:cNvCxnSpPr>
              <a:cxnSpLocks/>
            </p:cNvCxnSpPr>
            <p:nvPr/>
          </p:nvCxnSpPr>
          <p:spPr>
            <a:xfrm>
              <a:off x="3265360" y="6379993"/>
              <a:ext cx="728920" cy="297169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90" name="Straight Connector 452">
              <a:extLst>
                <a:ext uri="{FF2B5EF4-FFF2-40B4-BE49-F238E27FC236}">
                  <a16:creationId xmlns:a16="http://schemas.microsoft.com/office/drawing/2014/main" id="{38E10F27-ED95-4AB8-8C1D-68E3BE426897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2799425" y="6462889"/>
              <a:ext cx="238484" cy="77882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92" name="Straight Connector 452">
              <a:extLst>
                <a:ext uri="{FF2B5EF4-FFF2-40B4-BE49-F238E27FC236}">
                  <a16:creationId xmlns:a16="http://schemas.microsoft.com/office/drawing/2014/main" id="{C30AB127-8CB2-40F4-989C-F7AB9B6CB7A4}"/>
                </a:ext>
              </a:extLst>
            </p:cNvPr>
            <p:cNvCxnSpPr>
              <a:cxnSpLocks/>
            </p:cNvCxnSpPr>
            <p:nvPr/>
          </p:nvCxnSpPr>
          <p:spPr>
            <a:xfrm>
              <a:off x="5653311" y="7671275"/>
              <a:ext cx="226095" cy="275877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96" name="Straight Connector 452">
              <a:extLst>
                <a:ext uri="{FF2B5EF4-FFF2-40B4-BE49-F238E27FC236}">
                  <a16:creationId xmlns:a16="http://schemas.microsoft.com/office/drawing/2014/main" id="{92404775-0803-47BD-AABE-A2A595344DA9}"/>
                </a:ext>
              </a:extLst>
            </p:cNvPr>
            <p:cNvCxnSpPr>
              <a:cxnSpLocks/>
            </p:cNvCxnSpPr>
            <p:nvPr/>
          </p:nvCxnSpPr>
          <p:spPr>
            <a:xfrm>
              <a:off x="3279551" y="6383271"/>
              <a:ext cx="10083" cy="180429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97" name="Straight Connector 452">
              <a:extLst>
                <a:ext uri="{FF2B5EF4-FFF2-40B4-BE49-F238E27FC236}">
                  <a16:creationId xmlns:a16="http://schemas.microsoft.com/office/drawing/2014/main" id="{3CBAAC77-62F7-41DD-AEEB-6400C733E9B0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3042595" y="6480657"/>
              <a:ext cx="258707" cy="56870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03" name="Straight Connector 452">
              <a:extLst>
                <a:ext uri="{FF2B5EF4-FFF2-40B4-BE49-F238E27FC236}">
                  <a16:creationId xmlns:a16="http://schemas.microsoft.com/office/drawing/2014/main" id="{92D83638-9108-41BF-B137-97BD099C0837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8469600" y="7662964"/>
              <a:ext cx="7976" cy="200088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05" name="Straight Connector 452">
              <a:extLst>
                <a:ext uri="{FF2B5EF4-FFF2-40B4-BE49-F238E27FC236}">
                  <a16:creationId xmlns:a16="http://schemas.microsoft.com/office/drawing/2014/main" id="{09EE7483-0B4A-4101-80A5-2DD39C9CE696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8459877" y="7761740"/>
              <a:ext cx="262527" cy="84181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08" name="Straight Connector 452">
              <a:extLst>
                <a:ext uri="{FF2B5EF4-FFF2-40B4-BE49-F238E27FC236}">
                  <a16:creationId xmlns:a16="http://schemas.microsoft.com/office/drawing/2014/main" id="{EBF5B64D-EB1E-4E0D-ADD4-ED8162BBDD74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8218367" y="7664107"/>
              <a:ext cx="262527" cy="84181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10" name="Straight Connector 452">
              <a:extLst>
                <a:ext uri="{FF2B5EF4-FFF2-40B4-BE49-F238E27FC236}">
                  <a16:creationId xmlns:a16="http://schemas.microsoft.com/office/drawing/2014/main" id="{12B3D86B-2FA5-4A9B-BD64-0C949FFE2617}"/>
                </a:ext>
              </a:extLst>
            </p:cNvPr>
            <p:cNvCxnSpPr>
              <a:cxnSpLocks/>
            </p:cNvCxnSpPr>
            <p:nvPr/>
          </p:nvCxnSpPr>
          <p:spPr>
            <a:xfrm>
              <a:off x="3051284" y="3911974"/>
              <a:ext cx="223438" cy="79987"/>
            </a:xfrm>
            <a:prstGeom prst="line">
              <a:avLst/>
            </a:prstGeom>
            <a:ln w="38100">
              <a:solidFill>
                <a:srgbClr val="7030A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69" name="Straight Connector 452">
              <a:extLst>
                <a:ext uri="{FF2B5EF4-FFF2-40B4-BE49-F238E27FC236}">
                  <a16:creationId xmlns:a16="http://schemas.microsoft.com/office/drawing/2014/main" id="{F81A3FC3-D99C-4719-84D9-6220F7A4A53D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5391920" y="938693"/>
              <a:ext cx="228284" cy="80105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70" name="Straight Connector 452">
              <a:extLst>
                <a:ext uri="{FF2B5EF4-FFF2-40B4-BE49-F238E27FC236}">
                  <a16:creationId xmlns:a16="http://schemas.microsoft.com/office/drawing/2014/main" id="{5C0DAA5F-3CE4-45F4-B64F-0B023431F77E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5401601" y="953039"/>
              <a:ext cx="13779" cy="364397"/>
            </a:xfrm>
            <a:prstGeom prst="line">
              <a:avLst/>
            </a:prstGeom>
            <a:ln w="31750" cap="flat" cmpd="sng" algn="ctr">
              <a:solidFill>
                <a:srgbClr val="FF0000"/>
              </a:solidFill>
              <a:prstDash val="dash"/>
              <a:round/>
              <a:headEnd type="none" w="med" len="med"/>
              <a:tailEnd type="non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tx1"/>
            </a:fontRef>
          </p:style>
        </p:cxnSp>
        <p:cxnSp>
          <p:nvCxnSpPr>
            <p:cNvPr id="777" name="Straight Connector 452">
              <a:extLst>
                <a:ext uri="{FF2B5EF4-FFF2-40B4-BE49-F238E27FC236}">
                  <a16:creationId xmlns:a16="http://schemas.microsoft.com/office/drawing/2014/main" id="{3A96A3EB-DBAC-4BD2-A921-01190CE36A16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5170085" y="1321870"/>
              <a:ext cx="237292" cy="104467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89" name="Straight Connector 452">
              <a:extLst>
                <a:ext uri="{FF2B5EF4-FFF2-40B4-BE49-F238E27FC236}">
                  <a16:creationId xmlns:a16="http://schemas.microsoft.com/office/drawing/2014/main" id="{353675C8-F6EF-4E31-B087-A5077CAFE73D}"/>
                </a:ext>
              </a:extLst>
            </p:cNvPr>
            <p:cNvCxnSpPr>
              <a:cxnSpLocks/>
              <a:stCxn id="182" idx="3"/>
            </p:cNvCxnSpPr>
            <p:nvPr/>
          </p:nvCxnSpPr>
          <p:spPr>
            <a:xfrm flipH="1">
              <a:off x="5160311" y="1174254"/>
              <a:ext cx="34137" cy="210648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94" name="Straight Connector 452">
              <a:extLst>
                <a:ext uri="{FF2B5EF4-FFF2-40B4-BE49-F238E27FC236}">
                  <a16:creationId xmlns:a16="http://schemas.microsoft.com/office/drawing/2014/main" id="{766FA094-FA7B-4C4B-9D6B-EE5F9B4D1A5B}"/>
                </a:ext>
              </a:extLst>
            </p:cNvPr>
            <p:cNvCxnSpPr>
              <a:cxnSpLocks/>
            </p:cNvCxnSpPr>
            <p:nvPr/>
          </p:nvCxnSpPr>
          <p:spPr>
            <a:xfrm>
              <a:off x="8025090" y="6187118"/>
              <a:ext cx="227877" cy="76708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01" name="Straight Connector 452">
              <a:extLst>
                <a:ext uri="{FF2B5EF4-FFF2-40B4-BE49-F238E27FC236}">
                  <a16:creationId xmlns:a16="http://schemas.microsoft.com/office/drawing/2014/main" id="{31DA8D9A-F1C4-4317-A9DE-195E36A0B71D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8022967" y="6259151"/>
              <a:ext cx="210471" cy="147698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11" name="Straight Connector 452">
              <a:extLst>
                <a:ext uri="{FF2B5EF4-FFF2-40B4-BE49-F238E27FC236}">
                  <a16:creationId xmlns:a16="http://schemas.microsoft.com/office/drawing/2014/main" id="{F6505D6F-A630-459F-89A1-B80C8D9E02C3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601399" y="5973436"/>
              <a:ext cx="1" cy="581455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13" name="Straight Connector 452">
              <a:extLst>
                <a:ext uri="{FF2B5EF4-FFF2-40B4-BE49-F238E27FC236}">
                  <a16:creationId xmlns:a16="http://schemas.microsoft.com/office/drawing/2014/main" id="{3AFA0DEA-E5E0-4BA9-B55D-D048D55B23DD}"/>
                </a:ext>
              </a:extLst>
            </p:cNvPr>
            <p:cNvCxnSpPr>
              <a:cxnSpLocks/>
            </p:cNvCxnSpPr>
            <p:nvPr/>
          </p:nvCxnSpPr>
          <p:spPr>
            <a:xfrm>
              <a:off x="7334833" y="6290526"/>
              <a:ext cx="217046" cy="82490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15" name="Straight Connector 452">
              <a:extLst>
                <a:ext uri="{FF2B5EF4-FFF2-40B4-BE49-F238E27FC236}">
                  <a16:creationId xmlns:a16="http://schemas.microsoft.com/office/drawing/2014/main" id="{4AE2730C-0BC2-4600-B2DD-FD71B59B6AD5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7548058" y="6379994"/>
              <a:ext cx="1403" cy="201801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17" name="Straight Connector 452">
              <a:extLst>
                <a:ext uri="{FF2B5EF4-FFF2-40B4-BE49-F238E27FC236}">
                  <a16:creationId xmlns:a16="http://schemas.microsoft.com/office/drawing/2014/main" id="{697D13AC-6C2B-4993-B134-736582490D6A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7543802" y="6458590"/>
              <a:ext cx="257729" cy="106885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21" name="Straight Connector 452">
              <a:extLst>
                <a:ext uri="{FF2B5EF4-FFF2-40B4-BE49-F238E27FC236}">
                  <a16:creationId xmlns:a16="http://schemas.microsoft.com/office/drawing/2014/main" id="{C475D9F0-6AA7-4089-B346-584A15BBAA9F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7791826" y="6279963"/>
              <a:ext cx="4727" cy="174667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22" name="Straight Connector 452">
              <a:extLst>
                <a:ext uri="{FF2B5EF4-FFF2-40B4-BE49-F238E27FC236}">
                  <a16:creationId xmlns:a16="http://schemas.microsoft.com/office/drawing/2014/main" id="{C40E71DE-C60D-45AE-81E9-C454395F2FB3}"/>
                </a:ext>
              </a:extLst>
            </p:cNvPr>
            <p:cNvCxnSpPr>
              <a:cxnSpLocks/>
            </p:cNvCxnSpPr>
            <p:nvPr/>
          </p:nvCxnSpPr>
          <p:spPr>
            <a:xfrm>
              <a:off x="7328431" y="6090149"/>
              <a:ext cx="455449" cy="196451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25" name="Straight Connector 452">
              <a:extLst>
                <a:ext uri="{FF2B5EF4-FFF2-40B4-BE49-F238E27FC236}">
                  <a16:creationId xmlns:a16="http://schemas.microsoft.com/office/drawing/2014/main" id="{16E1AC59-2B8E-4B95-B04E-5FD185930834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828553" y="6081856"/>
              <a:ext cx="511755" cy="215770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27" name="Straight Connector 452">
              <a:extLst>
                <a:ext uri="{FF2B5EF4-FFF2-40B4-BE49-F238E27FC236}">
                  <a16:creationId xmlns:a16="http://schemas.microsoft.com/office/drawing/2014/main" id="{BBCA9BB5-3227-4D8B-BE56-8753DA959375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823556" y="6103402"/>
              <a:ext cx="7187" cy="181603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29" name="Straight Connector 452">
              <a:extLst>
                <a:ext uri="{FF2B5EF4-FFF2-40B4-BE49-F238E27FC236}">
                  <a16:creationId xmlns:a16="http://schemas.microsoft.com/office/drawing/2014/main" id="{A4406F63-24C6-422C-8833-3B4386BE3828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826912" y="5913597"/>
              <a:ext cx="468030" cy="208045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31" name="Straight Connector 452">
              <a:extLst>
                <a:ext uri="{FF2B5EF4-FFF2-40B4-BE49-F238E27FC236}">
                  <a16:creationId xmlns:a16="http://schemas.microsoft.com/office/drawing/2014/main" id="{C66587BA-B8B8-4F8F-BC1A-617F7EB46EA1}"/>
                </a:ext>
              </a:extLst>
            </p:cNvPr>
            <p:cNvCxnSpPr>
              <a:cxnSpLocks/>
            </p:cNvCxnSpPr>
            <p:nvPr/>
          </p:nvCxnSpPr>
          <p:spPr>
            <a:xfrm>
              <a:off x="7560620" y="5631865"/>
              <a:ext cx="465377" cy="182188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33" name="Straight Connector 452">
              <a:extLst>
                <a:ext uri="{FF2B5EF4-FFF2-40B4-BE49-F238E27FC236}">
                  <a16:creationId xmlns:a16="http://schemas.microsoft.com/office/drawing/2014/main" id="{8B9A8D1B-623A-41E8-A716-521E6380913B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8006906" y="5638407"/>
              <a:ext cx="16060" cy="147708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34" name="Straight Connector 452">
              <a:extLst>
                <a:ext uri="{FF2B5EF4-FFF2-40B4-BE49-F238E27FC236}">
                  <a16:creationId xmlns:a16="http://schemas.microsoft.com/office/drawing/2014/main" id="{9E72B218-AF80-4DB4-84E4-81D5D463558B}"/>
                </a:ext>
              </a:extLst>
            </p:cNvPr>
            <p:cNvCxnSpPr>
              <a:cxnSpLocks/>
            </p:cNvCxnSpPr>
            <p:nvPr/>
          </p:nvCxnSpPr>
          <p:spPr>
            <a:xfrm>
              <a:off x="6097840" y="5648329"/>
              <a:ext cx="287441" cy="98112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36" name="Straight Connector 452">
              <a:extLst>
                <a:ext uri="{FF2B5EF4-FFF2-40B4-BE49-F238E27FC236}">
                  <a16:creationId xmlns:a16="http://schemas.microsoft.com/office/drawing/2014/main" id="{F21074FF-6E78-40BE-8BFD-E13F1390C239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114499" y="5453941"/>
              <a:ext cx="1230" cy="192775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37" name="Straight Connector 452">
              <a:extLst>
                <a:ext uri="{FF2B5EF4-FFF2-40B4-BE49-F238E27FC236}">
                  <a16:creationId xmlns:a16="http://schemas.microsoft.com/office/drawing/2014/main" id="{D3F01362-529B-4E8D-A0A8-0E9C165D6EC0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120108" y="5270540"/>
              <a:ext cx="487681" cy="189645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655" name="TextBox 654">
              <a:extLst>
                <a:ext uri="{FF2B5EF4-FFF2-40B4-BE49-F238E27FC236}">
                  <a16:creationId xmlns:a16="http://schemas.microsoft.com/office/drawing/2014/main" id="{BDB7E855-456F-4449-8169-CFBBD4C7BD82}"/>
                </a:ext>
              </a:extLst>
            </p:cNvPr>
            <p:cNvSpPr txBox="1"/>
            <p:nvPr/>
          </p:nvSpPr>
          <p:spPr>
            <a:xfrm>
              <a:off x="8508924" y="7368662"/>
              <a:ext cx="535724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367</a:t>
              </a:r>
            </a:p>
          </p:txBody>
        </p:sp>
        <p:sp>
          <p:nvSpPr>
            <p:cNvPr id="657" name="Arrow: Down 656">
              <a:extLst>
                <a:ext uri="{FF2B5EF4-FFF2-40B4-BE49-F238E27FC236}">
                  <a16:creationId xmlns:a16="http://schemas.microsoft.com/office/drawing/2014/main" id="{1410F014-747A-4087-9FC8-E93882CBBDC3}"/>
                </a:ext>
              </a:extLst>
            </p:cNvPr>
            <p:cNvSpPr/>
            <p:nvPr/>
          </p:nvSpPr>
          <p:spPr>
            <a:xfrm rot="8720266">
              <a:off x="7608950" y="1528147"/>
              <a:ext cx="307929" cy="735349"/>
            </a:xfrm>
            <a:prstGeom prst="downArrow">
              <a:avLst>
                <a:gd name="adj1" fmla="val 50000"/>
                <a:gd name="adj2" fmla="val 121053"/>
              </a:avLst>
            </a:prstGeom>
            <a:solidFill>
              <a:srgbClr val="FFFF00"/>
            </a:solidFill>
          </p:spPr>
          <p:style>
            <a:lnRef idx="2">
              <a:schemeClr val="accent4">
                <a:shade val="50000"/>
              </a:schemeClr>
            </a:lnRef>
            <a:fillRef idx="1">
              <a:schemeClr val="accent4"/>
            </a:fillRef>
            <a:effectRef idx="0">
              <a:schemeClr val="accent4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839" name="TextBox 838">
            <a:extLst>
              <a:ext uri="{FF2B5EF4-FFF2-40B4-BE49-F238E27FC236}">
                <a16:creationId xmlns:a16="http://schemas.microsoft.com/office/drawing/2014/main" id="{66B793E0-D10F-4E47-A3B5-A4DCD79EC79F}"/>
              </a:ext>
            </a:extLst>
          </p:cNvPr>
          <p:cNvSpPr txBox="1"/>
          <p:nvPr/>
        </p:nvSpPr>
        <p:spPr>
          <a:xfrm>
            <a:off x="4922250" y="1267678"/>
            <a:ext cx="4187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46</a:t>
            </a:r>
          </a:p>
        </p:txBody>
      </p:sp>
      <p:cxnSp>
        <p:nvCxnSpPr>
          <p:cNvPr id="840" name="Straight Connector 452">
            <a:extLst>
              <a:ext uri="{FF2B5EF4-FFF2-40B4-BE49-F238E27FC236}">
                <a16:creationId xmlns:a16="http://schemas.microsoft.com/office/drawing/2014/main" id="{3DE30A59-6AE8-450B-B1F2-7FDD25123528}"/>
              </a:ext>
            </a:extLst>
          </p:cNvPr>
          <p:cNvCxnSpPr>
            <a:cxnSpLocks/>
          </p:cNvCxnSpPr>
          <p:nvPr/>
        </p:nvCxnSpPr>
        <p:spPr>
          <a:xfrm flipH="1">
            <a:off x="11347513" y="3139877"/>
            <a:ext cx="217277" cy="93314"/>
          </a:xfrm>
          <a:prstGeom prst="line">
            <a:avLst/>
          </a:prstGeom>
          <a:ln w="38100">
            <a:solidFill>
              <a:srgbClr val="FFFF00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42" name="Straight Connector 452">
            <a:extLst>
              <a:ext uri="{FF2B5EF4-FFF2-40B4-BE49-F238E27FC236}">
                <a16:creationId xmlns:a16="http://schemas.microsoft.com/office/drawing/2014/main" id="{7A750297-8E80-4C6E-B5D4-A3EB0C1DE956}"/>
              </a:ext>
            </a:extLst>
          </p:cNvPr>
          <p:cNvCxnSpPr>
            <a:cxnSpLocks/>
          </p:cNvCxnSpPr>
          <p:nvPr/>
        </p:nvCxnSpPr>
        <p:spPr>
          <a:xfrm flipV="1">
            <a:off x="11551900" y="2973635"/>
            <a:ext cx="1916" cy="194891"/>
          </a:xfrm>
          <a:prstGeom prst="line">
            <a:avLst/>
          </a:prstGeom>
          <a:ln w="38100">
            <a:solidFill>
              <a:srgbClr val="FFFF00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44" name="Straight Connector 452">
            <a:extLst>
              <a:ext uri="{FF2B5EF4-FFF2-40B4-BE49-F238E27FC236}">
                <a16:creationId xmlns:a16="http://schemas.microsoft.com/office/drawing/2014/main" id="{72824AE1-6731-4707-B7F4-A16C6BA306AD}"/>
              </a:ext>
            </a:extLst>
          </p:cNvPr>
          <p:cNvCxnSpPr>
            <a:cxnSpLocks/>
          </p:cNvCxnSpPr>
          <p:nvPr/>
        </p:nvCxnSpPr>
        <p:spPr>
          <a:xfrm>
            <a:off x="11326019" y="2860746"/>
            <a:ext cx="240630" cy="120382"/>
          </a:xfrm>
          <a:prstGeom prst="line">
            <a:avLst/>
          </a:prstGeom>
          <a:ln w="38100">
            <a:solidFill>
              <a:srgbClr val="FFFF00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46" name="Straight Connector 452">
            <a:extLst>
              <a:ext uri="{FF2B5EF4-FFF2-40B4-BE49-F238E27FC236}">
                <a16:creationId xmlns:a16="http://schemas.microsoft.com/office/drawing/2014/main" id="{F7652A49-5CE7-455A-AAB0-397F0BD76271}"/>
              </a:ext>
            </a:extLst>
          </p:cNvPr>
          <p:cNvCxnSpPr>
            <a:cxnSpLocks/>
          </p:cNvCxnSpPr>
          <p:nvPr/>
        </p:nvCxnSpPr>
        <p:spPr>
          <a:xfrm flipV="1">
            <a:off x="11108844" y="2954345"/>
            <a:ext cx="1916" cy="194891"/>
          </a:xfrm>
          <a:prstGeom prst="line">
            <a:avLst/>
          </a:prstGeom>
          <a:ln w="38100">
            <a:solidFill>
              <a:srgbClr val="FFFF00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47" name="Straight Connector 452">
            <a:extLst>
              <a:ext uri="{FF2B5EF4-FFF2-40B4-BE49-F238E27FC236}">
                <a16:creationId xmlns:a16="http://schemas.microsoft.com/office/drawing/2014/main" id="{8FF0F0A7-0607-4120-A415-7E0BE617004C}"/>
              </a:ext>
            </a:extLst>
          </p:cNvPr>
          <p:cNvCxnSpPr>
            <a:cxnSpLocks/>
          </p:cNvCxnSpPr>
          <p:nvPr/>
        </p:nvCxnSpPr>
        <p:spPr>
          <a:xfrm flipH="1">
            <a:off x="10852540" y="3149715"/>
            <a:ext cx="217277" cy="93314"/>
          </a:xfrm>
          <a:prstGeom prst="line">
            <a:avLst/>
          </a:prstGeom>
          <a:ln w="38100">
            <a:solidFill>
              <a:srgbClr val="FFFF00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49" name="Straight Connector 452">
            <a:extLst>
              <a:ext uri="{FF2B5EF4-FFF2-40B4-BE49-F238E27FC236}">
                <a16:creationId xmlns:a16="http://schemas.microsoft.com/office/drawing/2014/main" id="{1E141416-771E-42B5-8490-153E854206CE}"/>
              </a:ext>
            </a:extLst>
          </p:cNvPr>
          <p:cNvCxnSpPr>
            <a:cxnSpLocks/>
          </p:cNvCxnSpPr>
          <p:nvPr/>
        </p:nvCxnSpPr>
        <p:spPr>
          <a:xfrm flipV="1">
            <a:off x="10879808" y="3040330"/>
            <a:ext cx="1916" cy="194891"/>
          </a:xfrm>
          <a:prstGeom prst="line">
            <a:avLst/>
          </a:prstGeom>
          <a:ln w="38100">
            <a:solidFill>
              <a:srgbClr val="FFFF00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54" name="Arrow: Down 853">
            <a:extLst>
              <a:ext uri="{FF2B5EF4-FFF2-40B4-BE49-F238E27FC236}">
                <a16:creationId xmlns:a16="http://schemas.microsoft.com/office/drawing/2014/main" id="{C0F3834C-080B-48AC-BDE6-A752199A8CBE}"/>
              </a:ext>
            </a:extLst>
          </p:cNvPr>
          <p:cNvSpPr/>
          <p:nvPr/>
        </p:nvSpPr>
        <p:spPr>
          <a:xfrm rot="8909404">
            <a:off x="11648373" y="8844875"/>
            <a:ext cx="307929" cy="735349"/>
          </a:xfrm>
          <a:prstGeom prst="downArrow">
            <a:avLst>
              <a:gd name="adj1" fmla="val 50000"/>
              <a:gd name="adj2" fmla="val 121053"/>
            </a:avLst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856" name="Straight Connector 452">
            <a:extLst>
              <a:ext uri="{FF2B5EF4-FFF2-40B4-BE49-F238E27FC236}">
                <a16:creationId xmlns:a16="http://schemas.microsoft.com/office/drawing/2014/main" id="{26679945-A325-45F9-B1F2-212A9DE3BAAD}"/>
              </a:ext>
            </a:extLst>
          </p:cNvPr>
          <p:cNvCxnSpPr>
            <a:cxnSpLocks/>
          </p:cNvCxnSpPr>
          <p:nvPr/>
        </p:nvCxnSpPr>
        <p:spPr>
          <a:xfrm flipH="1">
            <a:off x="931083" y="5365316"/>
            <a:ext cx="247857" cy="81411"/>
          </a:xfrm>
          <a:prstGeom prst="line">
            <a:avLst/>
          </a:prstGeom>
          <a:ln w="38100">
            <a:solidFill>
              <a:srgbClr val="7030A0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60" name="TextBox 759">
            <a:extLst>
              <a:ext uri="{FF2B5EF4-FFF2-40B4-BE49-F238E27FC236}">
                <a16:creationId xmlns:a16="http://schemas.microsoft.com/office/drawing/2014/main" id="{7C93E3D4-90E2-4AE9-A55E-3960C2E800AE}"/>
              </a:ext>
            </a:extLst>
          </p:cNvPr>
          <p:cNvSpPr txBox="1"/>
          <p:nvPr/>
        </p:nvSpPr>
        <p:spPr>
          <a:xfrm>
            <a:off x="2540381" y="6290040"/>
            <a:ext cx="5588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395</a:t>
            </a:r>
          </a:p>
        </p:txBody>
      </p:sp>
      <p:cxnSp>
        <p:nvCxnSpPr>
          <p:cNvPr id="762" name="Straight Connector 452">
            <a:extLst>
              <a:ext uri="{FF2B5EF4-FFF2-40B4-BE49-F238E27FC236}">
                <a16:creationId xmlns:a16="http://schemas.microsoft.com/office/drawing/2014/main" id="{A40ADDA3-871E-4020-A322-70D3131824A8}"/>
              </a:ext>
            </a:extLst>
          </p:cNvPr>
          <p:cNvCxnSpPr>
            <a:cxnSpLocks/>
          </p:cNvCxnSpPr>
          <p:nvPr/>
        </p:nvCxnSpPr>
        <p:spPr>
          <a:xfrm flipV="1">
            <a:off x="2087628" y="3313888"/>
            <a:ext cx="429747" cy="222160"/>
          </a:xfrm>
          <a:prstGeom prst="line">
            <a:avLst/>
          </a:prstGeom>
          <a:ln w="38100">
            <a:solidFill>
              <a:srgbClr val="7030A0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67" name="Straight Connector 452">
            <a:extLst>
              <a:ext uri="{FF2B5EF4-FFF2-40B4-BE49-F238E27FC236}">
                <a16:creationId xmlns:a16="http://schemas.microsoft.com/office/drawing/2014/main" id="{B09EC761-590B-46B1-A3CD-CBB75085C53D}"/>
              </a:ext>
            </a:extLst>
          </p:cNvPr>
          <p:cNvCxnSpPr>
            <a:cxnSpLocks/>
          </p:cNvCxnSpPr>
          <p:nvPr/>
        </p:nvCxnSpPr>
        <p:spPr>
          <a:xfrm flipV="1">
            <a:off x="2064907" y="3197490"/>
            <a:ext cx="240680" cy="135836"/>
          </a:xfrm>
          <a:prstGeom prst="line">
            <a:avLst/>
          </a:prstGeom>
          <a:ln w="38100">
            <a:solidFill>
              <a:srgbClr val="7030A0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59" name="Straight Connector 452">
            <a:extLst>
              <a:ext uri="{FF2B5EF4-FFF2-40B4-BE49-F238E27FC236}">
                <a16:creationId xmlns:a16="http://schemas.microsoft.com/office/drawing/2014/main" id="{DD700890-3F41-438E-8731-364E0F93843E}"/>
              </a:ext>
            </a:extLst>
          </p:cNvPr>
          <p:cNvCxnSpPr>
            <a:cxnSpLocks/>
          </p:cNvCxnSpPr>
          <p:nvPr/>
        </p:nvCxnSpPr>
        <p:spPr>
          <a:xfrm>
            <a:off x="2305587" y="3211856"/>
            <a:ext cx="254194" cy="102032"/>
          </a:xfrm>
          <a:prstGeom prst="line">
            <a:avLst/>
          </a:prstGeom>
          <a:ln w="38100">
            <a:solidFill>
              <a:srgbClr val="7030A0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58" name="Arrow: Down 857">
            <a:extLst>
              <a:ext uri="{FF2B5EF4-FFF2-40B4-BE49-F238E27FC236}">
                <a16:creationId xmlns:a16="http://schemas.microsoft.com/office/drawing/2014/main" id="{3EC50EE2-BC62-4298-8DE7-8291D0919C74}"/>
              </a:ext>
            </a:extLst>
          </p:cNvPr>
          <p:cNvSpPr/>
          <p:nvPr/>
        </p:nvSpPr>
        <p:spPr>
          <a:xfrm rot="9128743">
            <a:off x="1876699" y="8954841"/>
            <a:ext cx="307929" cy="735349"/>
          </a:xfrm>
          <a:prstGeom prst="downArrow">
            <a:avLst>
              <a:gd name="adj1" fmla="val 50000"/>
              <a:gd name="adj2" fmla="val 121053"/>
            </a:avLst>
          </a:prstGeom>
          <a:solidFill>
            <a:srgbClr val="FF99CC"/>
          </a:solidFill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4191678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水印" hidden="1">
            <a:extLst>
              <a:ext uri="{FF2B5EF4-FFF2-40B4-BE49-F238E27FC236}">
                <a16:creationId xmlns:a16="http://schemas.microsoft.com/office/drawing/2014/main" id="{9DBD241A-5829-4D04-8031-C98226894A65}"/>
              </a:ext>
            </a:extLst>
          </p:cNvPr>
          <p:cNvSpPr/>
          <p:nvPr/>
        </p:nvSpPr>
        <p:spPr>
          <a:xfrm rot="1546311">
            <a:off x="-3420789" y="-355347"/>
            <a:ext cx="18432756" cy="1598835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9600" b="1" dirty="0">
                <a:ln w="22225">
                  <a:solidFill>
                    <a:srgbClr val="666699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  <a:alpha val="0"/>
                  </a:schemeClr>
                </a:solidFill>
              </a:rPr>
              <a:t>157 </a:t>
            </a:r>
            <a:r>
              <a:rPr lang="zh-CN" altLang="en-US" sz="9600" b="1" dirty="0">
                <a:ln w="22225">
                  <a:solidFill>
                    <a:srgbClr val="666699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  <a:alpha val="0"/>
                  </a:schemeClr>
                </a:solidFill>
              </a:rPr>
              <a:t>活动中心  </a:t>
            </a:r>
            <a:r>
              <a:rPr lang="en-US" altLang="zh-CN" sz="9600" b="1" dirty="0">
                <a:ln w="22225">
                  <a:solidFill>
                    <a:srgbClr val="666699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  <a:alpha val="0"/>
                  </a:schemeClr>
                </a:solidFill>
              </a:rPr>
              <a:t>157 </a:t>
            </a:r>
            <a:r>
              <a:rPr lang="zh-CN" altLang="en-US" sz="9600" b="1" dirty="0">
                <a:ln w="22225">
                  <a:solidFill>
                    <a:srgbClr val="666699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  <a:alpha val="0"/>
                  </a:schemeClr>
                </a:solidFill>
              </a:rPr>
              <a:t>活动中心</a:t>
            </a:r>
            <a:r>
              <a:rPr lang="en-US" altLang="zh-CN" sz="9600" b="1" dirty="0">
                <a:ln w="22225">
                  <a:solidFill>
                    <a:srgbClr val="666699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  <a:alpha val="0"/>
                  </a:schemeClr>
                </a:solidFill>
              </a:rPr>
              <a:t>  157 </a:t>
            </a:r>
            <a:r>
              <a:rPr lang="zh-CN" altLang="en-US" sz="9600" b="1" dirty="0">
                <a:ln w="22225">
                  <a:solidFill>
                    <a:srgbClr val="666699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  <a:alpha val="0"/>
                  </a:schemeClr>
                </a:solidFill>
              </a:rPr>
              <a:t>活动中心 </a:t>
            </a:r>
            <a:r>
              <a:rPr lang="en-US" altLang="zh-CN" sz="9600" b="1" dirty="0">
                <a:ln w="22225">
                  <a:solidFill>
                    <a:srgbClr val="666699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  <a:alpha val="0"/>
                  </a:schemeClr>
                </a:solidFill>
              </a:rPr>
              <a:t>157 </a:t>
            </a:r>
            <a:r>
              <a:rPr lang="zh-CN" altLang="en-US" sz="9600" b="1" dirty="0">
                <a:ln w="22225">
                  <a:solidFill>
                    <a:srgbClr val="666699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  <a:alpha val="0"/>
                  </a:schemeClr>
                </a:solidFill>
              </a:rPr>
              <a:t>活动中心 </a:t>
            </a:r>
            <a:r>
              <a:rPr lang="en-US" altLang="zh-CN" sz="9600" b="1" dirty="0">
                <a:ln w="22225">
                  <a:solidFill>
                    <a:srgbClr val="666699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  <a:alpha val="0"/>
                  </a:schemeClr>
                </a:solidFill>
              </a:rPr>
              <a:t>157 </a:t>
            </a:r>
            <a:r>
              <a:rPr lang="zh-CN" altLang="en-US" sz="9600" b="1" dirty="0">
                <a:ln w="22225">
                  <a:solidFill>
                    <a:srgbClr val="666699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  <a:alpha val="0"/>
                  </a:schemeClr>
                </a:solidFill>
              </a:rPr>
              <a:t>活动中心 </a:t>
            </a:r>
            <a:r>
              <a:rPr lang="en-US" altLang="zh-CN" sz="9600" b="1" dirty="0">
                <a:ln w="22225">
                  <a:solidFill>
                    <a:srgbClr val="666699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  <a:alpha val="0"/>
                  </a:schemeClr>
                </a:solidFill>
              </a:rPr>
              <a:t>157 </a:t>
            </a:r>
            <a:r>
              <a:rPr lang="zh-CN" altLang="en-US" sz="9600" b="1" dirty="0">
                <a:ln w="22225">
                  <a:solidFill>
                    <a:srgbClr val="666699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  <a:alpha val="0"/>
                  </a:schemeClr>
                </a:solidFill>
              </a:rPr>
              <a:t>活动中心 </a:t>
            </a:r>
            <a:r>
              <a:rPr lang="en-US" altLang="zh-CN" sz="9600" b="1" dirty="0">
                <a:ln w="22225">
                  <a:solidFill>
                    <a:srgbClr val="666699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  <a:alpha val="0"/>
                  </a:schemeClr>
                </a:solidFill>
              </a:rPr>
              <a:t>157 </a:t>
            </a:r>
            <a:r>
              <a:rPr lang="zh-CN" altLang="en-US" sz="9600" b="1" dirty="0">
                <a:ln w="22225">
                  <a:solidFill>
                    <a:srgbClr val="666699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  <a:alpha val="0"/>
                  </a:schemeClr>
                </a:solidFill>
              </a:rPr>
              <a:t>活动中心 </a:t>
            </a:r>
            <a:r>
              <a:rPr lang="en-US" altLang="zh-CN" sz="9600" b="1" dirty="0">
                <a:ln w="22225">
                  <a:solidFill>
                    <a:srgbClr val="666699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  <a:alpha val="0"/>
                  </a:schemeClr>
                </a:solidFill>
              </a:rPr>
              <a:t>157 </a:t>
            </a:r>
            <a:r>
              <a:rPr lang="zh-CN" altLang="en-US" sz="9600" b="1" dirty="0">
                <a:ln w="22225">
                  <a:solidFill>
                    <a:srgbClr val="666699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  <a:alpha val="0"/>
                  </a:schemeClr>
                </a:solidFill>
              </a:rPr>
              <a:t>活动中心 </a:t>
            </a:r>
            <a:r>
              <a:rPr lang="en-US" altLang="zh-CN" sz="9600" b="1" dirty="0">
                <a:ln w="22225">
                  <a:solidFill>
                    <a:srgbClr val="666699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  <a:alpha val="0"/>
                  </a:schemeClr>
                </a:solidFill>
              </a:rPr>
              <a:t>157 </a:t>
            </a:r>
            <a:r>
              <a:rPr lang="zh-CN" altLang="en-US" sz="9600" b="1" dirty="0">
                <a:ln w="22225">
                  <a:solidFill>
                    <a:srgbClr val="666699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  <a:alpha val="0"/>
                  </a:schemeClr>
                </a:solidFill>
              </a:rPr>
              <a:t>活动中心 </a:t>
            </a:r>
            <a:r>
              <a:rPr lang="en-US" altLang="zh-CN" sz="9600" b="1" dirty="0">
                <a:ln w="22225">
                  <a:solidFill>
                    <a:srgbClr val="666699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  <a:alpha val="0"/>
                  </a:schemeClr>
                </a:solidFill>
              </a:rPr>
              <a:t>157 </a:t>
            </a:r>
            <a:r>
              <a:rPr lang="zh-CN" altLang="en-US" sz="9600" b="1" dirty="0">
                <a:ln w="22225">
                  <a:solidFill>
                    <a:srgbClr val="666699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  <a:alpha val="0"/>
                  </a:schemeClr>
                </a:solidFill>
              </a:rPr>
              <a:t>活动中心 </a:t>
            </a:r>
            <a:r>
              <a:rPr lang="en-US" altLang="zh-CN" sz="9600" b="1" dirty="0">
                <a:ln w="22225">
                  <a:solidFill>
                    <a:srgbClr val="666699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  <a:alpha val="0"/>
                  </a:schemeClr>
                </a:solidFill>
              </a:rPr>
              <a:t>157 </a:t>
            </a:r>
            <a:r>
              <a:rPr lang="zh-CN" altLang="en-US" sz="9600" b="1" dirty="0">
                <a:ln w="22225">
                  <a:solidFill>
                    <a:srgbClr val="666699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  <a:alpha val="0"/>
                  </a:schemeClr>
                </a:solidFill>
              </a:rPr>
              <a:t>活动中心 </a:t>
            </a:r>
            <a:r>
              <a:rPr lang="en-US" altLang="zh-CN" sz="9600" b="1" dirty="0">
                <a:ln w="22225">
                  <a:solidFill>
                    <a:srgbClr val="666699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  <a:alpha val="0"/>
                  </a:schemeClr>
                </a:solidFill>
              </a:rPr>
              <a:t>157 </a:t>
            </a:r>
            <a:r>
              <a:rPr lang="zh-CN" altLang="en-US" sz="9600" b="1" dirty="0">
                <a:ln w="22225">
                  <a:solidFill>
                    <a:srgbClr val="666699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  <a:alpha val="0"/>
                  </a:schemeClr>
                </a:solidFill>
              </a:rPr>
              <a:t>活动中心 </a:t>
            </a:r>
            <a:r>
              <a:rPr lang="en-US" altLang="zh-CN" sz="9600" b="1" dirty="0">
                <a:ln w="22225">
                  <a:solidFill>
                    <a:srgbClr val="666699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  <a:alpha val="0"/>
                  </a:schemeClr>
                </a:solidFill>
              </a:rPr>
              <a:t>157 </a:t>
            </a:r>
            <a:r>
              <a:rPr lang="zh-CN" altLang="en-US" sz="9600" b="1" dirty="0">
                <a:ln w="22225">
                  <a:solidFill>
                    <a:srgbClr val="666699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  <a:alpha val="0"/>
                  </a:schemeClr>
                </a:solidFill>
              </a:rPr>
              <a:t>活动中心 </a:t>
            </a:r>
            <a:r>
              <a:rPr lang="en-US" altLang="zh-CN" sz="9600" b="1" dirty="0">
                <a:ln w="22225">
                  <a:solidFill>
                    <a:srgbClr val="666699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  <a:alpha val="0"/>
                  </a:schemeClr>
                </a:solidFill>
              </a:rPr>
              <a:t>157 </a:t>
            </a:r>
            <a:r>
              <a:rPr lang="zh-CN" altLang="en-US" sz="9600" b="1" dirty="0">
                <a:ln w="22225">
                  <a:solidFill>
                    <a:srgbClr val="666699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  <a:alpha val="0"/>
                  </a:schemeClr>
                </a:solidFill>
              </a:rPr>
              <a:t>活动中心 </a:t>
            </a:r>
            <a:r>
              <a:rPr lang="en-US" altLang="zh-CN" sz="9600" b="1" dirty="0">
                <a:ln w="22225">
                  <a:solidFill>
                    <a:srgbClr val="666699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  <a:alpha val="0"/>
                  </a:schemeClr>
                </a:solidFill>
              </a:rPr>
              <a:t>157 </a:t>
            </a:r>
            <a:r>
              <a:rPr lang="zh-CN" altLang="en-US" sz="9600" b="1" dirty="0">
                <a:ln w="22225">
                  <a:solidFill>
                    <a:srgbClr val="666699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  <a:alpha val="0"/>
                  </a:schemeClr>
                </a:solidFill>
              </a:rPr>
              <a:t>活动中心 </a:t>
            </a:r>
            <a:r>
              <a:rPr lang="en-US" altLang="zh-CN" sz="9600" b="1" dirty="0">
                <a:ln w="22225">
                  <a:solidFill>
                    <a:srgbClr val="666699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  <a:alpha val="0"/>
                  </a:schemeClr>
                </a:solidFill>
              </a:rPr>
              <a:t>157 </a:t>
            </a:r>
            <a:r>
              <a:rPr lang="zh-CN" altLang="en-US" sz="9600" b="1" dirty="0">
                <a:ln w="22225">
                  <a:solidFill>
                    <a:srgbClr val="666699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  <a:alpha val="0"/>
                  </a:schemeClr>
                </a:solidFill>
              </a:rPr>
              <a:t>活动中心 </a:t>
            </a:r>
            <a:r>
              <a:rPr lang="en-US" altLang="zh-CN" sz="9600" b="1" dirty="0">
                <a:ln w="22225">
                  <a:solidFill>
                    <a:srgbClr val="666699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  <a:alpha val="0"/>
                  </a:schemeClr>
                </a:solidFill>
              </a:rPr>
              <a:t>157 </a:t>
            </a:r>
            <a:r>
              <a:rPr lang="zh-CN" altLang="en-US" sz="9600" b="1" dirty="0">
                <a:ln w="22225">
                  <a:solidFill>
                    <a:srgbClr val="666699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  <a:alpha val="0"/>
                  </a:schemeClr>
                </a:solidFill>
              </a:rPr>
              <a:t>活动中心 </a:t>
            </a:r>
            <a:r>
              <a:rPr lang="en-US" altLang="zh-CN" sz="9600" b="1" dirty="0">
                <a:ln w="22225">
                  <a:solidFill>
                    <a:srgbClr val="666699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  <a:alpha val="0"/>
                  </a:schemeClr>
                </a:solidFill>
              </a:rPr>
              <a:t>157 </a:t>
            </a:r>
            <a:r>
              <a:rPr lang="zh-CN" altLang="en-US" sz="9600" b="1" dirty="0">
                <a:ln w="22225">
                  <a:solidFill>
                    <a:srgbClr val="666699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  <a:alpha val="0"/>
                  </a:schemeClr>
                </a:solidFill>
              </a:rPr>
              <a:t>活动中心 </a:t>
            </a:r>
            <a:r>
              <a:rPr lang="en-US" altLang="zh-CN" sz="9600" b="1" dirty="0">
                <a:ln w="22225">
                  <a:solidFill>
                    <a:srgbClr val="666699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  <a:alpha val="0"/>
                  </a:schemeClr>
                </a:solidFill>
              </a:rPr>
              <a:t>157 </a:t>
            </a:r>
            <a:r>
              <a:rPr lang="zh-CN" altLang="en-US" sz="9600" b="1" dirty="0">
                <a:ln w="22225">
                  <a:solidFill>
                    <a:srgbClr val="666699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  <a:alpha val="0"/>
                  </a:schemeClr>
                </a:solidFill>
              </a:rPr>
              <a:t>活动中心 </a:t>
            </a:r>
            <a:r>
              <a:rPr lang="en-US" altLang="zh-CN" sz="9600" b="1" dirty="0">
                <a:ln w="22225">
                  <a:solidFill>
                    <a:srgbClr val="666699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  <a:alpha val="0"/>
                  </a:schemeClr>
                </a:solidFill>
              </a:rPr>
              <a:t>157 </a:t>
            </a:r>
            <a:r>
              <a:rPr lang="zh-CN" altLang="en-US" sz="9600" b="1" dirty="0">
                <a:ln w="22225">
                  <a:solidFill>
                    <a:srgbClr val="666699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  <a:alpha val="0"/>
                  </a:schemeClr>
                </a:solidFill>
              </a:rPr>
              <a:t>活动中心 </a:t>
            </a:r>
            <a:r>
              <a:rPr lang="en-US" altLang="zh-CN" sz="9600" b="1" dirty="0">
                <a:ln w="22225">
                  <a:solidFill>
                    <a:srgbClr val="666699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  <a:alpha val="0"/>
                  </a:schemeClr>
                </a:solidFill>
              </a:rPr>
              <a:t>157 </a:t>
            </a:r>
            <a:r>
              <a:rPr lang="zh-CN" altLang="en-US" sz="9600" b="1" dirty="0">
                <a:ln w="22225">
                  <a:solidFill>
                    <a:srgbClr val="666699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  <a:alpha val="0"/>
                  </a:schemeClr>
                </a:solidFill>
              </a:rPr>
              <a:t>活动中心 </a:t>
            </a:r>
            <a:r>
              <a:rPr lang="en-US" altLang="zh-CN" sz="9600" b="1" dirty="0">
                <a:ln w="22225">
                  <a:solidFill>
                    <a:srgbClr val="666699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  <a:alpha val="0"/>
                  </a:schemeClr>
                </a:solidFill>
              </a:rPr>
              <a:t>157 </a:t>
            </a:r>
            <a:r>
              <a:rPr lang="zh-CN" altLang="en-US" sz="9600" b="1" dirty="0">
                <a:ln w="22225">
                  <a:solidFill>
                    <a:srgbClr val="666699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  <a:alpha val="0"/>
                  </a:schemeClr>
                </a:solidFill>
              </a:rPr>
              <a:t>活动中心 </a:t>
            </a:r>
            <a:r>
              <a:rPr lang="en-US" altLang="zh-CN" sz="9600" b="1" dirty="0">
                <a:ln w="22225">
                  <a:solidFill>
                    <a:srgbClr val="666699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  <a:alpha val="0"/>
                  </a:schemeClr>
                </a:solidFill>
              </a:rPr>
              <a:t>157 </a:t>
            </a:r>
            <a:r>
              <a:rPr lang="zh-CN" altLang="en-US" sz="9600" b="1" dirty="0">
                <a:ln w="22225">
                  <a:solidFill>
                    <a:srgbClr val="666699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  <a:alpha val="0"/>
                  </a:schemeClr>
                </a:solidFill>
              </a:rPr>
              <a:t>活动中心 </a:t>
            </a:r>
            <a:r>
              <a:rPr lang="en-US" altLang="zh-CN" sz="9600" b="1" dirty="0">
                <a:ln w="22225">
                  <a:solidFill>
                    <a:srgbClr val="666699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  <a:alpha val="0"/>
                  </a:schemeClr>
                </a:solidFill>
              </a:rPr>
              <a:t>157 </a:t>
            </a:r>
            <a:r>
              <a:rPr lang="zh-CN" altLang="en-US" sz="9600" b="1" dirty="0">
                <a:ln w="22225">
                  <a:solidFill>
                    <a:srgbClr val="666699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  <a:alpha val="0"/>
                  </a:schemeClr>
                </a:solidFill>
              </a:rPr>
              <a:t>活动中心 </a:t>
            </a:r>
            <a:r>
              <a:rPr lang="en-US" altLang="zh-CN" sz="9600" b="1" dirty="0">
                <a:ln w="22225">
                  <a:solidFill>
                    <a:srgbClr val="666699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  <a:alpha val="0"/>
                  </a:schemeClr>
                </a:solidFill>
              </a:rPr>
              <a:t>157 </a:t>
            </a:r>
            <a:r>
              <a:rPr lang="zh-CN" altLang="en-US" sz="9600" b="1" dirty="0">
                <a:ln w="22225">
                  <a:solidFill>
                    <a:srgbClr val="666699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  <a:alpha val="0"/>
                  </a:schemeClr>
                </a:solidFill>
              </a:rPr>
              <a:t>活动中心 </a:t>
            </a:r>
            <a:r>
              <a:rPr lang="en-US" altLang="zh-CN" sz="9600" b="1" dirty="0">
                <a:ln w="22225">
                  <a:solidFill>
                    <a:srgbClr val="666699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  <a:alpha val="0"/>
                  </a:schemeClr>
                </a:solidFill>
              </a:rPr>
              <a:t>157 </a:t>
            </a:r>
            <a:r>
              <a:rPr lang="zh-CN" altLang="en-US" sz="9600" b="1" dirty="0">
                <a:ln w="22225">
                  <a:solidFill>
                    <a:srgbClr val="666699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  <a:alpha val="0"/>
                  </a:schemeClr>
                </a:solidFill>
              </a:rPr>
              <a:t>活动中心 </a:t>
            </a:r>
            <a:r>
              <a:rPr lang="en-US" altLang="zh-CN" sz="9600" b="1" dirty="0">
                <a:ln w="22225">
                  <a:solidFill>
                    <a:srgbClr val="666699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  <a:alpha val="0"/>
                  </a:schemeClr>
                </a:solidFill>
              </a:rPr>
              <a:t>157 </a:t>
            </a:r>
            <a:r>
              <a:rPr lang="zh-CN" altLang="en-US" sz="9600" b="1" dirty="0">
                <a:ln w="22225">
                  <a:solidFill>
                    <a:srgbClr val="666699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  <a:alpha val="0"/>
                  </a:schemeClr>
                </a:solidFill>
              </a:rPr>
              <a:t>活动中心 </a:t>
            </a:r>
            <a:r>
              <a:rPr lang="en-US" altLang="zh-CN" sz="9600" b="1" dirty="0">
                <a:ln w="22225">
                  <a:solidFill>
                    <a:srgbClr val="666699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  <a:alpha val="0"/>
                  </a:schemeClr>
                </a:solidFill>
              </a:rPr>
              <a:t>157 </a:t>
            </a:r>
            <a:r>
              <a:rPr lang="zh-CN" altLang="en-US" sz="9600" b="1" dirty="0">
                <a:ln w="22225">
                  <a:solidFill>
                    <a:srgbClr val="666699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  <a:alpha val="0"/>
                  </a:schemeClr>
                </a:solidFill>
              </a:rPr>
              <a:t>活动中心 </a:t>
            </a:r>
            <a:r>
              <a:rPr lang="en-US" altLang="zh-CN" sz="9600" b="1" dirty="0">
                <a:ln w="22225">
                  <a:solidFill>
                    <a:srgbClr val="666699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  <a:alpha val="0"/>
                  </a:schemeClr>
                </a:solidFill>
              </a:rPr>
              <a:t>157 </a:t>
            </a:r>
            <a:r>
              <a:rPr lang="zh-CN" altLang="en-US" sz="9600" b="1" dirty="0">
                <a:ln w="22225">
                  <a:solidFill>
                    <a:srgbClr val="666699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  <a:alpha val="0"/>
                  </a:schemeClr>
                </a:solidFill>
              </a:rPr>
              <a:t>活动中心</a:t>
            </a:r>
            <a:endParaRPr lang="en-US" sz="9600" dirty="0">
              <a:ln>
                <a:solidFill>
                  <a:srgbClr val="666699"/>
                </a:solidFill>
              </a:ln>
              <a:solidFill>
                <a:schemeClr val="accent2">
                  <a:lumMod val="40000"/>
                  <a:lumOff val="60000"/>
                  <a:alpha val="0"/>
                </a:schemeClr>
              </a:solidFill>
            </a:endParaRPr>
          </a:p>
          <a:p>
            <a:pPr algn="ctr"/>
            <a:endParaRPr lang="en-US" sz="9600" dirty="0"/>
          </a:p>
        </p:txBody>
      </p:sp>
      <p:graphicFrame>
        <p:nvGraphicFramePr>
          <p:cNvPr id="24" name="Table 23">
            <a:extLst>
              <a:ext uri="{FF2B5EF4-FFF2-40B4-BE49-F238E27FC236}">
                <a16:creationId xmlns:a16="http://schemas.microsoft.com/office/drawing/2014/main" id="{42205A5A-28A7-4C61-8F2B-C99D6672DD7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35542278"/>
              </p:ext>
            </p:extLst>
          </p:nvPr>
        </p:nvGraphicFramePr>
        <p:xfrm>
          <a:off x="1211590" y="11175854"/>
          <a:ext cx="8940810" cy="2659888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894081">
                  <a:extLst>
                    <a:ext uri="{9D8B030D-6E8A-4147-A177-3AD203B41FA5}">
                      <a16:colId xmlns:a16="http://schemas.microsoft.com/office/drawing/2014/main" val="1440939813"/>
                    </a:ext>
                  </a:extLst>
                </a:gridCol>
                <a:gridCol w="894081">
                  <a:extLst>
                    <a:ext uri="{9D8B030D-6E8A-4147-A177-3AD203B41FA5}">
                      <a16:colId xmlns:a16="http://schemas.microsoft.com/office/drawing/2014/main" val="645834481"/>
                    </a:ext>
                  </a:extLst>
                </a:gridCol>
                <a:gridCol w="894081">
                  <a:extLst>
                    <a:ext uri="{9D8B030D-6E8A-4147-A177-3AD203B41FA5}">
                      <a16:colId xmlns:a16="http://schemas.microsoft.com/office/drawing/2014/main" val="3085323505"/>
                    </a:ext>
                  </a:extLst>
                </a:gridCol>
                <a:gridCol w="894081">
                  <a:extLst>
                    <a:ext uri="{9D8B030D-6E8A-4147-A177-3AD203B41FA5}">
                      <a16:colId xmlns:a16="http://schemas.microsoft.com/office/drawing/2014/main" val="2119094937"/>
                    </a:ext>
                  </a:extLst>
                </a:gridCol>
                <a:gridCol w="894081">
                  <a:extLst>
                    <a:ext uri="{9D8B030D-6E8A-4147-A177-3AD203B41FA5}">
                      <a16:colId xmlns:a16="http://schemas.microsoft.com/office/drawing/2014/main" val="1606361759"/>
                    </a:ext>
                  </a:extLst>
                </a:gridCol>
                <a:gridCol w="894081">
                  <a:extLst>
                    <a:ext uri="{9D8B030D-6E8A-4147-A177-3AD203B41FA5}">
                      <a16:colId xmlns:a16="http://schemas.microsoft.com/office/drawing/2014/main" val="2222384725"/>
                    </a:ext>
                  </a:extLst>
                </a:gridCol>
                <a:gridCol w="894081">
                  <a:extLst>
                    <a:ext uri="{9D8B030D-6E8A-4147-A177-3AD203B41FA5}">
                      <a16:colId xmlns:a16="http://schemas.microsoft.com/office/drawing/2014/main" val="2932901427"/>
                    </a:ext>
                  </a:extLst>
                </a:gridCol>
                <a:gridCol w="894081">
                  <a:extLst>
                    <a:ext uri="{9D8B030D-6E8A-4147-A177-3AD203B41FA5}">
                      <a16:colId xmlns:a16="http://schemas.microsoft.com/office/drawing/2014/main" val="4050751863"/>
                    </a:ext>
                  </a:extLst>
                </a:gridCol>
                <a:gridCol w="894081">
                  <a:extLst>
                    <a:ext uri="{9D8B030D-6E8A-4147-A177-3AD203B41FA5}">
                      <a16:colId xmlns:a16="http://schemas.microsoft.com/office/drawing/2014/main" val="2974369311"/>
                    </a:ext>
                  </a:extLst>
                </a:gridCol>
                <a:gridCol w="894081">
                  <a:extLst>
                    <a:ext uri="{9D8B030D-6E8A-4147-A177-3AD203B41FA5}">
                      <a16:colId xmlns:a16="http://schemas.microsoft.com/office/drawing/2014/main" val="2255200572"/>
                    </a:ext>
                  </a:extLst>
                </a:gridCol>
              </a:tblGrid>
              <a:tr h="782320">
                <a:tc>
                  <a:txBody>
                    <a:bodyPr/>
                    <a:lstStyle/>
                    <a:p>
                      <a:pPr algn="l" fontAlgn="b"/>
                      <a:endParaRPr 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l" fontAlgn="b"/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extLst>
                  <a:ext uri="{0D108BD9-81ED-4DB2-BD59-A6C34878D82A}">
                    <a16:rowId xmlns:a16="http://schemas.microsoft.com/office/drawing/2014/main" val="3778182126"/>
                  </a:ext>
                </a:extLst>
              </a:tr>
              <a:tr h="268224">
                <a:tc>
                  <a:txBody>
                    <a:bodyPr/>
                    <a:lstStyle/>
                    <a:p>
                      <a:pPr algn="l" fontAlgn="b"/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zh-CN" altLang="en-US" sz="1600" u="none" strike="noStrike">
                          <a:effectLst/>
                        </a:rPr>
                        <a:t>地</a:t>
                      </a:r>
                      <a:endParaRPr lang="zh-CN" alt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zh-CN" altLang="en-US" sz="1600" u="none" strike="noStrike">
                          <a:effectLst/>
                        </a:rPr>
                        <a:t>瞭望塔</a:t>
                      </a:r>
                      <a:endParaRPr lang="zh-CN" alt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zh-CN" altLang="en-US" sz="1600" u="none" strike="noStrike">
                          <a:effectLst/>
                        </a:rPr>
                        <a:t>遗迹</a:t>
                      </a:r>
                      <a:endParaRPr lang="zh-CN" alt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zh-CN" altLang="en-US" sz="1600" u="none" strike="noStrike">
                          <a:effectLst/>
                        </a:rPr>
                        <a:t>商人</a:t>
                      </a:r>
                      <a:endParaRPr lang="zh-CN" alt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zh-CN" altLang="en-US" sz="1600" u="none" strike="noStrike">
                          <a:effectLst/>
                        </a:rPr>
                        <a:t>营地</a:t>
                      </a:r>
                      <a:endParaRPr lang="zh-CN" alt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zh-CN" altLang="en-US" sz="1600" u="none" strike="noStrike">
                          <a:effectLst/>
                        </a:rPr>
                        <a:t>八卦</a:t>
                      </a:r>
                      <a:endParaRPr lang="zh-CN" alt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zh-CN" altLang="en-US" sz="1600" u="none" strike="noStrike">
                          <a:effectLst/>
                        </a:rPr>
                        <a:t>猪鹿蝶</a:t>
                      </a:r>
                      <a:endParaRPr lang="zh-CN" alt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zh-CN" altLang="en-US" sz="1600" u="none" strike="noStrike">
                          <a:effectLst/>
                        </a:rPr>
                        <a:t>小</a:t>
                      </a:r>
                      <a:r>
                        <a:rPr lang="en-US" sz="1600" u="none" strike="noStrike">
                          <a:effectLst/>
                        </a:rPr>
                        <a:t>boss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zh-CN" altLang="en-US" sz="1600" u="none" strike="noStrike">
                          <a:effectLst/>
                        </a:rPr>
                        <a:t>大</a:t>
                      </a:r>
                      <a:r>
                        <a:rPr lang="en-US" sz="1600" u="none" strike="noStrike">
                          <a:effectLst/>
                        </a:rPr>
                        <a:t>boss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extLst>
                  <a:ext uri="{0D108BD9-81ED-4DB2-BD59-A6C34878D82A}">
                    <a16:rowId xmlns:a16="http://schemas.microsoft.com/office/drawing/2014/main" val="4142854934"/>
                  </a:ext>
                </a:extLst>
              </a:tr>
              <a:tr h="268224">
                <a:tc>
                  <a:txBody>
                    <a:bodyPr/>
                    <a:lstStyle/>
                    <a:p>
                      <a:pPr algn="l" fontAlgn="b"/>
                      <a:r>
                        <a:rPr lang="zh-CN" altLang="en-US" sz="1600" u="none" strike="noStrike">
                          <a:effectLst/>
                        </a:rPr>
                        <a:t>一级</a:t>
                      </a:r>
                      <a:endParaRPr lang="zh-CN" alt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600" u="none" strike="noStrike">
                          <a:effectLst/>
                        </a:rPr>
                        <a:t>0.23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600" u="none" strike="noStrike">
                          <a:effectLst/>
                        </a:rPr>
                        <a:t>0.23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600" u="none" strike="noStrike">
                          <a:effectLst/>
                        </a:rPr>
                        <a:t>0.2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600" u="none" strike="noStrike">
                          <a:effectLst/>
                        </a:rPr>
                        <a:t>0.6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extLst>
                  <a:ext uri="{0D108BD9-81ED-4DB2-BD59-A6C34878D82A}">
                    <a16:rowId xmlns:a16="http://schemas.microsoft.com/office/drawing/2014/main" val="289814301"/>
                  </a:ext>
                </a:extLst>
              </a:tr>
              <a:tr h="268224">
                <a:tc>
                  <a:txBody>
                    <a:bodyPr/>
                    <a:lstStyle/>
                    <a:p>
                      <a:pPr algn="l" fontAlgn="b"/>
                      <a:r>
                        <a:rPr lang="zh-CN" altLang="en-US" sz="1600" u="none" strike="noStrike">
                          <a:effectLst/>
                        </a:rPr>
                        <a:t>二级</a:t>
                      </a:r>
                      <a:endParaRPr lang="zh-CN" alt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600" u="none" strike="noStrike">
                          <a:effectLst/>
                        </a:rPr>
                        <a:t>0.25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600" u="none" strike="noStrike">
                          <a:effectLst/>
                        </a:rPr>
                        <a:t>0.27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extLst>
                  <a:ext uri="{0D108BD9-81ED-4DB2-BD59-A6C34878D82A}">
                    <a16:rowId xmlns:a16="http://schemas.microsoft.com/office/drawing/2014/main" val="2040823567"/>
                  </a:ext>
                </a:extLst>
              </a:tr>
              <a:tr h="268224">
                <a:tc>
                  <a:txBody>
                    <a:bodyPr/>
                    <a:lstStyle/>
                    <a:p>
                      <a:pPr algn="l" fontAlgn="b"/>
                      <a:r>
                        <a:rPr lang="zh-CN" altLang="en-US" sz="1600" u="none" strike="noStrike">
                          <a:effectLst/>
                        </a:rPr>
                        <a:t>三级</a:t>
                      </a:r>
                      <a:endParaRPr lang="zh-CN" alt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600" u="none" strike="noStrike">
                          <a:effectLst/>
                        </a:rPr>
                        <a:t>0.26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600" u="none" strike="noStrike">
                          <a:effectLst/>
                        </a:rPr>
                        <a:t>0.30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extLst>
                  <a:ext uri="{0D108BD9-81ED-4DB2-BD59-A6C34878D82A}">
                    <a16:rowId xmlns:a16="http://schemas.microsoft.com/office/drawing/2014/main" val="919645007"/>
                  </a:ext>
                </a:extLst>
              </a:tr>
              <a:tr h="268224">
                <a:tc>
                  <a:txBody>
                    <a:bodyPr/>
                    <a:lstStyle/>
                    <a:p>
                      <a:pPr algn="l" fontAlgn="b"/>
                      <a:r>
                        <a:rPr lang="zh-CN" altLang="en-US" sz="1600" u="none" strike="noStrike" dirty="0">
                          <a:effectLst/>
                        </a:rPr>
                        <a:t>四级</a:t>
                      </a:r>
                      <a:r>
                        <a:rPr lang="en-US" altLang="zh-CN" sz="1600" u="none" strike="noStrike" dirty="0">
                          <a:effectLst/>
                        </a:rPr>
                        <a:t>260</a:t>
                      </a:r>
                      <a:endParaRPr lang="zh-CN" alt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600" u="none" strike="noStrike">
                          <a:effectLst/>
                        </a:rPr>
                        <a:t>0.28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600" u="none" strike="noStrike">
                          <a:effectLst/>
                        </a:rPr>
                        <a:t>0.33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extLst>
                  <a:ext uri="{0D108BD9-81ED-4DB2-BD59-A6C34878D82A}">
                    <a16:rowId xmlns:a16="http://schemas.microsoft.com/office/drawing/2014/main" val="1044398103"/>
                  </a:ext>
                </a:extLst>
              </a:tr>
              <a:tr h="268224">
                <a:tc>
                  <a:txBody>
                    <a:bodyPr/>
                    <a:lstStyle/>
                    <a:p>
                      <a:pPr algn="l" fontAlgn="b"/>
                      <a:r>
                        <a:rPr lang="zh-CN" altLang="en-US" sz="1600" u="none" strike="noStrike" dirty="0">
                          <a:effectLst/>
                        </a:rPr>
                        <a:t>五级</a:t>
                      </a:r>
                      <a:r>
                        <a:rPr lang="en-US" altLang="zh-CN" sz="1600" u="none" strike="noStrike" dirty="0">
                          <a:effectLst/>
                        </a:rPr>
                        <a:t>217</a:t>
                      </a:r>
                      <a:endParaRPr lang="zh-CN" alt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600" u="none" strike="noStrike">
                          <a:effectLst/>
                        </a:rPr>
                        <a:t>0.29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600" u="none" strike="noStrike">
                          <a:effectLst/>
                        </a:rPr>
                        <a:t>0.37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extLst>
                  <a:ext uri="{0D108BD9-81ED-4DB2-BD59-A6C34878D82A}">
                    <a16:rowId xmlns:a16="http://schemas.microsoft.com/office/drawing/2014/main" val="4111787152"/>
                  </a:ext>
                </a:extLst>
              </a:tr>
              <a:tr h="268224">
                <a:tc>
                  <a:txBody>
                    <a:bodyPr/>
                    <a:lstStyle/>
                    <a:p>
                      <a:pPr algn="l" fontAlgn="b"/>
                      <a:r>
                        <a:rPr lang="zh-CN" altLang="en-US" sz="1600" u="none" strike="noStrike" dirty="0">
                          <a:effectLst/>
                        </a:rPr>
                        <a:t>六级</a:t>
                      </a:r>
                      <a:r>
                        <a:rPr lang="en-US" altLang="zh-CN" sz="1600" u="none" strike="noStrike" dirty="0">
                          <a:effectLst/>
                        </a:rPr>
                        <a:t>174</a:t>
                      </a:r>
                      <a:endParaRPr lang="zh-CN" alt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600" u="none" strike="noStrike">
                          <a:effectLst/>
                        </a:rPr>
                        <a:t>0.30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600" u="none" strike="noStrike">
                          <a:effectLst/>
                        </a:rPr>
                        <a:t>0.40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extLst>
                  <a:ext uri="{0D108BD9-81ED-4DB2-BD59-A6C34878D82A}">
                    <a16:rowId xmlns:a16="http://schemas.microsoft.com/office/drawing/2014/main" val="3382555048"/>
                  </a:ext>
                </a:extLst>
              </a:tr>
            </a:tbl>
          </a:graphicData>
        </a:graphic>
      </p:graphicFrame>
      <p:grpSp>
        <p:nvGrpSpPr>
          <p:cNvPr id="26" name="legend">
            <a:extLst>
              <a:ext uri="{FF2B5EF4-FFF2-40B4-BE49-F238E27FC236}">
                <a16:creationId xmlns:a16="http://schemas.microsoft.com/office/drawing/2014/main" id="{381DC809-FD37-4BF2-9AFD-91BA5F8C87C4}"/>
              </a:ext>
            </a:extLst>
          </p:cNvPr>
          <p:cNvGrpSpPr/>
          <p:nvPr/>
        </p:nvGrpSpPr>
        <p:grpSpPr>
          <a:xfrm>
            <a:off x="929067" y="11303327"/>
            <a:ext cx="9219114" cy="2532415"/>
            <a:chOff x="1959581" y="10804266"/>
            <a:chExt cx="9219114" cy="2532415"/>
          </a:xfrm>
        </p:grpSpPr>
        <p:sp>
          <p:nvSpPr>
            <p:cNvPr id="1597" name="Hexagon 1596">
              <a:extLst>
                <a:ext uri="{FF2B5EF4-FFF2-40B4-BE49-F238E27FC236}">
                  <a16:creationId xmlns:a16="http://schemas.microsoft.com/office/drawing/2014/main" id="{A27A80DC-3A4D-4420-AD64-161E87DB8703}"/>
                </a:ext>
              </a:extLst>
            </p:cNvPr>
            <p:cNvSpPr/>
            <p:nvPr/>
          </p:nvSpPr>
          <p:spPr>
            <a:xfrm>
              <a:off x="4922464" y="10804266"/>
              <a:ext cx="873124" cy="470323"/>
            </a:xfrm>
            <a:prstGeom prst="hexagon">
              <a:avLst>
                <a:gd name="adj" fmla="val 39558"/>
                <a:gd name="vf" fmla="val 115470"/>
              </a:avLst>
            </a:prstGeom>
            <a:pattFill prst="wdDnDiag">
              <a:fgClr>
                <a:srgbClr val="FF0000"/>
              </a:fgClr>
              <a:bgClr>
                <a:schemeClr val="bg1"/>
              </a:bgClr>
            </a:patt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1598" name="Hexagon 1597">
              <a:extLst>
                <a:ext uri="{FF2B5EF4-FFF2-40B4-BE49-F238E27FC236}">
                  <a16:creationId xmlns:a16="http://schemas.microsoft.com/office/drawing/2014/main" id="{FD0E7EF2-6FC0-4245-9DC9-DBC062AEA8AF}"/>
                </a:ext>
              </a:extLst>
            </p:cNvPr>
            <p:cNvSpPr/>
            <p:nvPr/>
          </p:nvSpPr>
          <p:spPr>
            <a:xfrm>
              <a:off x="5828188" y="10804266"/>
              <a:ext cx="870795" cy="470323"/>
            </a:xfrm>
            <a:prstGeom prst="hexagon">
              <a:avLst>
                <a:gd name="adj" fmla="val 39558"/>
                <a:gd name="vf" fmla="val 115470"/>
              </a:avLst>
            </a:prstGeom>
            <a:pattFill prst="lgGrid">
              <a:fgClr>
                <a:schemeClr val="accent1"/>
              </a:fgClr>
              <a:bgClr>
                <a:schemeClr val="bg1"/>
              </a:bgClr>
            </a:patt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1599" name="Hexagon 1598">
              <a:extLst>
                <a:ext uri="{FF2B5EF4-FFF2-40B4-BE49-F238E27FC236}">
                  <a16:creationId xmlns:a16="http://schemas.microsoft.com/office/drawing/2014/main" id="{37BC4D1D-4A6E-45C5-97D8-1C6E02E157B4}"/>
                </a:ext>
              </a:extLst>
            </p:cNvPr>
            <p:cNvSpPr/>
            <p:nvPr/>
          </p:nvSpPr>
          <p:spPr>
            <a:xfrm>
              <a:off x="6740889" y="10804266"/>
              <a:ext cx="875455" cy="470323"/>
            </a:xfrm>
            <a:prstGeom prst="hexagon">
              <a:avLst>
                <a:gd name="adj" fmla="val 39558"/>
                <a:gd name="vf" fmla="val 115470"/>
              </a:avLst>
            </a:prstGeom>
            <a:pattFill prst="plaid">
              <a:fgClr>
                <a:srgbClr val="00B050"/>
              </a:fgClr>
              <a:bgClr>
                <a:schemeClr val="bg1"/>
              </a:bgClr>
            </a:patt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1600" name="Hexagon 1599">
              <a:extLst>
                <a:ext uri="{FF2B5EF4-FFF2-40B4-BE49-F238E27FC236}">
                  <a16:creationId xmlns:a16="http://schemas.microsoft.com/office/drawing/2014/main" id="{12F4EB5E-1B89-480A-8E80-E9C6F1DBD4B0}"/>
                </a:ext>
              </a:extLst>
            </p:cNvPr>
            <p:cNvSpPr/>
            <p:nvPr/>
          </p:nvSpPr>
          <p:spPr>
            <a:xfrm>
              <a:off x="7644288" y="10813578"/>
              <a:ext cx="870795" cy="470323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FFFF00"/>
            </a:solidFill>
            <a:ln>
              <a:noFill/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1601" name="Hexagon 1600">
              <a:extLst>
                <a:ext uri="{FF2B5EF4-FFF2-40B4-BE49-F238E27FC236}">
                  <a16:creationId xmlns:a16="http://schemas.microsoft.com/office/drawing/2014/main" id="{8EC272DC-63A9-4CF1-88EA-CBCA1A6FA463}"/>
                </a:ext>
              </a:extLst>
            </p:cNvPr>
            <p:cNvSpPr/>
            <p:nvPr/>
          </p:nvSpPr>
          <p:spPr>
            <a:xfrm>
              <a:off x="8547678" y="10832205"/>
              <a:ext cx="873124" cy="470323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00B0F0"/>
            </a:solidFill>
            <a:ln>
              <a:noFill/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1602" name="Hexagon 1601">
              <a:extLst>
                <a:ext uri="{FF2B5EF4-FFF2-40B4-BE49-F238E27FC236}">
                  <a16:creationId xmlns:a16="http://schemas.microsoft.com/office/drawing/2014/main" id="{F7CED9E0-D728-4128-9325-E0EA3496AF4E}"/>
                </a:ext>
              </a:extLst>
            </p:cNvPr>
            <p:cNvSpPr/>
            <p:nvPr/>
          </p:nvSpPr>
          <p:spPr>
            <a:xfrm>
              <a:off x="9423133" y="10822890"/>
              <a:ext cx="870795" cy="470323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FF99CC"/>
            </a:solidFill>
            <a:ln>
              <a:noFill/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1603" name="Hexagon 1602">
              <a:extLst>
                <a:ext uri="{FF2B5EF4-FFF2-40B4-BE49-F238E27FC236}">
                  <a16:creationId xmlns:a16="http://schemas.microsoft.com/office/drawing/2014/main" id="{1C0B2971-358B-46A0-AC82-F5AEE8151739}"/>
                </a:ext>
              </a:extLst>
            </p:cNvPr>
            <p:cNvSpPr/>
            <p:nvPr/>
          </p:nvSpPr>
          <p:spPr>
            <a:xfrm>
              <a:off x="4019071" y="10804266"/>
              <a:ext cx="873124" cy="470323"/>
            </a:xfrm>
            <a:prstGeom prst="hexagon">
              <a:avLst>
                <a:gd name="adj" fmla="val 39558"/>
                <a:gd name="vf" fmla="val 115470"/>
              </a:avLst>
            </a:prstGeom>
            <a:noFill/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1604" name="Hexagon 1603">
              <a:extLst>
                <a:ext uri="{FF2B5EF4-FFF2-40B4-BE49-F238E27FC236}">
                  <a16:creationId xmlns:a16="http://schemas.microsoft.com/office/drawing/2014/main" id="{AF4468D4-A1AE-49BA-B300-17A33AD1DDD1}"/>
                </a:ext>
              </a:extLst>
            </p:cNvPr>
            <p:cNvSpPr/>
            <p:nvPr/>
          </p:nvSpPr>
          <p:spPr>
            <a:xfrm>
              <a:off x="10307900" y="10862474"/>
              <a:ext cx="870795" cy="470323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99FFCC"/>
            </a:solidFill>
            <a:ln>
              <a:noFill/>
            </a:ln>
            <a:effectLst>
              <a:glow rad="1397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1605" name="Hexagon 1604">
              <a:extLst>
                <a:ext uri="{FF2B5EF4-FFF2-40B4-BE49-F238E27FC236}">
                  <a16:creationId xmlns:a16="http://schemas.microsoft.com/office/drawing/2014/main" id="{AB971632-6BAC-414C-8C98-539DA46DB6D2}"/>
                </a:ext>
              </a:extLst>
            </p:cNvPr>
            <p:cNvSpPr/>
            <p:nvPr/>
          </p:nvSpPr>
          <p:spPr>
            <a:xfrm>
              <a:off x="1959583" y="11830640"/>
              <a:ext cx="282521" cy="170009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bg1">
                <a:lumMod val="6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1606" name="Hexagon 1605">
              <a:extLst>
                <a:ext uri="{FF2B5EF4-FFF2-40B4-BE49-F238E27FC236}">
                  <a16:creationId xmlns:a16="http://schemas.microsoft.com/office/drawing/2014/main" id="{F399B685-CFCD-44E6-8737-912CCBCAE06B}"/>
                </a:ext>
              </a:extLst>
            </p:cNvPr>
            <p:cNvSpPr/>
            <p:nvPr/>
          </p:nvSpPr>
          <p:spPr>
            <a:xfrm>
              <a:off x="1959583" y="12090990"/>
              <a:ext cx="282521" cy="170009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1607" name="Hexagon 1606">
              <a:extLst>
                <a:ext uri="{FF2B5EF4-FFF2-40B4-BE49-F238E27FC236}">
                  <a16:creationId xmlns:a16="http://schemas.microsoft.com/office/drawing/2014/main" id="{7835DDF6-F1E2-4A59-8434-7635A735D763}"/>
                </a:ext>
              </a:extLst>
            </p:cNvPr>
            <p:cNvSpPr/>
            <p:nvPr/>
          </p:nvSpPr>
          <p:spPr>
            <a:xfrm>
              <a:off x="1959583" y="12313240"/>
              <a:ext cx="282521" cy="170009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1608" name="Hexagon 1607">
              <a:extLst>
                <a:ext uri="{FF2B5EF4-FFF2-40B4-BE49-F238E27FC236}">
                  <a16:creationId xmlns:a16="http://schemas.microsoft.com/office/drawing/2014/main" id="{96D2DC53-5C52-41A8-A354-925303A2C791}"/>
                </a:ext>
              </a:extLst>
            </p:cNvPr>
            <p:cNvSpPr/>
            <p:nvPr/>
          </p:nvSpPr>
          <p:spPr>
            <a:xfrm>
              <a:off x="1959583" y="12628831"/>
              <a:ext cx="282521" cy="170009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1609" name="Hexagon 1608">
              <a:extLst>
                <a:ext uri="{FF2B5EF4-FFF2-40B4-BE49-F238E27FC236}">
                  <a16:creationId xmlns:a16="http://schemas.microsoft.com/office/drawing/2014/main" id="{0E9494CA-60CC-42A4-95E5-BF9FEF6BCD17}"/>
                </a:ext>
              </a:extLst>
            </p:cNvPr>
            <p:cNvSpPr/>
            <p:nvPr/>
          </p:nvSpPr>
          <p:spPr>
            <a:xfrm>
              <a:off x="1959582" y="12906322"/>
              <a:ext cx="282521" cy="170009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1610" name="Hexagon 1609">
              <a:extLst>
                <a:ext uri="{FF2B5EF4-FFF2-40B4-BE49-F238E27FC236}">
                  <a16:creationId xmlns:a16="http://schemas.microsoft.com/office/drawing/2014/main" id="{1230FE56-E140-422B-92DB-F45CC98E2EA2}"/>
                </a:ext>
              </a:extLst>
            </p:cNvPr>
            <p:cNvSpPr/>
            <p:nvPr/>
          </p:nvSpPr>
          <p:spPr>
            <a:xfrm>
              <a:off x="1959581" y="13166672"/>
              <a:ext cx="282521" cy="170009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2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</p:grpSp>
      <p:grpSp>
        <p:nvGrpSpPr>
          <p:cNvPr id="30" name="portal">
            <a:extLst>
              <a:ext uri="{FF2B5EF4-FFF2-40B4-BE49-F238E27FC236}">
                <a16:creationId xmlns:a16="http://schemas.microsoft.com/office/drawing/2014/main" id="{4A4B817E-DC5F-4EAF-A2F4-10BCBD5557FF}"/>
              </a:ext>
            </a:extLst>
          </p:cNvPr>
          <p:cNvGrpSpPr/>
          <p:nvPr/>
        </p:nvGrpSpPr>
        <p:grpSpPr>
          <a:xfrm>
            <a:off x="3597572" y="1045300"/>
            <a:ext cx="7396447" cy="8178468"/>
            <a:chOff x="3631026" y="2784634"/>
            <a:chExt cx="7396447" cy="8178468"/>
          </a:xfrm>
        </p:grpSpPr>
        <p:sp>
          <p:nvSpPr>
            <p:cNvPr id="2948" name="Hexagon 2947">
              <a:extLst>
                <a:ext uri="{FF2B5EF4-FFF2-40B4-BE49-F238E27FC236}">
                  <a16:creationId xmlns:a16="http://schemas.microsoft.com/office/drawing/2014/main" id="{E6A5F7A2-1958-4E24-924F-0EFF7079880B}"/>
                </a:ext>
              </a:extLst>
            </p:cNvPr>
            <p:cNvSpPr/>
            <p:nvPr/>
          </p:nvSpPr>
          <p:spPr>
            <a:xfrm>
              <a:off x="3872942" y="10147847"/>
              <a:ext cx="307941" cy="178952"/>
            </a:xfrm>
            <a:prstGeom prst="hexagon">
              <a:avLst>
                <a:gd name="adj" fmla="val 39558"/>
                <a:gd name="vf" fmla="val 115470"/>
              </a:avLst>
            </a:prstGeom>
            <a:gradFill flip="none" rotWithShape="1">
              <a:gsLst>
                <a:gs pos="37000">
                  <a:schemeClr val="accent5">
                    <a:lumMod val="40000"/>
                    <a:lumOff val="60000"/>
                  </a:schemeClr>
                </a:gs>
                <a:gs pos="55000">
                  <a:schemeClr val="accent1">
                    <a:lumMod val="50000"/>
                  </a:schemeClr>
                </a:gs>
              </a:gsLst>
              <a:path path="circle">
                <a:fillToRect l="50000" t="130000" r="50000" b="-30000"/>
              </a:path>
              <a:tileRect/>
            </a:gra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949" name="Hexagon 2948">
              <a:extLst>
                <a:ext uri="{FF2B5EF4-FFF2-40B4-BE49-F238E27FC236}">
                  <a16:creationId xmlns:a16="http://schemas.microsoft.com/office/drawing/2014/main" id="{A2B89744-7E8E-443A-8C28-67BB57F1B886}"/>
                </a:ext>
              </a:extLst>
            </p:cNvPr>
            <p:cNvSpPr/>
            <p:nvPr/>
          </p:nvSpPr>
          <p:spPr>
            <a:xfrm>
              <a:off x="3853132" y="9604320"/>
              <a:ext cx="300956" cy="178952"/>
            </a:xfrm>
            <a:prstGeom prst="hexagon">
              <a:avLst>
                <a:gd name="adj" fmla="val 39558"/>
                <a:gd name="vf" fmla="val 115470"/>
              </a:avLst>
            </a:prstGeom>
            <a:gradFill flip="none" rotWithShape="1">
              <a:gsLst>
                <a:gs pos="37000">
                  <a:schemeClr val="accent5">
                    <a:lumMod val="40000"/>
                    <a:lumOff val="60000"/>
                  </a:schemeClr>
                </a:gs>
                <a:gs pos="55000">
                  <a:schemeClr val="accent1">
                    <a:lumMod val="50000"/>
                  </a:schemeClr>
                </a:gs>
              </a:gsLst>
              <a:path path="circle">
                <a:fillToRect l="50000" t="130000" r="50000" b="-30000"/>
              </a:path>
              <a:tileRect/>
            </a:gra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950" name="Hexagon 2949">
              <a:extLst>
                <a:ext uri="{FF2B5EF4-FFF2-40B4-BE49-F238E27FC236}">
                  <a16:creationId xmlns:a16="http://schemas.microsoft.com/office/drawing/2014/main" id="{0A6B95B2-9CB8-4C67-A449-F2FC6E958D5D}"/>
                </a:ext>
              </a:extLst>
            </p:cNvPr>
            <p:cNvSpPr/>
            <p:nvPr/>
          </p:nvSpPr>
          <p:spPr>
            <a:xfrm>
              <a:off x="5513709" y="3615560"/>
              <a:ext cx="300956" cy="178952"/>
            </a:xfrm>
            <a:prstGeom prst="hexagon">
              <a:avLst>
                <a:gd name="adj" fmla="val 39558"/>
                <a:gd name="vf" fmla="val 115470"/>
              </a:avLst>
            </a:prstGeom>
            <a:gradFill flip="none" rotWithShape="1">
              <a:gsLst>
                <a:gs pos="37000">
                  <a:schemeClr val="accent6">
                    <a:lumMod val="20000"/>
                    <a:lumOff val="80000"/>
                  </a:schemeClr>
                </a:gs>
                <a:gs pos="55000">
                  <a:schemeClr val="accent6">
                    <a:lumMod val="75000"/>
                  </a:schemeClr>
                </a:gs>
              </a:gsLst>
              <a:path path="circle">
                <a:fillToRect l="50000" t="130000" r="50000" b="-30000"/>
              </a:path>
              <a:tileRect/>
            </a:gra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951" name="Hexagon 2950">
              <a:extLst>
                <a:ext uri="{FF2B5EF4-FFF2-40B4-BE49-F238E27FC236}">
                  <a16:creationId xmlns:a16="http://schemas.microsoft.com/office/drawing/2014/main" id="{1B37AF3D-AE61-4FCD-BC0E-E3B1BEA60475}"/>
                </a:ext>
              </a:extLst>
            </p:cNvPr>
            <p:cNvSpPr/>
            <p:nvPr/>
          </p:nvSpPr>
          <p:spPr>
            <a:xfrm>
              <a:off x="5073474" y="3969979"/>
              <a:ext cx="300956" cy="178952"/>
            </a:xfrm>
            <a:prstGeom prst="hexagon">
              <a:avLst>
                <a:gd name="adj" fmla="val 39558"/>
                <a:gd name="vf" fmla="val 115470"/>
              </a:avLst>
            </a:prstGeom>
            <a:gradFill flip="none" rotWithShape="1">
              <a:gsLst>
                <a:gs pos="37000">
                  <a:schemeClr val="accent6">
                    <a:lumMod val="20000"/>
                    <a:lumOff val="80000"/>
                  </a:schemeClr>
                </a:gs>
                <a:gs pos="55000">
                  <a:schemeClr val="accent6">
                    <a:lumMod val="75000"/>
                  </a:schemeClr>
                </a:gs>
              </a:gsLst>
              <a:path path="circle">
                <a:fillToRect l="50000" t="130000" r="50000" b="-30000"/>
              </a:path>
              <a:tileRect/>
            </a:gra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952" name="Hexagon 2951">
              <a:extLst>
                <a:ext uri="{FF2B5EF4-FFF2-40B4-BE49-F238E27FC236}">
                  <a16:creationId xmlns:a16="http://schemas.microsoft.com/office/drawing/2014/main" id="{65CB1021-FEAF-49EE-B9A6-D6E60968B05F}"/>
                </a:ext>
              </a:extLst>
            </p:cNvPr>
            <p:cNvSpPr/>
            <p:nvPr/>
          </p:nvSpPr>
          <p:spPr>
            <a:xfrm>
              <a:off x="7424771" y="9309502"/>
              <a:ext cx="300956" cy="178952"/>
            </a:xfrm>
            <a:prstGeom prst="hexagon">
              <a:avLst>
                <a:gd name="adj" fmla="val 39558"/>
                <a:gd name="vf" fmla="val 115470"/>
              </a:avLst>
            </a:prstGeom>
            <a:gradFill flip="none" rotWithShape="1">
              <a:gsLst>
                <a:gs pos="37000">
                  <a:schemeClr val="accent4">
                    <a:lumMod val="20000"/>
                    <a:lumOff val="80000"/>
                  </a:schemeClr>
                </a:gs>
                <a:gs pos="55000">
                  <a:schemeClr val="accent4">
                    <a:lumMod val="75000"/>
                  </a:schemeClr>
                </a:gs>
              </a:gsLst>
              <a:path path="circle">
                <a:fillToRect l="50000" t="130000" r="50000" b="-30000"/>
              </a:path>
              <a:tileRect/>
            </a:gra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953" name="Hexagon 2952">
              <a:extLst>
                <a:ext uri="{FF2B5EF4-FFF2-40B4-BE49-F238E27FC236}">
                  <a16:creationId xmlns:a16="http://schemas.microsoft.com/office/drawing/2014/main" id="{CA126DCD-5C72-4C05-83C0-72B161278562}"/>
                </a:ext>
              </a:extLst>
            </p:cNvPr>
            <p:cNvSpPr/>
            <p:nvPr/>
          </p:nvSpPr>
          <p:spPr>
            <a:xfrm>
              <a:off x="6714541" y="9591620"/>
              <a:ext cx="300956" cy="178952"/>
            </a:xfrm>
            <a:prstGeom prst="hexagon">
              <a:avLst>
                <a:gd name="adj" fmla="val 39558"/>
                <a:gd name="vf" fmla="val 115470"/>
              </a:avLst>
            </a:prstGeom>
            <a:gradFill flip="none" rotWithShape="1">
              <a:gsLst>
                <a:gs pos="37000">
                  <a:schemeClr val="accent4">
                    <a:lumMod val="20000"/>
                    <a:lumOff val="80000"/>
                  </a:schemeClr>
                </a:gs>
                <a:gs pos="55000">
                  <a:schemeClr val="accent4">
                    <a:lumMod val="75000"/>
                  </a:schemeClr>
                </a:gs>
              </a:gsLst>
              <a:path path="circle">
                <a:fillToRect l="50000" t="130000" r="50000" b="-30000"/>
              </a:path>
              <a:tileRect/>
            </a:gra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954" name="Hexagon 2953">
              <a:extLst>
                <a:ext uri="{FF2B5EF4-FFF2-40B4-BE49-F238E27FC236}">
                  <a16:creationId xmlns:a16="http://schemas.microsoft.com/office/drawing/2014/main" id="{E2235315-9E42-4708-8895-F3DA9E9E51EE}"/>
                </a:ext>
              </a:extLst>
            </p:cNvPr>
            <p:cNvSpPr/>
            <p:nvPr/>
          </p:nvSpPr>
          <p:spPr>
            <a:xfrm>
              <a:off x="3878532" y="6273957"/>
              <a:ext cx="300956" cy="178952"/>
            </a:xfrm>
            <a:prstGeom prst="hexagon">
              <a:avLst>
                <a:gd name="adj" fmla="val 39558"/>
                <a:gd name="vf" fmla="val 115470"/>
              </a:avLst>
            </a:prstGeom>
            <a:gradFill flip="none" rotWithShape="1">
              <a:gsLst>
                <a:gs pos="37000">
                  <a:schemeClr val="accent2">
                    <a:lumMod val="20000"/>
                    <a:lumOff val="80000"/>
                  </a:schemeClr>
                </a:gs>
                <a:gs pos="55000">
                  <a:srgbClr val="C00000"/>
                </a:gs>
              </a:gsLst>
              <a:path path="circle">
                <a:fillToRect l="50000" t="130000" r="50000" b="-30000"/>
              </a:path>
              <a:tileRect/>
            </a:gra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955" name="Hexagon 2954">
              <a:extLst>
                <a:ext uri="{FF2B5EF4-FFF2-40B4-BE49-F238E27FC236}">
                  <a16:creationId xmlns:a16="http://schemas.microsoft.com/office/drawing/2014/main" id="{A2096ABB-51F2-4C05-8091-1470C602ACF8}"/>
                </a:ext>
              </a:extLst>
            </p:cNvPr>
            <p:cNvSpPr/>
            <p:nvPr/>
          </p:nvSpPr>
          <p:spPr>
            <a:xfrm>
              <a:off x="3631026" y="6731662"/>
              <a:ext cx="300956" cy="178952"/>
            </a:xfrm>
            <a:prstGeom prst="hexagon">
              <a:avLst>
                <a:gd name="adj" fmla="val 39558"/>
                <a:gd name="vf" fmla="val 115470"/>
              </a:avLst>
            </a:prstGeom>
            <a:gradFill flip="none" rotWithShape="1">
              <a:gsLst>
                <a:gs pos="37000">
                  <a:schemeClr val="accent2">
                    <a:lumMod val="20000"/>
                    <a:lumOff val="80000"/>
                  </a:schemeClr>
                </a:gs>
                <a:gs pos="55000">
                  <a:srgbClr val="C00000"/>
                </a:gs>
              </a:gsLst>
              <a:path path="circle">
                <a:fillToRect l="50000" t="130000" r="50000" b="-30000"/>
              </a:path>
              <a:tileRect/>
            </a:gra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242" name="Hexagon 2241">
              <a:extLst>
                <a:ext uri="{FF2B5EF4-FFF2-40B4-BE49-F238E27FC236}">
                  <a16:creationId xmlns:a16="http://schemas.microsoft.com/office/drawing/2014/main" id="{E4D3FD1C-B4E7-49F3-AAEE-0F1F8DB86F47}"/>
                </a:ext>
              </a:extLst>
            </p:cNvPr>
            <p:cNvSpPr/>
            <p:nvPr/>
          </p:nvSpPr>
          <p:spPr>
            <a:xfrm>
              <a:off x="10253442" y="10422942"/>
              <a:ext cx="307941" cy="178952"/>
            </a:xfrm>
            <a:prstGeom prst="hexagon">
              <a:avLst>
                <a:gd name="adj" fmla="val 39558"/>
                <a:gd name="vf" fmla="val 115470"/>
              </a:avLst>
            </a:prstGeom>
            <a:gradFill flip="none" rotWithShape="1">
              <a:gsLst>
                <a:gs pos="37000">
                  <a:schemeClr val="accent5">
                    <a:lumMod val="40000"/>
                    <a:lumOff val="60000"/>
                  </a:schemeClr>
                </a:gs>
                <a:gs pos="55000">
                  <a:schemeClr val="accent1">
                    <a:lumMod val="50000"/>
                  </a:schemeClr>
                </a:gs>
              </a:gsLst>
              <a:path path="circle">
                <a:fillToRect l="50000" t="130000" r="50000" b="-30000"/>
              </a:path>
              <a:tileRect/>
            </a:gra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243" name="Hexagon 2242">
              <a:extLst>
                <a:ext uri="{FF2B5EF4-FFF2-40B4-BE49-F238E27FC236}">
                  <a16:creationId xmlns:a16="http://schemas.microsoft.com/office/drawing/2014/main" id="{064B39FF-AF7D-40A9-947D-4FBFCCEB7437}"/>
                </a:ext>
              </a:extLst>
            </p:cNvPr>
            <p:cNvSpPr/>
            <p:nvPr/>
          </p:nvSpPr>
          <p:spPr>
            <a:xfrm>
              <a:off x="10726517" y="10784150"/>
              <a:ext cx="300956" cy="178952"/>
            </a:xfrm>
            <a:prstGeom prst="hexagon">
              <a:avLst>
                <a:gd name="adj" fmla="val 39558"/>
                <a:gd name="vf" fmla="val 115470"/>
              </a:avLst>
            </a:prstGeom>
            <a:gradFill flip="none" rotWithShape="1">
              <a:gsLst>
                <a:gs pos="37000">
                  <a:schemeClr val="accent5">
                    <a:lumMod val="40000"/>
                    <a:lumOff val="60000"/>
                  </a:schemeClr>
                </a:gs>
                <a:gs pos="55000">
                  <a:schemeClr val="accent1">
                    <a:lumMod val="50000"/>
                  </a:schemeClr>
                </a:gs>
              </a:gsLst>
              <a:path path="circle">
                <a:fillToRect l="50000" t="130000" r="50000" b="-30000"/>
              </a:path>
              <a:tileRect/>
            </a:gra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244" name="Hexagon 2243">
              <a:extLst>
                <a:ext uri="{FF2B5EF4-FFF2-40B4-BE49-F238E27FC236}">
                  <a16:creationId xmlns:a16="http://schemas.microsoft.com/office/drawing/2014/main" id="{FB0AB6A9-C38B-442A-AE90-A66372D09D7E}"/>
                </a:ext>
              </a:extLst>
            </p:cNvPr>
            <p:cNvSpPr/>
            <p:nvPr/>
          </p:nvSpPr>
          <p:spPr>
            <a:xfrm>
              <a:off x="10506189" y="7739521"/>
              <a:ext cx="300956" cy="178952"/>
            </a:xfrm>
            <a:prstGeom prst="hexagon">
              <a:avLst>
                <a:gd name="adj" fmla="val 39558"/>
                <a:gd name="vf" fmla="val 115470"/>
              </a:avLst>
            </a:prstGeom>
            <a:gradFill flip="none" rotWithShape="1">
              <a:gsLst>
                <a:gs pos="37000">
                  <a:schemeClr val="accent2">
                    <a:lumMod val="20000"/>
                    <a:lumOff val="80000"/>
                  </a:schemeClr>
                </a:gs>
                <a:gs pos="55000">
                  <a:srgbClr val="C00000"/>
                </a:gs>
              </a:gsLst>
              <a:path path="circle">
                <a:fillToRect l="50000" t="130000" r="50000" b="-30000"/>
              </a:path>
              <a:tileRect/>
            </a:gra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245" name="Hexagon 2244">
              <a:extLst>
                <a:ext uri="{FF2B5EF4-FFF2-40B4-BE49-F238E27FC236}">
                  <a16:creationId xmlns:a16="http://schemas.microsoft.com/office/drawing/2014/main" id="{6CA99AC9-29B3-4570-8027-DB834ACDF16A}"/>
                </a:ext>
              </a:extLst>
            </p:cNvPr>
            <p:cNvSpPr/>
            <p:nvPr/>
          </p:nvSpPr>
          <p:spPr>
            <a:xfrm>
              <a:off x="10720167" y="7301203"/>
              <a:ext cx="300956" cy="178952"/>
            </a:xfrm>
            <a:prstGeom prst="hexagon">
              <a:avLst>
                <a:gd name="adj" fmla="val 39558"/>
                <a:gd name="vf" fmla="val 115470"/>
              </a:avLst>
            </a:prstGeom>
            <a:gradFill flip="none" rotWithShape="1">
              <a:gsLst>
                <a:gs pos="37000">
                  <a:schemeClr val="accent2">
                    <a:lumMod val="20000"/>
                    <a:lumOff val="80000"/>
                  </a:schemeClr>
                </a:gs>
                <a:gs pos="55000">
                  <a:srgbClr val="C00000"/>
                </a:gs>
              </a:gsLst>
              <a:path path="circle">
                <a:fillToRect l="50000" t="130000" r="50000" b="-30000"/>
              </a:path>
              <a:tileRect/>
            </a:gra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246" name="Hexagon 2245">
              <a:extLst>
                <a:ext uri="{FF2B5EF4-FFF2-40B4-BE49-F238E27FC236}">
                  <a16:creationId xmlns:a16="http://schemas.microsoft.com/office/drawing/2014/main" id="{ACF64C87-E42E-4E32-A740-AE093C165483}"/>
                </a:ext>
              </a:extLst>
            </p:cNvPr>
            <p:cNvSpPr/>
            <p:nvPr/>
          </p:nvSpPr>
          <p:spPr>
            <a:xfrm>
              <a:off x="9077676" y="5544351"/>
              <a:ext cx="300956" cy="178952"/>
            </a:xfrm>
            <a:prstGeom prst="hexagon">
              <a:avLst>
                <a:gd name="adj" fmla="val 39558"/>
                <a:gd name="vf" fmla="val 115470"/>
              </a:avLst>
            </a:prstGeom>
            <a:gradFill flip="none" rotWithShape="1">
              <a:gsLst>
                <a:gs pos="37000">
                  <a:schemeClr val="accent4">
                    <a:lumMod val="20000"/>
                    <a:lumOff val="80000"/>
                  </a:schemeClr>
                </a:gs>
                <a:gs pos="55000">
                  <a:schemeClr val="accent4">
                    <a:lumMod val="75000"/>
                  </a:schemeClr>
                </a:gs>
              </a:gsLst>
              <a:path path="circle">
                <a:fillToRect l="50000" t="130000" r="50000" b="-30000"/>
              </a:path>
              <a:tileRect/>
            </a:gra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247" name="Hexagon 2246">
              <a:extLst>
                <a:ext uri="{FF2B5EF4-FFF2-40B4-BE49-F238E27FC236}">
                  <a16:creationId xmlns:a16="http://schemas.microsoft.com/office/drawing/2014/main" id="{7AEC6ECC-EC81-4D7A-AD59-1CE713484B8F}"/>
                </a:ext>
              </a:extLst>
            </p:cNvPr>
            <p:cNvSpPr/>
            <p:nvPr/>
          </p:nvSpPr>
          <p:spPr>
            <a:xfrm>
              <a:off x="8834964" y="6003157"/>
              <a:ext cx="300956" cy="178952"/>
            </a:xfrm>
            <a:prstGeom prst="hexagon">
              <a:avLst>
                <a:gd name="adj" fmla="val 39558"/>
                <a:gd name="vf" fmla="val 115470"/>
              </a:avLst>
            </a:prstGeom>
            <a:gradFill flip="none" rotWithShape="1">
              <a:gsLst>
                <a:gs pos="37000">
                  <a:schemeClr val="accent4">
                    <a:lumMod val="20000"/>
                    <a:lumOff val="80000"/>
                  </a:schemeClr>
                </a:gs>
                <a:gs pos="55000">
                  <a:schemeClr val="accent4">
                    <a:lumMod val="75000"/>
                  </a:schemeClr>
                </a:gs>
              </a:gsLst>
              <a:path path="circle">
                <a:fillToRect l="50000" t="130000" r="50000" b="-30000"/>
              </a:path>
              <a:tileRect/>
            </a:gra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248" name="Hexagon 2247">
              <a:extLst>
                <a:ext uri="{FF2B5EF4-FFF2-40B4-BE49-F238E27FC236}">
                  <a16:creationId xmlns:a16="http://schemas.microsoft.com/office/drawing/2014/main" id="{A8825B10-D4CA-40CF-A609-C97F123F12CD}"/>
                </a:ext>
              </a:extLst>
            </p:cNvPr>
            <p:cNvSpPr/>
            <p:nvPr/>
          </p:nvSpPr>
          <p:spPr>
            <a:xfrm>
              <a:off x="4116825" y="3052120"/>
              <a:ext cx="307941" cy="178952"/>
            </a:xfrm>
            <a:prstGeom prst="hexagon">
              <a:avLst>
                <a:gd name="adj" fmla="val 39558"/>
                <a:gd name="vf" fmla="val 115470"/>
              </a:avLst>
            </a:prstGeom>
            <a:gradFill flip="none" rotWithShape="1">
              <a:gsLst>
                <a:gs pos="37000">
                  <a:schemeClr val="accent5">
                    <a:lumMod val="40000"/>
                    <a:lumOff val="60000"/>
                  </a:schemeClr>
                </a:gs>
                <a:gs pos="55000">
                  <a:schemeClr val="accent1">
                    <a:lumMod val="50000"/>
                  </a:schemeClr>
                </a:gs>
              </a:gsLst>
              <a:path path="circle">
                <a:fillToRect l="50000" t="130000" r="50000" b="-30000"/>
              </a:path>
              <a:tileRect/>
            </a:gra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249" name="Hexagon 2248">
              <a:extLst>
                <a:ext uri="{FF2B5EF4-FFF2-40B4-BE49-F238E27FC236}">
                  <a16:creationId xmlns:a16="http://schemas.microsoft.com/office/drawing/2014/main" id="{F690B066-7789-452E-A8D9-58C689CD2AAC}"/>
                </a:ext>
              </a:extLst>
            </p:cNvPr>
            <p:cNvSpPr/>
            <p:nvPr/>
          </p:nvSpPr>
          <p:spPr>
            <a:xfrm>
              <a:off x="4810709" y="2784634"/>
              <a:ext cx="300956" cy="178952"/>
            </a:xfrm>
            <a:prstGeom prst="hexagon">
              <a:avLst>
                <a:gd name="adj" fmla="val 39558"/>
                <a:gd name="vf" fmla="val 115470"/>
              </a:avLst>
            </a:prstGeom>
            <a:gradFill flip="none" rotWithShape="1">
              <a:gsLst>
                <a:gs pos="37000">
                  <a:schemeClr val="accent5">
                    <a:lumMod val="40000"/>
                    <a:lumOff val="60000"/>
                  </a:schemeClr>
                </a:gs>
                <a:gs pos="55000">
                  <a:schemeClr val="accent1">
                    <a:lumMod val="50000"/>
                  </a:schemeClr>
                </a:gs>
              </a:gsLst>
              <a:path path="circle">
                <a:fillToRect l="50000" t="130000" r="50000" b="-30000"/>
              </a:path>
              <a:tileRect/>
            </a:gra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252" name="Hexagon 2251">
              <a:extLst>
                <a:ext uri="{FF2B5EF4-FFF2-40B4-BE49-F238E27FC236}">
                  <a16:creationId xmlns:a16="http://schemas.microsoft.com/office/drawing/2014/main" id="{1EFCB089-D42D-4BCB-9438-867D59977F3E}"/>
                </a:ext>
              </a:extLst>
            </p:cNvPr>
            <p:cNvSpPr/>
            <p:nvPr/>
          </p:nvSpPr>
          <p:spPr>
            <a:xfrm>
              <a:off x="8612703" y="3523925"/>
              <a:ext cx="300956" cy="178952"/>
            </a:xfrm>
            <a:prstGeom prst="hexagon">
              <a:avLst>
                <a:gd name="adj" fmla="val 39558"/>
                <a:gd name="vf" fmla="val 115470"/>
              </a:avLst>
            </a:prstGeom>
            <a:gradFill flip="none" rotWithShape="1">
              <a:gsLst>
                <a:gs pos="37000">
                  <a:schemeClr val="accent2">
                    <a:lumMod val="20000"/>
                    <a:lumOff val="80000"/>
                  </a:schemeClr>
                </a:gs>
                <a:gs pos="55000">
                  <a:srgbClr val="C00000"/>
                </a:gs>
              </a:gsLst>
              <a:path path="circle">
                <a:fillToRect l="50000" t="130000" r="50000" b="-30000"/>
              </a:path>
              <a:tileRect/>
            </a:gra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253" name="Hexagon 2252">
              <a:extLst>
                <a:ext uri="{FF2B5EF4-FFF2-40B4-BE49-F238E27FC236}">
                  <a16:creationId xmlns:a16="http://schemas.microsoft.com/office/drawing/2014/main" id="{955FEBB0-CF28-4827-B590-87ABE895990F}"/>
                </a:ext>
              </a:extLst>
            </p:cNvPr>
            <p:cNvSpPr/>
            <p:nvPr/>
          </p:nvSpPr>
          <p:spPr>
            <a:xfrm>
              <a:off x="9306883" y="3251132"/>
              <a:ext cx="300956" cy="178952"/>
            </a:xfrm>
            <a:prstGeom prst="hexagon">
              <a:avLst>
                <a:gd name="adj" fmla="val 39558"/>
                <a:gd name="vf" fmla="val 115470"/>
              </a:avLst>
            </a:prstGeom>
            <a:gradFill flip="none" rotWithShape="1">
              <a:gsLst>
                <a:gs pos="37000">
                  <a:schemeClr val="accent2">
                    <a:lumMod val="20000"/>
                    <a:lumOff val="80000"/>
                  </a:schemeClr>
                </a:gs>
                <a:gs pos="55000">
                  <a:srgbClr val="C00000"/>
                </a:gs>
              </a:gsLst>
              <a:path path="circle">
                <a:fillToRect l="50000" t="130000" r="50000" b="-30000"/>
              </a:path>
              <a:tileRect/>
            </a:gra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 dirty="0"/>
            </a:p>
          </p:txBody>
        </p:sp>
      </p:grpSp>
      <p:grpSp>
        <p:nvGrpSpPr>
          <p:cNvPr id="51" name="2">
            <a:extLst>
              <a:ext uri="{FF2B5EF4-FFF2-40B4-BE49-F238E27FC236}">
                <a16:creationId xmlns:a16="http://schemas.microsoft.com/office/drawing/2014/main" id="{A7A84757-976F-456C-B803-36D019255D80}"/>
              </a:ext>
            </a:extLst>
          </p:cNvPr>
          <p:cNvGrpSpPr/>
          <p:nvPr/>
        </p:nvGrpSpPr>
        <p:grpSpPr>
          <a:xfrm>
            <a:off x="306140" y="1032190"/>
            <a:ext cx="5950927" cy="8465693"/>
            <a:chOff x="332450" y="2792957"/>
            <a:chExt cx="5950927" cy="8465693"/>
          </a:xfrm>
        </p:grpSpPr>
        <p:sp>
          <p:nvSpPr>
            <p:cNvPr id="728" name="Hexagon 727">
              <a:extLst>
                <a:ext uri="{FF2B5EF4-FFF2-40B4-BE49-F238E27FC236}">
                  <a16:creationId xmlns:a16="http://schemas.microsoft.com/office/drawing/2014/main" id="{B159AB28-B2B7-4BA5-A3BA-0AE0C7F7FE31}"/>
                </a:ext>
              </a:extLst>
            </p:cNvPr>
            <p:cNvSpPr/>
            <p:nvPr/>
          </p:nvSpPr>
          <p:spPr>
            <a:xfrm>
              <a:off x="1256142" y="11006113"/>
              <a:ext cx="30175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382" name="Hexagon 2381">
              <a:extLst>
                <a:ext uri="{FF2B5EF4-FFF2-40B4-BE49-F238E27FC236}">
                  <a16:creationId xmlns:a16="http://schemas.microsoft.com/office/drawing/2014/main" id="{C912F30B-9AF7-429C-8D32-3381E6681565}"/>
                </a:ext>
              </a:extLst>
            </p:cNvPr>
            <p:cNvSpPr/>
            <p:nvPr/>
          </p:nvSpPr>
          <p:spPr>
            <a:xfrm>
              <a:off x="1254098" y="10834323"/>
              <a:ext cx="30175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383" name="Hexagon 2382">
              <a:extLst>
                <a:ext uri="{FF2B5EF4-FFF2-40B4-BE49-F238E27FC236}">
                  <a16:creationId xmlns:a16="http://schemas.microsoft.com/office/drawing/2014/main" id="{C3B2B38C-2BB0-4880-A5E8-38538344C91E}"/>
                </a:ext>
              </a:extLst>
            </p:cNvPr>
            <p:cNvSpPr/>
            <p:nvPr/>
          </p:nvSpPr>
          <p:spPr>
            <a:xfrm>
              <a:off x="1260819" y="10659054"/>
              <a:ext cx="30175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385" name="Hexagon 2384">
              <a:extLst>
                <a:ext uri="{FF2B5EF4-FFF2-40B4-BE49-F238E27FC236}">
                  <a16:creationId xmlns:a16="http://schemas.microsoft.com/office/drawing/2014/main" id="{DF5864ED-CE79-4317-AFED-A7FAE6EA59A7}"/>
                </a:ext>
              </a:extLst>
            </p:cNvPr>
            <p:cNvSpPr/>
            <p:nvPr/>
          </p:nvSpPr>
          <p:spPr>
            <a:xfrm>
              <a:off x="1494997" y="10744676"/>
              <a:ext cx="30175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386" name="Hexagon 2385">
              <a:extLst>
                <a:ext uri="{FF2B5EF4-FFF2-40B4-BE49-F238E27FC236}">
                  <a16:creationId xmlns:a16="http://schemas.microsoft.com/office/drawing/2014/main" id="{08BBBE51-DEB2-4988-B0DB-D2DC66261417}"/>
                </a:ext>
              </a:extLst>
            </p:cNvPr>
            <p:cNvSpPr/>
            <p:nvPr/>
          </p:nvSpPr>
          <p:spPr>
            <a:xfrm>
              <a:off x="1496168" y="10563469"/>
              <a:ext cx="30175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387" name="Hexagon 2386">
              <a:extLst>
                <a:ext uri="{FF2B5EF4-FFF2-40B4-BE49-F238E27FC236}">
                  <a16:creationId xmlns:a16="http://schemas.microsoft.com/office/drawing/2014/main" id="{2E230FAC-D4FC-4621-9EE9-736EEC2F6852}"/>
                </a:ext>
              </a:extLst>
            </p:cNvPr>
            <p:cNvSpPr/>
            <p:nvPr/>
          </p:nvSpPr>
          <p:spPr>
            <a:xfrm>
              <a:off x="1491405" y="10379715"/>
              <a:ext cx="30175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388" name="Hexagon 2387">
              <a:extLst>
                <a:ext uri="{FF2B5EF4-FFF2-40B4-BE49-F238E27FC236}">
                  <a16:creationId xmlns:a16="http://schemas.microsoft.com/office/drawing/2014/main" id="{B8AC44DF-E9AE-40D8-9001-FAFA297DE6CA}"/>
                </a:ext>
              </a:extLst>
            </p:cNvPr>
            <p:cNvSpPr/>
            <p:nvPr/>
          </p:nvSpPr>
          <p:spPr>
            <a:xfrm>
              <a:off x="1734235" y="10831942"/>
              <a:ext cx="30175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389" name="Hexagon 2388">
              <a:extLst>
                <a:ext uri="{FF2B5EF4-FFF2-40B4-BE49-F238E27FC236}">
                  <a16:creationId xmlns:a16="http://schemas.microsoft.com/office/drawing/2014/main" id="{5E140DA1-DB16-4D68-BAC4-F64548AAB90C}"/>
                </a:ext>
              </a:extLst>
            </p:cNvPr>
            <p:cNvSpPr/>
            <p:nvPr/>
          </p:nvSpPr>
          <p:spPr>
            <a:xfrm>
              <a:off x="1731517" y="10650181"/>
              <a:ext cx="30175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390" name="Hexagon 2389">
              <a:extLst>
                <a:ext uri="{FF2B5EF4-FFF2-40B4-BE49-F238E27FC236}">
                  <a16:creationId xmlns:a16="http://schemas.microsoft.com/office/drawing/2014/main" id="{FBAD98D5-A8CF-40C6-9406-98213EB2148C}"/>
                </a:ext>
              </a:extLst>
            </p:cNvPr>
            <p:cNvSpPr/>
            <p:nvPr/>
          </p:nvSpPr>
          <p:spPr>
            <a:xfrm>
              <a:off x="1731517" y="10464601"/>
              <a:ext cx="30175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391" name="Hexagon 2390">
              <a:extLst>
                <a:ext uri="{FF2B5EF4-FFF2-40B4-BE49-F238E27FC236}">
                  <a16:creationId xmlns:a16="http://schemas.microsoft.com/office/drawing/2014/main" id="{09FD7A1C-71E6-430E-9D6B-596521055B2D}"/>
                </a:ext>
              </a:extLst>
            </p:cNvPr>
            <p:cNvSpPr/>
            <p:nvPr/>
          </p:nvSpPr>
          <p:spPr>
            <a:xfrm>
              <a:off x="1741715" y="11017202"/>
              <a:ext cx="301752" cy="170041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392" name="Hexagon 2391">
              <a:extLst>
                <a:ext uri="{FF2B5EF4-FFF2-40B4-BE49-F238E27FC236}">
                  <a16:creationId xmlns:a16="http://schemas.microsoft.com/office/drawing/2014/main" id="{D6EAA68B-419D-452B-9E2E-14D53D2E9B86}"/>
                </a:ext>
              </a:extLst>
            </p:cNvPr>
            <p:cNvSpPr/>
            <p:nvPr/>
          </p:nvSpPr>
          <p:spPr>
            <a:xfrm>
              <a:off x="1972804" y="10915396"/>
              <a:ext cx="30175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393" name="Hexagon 2392">
              <a:extLst>
                <a:ext uri="{FF2B5EF4-FFF2-40B4-BE49-F238E27FC236}">
                  <a16:creationId xmlns:a16="http://schemas.microsoft.com/office/drawing/2014/main" id="{80912DA7-481C-406F-8A72-D6DC92719251}"/>
                </a:ext>
              </a:extLst>
            </p:cNvPr>
            <p:cNvSpPr/>
            <p:nvPr/>
          </p:nvSpPr>
          <p:spPr>
            <a:xfrm>
              <a:off x="1969213" y="10736570"/>
              <a:ext cx="30175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394" name="Hexagon 2393">
              <a:extLst>
                <a:ext uri="{FF2B5EF4-FFF2-40B4-BE49-F238E27FC236}">
                  <a16:creationId xmlns:a16="http://schemas.microsoft.com/office/drawing/2014/main" id="{C8271301-4E78-4FBE-BD57-B2AC447794B6}"/>
                </a:ext>
              </a:extLst>
            </p:cNvPr>
            <p:cNvSpPr/>
            <p:nvPr/>
          </p:nvSpPr>
          <p:spPr>
            <a:xfrm>
              <a:off x="1966832" y="10550435"/>
              <a:ext cx="30175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395" name="Hexagon 2394">
              <a:extLst>
                <a:ext uri="{FF2B5EF4-FFF2-40B4-BE49-F238E27FC236}">
                  <a16:creationId xmlns:a16="http://schemas.microsoft.com/office/drawing/2014/main" id="{7909AC87-AFF1-40DE-AB41-8C568F529E0F}"/>
                </a:ext>
              </a:extLst>
            </p:cNvPr>
            <p:cNvSpPr/>
            <p:nvPr/>
          </p:nvSpPr>
          <p:spPr>
            <a:xfrm>
              <a:off x="1957834" y="10361800"/>
              <a:ext cx="30175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396" name="Hexagon 2395">
              <a:extLst>
                <a:ext uri="{FF2B5EF4-FFF2-40B4-BE49-F238E27FC236}">
                  <a16:creationId xmlns:a16="http://schemas.microsoft.com/office/drawing/2014/main" id="{F667E2E8-A63C-44F5-A1C1-936F82031CEB}"/>
                </a:ext>
              </a:extLst>
            </p:cNvPr>
            <p:cNvSpPr/>
            <p:nvPr/>
          </p:nvSpPr>
          <p:spPr>
            <a:xfrm>
              <a:off x="1955453" y="10175665"/>
              <a:ext cx="30175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397" name="Hexagon 2396">
              <a:extLst>
                <a:ext uri="{FF2B5EF4-FFF2-40B4-BE49-F238E27FC236}">
                  <a16:creationId xmlns:a16="http://schemas.microsoft.com/office/drawing/2014/main" id="{D1AD53C1-C257-44E6-B0CF-D3C6E5341CD9}"/>
                </a:ext>
              </a:extLst>
            </p:cNvPr>
            <p:cNvSpPr/>
            <p:nvPr/>
          </p:nvSpPr>
          <p:spPr>
            <a:xfrm>
              <a:off x="2207280" y="10819570"/>
              <a:ext cx="30175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398" name="Hexagon 2397">
              <a:extLst>
                <a:ext uri="{FF2B5EF4-FFF2-40B4-BE49-F238E27FC236}">
                  <a16:creationId xmlns:a16="http://schemas.microsoft.com/office/drawing/2014/main" id="{D40A62A7-A3EF-4760-9977-7C64806BF600}"/>
                </a:ext>
              </a:extLst>
            </p:cNvPr>
            <p:cNvSpPr/>
            <p:nvPr/>
          </p:nvSpPr>
          <p:spPr>
            <a:xfrm>
              <a:off x="2204899" y="10635816"/>
              <a:ext cx="30175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399" name="Hexagon 2398">
              <a:extLst>
                <a:ext uri="{FF2B5EF4-FFF2-40B4-BE49-F238E27FC236}">
                  <a16:creationId xmlns:a16="http://schemas.microsoft.com/office/drawing/2014/main" id="{D69BFE48-1368-46E2-9E00-60D16E2A730A}"/>
                </a:ext>
              </a:extLst>
            </p:cNvPr>
            <p:cNvSpPr/>
            <p:nvPr/>
          </p:nvSpPr>
          <p:spPr>
            <a:xfrm>
              <a:off x="2195901" y="10444800"/>
              <a:ext cx="30175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400" name="Hexagon 2399">
              <a:extLst>
                <a:ext uri="{FF2B5EF4-FFF2-40B4-BE49-F238E27FC236}">
                  <a16:creationId xmlns:a16="http://schemas.microsoft.com/office/drawing/2014/main" id="{0B094759-03ED-4121-8592-E1BCAD31E0E6}"/>
                </a:ext>
              </a:extLst>
            </p:cNvPr>
            <p:cNvSpPr/>
            <p:nvPr/>
          </p:nvSpPr>
          <p:spPr>
            <a:xfrm>
              <a:off x="2193520" y="10258665"/>
              <a:ext cx="30175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401" name="Hexagon 2400">
              <a:extLst>
                <a:ext uri="{FF2B5EF4-FFF2-40B4-BE49-F238E27FC236}">
                  <a16:creationId xmlns:a16="http://schemas.microsoft.com/office/drawing/2014/main" id="{22CFC853-4A0C-46EF-8ED6-A23977E88F82}"/>
                </a:ext>
              </a:extLst>
            </p:cNvPr>
            <p:cNvSpPr/>
            <p:nvPr/>
          </p:nvSpPr>
          <p:spPr>
            <a:xfrm>
              <a:off x="2427842" y="10162383"/>
              <a:ext cx="30175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405" name="Hexagon 2404">
              <a:extLst>
                <a:ext uri="{FF2B5EF4-FFF2-40B4-BE49-F238E27FC236}">
                  <a16:creationId xmlns:a16="http://schemas.microsoft.com/office/drawing/2014/main" id="{433FD573-BC09-4C4E-90FE-6BAE277D7032}"/>
                </a:ext>
              </a:extLst>
            </p:cNvPr>
            <p:cNvSpPr/>
            <p:nvPr/>
          </p:nvSpPr>
          <p:spPr>
            <a:xfrm>
              <a:off x="2443046" y="10905044"/>
              <a:ext cx="30175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406" name="Hexagon 2405">
              <a:extLst>
                <a:ext uri="{FF2B5EF4-FFF2-40B4-BE49-F238E27FC236}">
                  <a16:creationId xmlns:a16="http://schemas.microsoft.com/office/drawing/2014/main" id="{1BD1AA71-6BD8-465D-8F99-8E58C0F4480C}"/>
                </a:ext>
              </a:extLst>
            </p:cNvPr>
            <p:cNvSpPr/>
            <p:nvPr/>
          </p:nvSpPr>
          <p:spPr>
            <a:xfrm>
              <a:off x="2440665" y="10716528"/>
              <a:ext cx="30175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407" name="Hexagon 2406">
              <a:extLst>
                <a:ext uri="{FF2B5EF4-FFF2-40B4-BE49-F238E27FC236}">
                  <a16:creationId xmlns:a16="http://schemas.microsoft.com/office/drawing/2014/main" id="{0C91D949-E148-4606-9B2C-DE81EE7F643A}"/>
                </a:ext>
              </a:extLst>
            </p:cNvPr>
            <p:cNvSpPr/>
            <p:nvPr/>
          </p:nvSpPr>
          <p:spPr>
            <a:xfrm>
              <a:off x="2431667" y="10527893"/>
              <a:ext cx="30175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408" name="Hexagon 2407">
              <a:extLst>
                <a:ext uri="{FF2B5EF4-FFF2-40B4-BE49-F238E27FC236}">
                  <a16:creationId xmlns:a16="http://schemas.microsoft.com/office/drawing/2014/main" id="{D816B4B4-8018-410B-A7BE-838B8C46BB64}"/>
                </a:ext>
              </a:extLst>
            </p:cNvPr>
            <p:cNvSpPr/>
            <p:nvPr/>
          </p:nvSpPr>
          <p:spPr>
            <a:xfrm>
              <a:off x="2671848" y="10618797"/>
              <a:ext cx="30175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409" name="Hexagon 2408">
              <a:extLst>
                <a:ext uri="{FF2B5EF4-FFF2-40B4-BE49-F238E27FC236}">
                  <a16:creationId xmlns:a16="http://schemas.microsoft.com/office/drawing/2014/main" id="{81B3C73F-2539-4C60-9F59-50304992BD82}"/>
                </a:ext>
              </a:extLst>
            </p:cNvPr>
            <p:cNvSpPr/>
            <p:nvPr/>
          </p:nvSpPr>
          <p:spPr>
            <a:xfrm>
              <a:off x="2670261" y="10435043"/>
              <a:ext cx="30175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410" name="Hexagon 2409">
              <a:extLst>
                <a:ext uri="{FF2B5EF4-FFF2-40B4-BE49-F238E27FC236}">
                  <a16:creationId xmlns:a16="http://schemas.microsoft.com/office/drawing/2014/main" id="{432C38D6-716C-4DEB-926B-594D1F8FDA47}"/>
                </a:ext>
              </a:extLst>
            </p:cNvPr>
            <p:cNvSpPr/>
            <p:nvPr/>
          </p:nvSpPr>
          <p:spPr>
            <a:xfrm>
              <a:off x="2663644" y="10251170"/>
              <a:ext cx="30175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411" name="Hexagon 2410">
              <a:extLst>
                <a:ext uri="{FF2B5EF4-FFF2-40B4-BE49-F238E27FC236}">
                  <a16:creationId xmlns:a16="http://schemas.microsoft.com/office/drawing/2014/main" id="{6D90B811-489D-4B6B-A127-C25B19D93B1A}"/>
                </a:ext>
              </a:extLst>
            </p:cNvPr>
            <p:cNvSpPr/>
            <p:nvPr/>
          </p:nvSpPr>
          <p:spPr>
            <a:xfrm>
              <a:off x="2674608" y="10992571"/>
              <a:ext cx="30175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412" name="Hexagon 2411">
              <a:extLst>
                <a:ext uri="{FF2B5EF4-FFF2-40B4-BE49-F238E27FC236}">
                  <a16:creationId xmlns:a16="http://schemas.microsoft.com/office/drawing/2014/main" id="{2A0D29B0-50F8-4D7C-9DD0-BA6A2FE6864C}"/>
                </a:ext>
              </a:extLst>
            </p:cNvPr>
            <p:cNvSpPr/>
            <p:nvPr/>
          </p:nvSpPr>
          <p:spPr>
            <a:xfrm>
              <a:off x="2911594" y="10899103"/>
              <a:ext cx="30175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413" name="Hexagon 2412">
              <a:extLst>
                <a:ext uri="{FF2B5EF4-FFF2-40B4-BE49-F238E27FC236}">
                  <a16:creationId xmlns:a16="http://schemas.microsoft.com/office/drawing/2014/main" id="{A959B6D3-5AC4-4BF0-B942-10CF9D6BB42F}"/>
                </a:ext>
              </a:extLst>
            </p:cNvPr>
            <p:cNvSpPr/>
            <p:nvPr/>
          </p:nvSpPr>
          <p:spPr>
            <a:xfrm>
              <a:off x="2907626" y="10710587"/>
              <a:ext cx="30175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414" name="Hexagon 2413">
              <a:extLst>
                <a:ext uri="{FF2B5EF4-FFF2-40B4-BE49-F238E27FC236}">
                  <a16:creationId xmlns:a16="http://schemas.microsoft.com/office/drawing/2014/main" id="{DB3AC226-0628-437B-A2E9-DB99721762BA}"/>
                </a:ext>
              </a:extLst>
            </p:cNvPr>
            <p:cNvSpPr/>
            <p:nvPr/>
          </p:nvSpPr>
          <p:spPr>
            <a:xfrm>
              <a:off x="2905771" y="10526714"/>
              <a:ext cx="30175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415" name="Hexagon 2414">
              <a:extLst>
                <a:ext uri="{FF2B5EF4-FFF2-40B4-BE49-F238E27FC236}">
                  <a16:creationId xmlns:a16="http://schemas.microsoft.com/office/drawing/2014/main" id="{49B7C40B-8AF1-4ABF-9676-26569DCFD74C}"/>
                </a:ext>
              </a:extLst>
            </p:cNvPr>
            <p:cNvSpPr/>
            <p:nvPr/>
          </p:nvSpPr>
          <p:spPr>
            <a:xfrm>
              <a:off x="3145547" y="10798001"/>
              <a:ext cx="30175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416" name="Hexagon 2415">
              <a:extLst>
                <a:ext uri="{FF2B5EF4-FFF2-40B4-BE49-F238E27FC236}">
                  <a16:creationId xmlns:a16="http://schemas.microsoft.com/office/drawing/2014/main" id="{EB97D762-2C81-403F-9D70-2F30D8C34A61}"/>
                </a:ext>
              </a:extLst>
            </p:cNvPr>
            <p:cNvSpPr/>
            <p:nvPr/>
          </p:nvSpPr>
          <p:spPr>
            <a:xfrm>
              <a:off x="3141311" y="10614128"/>
              <a:ext cx="30175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417" name="Hexagon 2416">
              <a:extLst>
                <a:ext uri="{FF2B5EF4-FFF2-40B4-BE49-F238E27FC236}">
                  <a16:creationId xmlns:a16="http://schemas.microsoft.com/office/drawing/2014/main" id="{728A05C9-CB48-4A6A-93FE-074E641A08FB}"/>
                </a:ext>
              </a:extLst>
            </p:cNvPr>
            <p:cNvSpPr/>
            <p:nvPr/>
          </p:nvSpPr>
          <p:spPr>
            <a:xfrm>
              <a:off x="3385461" y="10892872"/>
              <a:ext cx="30175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418" name="Hexagon 2417">
              <a:extLst>
                <a:ext uri="{FF2B5EF4-FFF2-40B4-BE49-F238E27FC236}">
                  <a16:creationId xmlns:a16="http://schemas.microsoft.com/office/drawing/2014/main" id="{0CABA060-AE47-42F1-ABE0-11019196B0E8}"/>
                </a:ext>
              </a:extLst>
            </p:cNvPr>
            <p:cNvSpPr/>
            <p:nvPr/>
          </p:nvSpPr>
          <p:spPr>
            <a:xfrm>
              <a:off x="3381493" y="10704356"/>
              <a:ext cx="30175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419" name="Hexagon 2418">
              <a:extLst>
                <a:ext uri="{FF2B5EF4-FFF2-40B4-BE49-F238E27FC236}">
                  <a16:creationId xmlns:a16="http://schemas.microsoft.com/office/drawing/2014/main" id="{71BD6F40-C07B-490B-8847-08EB0AA037EC}"/>
                </a:ext>
              </a:extLst>
            </p:cNvPr>
            <p:cNvSpPr/>
            <p:nvPr/>
          </p:nvSpPr>
          <p:spPr>
            <a:xfrm>
              <a:off x="3379638" y="10520483"/>
              <a:ext cx="30175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420" name="Hexagon 2419">
              <a:extLst>
                <a:ext uri="{FF2B5EF4-FFF2-40B4-BE49-F238E27FC236}">
                  <a16:creationId xmlns:a16="http://schemas.microsoft.com/office/drawing/2014/main" id="{99712691-88C9-495D-8BC6-5BE504961457}"/>
                </a:ext>
              </a:extLst>
            </p:cNvPr>
            <p:cNvSpPr/>
            <p:nvPr/>
          </p:nvSpPr>
          <p:spPr>
            <a:xfrm>
              <a:off x="3621098" y="10984953"/>
              <a:ext cx="30175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421" name="Hexagon 2420">
              <a:extLst>
                <a:ext uri="{FF2B5EF4-FFF2-40B4-BE49-F238E27FC236}">
                  <a16:creationId xmlns:a16="http://schemas.microsoft.com/office/drawing/2014/main" id="{A4861EBB-A1B5-4C67-95C0-C2D8AF0CA717}"/>
                </a:ext>
              </a:extLst>
            </p:cNvPr>
            <p:cNvSpPr/>
            <p:nvPr/>
          </p:nvSpPr>
          <p:spPr>
            <a:xfrm>
              <a:off x="3621892" y="10796437"/>
              <a:ext cx="30175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422" name="Hexagon 2421">
              <a:extLst>
                <a:ext uri="{FF2B5EF4-FFF2-40B4-BE49-F238E27FC236}">
                  <a16:creationId xmlns:a16="http://schemas.microsoft.com/office/drawing/2014/main" id="{F7B970DC-EDC2-46B3-AD52-D65981E4AD2D}"/>
                </a:ext>
              </a:extLst>
            </p:cNvPr>
            <p:cNvSpPr/>
            <p:nvPr/>
          </p:nvSpPr>
          <p:spPr>
            <a:xfrm>
              <a:off x="3617917" y="10422442"/>
              <a:ext cx="30175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423" name="Hexagon 2422">
              <a:extLst>
                <a:ext uri="{FF2B5EF4-FFF2-40B4-BE49-F238E27FC236}">
                  <a16:creationId xmlns:a16="http://schemas.microsoft.com/office/drawing/2014/main" id="{E7D24E37-4B67-4327-891E-29B27FC5EDA5}"/>
                </a:ext>
              </a:extLst>
            </p:cNvPr>
            <p:cNvSpPr/>
            <p:nvPr/>
          </p:nvSpPr>
          <p:spPr>
            <a:xfrm>
              <a:off x="3853554" y="10512142"/>
              <a:ext cx="30175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424" name="Hexagon 2423">
              <a:extLst>
                <a:ext uri="{FF2B5EF4-FFF2-40B4-BE49-F238E27FC236}">
                  <a16:creationId xmlns:a16="http://schemas.microsoft.com/office/drawing/2014/main" id="{E46DA1C2-EA68-47B6-A234-C2908E052FE7}"/>
                </a:ext>
              </a:extLst>
            </p:cNvPr>
            <p:cNvSpPr/>
            <p:nvPr/>
          </p:nvSpPr>
          <p:spPr>
            <a:xfrm>
              <a:off x="3854386" y="10701140"/>
              <a:ext cx="30175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425" name="Hexagon 2424">
              <a:extLst>
                <a:ext uri="{FF2B5EF4-FFF2-40B4-BE49-F238E27FC236}">
                  <a16:creationId xmlns:a16="http://schemas.microsoft.com/office/drawing/2014/main" id="{AC091E83-4D8D-4DE2-9445-BC3A5166D84F}"/>
                </a:ext>
              </a:extLst>
            </p:cNvPr>
            <p:cNvSpPr/>
            <p:nvPr/>
          </p:nvSpPr>
          <p:spPr>
            <a:xfrm>
              <a:off x="4090464" y="10798907"/>
              <a:ext cx="30175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426" name="Hexagon 2425">
              <a:extLst>
                <a:ext uri="{FF2B5EF4-FFF2-40B4-BE49-F238E27FC236}">
                  <a16:creationId xmlns:a16="http://schemas.microsoft.com/office/drawing/2014/main" id="{72EDEE35-B052-4201-BBA0-E240F808EE11}"/>
                </a:ext>
              </a:extLst>
            </p:cNvPr>
            <p:cNvSpPr/>
            <p:nvPr/>
          </p:nvSpPr>
          <p:spPr>
            <a:xfrm>
              <a:off x="4090464" y="10615153"/>
              <a:ext cx="30175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427" name="Hexagon 2426">
              <a:extLst>
                <a:ext uri="{FF2B5EF4-FFF2-40B4-BE49-F238E27FC236}">
                  <a16:creationId xmlns:a16="http://schemas.microsoft.com/office/drawing/2014/main" id="{DCD7E81E-7B48-4EF0-9D57-36D6FE954144}"/>
                </a:ext>
              </a:extLst>
            </p:cNvPr>
            <p:cNvSpPr/>
            <p:nvPr/>
          </p:nvSpPr>
          <p:spPr>
            <a:xfrm>
              <a:off x="4095752" y="10424137"/>
              <a:ext cx="30175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428" name="Hexagon 2427">
              <a:extLst>
                <a:ext uri="{FF2B5EF4-FFF2-40B4-BE49-F238E27FC236}">
                  <a16:creationId xmlns:a16="http://schemas.microsoft.com/office/drawing/2014/main" id="{656A5987-A8F3-496C-9E3D-DCB17D72334E}"/>
                </a:ext>
              </a:extLst>
            </p:cNvPr>
            <p:cNvSpPr/>
            <p:nvPr/>
          </p:nvSpPr>
          <p:spPr>
            <a:xfrm>
              <a:off x="4088608" y="10240383"/>
              <a:ext cx="311941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429" name="Hexagon 2428">
              <a:extLst>
                <a:ext uri="{FF2B5EF4-FFF2-40B4-BE49-F238E27FC236}">
                  <a16:creationId xmlns:a16="http://schemas.microsoft.com/office/drawing/2014/main" id="{78231605-BA51-4BE9-9978-22D5FF19D767}"/>
                </a:ext>
              </a:extLst>
            </p:cNvPr>
            <p:cNvSpPr/>
            <p:nvPr/>
          </p:nvSpPr>
          <p:spPr>
            <a:xfrm>
              <a:off x="4328011" y="10896499"/>
              <a:ext cx="30175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431" name="Hexagon 2430">
              <a:extLst>
                <a:ext uri="{FF2B5EF4-FFF2-40B4-BE49-F238E27FC236}">
                  <a16:creationId xmlns:a16="http://schemas.microsoft.com/office/drawing/2014/main" id="{44FF8DB9-D31B-4C6E-98C8-289E28986AEC}"/>
                </a:ext>
              </a:extLst>
            </p:cNvPr>
            <p:cNvSpPr/>
            <p:nvPr/>
          </p:nvSpPr>
          <p:spPr>
            <a:xfrm>
              <a:off x="4326156" y="10524110"/>
              <a:ext cx="30175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432" name="Hexagon 2431">
              <a:extLst>
                <a:ext uri="{FF2B5EF4-FFF2-40B4-BE49-F238E27FC236}">
                  <a16:creationId xmlns:a16="http://schemas.microsoft.com/office/drawing/2014/main" id="{F278BCFF-4E7A-463F-89B1-8A8C8B0E1A21}"/>
                </a:ext>
              </a:extLst>
            </p:cNvPr>
            <p:cNvSpPr/>
            <p:nvPr/>
          </p:nvSpPr>
          <p:spPr>
            <a:xfrm>
              <a:off x="4565636" y="10798284"/>
              <a:ext cx="30175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433" name="Hexagon 2432">
              <a:extLst>
                <a:ext uri="{FF2B5EF4-FFF2-40B4-BE49-F238E27FC236}">
                  <a16:creationId xmlns:a16="http://schemas.microsoft.com/office/drawing/2014/main" id="{56643F22-2432-4A5A-A252-ED7170B77F9F}"/>
                </a:ext>
              </a:extLst>
            </p:cNvPr>
            <p:cNvSpPr/>
            <p:nvPr/>
          </p:nvSpPr>
          <p:spPr>
            <a:xfrm>
              <a:off x="4561400" y="10619173"/>
              <a:ext cx="30175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434" name="Hexagon 2433">
              <a:extLst>
                <a:ext uri="{FF2B5EF4-FFF2-40B4-BE49-F238E27FC236}">
                  <a16:creationId xmlns:a16="http://schemas.microsoft.com/office/drawing/2014/main" id="{7413003F-0421-467B-A5BE-FDC46A7CCC89}"/>
                </a:ext>
              </a:extLst>
            </p:cNvPr>
            <p:cNvSpPr/>
            <p:nvPr/>
          </p:nvSpPr>
          <p:spPr>
            <a:xfrm>
              <a:off x="4799780" y="10707949"/>
              <a:ext cx="311483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435" name="Hexagon 2434">
              <a:extLst>
                <a:ext uri="{FF2B5EF4-FFF2-40B4-BE49-F238E27FC236}">
                  <a16:creationId xmlns:a16="http://schemas.microsoft.com/office/drawing/2014/main" id="{931EDDD3-F154-4270-B37B-122995C7E2B1}"/>
                </a:ext>
              </a:extLst>
            </p:cNvPr>
            <p:cNvSpPr/>
            <p:nvPr/>
          </p:nvSpPr>
          <p:spPr>
            <a:xfrm>
              <a:off x="5044279" y="10986334"/>
              <a:ext cx="30175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436" name="Hexagon 2435">
              <a:extLst>
                <a:ext uri="{FF2B5EF4-FFF2-40B4-BE49-F238E27FC236}">
                  <a16:creationId xmlns:a16="http://schemas.microsoft.com/office/drawing/2014/main" id="{E0D4C48D-D127-41C5-9471-94298C03B611}"/>
                </a:ext>
              </a:extLst>
            </p:cNvPr>
            <p:cNvSpPr/>
            <p:nvPr/>
          </p:nvSpPr>
          <p:spPr>
            <a:xfrm>
              <a:off x="5040043" y="10804842"/>
              <a:ext cx="30175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437" name="Hexagon 2436">
              <a:extLst>
                <a:ext uri="{FF2B5EF4-FFF2-40B4-BE49-F238E27FC236}">
                  <a16:creationId xmlns:a16="http://schemas.microsoft.com/office/drawing/2014/main" id="{BA69DFCA-AF88-46D2-BB38-D5259BA891A8}"/>
                </a:ext>
              </a:extLst>
            </p:cNvPr>
            <p:cNvSpPr/>
            <p:nvPr/>
          </p:nvSpPr>
          <p:spPr>
            <a:xfrm>
              <a:off x="5280876" y="11075770"/>
              <a:ext cx="30175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438" name="Hexagon 2437">
              <a:extLst>
                <a:ext uri="{FF2B5EF4-FFF2-40B4-BE49-F238E27FC236}">
                  <a16:creationId xmlns:a16="http://schemas.microsoft.com/office/drawing/2014/main" id="{3F68B65A-ABC5-4A95-B2EE-ABEC3DB01D73}"/>
                </a:ext>
              </a:extLst>
            </p:cNvPr>
            <p:cNvSpPr/>
            <p:nvPr/>
          </p:nvSpPr>
          <p:spPr>
            <a:xfrm>
              <a:off x="5275249" y="10707576"/>
              <a:ext cx="30175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439" name="Hexagon 2438">
              <a:extLst>
                <a:ext uri="{FF2B5EF4-FFF2-40B4-BE49-F238E27FC236}">
                  <a16:creationId xmlns:a16="http://schemas.microsoft.com/office/drawing/2014/main" id="{19B31F05-2629-4AB6-B901-7CE0227D1750}"/>
                </a:ext>
              </a:extLst>
            </p:cNvPr>
            <p:cNvSpPr/>
            <p:nvPr/>
          </p:nvSpPr>
          <p:spPr>
            <a:xfrm>
              <a:off x="5515085" y="10979550"/>
              <a:ext cx="30175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440" name="Hexagon 2439">
              <a:extLst>
                <a:ext uri="{FF2B5EF4-FFF2-40B4-BE49-F238E27FC236}">
                  <a16:creationId xmlns:a16="http://schemas.microsoft.com/office/drawing/2014/main" id="{B7A4AFA9-E175-47E2-A692-B45CD9F86BB0}"/>
                </a:ext>
              </a:extLst>
            </p:cNvPr>
            <p:cNvSpPr/>
            <p:nvPr/>
          </p:nvSpPr>
          <p:spPr>
            <a:xfrm>
              <a:off x="5513230" y="10798058"/>
              <a:ext cx="30175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441" name="Hexagon 2440">
              <a:extLst>
                <a:ext uri="{FF2B5EF4-FFF2-40B4-BE49-F238E27FC236}">
                  <a16:creationId xmlns:a16="http://schemas.microsoft.com/office/drawing/2014/main" id="{8BF3EFDF-BAB4-4812-B408-3FFB067482D5}"/>
                </a:ext>
              </a:extLst>
            </p:cNvPr>
            <p:cNvSpPr/>
            <p:nvPr/>
          </p:nvSpPr>
          <p:spPr>
            <a:xfrm>
              <a:off x="5749797" y="10889748"/>
              <a:ext cx="30175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442" name="Hexagon 2441">
              <a:extLst>
                <a:ext uri="{FF2B5EF4-FFF2-40B4-BE49-F238E27FC236}">
                  <a16:creationId xmlns:a16="http://schemas.microsoft.com/office/drawing/2014/main" id="{A10B4945-1EA0-4742-B1D5-DE56C79F2654}"/>
                </a:ext>
              </a:extLst>
            </p:cNvPr>
            <p:cNvSpPr/>
            <p:nvPr/>
          </p:nvSpPr>
          <p:spPr>
            <a:xfrm>
              <a:off x="5981625" y="10795909"/>
              <a:ext cx="30175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444" name="Hexagon 2443">
              <a:extLst>
                <a:ext uri="{FF2B5EF4-FFF2-40B4-BE49-F238E27FC236}">
                  <a16:creationId xmlns:a16="http://schemas.microsoft.com/office/drawing/2014/main" id="{6D3853A5-9F6C-425F-A3EF-54AB98E9073E}"/>
                </a:ext>
              </a:extLst>
            </p:cNvPr>
            <p:cNvSpPr/>
            <p:nvPr/>
          </p:nvSpPr>
          <p:spPr>
            <a:xfrm>
              <a:off x="1251278" y="10287543"/>
              <a:ext cx="30175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445" name="Hexagon 2444">
              <a:extLst>
                <a:ext uri="{FF2B5EF4-FFF2-40B4-BE49-F238E27FC236}">
                  <a16:creationId xmlns:a16="http://schemas.microsoft.com/office/drawing/2014/main" id="{7709E728-03D6-412C-9483-D15A8DBFE8BF}"/>
                </a:ext>
              </a:extLst>
            </p:cNvPr>
            <p:cNvSpPr/>
            <p:nvPr/>
          </p:nvSpPr>
          <p:spPr>
            <a:xfrm>
              <a:off x="1489009" y="10188675"/>
              <a:ext cx="30175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446" name="Hexagon 2445">
              <a:extLst>
                <a:ext uri="{FF2B5EF4-FFF2-40B4-BE49-F238E27FC236}">
                  <a16:creationId xmlns:a16="http://schemas.microsoft.com/office/drawing/2014/main" id="{191EF683-C781-4E1F-B951-3E9CBA964470}"/>
                </a:ext>
              </a:extLst>
            </p:cNvPr>
            <p:cNvSpPr/>
            <p:nvPr/>
          </p:nvSpPr>
          <p:spPr>
            <a:xfrm>
              <a:off x="1724851" y="10088255"/>
              <a:ext cx="30175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447" name="Hexagon 2446">
              <a:extLst>
                <a:ext uri="{FF2B5EF4-FFF2-40B4-BE49-F238E27FC236}">
                  <a16:creationId xmlns:a16="http://schemas.microsoft.com/office/drawing/2014/main" id="{ABD55B7A-0765-4458-AEF8-28CDBA76A7ED}"/>
                </a:ext>
              </a:extLst>
            </p:cNvPr>
            <p:cNvSpPr/>
            <p:nvPr/>
          </p:nvSpPr>
          <p:spPr>
            <a:xfrm>
              <a:off x="1254536" y="10096547"/>
              <a:ext cx="30175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448" name="Hexagon 2447">
              <a:extLst>
                <a:ext uri="{FF2B5EF4-FFF2-40B4-BE49-F238E27FC236}">
                  <a16:creationId xmlns:a16="http://schemas.microsoft.com/office/drawing/2014/main" id="{33C8CE40-7E4D-42CD-ACA4-FAF13CE3EC5C}"/>
                </a:ext>
              </a:extLst>
            </p:cNvPr>
            <p:cNvSpPr/>
            <p:nvPr/>
          </p:nvSpPr>
          <p:spPr>
            <a:xfrm>
              <a:off x="1492267" y="9997679"/>
              <a:ext cx="30175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449" name="Hexagon 2448">
              <a:extLst>
                <a:ext uri="{FF2B5EF4-FFF2-40B4-BE49-F238E27FC236}">
                  <a16:creationId xmlns:a16="http://schemas.microsoft.com/office/drawing/2014/main" id="{90F8B37F-C5B5-4543-B500-D8E21BFE5FBD}"/>
                </a:ext>
              </a:extLst>
            </p:cNvPr>
            <p:cNvSpPr/>
            <p:nvPr/>
          </p:nvSpPr>
          <p:spPr>
            <a:xfrm>
              <a:off x="1723346" y="9904402"/>
              <a:ext cx="30175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450" name="Hexagon 2449">
              <a:extLst>
                <a:ext uri="{FF2B5EF4-FFF2-40B4-BE49-F238E27FC236}">
                  <a16:creationId xmlns:a16="http://schemas.microsoft.com/office/drawing/2014/main" id="{DB19E115-9D89-4E50-A829-3DC4AA2EBCD0}"/>
                </a:ext>
              </a:extLst>
            </p:cNvPr>
            <p:cNvSpPr/>
            <p:nvPr/>
          </p:nvSpPr>
          <p:spPr>
            <a:xfrm>
              <a:off x="1256041" y="9907305"/>
              <a:ext cx="30175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 dirty="0"/>
            </a:p>
          </p:txBody>
        </p:sp>
        <p:sp>
          <p:nvSpPr>
            <p:cNvPr id="2451" name="Hexagon 2450">
              <a:extLst>
                <a:ext uri="{FF2B5EF4-FFF2-40B4-BE49-F238E27FC236}">
                  <a16:creationId xmlns:a16="http://schemas.microsoft.com/office/drawing/2014/main" id="{B8B22610-2DAE-4025-8A41-ECE1CE9F8C7C}"/>
                </a:ext>
              </a:extLst>
            </p:cNvPr>
            <p:cNvSpPr/>
            <p:nvPr/>
          </p:nvSpPr>
          <p:spPr>
            <a:xfrm>
              <a:off x="1493772" y="9808437"/>
              <a:ext cx="30175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452" name="Hexagon 2451">
              <a:extLst>
                <a:ext uri="{FF2B5EF4-FFF2-40B4-BE49-F238E27FC236}">
                  <a16:creationId xmlns:a16="http://schemas.microsoft.com/office/drawing/2014/main" id="{94B4B664-C8F4-46ED-A749-DCA2559D4420}"/>
                </a:ext>
              </a:extLst>
            </p:cNvPr>
            <p:cNvSpPr/>
            <p:nvPr/>
          </p:nvSpPr>
          <p:spPr>
            <a:xfrm>
              <a:off x="1724851" y="9717541"/>
              <a:ext cx="30175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453" name="Hexagon 2452">
              <a:extLst>
                <a:ext uri="{FF2B5EF4-FFF2-40B4-BE49-F238E27FC236}">
                  <a16:creationId xmlns:a16="http://schemas.microsoft.com/office/drawing/2014/main" id="{97DA42B5-3524-4CB8-A580-1205D1975957}"/>
                </a:ext>
              </a:extLst>
            </p:cNvPr>
            <p:cNvSpPr/>
            <p:nvPr/>
          </p:nvSpPr>
          <p:spPr>
            <a:xfrm>
              <a:off x="1499092" y="9621729"/>
              <a:ext cx="30175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454" name="Hexagon 2453">
              <a:extLst>
                <a:ext uri="{FF2B5EF4-FFF2-40B4-BE49-F238E27FC236}">
                  <a16:creationId xmlns:a16="http://schemas.microsoft.com/office/drawing/2014/main" id="{412EE0B1-4434-4065-827A-CDE65B857E69}"/>
                </a:ext>
              </a:extLst>
            </p:cNvPr>
            <p:cNvSpPr/>
            <p:nvPr/>
          </p:nvSpPr>
          <p:spPr>
            <a:xfrm>
              <a:off x="1730171" y="9535595"/>
              <a:ext cx="30175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455" name="Hexagon 2454">
              <a:extLst>
                <a:ext uri="{FF2B5EF4-FFF2-40B4-BE49-F238E27FC236}">
                  <a16:creationId xmlns:a16="http://schemas.microsoft.com/office/drawing/2014/main" id="{0D9C5F9E-15DE-428E-BFDA-8D3BB23560C3}"/>
                </a:ext>
              </a:extLst>
            </p:cNvPr>
            <p:cNvSpPr/>
            <p:nvPr/>
          </p:nvSpPr>
          <p:spPr>
            <a:xfrm>
              <a:off x="1732162" y="9350207"/>
              <a:ext cx="30175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456" name="Hexagon 2455">
              <a:extLst>
                <a:ext uri="{FF2B5EF4-FFF2-40B4-BE49-F238E27FC236}">
                  <a16:creationId xmlns:a16="http://schemas.microsoft.com/office/drawing/2014/main" id="{9B4B6070-7E36-455D-A8CE-3D7BE7A4708C}"/>
                </a:ext>
              </a:extLst>
            </p:cNvPr>
            <p:cNvSpPr/>
            <p:nvPr/>
          </p:nvSpPr>
          <p:spPr>
            <a:xfrm>
              <a:off x="1963241" y="9256930"/>
              <a:ext cx="30175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457" name="Hexagon 2456">
              <a:extLst>
                <a:ext uri="{FF2B5EF4-FFF2-40B4-BE49-F238E27FC236}">
                  <a16:creationId xmlns:a16="http://schemas.microsoft.com/office/drawing/2014/main" id="{D334D0D9-0E4B-44F8-BC7F-410EE8F7E121}"/>
                </a:ext>
              </a:extLst>
            </p:cNvPr>
            <p:cNvSpPr/>
            <p:nvPr/>
          </p:nvSpPr>
          <p:spPr>
            <a:xfrm>
              <a:off x="1966453" y="9071669"/>
              <a:ext cx="30175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458" name="Hexagon 2457">
              <a:extLst>
                <a:ext uri="{FF2B5EF4-FFF2-40B4-BE49-F238E27FC236}">
                  <a16:creationId xmlns:a16="http://schemas.microsoft.com/office/drawing/2014/main" id="{D50AE7F8-8A98-4DD0-A7FF-C8226A5D4D4D}"/>
                </a:ext>
              </a:extLst>
            </p:cNvPr>
            <p:cNvSpPr/>
            <p:nvPr/>
          </p:nvSpPr>
          <p:spPr>
            <a:xfrm>
              <a:off x="1967011" y="8882580"/>
              <a:ext cx="30175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459" name="Hexagon 2458">
              <a:extLst>
                <a:ext uri="{FF2B5EF4-FFF2-40B4-BE49-F238E27FC236}">
                  <a16:creationId xmlns:a16="http://schemas.microsoft.com/office/drawing/2014/main" id="{E2EC8217-56F4-4CDD-A85C-A221C093E59E}"/>
                </a:ext>
              </a:extLst>
            </p:cNvPr>
            <p:cNvSpPr/>
            <p:nvPr/>
          </p:nvSpPr>
          <p:spPr>
            <a:xfrm>
              <a:off x="1966621" y="8694811"/>
              <a:ext cx="30175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460" name="Hexagon 2459">
              <a:extLst>
                <a:ext uri="{FF2B5EF4-FFF2-40B4-BE49-F238E27FC236}">
                  <a16:creationId xmlns:a16="http://schemas.microsoft.com/office/drawing/2014/main" id="{C1DA8E6E-F12C-4189-8420-826CCFBDDAE7}"/>
                </a:ext>
              </a:extLst>
            </p:cNvPr>
            <p:cNvSpPr/>
            <p:nvPr/>
          </p:nvSpPr>
          <p:spPr>
            <a:xfrm>
              <a:off x="1736002" y="8784614"/>
              <a:ext cx="30175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461" name="Hexagon 2460">
              <a:extLst>
                <a:ext uri="{FF2B5EF4-FFF2-40B4-BE49-F238E27FC236}">
                  <a16:creationId xmlns:a16="http://schemas.microsoft.com/office/drawing/2014/main" id="{0DA2B5C0-1F26-4691-B563-0D921888ACB0}"/>
                </a:ext>
              </a:extLst>
            </p:cNvPr>
            <p:cNvSpPr/>
            <p:nvPr/>
          </p:nvSpPr>
          <p:spPr>
            <a:xfrm>
              <a:off x="1735612" y="8594464"/>
              <a:ext cx="30175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462" name="Hexagon 2461">
              <a:extLst>
                <a:ext uri="{FF2B5EF4-FFF2-40B4-BE49-F238E27FC236}">
                  <a16:creationId xmlns:a16="http://schemas.microsoft.com/office/drawing/2014/main" id="{6800753A-FFD8-4EE1-9FD5-B154047F7BB8}"/>
                </a:ext>
              </a:extLst>
            </p:cNvPr>
            <p:cNvSpPr/>
            <p:nvPr/>
          </p:nvSpPr>
          <p:spPr>
            <a:xfrm>
              <a:off x="1501547" y="8693933"/>
              <a:ext cx="30175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463" name="Hexagon 2462">
              <a:extLst>
                <a:ext uri="{FF2B5EF4-FFF2-40B4-BE49-F238E27FC236}">
                  <a16:creationId xmlns:a16="http://schemas.microsoft.com/office/drawing/2014/main" id="{C870BB78-A221-4D66-9179-D57666740F6B}"/>
                </a:ext>
              </a:extLst>
            </p:cNvPr>
            <p:cNvSpPr/>
            <p:nvPr/>
          </p:nvSpPr>
          <p:spPr>
            <a:xfrm>
              <a:off x="1499997" y="8511053"/>
              <a:ext cx="30175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464" name="Hexagon 2463">
              <a:extLst>
                <a:ext uri="{FF2B5EF4-FFF2-40B4-BE49-F238E27FC236}">
                  <a16:creationId xmlns:a16="http://schemas.microsoft.com/office/drawing/2014/main" id="{1A7017A0-B6B1-4411-899F-446A4962C20D}"/>
                </a:ext>
              </a:extLst>
            </p:cNvPr>
            <p:cNvSpPr/>
            <p:nvPr/>
          </p:nvSpPr>
          <p:spPr>
            <a:xfrm>
              <a:off x="1498174" y="8326726"/>
              <a:ext cx="30175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466" name="Hexagon 2465">
              <a:extLst>
                <a:ext uri="{FF2B5EF4-FFF2-40B4-BE49-F238E27FC236}">
                  <a16:creationId xmlns:a16="http://schemas.microsoft.com/office/drawing/2014/main" id="{7A5FDE99-47A8-4B2C-88D2-D890DE0F7DF7}"/>
                </a:ext>
              </a:extLst>
            </p:cNvPr>
            <p:cNvSpPr/>
            <p:nvPr/>
          </p:nvSpPr>
          <p:spPr>
            <a:xfrm>
              <a:off x="1010661" y="8132591"/>
              <a:ext cx="334859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467" name="Hexagon 2466">
              <a:extLst>
                <a:ext uri="{FF2B5EF4-FFF2-40B4-BE49-F238E27FC236}">
                  <a16:creationId xmlns:a16="http://schemas.microsoft.com/office/drawing/2014/main" id="{CDCF9E7F-A17E-4F4F-A9C4-B1A0F4BECED0}"/>
                </a:ext>
              </a:extLst>
            </p:cNvPr>
            <p:cNvSpPr/>
            <p:nvPr/>
          </p:nvSpPr>
          <p:spPr>
            <a:xfrm>
              <a:off x="1265668" y="8042211"/>
              <a:ext cx="30175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468" name="Hexagon 2467">
              <a:extLst>
                <a:ext uri="{FF2B5EF4-FFF2-40B4-BE49-F238E27FC236}">
                  <a16:creationId xmlns:a16="http://schemas.microsoft.com/office/drawing/2014/main" id="{FB1474EB-AD86-4B29-8494-144E82218316}"/>
                </a:ext>
              </a:extLst>
            </p:cNvPr>
            <p:cNvSpPr/>
            <p:nvPr/>
          </p:nvSpPr>
          <p:spPr>
            <a:xfrm>
              <a:off x="574323" y="7948366"/>
              <a:ext cx="30175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469" name="Hexagon 2468">
              <a:extLst>
                <a:ext uri="{FF2B5EF4-FFF2-40B4-BE49-F238E27FC236}">
                  <a16:creationId xmlns:a16="http://schemas.microsoft.com/office/drawing/2014/main" id="{6102D94A-AA91-47C1-8046-92F2947D9AE5}"/>
                </a:ext>
              </a:extLst>
            </p:cNvPr>
            <p:cNvSpPr/>
            <p:nvPr/>
          </p:nvSpPr>
          <p:spPr>
            <a:xfrm>
              <a:off x="803548" y="7855736"/>
              <a:ext cx="30175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470" name="Hexagon 2469">
              <a:extLst>
                <a:ext uri="{FF2B5EF4-FFF2-40B4-BE49-F238E27FC236}">
                  <a16:creationId xmlns:a16="http://schemas.microsoft.com/office/drawing/2014/main" id="{184E7D41-5876-4E4B-B797-2EB9C5765AC1}"/>
                </a:ext>
              </a:extLst>
            </p:cNvPr>
            <p:cNvSpPr/>
            <p:nvPr/>
          </p:nvSpPr>
          <p:spPr>
            <a:xfrm>
              <a:off x="1037954" y="7761004"/>
              <a:ext cx="30175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471" name="Hexagon 2470">
              <a:extLst>
                <a:ext uri="{FF2B5EF4-FFF2-40B4-BE49-F238E27FC236}">
                  <a16:creationId xmlns:a16="http://schemas.microsoft.com/office/drawing/2014/main" id="{799ECC30-253A-47C5-9B6E-26E283F29370}"/>
                </a:ext>
              </a:extLst>
            </p:cNvPr>
            <p:cNvSpPr/>
            <p:nvPr/>
          </p:nvSpPr>
          <p:spPr>
            <a:xfrm>
              <a:off x="802030" y="7667052"/>
              <a:ext cx="30175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472" name="Hexagon 2471">
              <a:extLst>
                <a:ext uri="{FF2B5EF4-FFF2-40B4-BE49-F238E27FC236}">
                  <a16:creationId xmlns:a16="http://schemas.microsoft.com/office/drawing/2014/main" id="{6C9454D0-96B6-49F2-8D43-C568559EC211}"/>
                </a:ext>
              </a:extLst>
            </p:cNvPr>
            <p:cNvSpPr/>
            <p:nvPr/>
          </p:nvSpPr>
          <p:spPr>
            <a:xfrm>
              <a:off x="1038047" y="7573788"/>
              <a:ext cx="30175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473" name="Hexagon 2472">
              <a:extLst>
                <a:ext uri="{FF2B5EF4-FFF2-40B4-BE49-F238E27FC236}">
                  <a16:creationId xmlns:a16="http://schemas.microsoft.com/office/drawing/2014/main" id="{D5212B1F-8B4D-4DEA-AA8F-E1AC6A3B62FC}"/>
                </a:ext>
              </a:extLst>
            </p:cNvPr>
            <p:cNvSpPr/>
            <p:nvPr/>
          </p:nvSpPr>
          <p:spPr>
            <a:xfrm>
              <a:off x="802123" y="7479836"/>
              <a:ext cx="30175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474" name="Hexagon 2473">
              <a:extLst>
                <a:ext uri="{FF2B5EF4-FFF2-40B4-BE49-F238E27FC236}">
                  <a16:creationId xmlns:a16="http://schemas.microsoft.com/office/drawing/2014/main" id="{91FF5E08-9261-493C-A6AD-EC4AE64DAD1A}"/>
                </a:ext>
              </a:extLst>
            </p:cNvPr>
            <p:cNvSpPr/>
            <p:nvPr/>
          </p:nvSpPr>
          <p:spPr>
            <a:xfrm>
              <a:off x="568958" y="7390134"/>
              <a:ext cx="30175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475" name="Hexagon 2474">
              <a:extLst>
                <a:ext uri="{FF2B5EF4-FFF2-40B4-BE49-F238E27FC236}">
                  <a16:creationId xmlns:a16="http://schemas.microsoft.com/office/drawing/2014/main" id="{BFCB6678-37A7-40E8-82C8-606316BD0DD8}"/>
                </a:ext>
              </a:extLst>
            </p:cNvPr>
            <p:cNvSpPr/>
            <p:nvPr/>
          </p:nvSpPr>
          <p:spPr>
            <a:xfrm>
              <a:off x="335415" y="7300944"/>
              <a:ext cx="30175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 dirty="0"/>
            </a:p>
          </p:txBody>
        </p:sp>
        <p:sp>
          <p:nvSpPr>
            <p:cNvPr id="2478" name="Hexagon 2477">
              <a:extLst>
                <a:ext uri="{FF2B5EF4-FFF2-40B4-BE49-F238E27FC236}">
                  <a16:creationId xmlns:a16="http://schemas.microsoft.com/office/drawing/2014/main" id="{33F9A900-2688-4362-9ADF-4C22ED1A7091}"/>
                </a:ext>
              </a:extLst>
            </p:cNvPr>
            <p:cNvSpPr/>
            <p:nvPr/>
          </p:nvSpPr>
          <p:spPr>
            <a:xfrm>
              <a:off x="332450" y="7118472"/>
              <a:ext cx="30175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 dirty="0"/>
            </a:p>
          </p:txBody>
        </p:sp>
        <p:sp>
          <p:nvSpPr>
            <p:cNvPr id="2479" name="Hexagon 2478">
              <a:extLst>
                <a:ext uri="{FF2B5EF4-FFF2-40B4-BE49-F238E27FC236}">
                  <a16:creationId xmlns:a16="http://schemas.microsoft.com/office/drawing/2014/main" id="{CD159093-F107-4936-85AF-B3E42AB555D8}"/>
                </a:ext>
              </a:extLst>
            </p:cNvPr>
            <p:cNvSpPr/>
            <p:nvPr/>
          </p:nvSpPr>
          <p:spPr>
            <a:xfrm>
              <a:off x="564551" y="7018933"/>
              <a:ext cx="30175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 dirty="0"/>
            </a:p>
          </p:txBody>
        </p:sp>
        <p:sp>
          <p:nvSpPr>
            <p:cNvPr id="2480" name="Hexagon 2479">
              <a:extLst>
                <a:ext uri="{FF2B5EF4-FFF2-40B4-BE49-F238E27FC236}">
                  <a16:creationId xmlns:a16="http://schemas.microsoft.com/office/drawing/2014/main" id="{1D21639E-7EC6-4521-899E-74876A0ABFB0}"/>
                </a:ext>
              </a:extLst>
            </p:cNvPr>
            <p:cNvSpPr/>
            <p:nvPr/>
          </p:nvSpPr>
          <p:spPr>
            <a:xfrm>
              <a:off x="567025" y="6834098"/>
              <a:ext cx="30175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481" name="Hexagon 2480">
              <a:extLst>
                <a:ext uri="{FF2B5EF4-FFF2-40B4-BE49-F238E27FC236}">
                  <a16:creationId xmlns:a16="http://schemas.microsoft.com/office/drawing/2014/main" id="{1E08253E-3ACD-4BE4-8A68-9FD80A50FFCD}"/>
                </a:ext>
              </a:extLst>
            </p:cNvPr>
            <p:cNvSpPr/>
            <p:nvPr/>
          </p:nvSpPr>
          <p:spPr>
            <a:xfrm>
              <a:off x="801474" y="7298161"/>
              <a:ext cx="30175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482" name="Hexagon 2481">
              <a:extLst>
                <a:ext uri="{FF2B5EF4-FFF2-40B4-BE49-F238E27FC236}">
                  <a16:creationId xmlns:a16="http://schemas.microsoft.com/office/drawing/2014/main" id="{2C4D4661-8254-47C7-9111-34C4B28599F6}"/>
                </a:ext>
              </a:extLst>
            </p:cNvPr>
            <p:cNvSpPr/>
            <p:nvPr/>
          </p:nvSpPr>
          <p:spPr>
            <a:xfrm>
              <a:off x="799956" y="7109477"/>
              <a:ext cx="30175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483" name="Hexagon 2482">
              <a:extLst>
                <a:ext uri="{FF2B5EF4-FFF2-40B4-BE49-F238E27FC236}">
                  <a16:creationId xmlns:a16="http://schemas.microsoft.com/office/drawing/2014/main" id="{E3AFF90C-4C98-4E0B-9E99-864D734CECBD}"/>
                </a:ext>
              </a:extLst>
            </p:cNvPr>
            <p:cNvSpPr/>
            <p:nvPr/>
          </p:nvSpPr>
          <p:spPr>
            <a:xfrm>
              <a:off x="800049" y="6922261"/>
              <a:ext cx="30175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484" name="Hexagon 2483">
              <a:extLst>
                <a:ext uri="{FF2B5EF4-FFF2-40B4-BE49-F238E27FC236}">
                  <a16:creationId xmlns:a16="http://schemas.microsoft.com/office/drawing/2014/main" id="{DA8A2B3D-3DD6-4703-A7B5-60878A6049FE}"/>
                </a:ext>
              </a:extLst>
            </p:cNvPr>
            <p:cNvSpPr/>
            <p:nvPr/>
          </p:nvSpPr>
          <p:spPr>
            <a:xfrm>
              <a:off x="797947" y="6739953"/>
              <a:ext cx="30175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485" name="Hexagon 2484">
              <a:extLst>
                <a:ext uri="{FF2B5EF4-FFF2-40B4-BE49-F238E27FC236}">
                  <a16:creationId xmlns:a16="http://schemas.microsoft.com/office/drawing/2014/main" id="{98A43077-3977-4EA1-9574-7F9F4097A5EF}"/>
                </a:ext>
              </a:extLst>
            </p:cNvPr>
            <p:cNvSpPr/>
            <p:nvPr/>
          </p:nvSpPr>
          <p:spPr>
            <a:xfrm>
              <a:off x="1035874" y="7386795"/>
              <a:ext cx="30175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486" name="Hexagon 2485">
              <a:extLst>
                <a:ext uri="{FF2B5EF4-FFF2-40B4-BE49-F238E27FC236}">
                  <a16:creationId xmlns:a16="http://schemas.microsoft.com/office/drawing/2014/main" id="{2CE29FBE-3A38-4AB4-9C3F-611F594D7323}"/>
                </a:ext>
              </a:extLst>
            </p:cNvPr>
            <p:cNvSpPr/>
            <p:nvPr/>
          </p:nvSpPr>
          <p:spPr>
            <a:xfrm>
              <a:off x="1030463" y="7205120"/>
              <a:ext cx="30175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487" name="Hexagon 2486">
              <a:extLst>
                <a:ext uri="{FF2B5EF4-FFF2-40B4-BE49-F238E27FC236}">
                  <a16:creationId xmlns:a16="http://schemas.microsoft.com/office/drawing/2014/main" id="{B162380B-EEF7-441B-BBE7-F12C50EDB175}"/>
                </a:ext>
              </a:extLst>
            </p:cNvPr>
            <p:cNvSpPr/>
            <p:nvPr/>
          </p:nvSpPr>
          <p:spPr>
            <a:xfrm>
              <a:off x="1028945" y="7016436"/>
              <a:ext cx="30175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488" name="Hexagon 2487">
              <a:extLst>
                <a:ext uri="{FF2B5EF4-FFF2-40B4-BE49-F238E27FC236}">
                  <a16:creationId xmlns:a16="http://schemas.microsoft.com/office/drawing/2014/main" id="{62BECC6C-BE7D-455B-AE21-C569ACE90B20}"/>
                </a:ext>
              </a:extLst>
            </p:cNvPr>
            <p:cNvSpPr/>
            <p:nvPr/>
          </p:nvSpPr>
          <p:spPr>
            <a:xfrm>
              <a:off x="1029038" y="6829220"/>
              <a:ext cx="30175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489" name="Hexagon 2488">
              <a:extLst>
                <a:ext uri="{FF2B5EF4-FFF2-40B4-BE49-F238E27FC236}">
                  <a16:creationId xmlns:a16="http://schemas.microsoft.com/office/drawing/2014/main" id="{A203371D-6006-4BF0-A540-6FBA05A9E88D}"/>
                </a:ext>
              </a:extLst>
            </p:cNvPr>
            <p:cNvSpPr/>
            <p:nvPr/>
          </p:nvSpPr>
          <p:spPr>
            <a:xfrm>
              <a:off x="1026936" y="6646912"/>
              <a:ext cx="30175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490" name="Hexagon 2489">
              <a:extLst>
                <a:ext uri="{FF2B5EF4-FFF2-40B4-BE49-F238E27FC236}">
                  <a16:creationId xmlns:a16="http://schemas.microsoft.com/office/drawing/2014/main" id="{900A8878-DAA4-4E38-BA75-F22D959A26BA}"/>
                </a:ext>
              </a:extLst>
            </p:cNvPr>
            <p:cNvSpPr/>
            <p:nvPr/>
          </p:nvSpPr>
          <p:spPr>
            <a:xfrm>
              <a:off x="1024668" y="6468641"/>
              <a:ext cx="30175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491" name="Hexagon 2490">
              <a:extLst>
                <a:ext uri="{FF2B5EF4-FFF2-40B4-BE49-F238E27FC236}">
                  <a16:creationId xmlns:a16="http://schemas.microsoft.com/office/drawing/2014/main" id="{01607038-B23A-4316-9E97-DCDEDEFB0E9B}"/>
                </a:ext>
              </a:extLst>
            </p:cNvPr>
            <p:cNvSpPr/>
            <p:nvPr/>
          </p:nvSpPr>
          <p:spPr>
            <a:xfrm>
              <a:off x="1265090" y="6739180"/>
              <a:ext cx="30175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492" name="Hexagon 2491">
              <a:extLst>
                <a:ext uri="{FF2B5EF4-FFF2-40B4-BE49-F238E27FC236}">
                  <a16:creationId xmlns:a16="http://schemas.microsoft.com/office/drawing/2014/main" id="{E02627A0-3814-45B7-9B1C-94C9E388E628}"/>
                </a:ext>
              </a:extLst>
            </p:cNvPr>
            <p:cNvSpPr/>
            <p:nvPr/>
          </p:nvSpPr>
          <p:spPr>
            <a:xfrm>
              <a:off x="1262988" y="6556872"/>
              <a:ext cx="30175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493" name="Hexagon 2492">
              <a:extLst>
                <a:ext uri="{FF2B5EF4-FFF2-40B4-BE49-F238E27FC236}">
                  <a16:creationId xmlns:a16="http://schemas.microsoft.com/office/drawing/2014/main" id="{C32A1D5E-A493-4E01-B68F-B827F4533C65}"/>
                </a:ext>
              </a:extLst>
            </p:cNvPr>
            <p:cNvSpPr/>
            <p:nvPr/>
          </p:nvSpPr>
          <p:spPr>
            <a:xfrm>
              <a:off x="1260720" y="6378601"/>
              <a:ext cx="30175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494" name="Hexagon 2493">
              <a:extLst>
                <a:ext uri="{FF2B5EF4-FFF2-40B4-BE49-F238E27FC236}">
                  <a16:creationId xmlns:a16="http://schemas.microsoft.com/office/drawing/2014/main" id="{05981C5F-7244-4C68-B661-14943E003084}"/>
                </a:ext>
              </a:extLst>
            </p:cNvPr>
            <p:cNvSpPr/>
            <p:nvPr/>
          </p:nvSpPr>
          <p:spPr>
            <a:xfrm>
              <a:off x="1271262" y="7300607"/>
              <a:ext cx="30175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495" name="Hexagon 2494">
              <a:extLst>
                <a:ext uri="{FF2B5EF4-FFF2-40B4-BE49-F238E27FC236}">
                  <a16:creationId xmlns:a16="http://schemas.microsoft.com/office/drawing/2014/main" id="{A605AC21-EB64-4869-91B1-1157D9C6D57E}"/>
                </a:ext>
              </a:extLst>
            </p:cNvPr>
            <p:cNvSpPr/>
            <p:nvPr/>
          </p:nvSpPr>
          <p:spPr>
            <a:xfrm>
              <a:off x="1264982" y="7119066"/>
              <a:ext cx="30175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496" name="Hexagon 2495">
              <a:extLst>
                <a:ext uri="{FF2B5EF4-FFF2-40B4-BE49-F238E27FC236}">
                  <a16:creationId xmlns:a16="http://schemas.microsoft.com/office/drawing/2014/main" id="{9E4F19C9-7D12-4425-AE9D-03A4EA773A97}"/>
                </a:ext>
              </a:extLst>
            </p:cNvPr>
            <p:cNvSpPr/>
            <p:nvPr/>
          </p:nvSpPr>
          <p:spPr>
            <a:xfrm>
              <a:off x="1504723" y="7212578"/>
              <a:ext cx="30175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497" name="Hexagon 2496">
              <a:extLst>
                <a:ext uri="{FF2B5EF4-FFF2-40B4-BE49-F238E27FC236}">
                  <a16:creationId xmlns:a16="http://schemas.microsoft.com/office/drawing/2014/main" id="{D392F436-74C9-43FA-B8B6-582FCBD1927A}"/>
                </a:ext>
              </a:extLst>
            </p:cNvPr>
            <p:cNvSpPr/>
            <p:nvPr/>
          </p:nvSpPr>
          <p:spPr>
            <a:xfrm>
              <a:off x="1501693" y="7026141"/>
              <a:ext cx="30175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498" name="Hexagon 2497">
              <a:extLst>
                <a:ext uri="{FF2B5EF4-FFF2-40B4-BE49-F238E27FC236}">
                  <a16:creationId xmlns:a16="http://schemas.microsoft.com/office/drawing/2014/main" id="{942E379E-593B-4D5B-A4A2-68001FB12526}"/>
                </a:ext>
              </a:extLst>
            </p:cNvPr>
            <p:cNvSpPr/>
            <p:nvPr/>
          </p:nvSpPr>
          <p:spPr>
            <a:xfrm>
              <a:off x="1500175" y="6837457"/>
              <a:ext cx="30175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499" name="Hexagon 2498">
              <a:extLst>
                <a:ext uri="{FF2B5EF4-FFF2-40B4-BE49-F238E27FC236}">
                  <a16:creationId xmlns:a16="http://schemas.microsoft.com/office/drawing/2014/main" id="{A3F966C9-F35D-492D-BD6F-525F941B5D7E}"/>
                </a:ext>
              </a:extLst>
            </p:cNvPr>
            <p:cNvSpPr/>
            <p:nvPr/>
          </p:nvSpPr>
          <p:spPr>
            <a:xfrm>
              <a:off x="1505030" y="6652622"/>
              <a:ext cx="30175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500" name="Hexagon 2499">
              <a:extLst>
                <a:ext uri="{FF2B5EF4-FFF2-40B4-BE49-F238E27FC236}">
                  <a16:creationId xmlns:a16="http://schemas.microsoft.com/office/drawing/2014/main" id="{64E5B6B8-C3BB-49A2-A38B-F7E0927F47EE}"/>
                </a:ext>
              </a:extLst>
            </p:cNvPr>
            <p:cNvSpPr/>
            <p:nvPr/>
          </p:nvSpPr>
          <p:spPr>
            <a:xfrm>
              <a:off x="1498166" y="6467933"/>
              <a:ext cx="30175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501" name="Hexagon 2500">
              <a:extLst>
                <a:ext uri="{FF2B5EF4-FFF2-40B4-BE49-F238E27FC236}">
                  <a16:creationId xmlns:a16="http://schemas.microsoft.com/office/drawing/2014/main" id="{92C47D34-E09D-4456-B1DE-B230A2E2E494}"/>
                </a:ext>
              </a:extLst>
            </p:cNvPr>
            <p:cNvSpPr/>
            <p:nvPr/>
          </p:nvSpPr>
          <p:spPr>
            <a:xfrm>
              <a:off x="1495898" y="6287281"/>
              <a:ext cx="30175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502" name="Hexagon 2501">
              <a:extLst>
                <a:ext uri="{FF2B5EF4-FFF2-40B4-BE49-F238E27FC236}">
                  <a16:creationId xmlns:a16="http://schemas.microsoft.com/office/drawing/2014/main" id="{8835BBA6-795C-4759-A781-192248337E22}"/>
                </a:ext>
              </a:extLst>
            </p:cNvPr>
            <p:cNvSpPr/>
            <p:nvPr/>
          </p:nvSpPr>
          <p:spPr>
            <a:xfrm>
              <a:off x="1739479" y="6934341"/>
              <a:ext cx="30175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503" name="Hexagon 2502">
              <a:extLst>
                <a:ext uri="{FF2B5EF4-FFF2-40B4-BE49-F238E27FC236}">
                  <a16:creationId xmlns:a16="http://schemas.microsoft.com/office/drawing/2014/main" id="{D7052AD3-9D60-466E-9BAE-EC43835DF02F}"/>
                </a:ext>
              </a:extLst>
            </p:cNvPr>
            <p:cNvSpPr/>
            <p:nvPr/>
          </p:nvSpPr>
          <p:spPr>
            <a:xfrm>
              <a:off x="1739758" y="6752033"/>
              <a:ext cx="30175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504" name="Hexagon 2503">
              <a:extLst>
                <a:ext uri="{FF2B5EF4-FFF2-40B4-BE49-F238E27FC236}">
                  <a16:creationId xmlns:a16="http://schemas.microsoft.com/office/drawing/2014/main" id="{6197E9A0-3DD2-4FDD-81CA-0B76C4CF68DE}"/>
                </a:ext>
              </a:extLst>
            </p:cNvPr>
            <p:cNvSpPr/>
            <p:nvPr/>
          </p:nvSpPr>
          <p:spPr>
            <a:xfrm>
              <a:off x="1732728" y="6571381"/>
              <a:ext cx="30175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505" name="Hexagon 2504">
              <a:extLst>
                <a:ext uri="{FF2B5EF4-FFF2-40B4-BE49-F238E27FC236}">
                  <a16:creationId xmlns:a16="http://schemas.microsoft.com/office/drawing/2014/main" id="{98FA4208-3D33-48FE-A7C3-873410762E74}"/>
                </a:ext>
              </a:extLst>
            </p:cNvPr>
            <p:cNvSpPr/>
            <p:nvPr/>
          </p:nvSpPr>
          <p:spPr>
            <a:xfrm>
              <a:off x="1493517" y="6101252"/>
              <a:ext cx="30175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506" name="Hexagon 2505">
              <a:extLst>
                <a:ext uri="{FF2B5EF4-FFF2-40B4-BE49-F238E27FC236}">
                  <a16:creationId xmlns:a16="http://schemas.microsoft.com/office/drawing/2014/main" id="{B4D92050-D7BD-442B-BEB7-36B1B5AA7162}"/>
                </a:ext>
              </a:extLst>
            </p:cNvPr>
            <p:cNvSpPr/>
            <p:nvPr/>
          </p:nvSpPr>
          <p:spPr>
            <a:xfrm>
              <a:off x="1258422" y="6010879"/>
              <a:ext cx="30175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507" name="Hexagon 2506">
              <a:extLst>
                <a:ext uri="{FF2B5EF4-FFF2-40B4-BE49-F238E27FC236}">
                  <a16:creationId xmlns:a16="http://schemas.microsoft.com/office/drawing/2014/main" id="{0973ABC4-D0F4-4E50-B249-C17D43A86C4B}"/>
                </a:ext>
              </a:extLst>
            </p:cNvPr>
            <p:cNvSpPr/>
            <p:nvPr/>
          </p:nvSpPr>
          <p:spPr>
            <a:xfrm>
              <a:off x="1022115" y="5919898"/>
              <a:ext cx="30175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508" name="Hexagon 2507">
              <a:extLst>
                <a:ext uri="{FF2B5EF4-FFF2-40B4-BE49-F238E27FC236}">
                  <a16:creationId xmlns:a16="http://schemas.microsoft.com/office/drawing/2014/main" id="{974B44A1-B6D1-4AF7-AC8F-2A1D4531A396}"/>
                </a:ext>
              </a:extLst>
            </p:cNvPr>
            <p:cNvSpPr/>
            <p:nvPr/>
          </p:nvSpPr>
          <p:spPr>
            <a:xfrm>
              <a:off x="788331" y="5827054"/>
              <a:ext cx="30175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509" name="Hexagon 2508">
              <a:extLst>
                <a:ext uri="{FF2B5EF4-FFF2-40B4-BE49-F238E27FC236}">
                  <a16:creationId xmlns:a16="http://schemas.microsoft.com/office/drawing/2014/main" id="{083F34CA-A348-4E73-AEBC-94CDE5F4ECD3}"/>
                </a:ext>
              </a:extLst>
            </p:cNvPr>
            <p:cNvSpPr/>
            <p:nvPr/>
          </p:nvSpPr>
          <p:spPr>
            <a:xfrm>
              <a:off x="1258422" y="5827411"/>
              <a:ext cx="30175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511" name="Hexagon 2510">
              <a:extLst>
                <a:ext uri="{FF2B5EF4-FFF2-40B4-BE49-F238E27FC236}">
                  <a16:creationId xmlns:a16="http://schemas.microsoft.com/office/drawing/2014/main" id="{5634921F-1F24-4DBB-8615-9DAFFB0A1FA2}"/>
                </a:ext>
              </a:extLst>
            </p:cNvPr>
            <p:cNvSpPr/>
            <p:nvPr/>
          </p:nvSpPr>
          <p:spPr>
            <a:xfrm>
              <a:off x="788331" y="5643586"/>
              <a:ext cx="30175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512" name="Hexagon 2511">
              <a:extLst>
                <a:ext uri="{FF2B5EF4-FFF2-40B4-BE49-F238E27FC236}">
                  <a16:creationId xmlns:a16="http://schemas.microsoft.com/office/drawing/2014/main" id="{C91FE86B-9D5D-4F24-B73A-6943E68AB696}"/>
                </a:ext>
              </a:extLst>
            </p:cNvPr>
            <p:cNvSpPr/>
            <p:nvPr/>
          </p:nvSpPr>
          <p:spPr>
            <a:xfrm>
              <a:off x="1255172" y="5633941"/>
              <a:ext cx="30175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513" name="Hexagon 2512">
              <a:extLst>
                <a:ext uri="{FF2B5EF4-FFF2-40B4-BE49-F238E27FC236}">
                  <a16:creationId xmlns:a16="http://schemas.microsoft.com/office/drawing/2014/main" id="{8C09166B-D4C5-4D11-8820-91DC7CE802F3}"/>
                </a:ext>
              </a:extLst>
            </p:cNvPr>
            <p:cNvSpPr/>
            <p:nvPr/>
          </p:nvSpPr>
          <p:spPr>
            <a:xfrm>
              <a:off x="1016484" y="5542960"/>
              <a:ext cx="30175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514" name="Hexagon 2513">
              <a:extLst>
                <a:ext uri="{FF2B5EF4-FFF2-40B4-BE49-F238E27FC236}">
                  <a16:creationId xmlns:a16="http://schemas.microsoft.com/office/drawing/2014/main" id="{DA94D589-B71C-41DD-9E36-50BC47C35116}"/>
                </a:ext>
              </a:extLst>
            </p:cNvPr>
            <p:cNvSpPr/>
            <p:nvPr/>
          </p:nvSpPr>
          <p:spPr>
            <a:xfrm>
              <a:off x="1252575" y="5448297"/>
              <a:ext cx="30175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515" name="Hexagon 2514">
              <a:extLst>
                <a:ext uri="{FF2B5EF4-FFF2-40B4-BE49-F238E27FC236}">
                  <a16:creationId xmlns:a16="http://schemas.microsoft.com/office/drawing/2014/main" id="{06004BBF-5D7E-4443-BA4D-F514C2A87636}"/>
                </a:ext>
              </a:extLst>
            </p:cNvPr>
            <p:cNvSpPr/>
            <p:nvPr/>
          </p:nvSpPr>
          <p:spPr>
            <a:xfrm>
              <a:off x="1016268" y="5357316"/>
              <a:ext cx="30175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516" name="Hexagon 2515">
              <a:extLst>
                <a:ext uri="{FF2B5EF4-FFF2-40B4-BE49-F238E27FC236}">
                  <a16:creationId xmlns:a16="http://schemas.microsoft.com/office/drawing/2014/main" id="{1362CA5F-418F-4671-AE36-27B6A2ACE02E}"/>
                </a:ext>
              </a:extLst>
            </p:cNvPr>
            <p:cNvSpPr/>
            <p:nvPr/>
          </p:nvSpPr>
          <p:spPr>
            <a:xfrm>
              <a:off x="1248649" y="5264479"/>
              <a:ext cx="30175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517" name="Hexagon 2516">
              <a:extLst>
                <a:ext uri="{FF2B5EF4-FFF2-40B4-BE49-F238E27FC236}">
                  <a16:creationId xmlns:a16="http://schemas.microsoft.com/office/drawing/2014/main" id="{C4C3F4FB-4B3C-47DB-BC78-5EFAD71B1E1C}"/>
                </a:ext>
              </a:extLst>
            </p:cNvPr>
            <p:cNvSpPr/>
            <p:nvPr/>
          </p:nvSpPr>
          <p:spPr>
            <a:xfrm>
              <a:off x="1243018" y="5080533"/>
              <a:ext cx="30175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518" name="Hexagon 2517">
              <a:extLst>
                <a:ext uri="{FF2B5EF4-FFF2-40B4-BE49-F238E27FC236}">
                  <a16:creationId xmlns:a16="http://schemas.microsoft.com/office/drawing/2014/main" id="{53FF87A5-B550-49DC-94AC-C9599DFF50A2}"/>
                </a:ext>
              </a:extLst>
            </p:cNvPr>
            <p:cNvSpPr/>
            <p:nvPr/>
          </p:nvSpPr>
          <p:spPr>
            <a:xfrm>
              <a:off x="1242802" y="4897270"/>
              <a:ext cx="30175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519" name="Hexagon 2518">
              <a:extLst>
                <a:ext uri="{FF2B5EF4-FFF2-40B4-BE49-F238E27FC236}">
                  <a16:creationId xmlns:a16="http://schemas.microsoft.com/office/drawing/2014/main" id="{4471BE18-D123-441F-B68F-B266A86FD971}"/>
                </a:ext>
              </a:extLst>
            </p:cNvPr>
            <p:cNvSpPr/>
            <p:nvPr/>
          </p:nvSpPr>
          <p:spPr>
            <a:xfrm>
              <a:off x="1486063" y="5355476"/>
              <a:ext cx="30175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520" name="Hexagon 2519">
              <a:extLst>
                <a:ext uri="{FF2B5EF4-FFF2-40B4-BE49-F238E27FC236}">
                  <a16:creationId xmlns:a16="http://schemas.microsoft.com/office/drawing/2014/main" id="{B5F7A5DC-7E28-4DDD-92C1-ADC3AB7A7E1D}"/>
                </a:ext>
              </a:extLst>
            </p:cNvPr>
            <p:cNvSpPr/>
            <p:nvPr/>
          </p:nvSpPr>
          <p:spPr>
            <a:xfrm>
              <a:off x="1486899" y="5174039"/>
              <a:ext cx="30175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521" name="Hexagon 2520">
              <a:extLst>
                <a:ext uri="{FF2B5EF4-FFF2-40B4-BE49-F238E27FC236}">
                  <a16:creationId xmlns:a16="http://schemas.microsoft.com/office/drawing/2014/main" id="{848D3E91-AFB2-4AC5-8C24-8B6405804874}"/>
                </a:ext>
              </a:extLst>
            </p:cNvPr>
            <p:cNvSpPr/>
            <p:nvPr/>
          </p:nvSpPr>
          <p:spPr>
            <a:xfrm>
              <a:off x="1478887" y="4990093"/>
              <a:ext cx="30175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522" name="Hexagon 2521">
              <a:extLst>
                <a:ext uri="{FF2B5EF4-FFF2-40B4-BE49-F238E27FC236}">
                  <a16:creationId xmlns:a16="http://schemas.microsoft.com/office/drawing/2014/main" id="{0475F306-B513-480D-96E5-671989580E64}"/>
                </a:ext>
              </a:extLst>
            </p:cNvPr>
            <p:cNvSpPr/>
            <p:nvPr/>
          </p:nvSpPr>
          <p:spPr>
            <a:xfrm>
              <a:off x="1481052" y="4804449"/>
              <a:ext cx="30175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523" name="Hexagon 2522">
              <a:extLst>
                <a:ext uri="{FF2B5EF4-FFF2-40B4-BE49-F238E27FC236}">
                  <a16:creationId xmlns:a16="http://schemas.microsoft.com/office/drawing/2014/main" id="{24A2EF6D-899B-4A99-BA45-7C6EE5DD2055}"/>
                </a:ext>
              </a:extLst>
            </p:cNvPr>
            <p:cNvSpPr/>
            <p:nvPr/>
          </p:nvSpPr>
          <p:spPr>
            <a:xfrm>
              <a:off x="1723427" y="5266985"/>
              <a:ext cx="30175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524" name="Hexagon 2523">
              <a:extLst>
                <a:ext uri="{FF2B5EF4-FFF2-40B4-BE49-F238E27FC236}">
                  <a16:creationId xmlns:a16="http://schemas.microsoft.com/office/drawing/2014/main" id="{8B571C40-5D0A-4642-B12A-4A599B020396}"/>
                </a:ext>
              </a:extLst>
            </p:cNvPr>
            <p:cNvSpPr/>
            <p:nvPr/>
          </p:nvSpPr>
          <p:spPr>
            <a:xfrm>
              <a:off x="1717120" y="5085548"/>
              <a:ext cx="30175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525" name="Hexagon 2524">
              <a:extLst>
                <a:ext uri="{FF2B5EF4-FFF2-40B4-BE49-F238E27FC236}">
                  <a16:creationId xmlns:a16="http://schemas.microsoft.com/office/drawing/2014/main" id="{AE70DA13-FE16-491D-9FC1-20A593015102}"/>
                </a:ext>
              </a:extLst>
            </p:cNvPr>
            <p:cNvSpPr/>
            <p:nvPr/>
          </p:nvSpPr>
          <p:spPr>
            <a:xfrm>
              <a:off x="1714540" y="4713604"/>
              <a:ext cx="30175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526" name="Hexagon 2525">
              <a:extLst>
                <a:ext uri="{FF2B5EF4-FFF2-40B4-BE49-F238E27FC236}">
                  <a16:creationId xmlns:a16="http://schemas.microsoft.com/office/drawing/2014/main" id="{B21E33E3-13CA-44F1-AAB5-CB2935255B6C}"/>
                </a:ext>
              </a:extLst>
            </p:cNvPr>
            <p:cNvSpPr/>
            <p:nvPr/>
          </p:nvSpPr>
          <p:spPr>
            <a:xfrm>
              <a:off x="1717757" y="4529786"/>
              <a:ext cx="30175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527" name="Hexagon 2526">
              <a:extLst>
                <a:ext uri="{FF2B5EF4-FFF2-40B4-BE49-F238E27FC236}">
                  <a16:creationId xmlns:a16="http://schemas.microsoft.com/office/drawing/2014/main" id="{EC16456D-1B93-4EAA-8592-D3AC35ACAEDB}"/>
                </a:ext>
              </a:extLst>
            </p:cNvPr>
            <p:cNvSpPr/>
            <p:nvPr/>
          </p:nvSpPr>
          <p:spPr>
            <a:xfrm>
              <a:off x="1952281" y="4991408"/>
              <a:ext cx="30175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528" name="Hexagon 2527">
              <a:extLst>
                <a:ext uri="{FF2B5EF4-FFF2-40B4-BE49-F238E27FC236}">
                  <a16:creationId xmlns:a16="http://schemas.microsoft.com/office/drawing/2014/main" id="{24044058-7269-474C-AFAD-E1E2000CC9CC}"/>
                </a:ext>
              </a:extLst>
            </p:cNvPr>
            <p:cNvSpPr/>
            <p:nvPr/>
          </p:nvSpPr>
          <p:spPr>
            <a:xfrm>
              <a:off x="1950736" y="4809971"/>
              <a:ext cx="30175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529" name="Hexagon 2528">
              <a:extLst>
                <a:ext uri="{FF2B5EF4-FFF2-40B4-BE49-F238E27FC236}">
                  <a16:creationId xmlns:a16="http://schemas.microsoft.com/office/drawing/2014/main" id="{4A8578FB-855E-4B23-94F3-AEDDB9FC8260}"/>
                </a:ext>
              </a:extLst>
            </p:cNvPr>
            <p:cNvSpPr/>
            <p:nvPr/>
          </p:nvSpPr>
          <p:spPr>
            <a:xfrm>
              <a:off x="1949867" y="4623644"/>
              <a:ext cx="30175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530" name="Hexagon 2529">
              <a:extLst>
                <a:ext uri="{FF2B5EF4-FFF2-40B4-BE49-F238E27FC236}">
                  <a16:creationId xmlns:a16="http://schemas.microsoft.com/office/drawing/2014/main" id="{A54B36AB-9C33-4883-980F-796EAA65E82A}"/>
                </a:ext>
              </a:extLst>
            </p:cNvPr>
            <p:cNvSpPr/>
            <p:nvPr/>
          </p:nvSpPr>
          <p:spPr>
            <a:xfrm>
              <a:off x="1944889" y="4438000"/>
              <a:ext cx="30175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531" name="Hexagon 2530">
              <a:extLst>
                <a:ext uri="{FF2B5EF4-FFF2-40B4-BE49-F238E27FC236}">
                  <a16:creationId xmlns:a16="http://schemas.microsoft.com/office/drawing/2014/main" id="{2393822C-6CCF-4D38-BD32-FE18D96E2E74}"/>
                </a:ext>
              </a:extLst>
            </p:cNvPr>
            <p:cNvSpPr/>
            <p:nvPr/>
          </p:nvSpPr>
          <p:spPr>
            <a:xfrm>
              <a:off x="2185773" y="4714707"/>
              <a:ext cx="30175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532" name="Hexagon 2531">
              <a:extLst>
                <a:ext uri="{FF2B5EF4-FFF2-40B4-BE49-F238E27FC236}">
                  <a16:creationId xmlns:a16="http://schemas.microsoft.com/office/drawing/2014/main" id="{4183FDE8-6569-434A-B3F6-093C2AC3064C}"/>
                </a:ext>
              </a:extLst>
            </p:cNvPr>
            <p:cNvSpPr/>
            <p:nvPr/>
          </p:nvSpPr>
          <p:spPr>
            <a:xfrm>
              <a:off x="2181847" y="4533270"/>
              <a:ext cx="30175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533" name="Hexagon 2532">
              <a:extLst>
                <a:ext uri="{FF2B5EF4-FFF2-40B4-BE49-F238E27FC236}">
                  <a16:creationId xmlns:a16="http://schemas.microsoft.com/office/drawing/2014/main" id="{EF14C06A-BD89-49E3-9003-8B87DBBC6322}"/>
                </a:ext>
              </a:extLst>
            </p:cNvPr>
            <p:cNvSpPr/>
            <p:nvPr/>
          </p:nvSpPr>
          <p:spPr>
            <a:xfrm>
              <a:off x="2173835" y="4346943"/>
              <a:ext cx="30175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534" name="Hexagon 2533">
              <a:extLst>
                <a:ext uri="{FF2B5EF4-FFF2-40B4-BE49-F238E27FC236}">
                  <a16:creationId xmlns:a16="http://schemas.microsoft.com/office/drawing/2014/main" id="{A241BC68-CA3E-42A0-93CC-459567347BF9}"/>
                </a:ext>
              </a:extLst>
            </p:cNvPr>
            <p:cNvSpPr/>
            <p:nvPr/>
          </p:nvSpPr>
          <p:spPr>
            <a:xfrm>
              <a:off x="2173619" y="4163680"/>
              <a:ext cx="30175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535" name="Hexagon 2534">
              <a:extLst>
                <a:ext uri="{FF2B5EF4-FFF2-40B4-BE49-F238E27FC236}">
                  <a16:creationId xmlns:a16="http://schemas.microsoft.com/office/drawing/2014/main" id="{736C926A-4E0B-42C5-B2DD-E20F8A23D21F}"/>
                </a:ext>
              </a:extLst>
            </p:cNvPr>
            <p:cNvSpPr/>
            <p:nvPr/>
          </p:nvSpPr>
          <p:spPr>
            <a:xfrm>
              <a:off x="2414535" y="4432698"/>
              <a:ext cx="30175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536" name="Hexagon 2535">
              <a:extLst>
                <a:ext uri="{FF2B5EF4-FFF2-40B4-BE49-F238E27FC236}">
                  <a16:creationId xmlns:a16="http://schemas.microsoft.com/office/drawing/2014/main" id="{4D95746C-6040-4720-A501-A431FF9D49FA}"/>
                </a:ext>
              </a:extLst>
            </p:cNvPr>
            <p:cNvSpPr/>
            <p:nvPr/>
          </p:nvSpPr>
          <p:spPr>
            <a:xfrm>
              <a:off x="2412990" y="4253642"/>
              <a:ext cx="30175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537" name="Hexagon 2536">
              <a:extLst>
                <a:ext uri="{FF2B5EF4-FFF2-40B4-BE49-F238E27FC236}">
                  <a16:creationId xmlns:a16="http://schemas.microsoft.com/office/drawing/2014/main" id="{0BE5A5E7-6710-444B-A1AC-29F0CF24D79D}"/>
                </a:ext>
              </a:extLst>
            </p:cNvPr>
            <p:cNvSpPr/>
            <p:nvPr/>
          </p:nvSpPr>
          <p:spPr>
            <a:xfrm>
              <a:off x="2409740" y="4072077"/>
              <a:ext cx="30175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538" name="Hexagon 2537">
              <a:extLst>
                <a:ext uri="{FF2B5EF4-FFF2-40B4-BE49-F238E27FC236}">
                  <a16:creationId xmlns:a16="http://schemas.microsoft.com/office/drawing/2014/main" id="{7B399B70-F4D3-4797-B61D-BF841E8FD27C}"/>
                </a:ext>
              </a:extLst>
            </p:cNvPr>
            <p:cNvSpPr/>
            <p:nvPr/>
          </p:nvSpPr>
          <p:spPr>
            <a:xfrm>
              <a:off x="2409524" y="3886433"/>
              <a:ext cx="30175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539" name="Hexagon 2538">
              <a:extLst>
                <a:ext uri="{FF2B5EF4-FFF2-40B4-BE49-F238E27FC236}">
                  <a16:creationId xmlns:a16="http://schemas.microsoft.com/office/drawing/2014/main" id="{DB3DEB4A-2866-414E-86E1-31FF860ADEF6}"/>
                </a:ext>
              </a:extLst>
            </p:cNvPr>
            <p:cNvSpPr/>
            <p:nvPr/>
          </p:nvSpPr>
          <p:spPr>
            <a:xfrm>
              <a:off x="2172578" y="3978891"/>
              <a:ext cx="30175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540" name="Hexagon 2539">
              <a:extLst>
                <a:ext uri="{FF2B5EF4-FFF2-40B4-BE49-F238E27FC236}">
                  <a16:creationId xmlns:a16="http://schemas.microsoft.com/office/drawing/2014/main" id="{629EBF49-59AA-4927-9D27-90F06673BC0E}"/>
                </a:ext>
              </a:extLst>
            </p:cNvPr>
            <p:cNvSpPr/>
            <p:nvPr/>
          </p:nvSpPr>
          <p:spPr>
            <a:xfrm>
              <a:off x="1943215" y="4251117"/>
              <a:ext cx="30175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541" name="Hexagon 2540">
              <a:extLst>
                <a:ext uri="{FF2B5EF4-FFF2-40B4-BE49-F238E27FC236}">
                  <a16:creationId xmlns:a16="http://schemas.microsoft.com/office/drawing/2014/main" id="{AD83FE85-A56B-4A50-8B56-DB7D64428281}"/>
                </a:ext>
              </a:extLst>
            </p:cNvPr>
            <p:cNvSpPr/>
            <p:nvPr/>
          </p:nvSpPr>
          <p:spPr>
            <a:xfrm>
              <a:off x="1942999" y="4072616"/>
              <a:ext cx="30175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542" name="Hexagon 2541">
              <a:extLst>
                <a:ext uri="{FF2B5EF4-FFF2-40B4-BE49-F238E27FC236}">
                  <a16:creationId xmlns:a16="http://schemas.microsoft.com/office/drawing/2014/main" id="{9E11898F-6F61-4D38-9B6F-EA097C02FFE1}"/>
                </a:ext>
              </a:extLst>
            </p:cNvPr>
            <p:cNvSpPr/>
            <p:nvPr/>
          </p:nvSpPr>
          <p:spPr>
            <a:xfrm>
              <a:off x="1941958" y="3890208"/>
              <a:ext cx="30175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543" name="Hexagon 2542">
              <a:extLst>
                <a:ext uri="{FF2B5EF4-FFF2-40B4-BE49-F238E27FC236}">
                  <a16:creationId xmlns:a16="http://schemas.microsoft.com/office/drawing/2014/main" id="{799EC592-640E-43EA-97EF-787AA777D609}"/>
                </a:ext>
              </a:extLst>
            </p:cNvPr>
            <p:cNvSpPr/>
            <p:nvPr/>
          </p:nvSpPr>
          <p:spPr>
            <a:xfrm>
              <a:off x="1715715" y="3984386"/>
              <a:ext cx="30175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544" name="Hexagon 2543">
              <a:extLst>
                <a:ext uri="{FF2B5EF4-FFF2-40B4-BE49-F238E27FC236}">
                  <a16:creationId xmlns:a16="http://schemas.microsoft.com/office/drawing/2014/main" id="{629EA5CA-5C49-429A-9BBF-098ED530BF31}"/>
                </a:ext>
              </a:extLst>
            </p:cNvPr>
            <p:cNvSpPr/>
            <p:nvPr/>
          </p:nvSpPr>
          <p:spPr>
            <a:xfrm>
              <a:off x="1717055" y="3801978"/>
              <a:ext cx="30175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545" name="Hexagon 2544">
              <a:extLst>
                <a:ext uri="{FF2B5EF4-FFF2-40B4-BE49-F238E27FC236}">
                  <a16:creationId xmlns:a16="http://schemas.microsoft.com/office/drawing/2014/main" id="{BF1D37CA-7222-4937-89CC-754C8F010AA3}"/>
                </a:ext>
              </a:extLst>
            </p:cNvPr>
            <p:cNvSpPr/>
            <p:nvPr/>
          </p:nvSpPr>
          <p:spPr>
            <a:xfrm>
              <a:off x="1485396" y="3896933"/>
              <a:ext cx="30175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546" name="Hexagon 2545">
              <a:extLst>
                <a:ext uri="{FF2B5EF4-FFF2-40B4-BE49-F238E27FC236}">
                  <a16:creationId xmlns:a16="http://schemas.microsoft.com/office/drawing/2014/main" id="{829B290A-C06D-4B7E-83AE-666217ECAEEA}"/>
                </a:ext>
              </a:extLst>
            </p:cNvPr>
            <p:cNvSpPr/>
            <p:nvPr/>
          </p:nvSpPr>
          <p:spPr>
            <a:xfrm>
              <a:off x="1253802" y="3811499"/>
              <a:ext cx="30175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547" name="Hexagon 2546">
              <a:extLst>
                <a:ext uri="{FF2B5EF4-FFF2-40B4-BE49-F238E27FC236}">
                  <a16:creationId xmlns:a16="http://schemas.microsoft.com/office/drawing/2014/main" id="{6FCE6F88-F94E-4E9D-9731-EFBF54D7FC46}"/>
                </a:ext>
              </a:extLst>
            </p:cNvPr>
            <p:cNvSpPr/>
            <p:nvPr/>
          </p:nvSpPr>
          <p:spPr>
            <a:xfrm>
              <a:off x="1027559" y="3905677"/>
              <a:ext cx="30175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548" name="Hexagon 2547">
              <a:extLst>
                <a:ext uri="{FF2B5EF4-FFF2-40B4-BE49-F238E27FC236}">
                  <a16:creationId xmlns:a16="http://schemas.microsoft.com/office/drawing/2014/main" id="{090586C2-0194-41D5-A9F1-6925F3717E56}"/>
                </a:ext>
              </a:extLst>
            </p:cNvPr>
            <p:cNvSpPr/>
            <p:nvPr/>
          </p:nvSpPr>
          <p:spPr>
            <a:xfrm>
              <a:off x="1024137" y="3718507"/>
              <a:ext cx="30175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549" name="Hexagon 2548">
              <a:extLst>
                <a:ext uri="{FF2B5EF4-FFF2-40B4-BE49-F238E27FC236}">
                  <a16:creationId xmlns:a16="http://schemas.microsoft.com/office/drawing/2014/main" id="{704A18B3-AD23-443F-98F2-D909240206C9}"/>
                </a:ext>
              </a:extLst>
            </p:cNvPr>
            <p:cNvSpPr/>
            <p:nvPr/>
          </p:nvSpPr>
          <p:spPr>
            <a:xfrm>
              <a:off x="1016268" y="3531685"/>
              <a:ext cx="30175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550" name="Hexagon 2549">
              <a:extLst>
                <a:ext uri="{FF2B5EF4-FFF2-40B4-BE49-F238E27FC236}">
                  <a16:creationId xmlns:a16="http://schemas.microsoft.com/office/drawing/2014/main" id="{38169567-4AAA-4BAC-BDDF-2EAF49212C96}"/>
                </a:ext>
              </a:extLst>
            </p:cNvPr>
            <p:cNvSpPr/>
            <p:nvPr/>
          </p:nvSpPr>
          <p:spPr>
            <a:xfrm>
              <a:off x="1012846" y="3344515"/>
              <a:ext cx="30175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551" name="Hexagon 2550">
              <a:extLst>
                <a:ext uri="{FF2B5EF4-FFF2-40B4-BE49-F238E27FC236}">
                  <a16:creationId xmlns:a16="http://schemas.microsoft.com/office/drawing/2014/main" id="{B711F56E-F226-45D5-8108-546BDAB28FA3}"/>
                </a:ext>
              </a:extLst>
            </p:cNvPr>
            <p:cNvSpPr/>
            <p:nvPr/>
          </p:nvSpPr>
          <p:spPr>
            <a:xfrm>
              <a:off x="1008863" y="3162476"/>
              <a:ext cx="30175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552" name="Hexagon 2551">
              <a:extLst>
                <a:ext uri="{FF2B5EF4-FFF2-40B4-BE49-F238E27FC236}">
                  <a16:creationId xmlns:a16="http://schemas.microsoft.com/office/drawing/2014/main" id="{F0D0DC4B-2D3B-418C-B6B5-083A7570449B}"/>
                </a:ext>
              </a:extLst>
            </p:cNvPr>
            <p:cNvSpPr/>
            <p:nvPr/>
          </p:nvSpPr>
          <p:spPr>
            <a:xfrm>
              <a:off x="1005441" y="2975306"/>
              <a:ext cx="30175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553" name="Hexagon 2552">
              <a:extLst>
                <a:ext uri="{FF2B5EF4-FFF2-40B4-BE49-F238E27FC236}">
                  <a16:creationId xmlns:a16="http://schemas.microsoft.com/office/drawing/2014/main" id="{CF06E44F-1B05-437A-A615-C2A41BB6BA3F}"/>
                </a:ext>
              </a:extLst>
            </p:cNvPr>
            <p:cNvSpPr/>
            <p:nvPr/>
          </p:nvSpPr>
          <p:spPr>
            <a:xfrm>
              <a:off x="776194" y="3249419"/>
              <a:ext cx="30175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554" name="Hexagon 2553">
              <a:extLst>
                <a:ext uri="{FF2B5EF4-FFF2-40B4-BE49-F238E27FC236}">
                  <a16:creationId xmlns:a16="http://schemas.microsoft.com/office/drawing/2014/main" id="{9C843ADD-D3C8-4B37-A6F5-01521F7B1666}"/>
                </a:ext>
              </a:extLst>
            </p:cNvPr>
            <p:cNvSpPr/>
            <p:nvPr/>
          </p:nvSpPr>
          <p:spPr>
            <a:xfrm>
              <a:off x="776194" y="2880414"/>
              <a:ext cx="30175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555" name="Hexagon 2554">
              <a:extLst>
                <a:ext uri="{FF2B5EF4-FFF2-40B4-BE49-F238E27FC236}">
                  <a16:creationId xmlns:a16="http://schemas.microsoft.com/office/drawing/2014/main" id="{B7A6EDF7-7F55-4385-B4BF-458FCBE1969D}"/>
                </a:ext>
              </a:extLst>
            </p:cNvPr>
            <p:cNvSpPr/>
            <p:nvPr/>
          </p:nvSpPr>
          <p:spPr>
            <a:xfrm>
              <a:off x="542664" y="2974996"/>
              <a:ext cx="30175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556" name="Hexagon 2555">
              <a:extLst>
                <a:ext uri="{FF2B5EF4-FFF2-40B4-BE49-F238E27FC236}">
                  <a16:creationId xmlns:a16="http://schemas.microsoft.com/office/drawing/2014/main" id="{5AFE71EF-3490-4830-B4BB-95BA0C0A2E16}"/>
                </a:ext>
              </a:extLst>
            </p:cNvPr>
            <p:cNvSpPr/>
            <p:nvPr/>
          </p:nvSpPr>
          <p:spPr>
            <a:xfrm>
              <a:off x="538681" y="2792957"/>
              <a:ext cx="30175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557" name="Hexagon 2556">
              <a:extLst>
                <a:ext uri="{FF2B5EF4-FFF2-40B4-BE49-F238E27FC236}">
                  <a16:creationId xmlns:a16="http://schemas.microsoft.com/office/drawing/2014/main" id="{DC77D637-A0DB-4833-AA7A-0923039E5D4E}"/>
                </a:ext>
              </a:extLst>
            </p:cNvPr>
            <p:cNvSpPr/>
            <p:nvPr/>
          </p:nvSpPr>
          <p:spPr>
            <a:xfrm>
              <a:off x="1242688" y="3632738"/>
              <a:ext cx="30175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668" name="Hexagon 2667">
              <a:extLst>
                <a:ext uri="{FF2B5EF4-FFF2-40B4-BE49-F238E27FC236}">
                  <a16:creationId xmlns:a16="http://schemas.microsoft.com/office/drawing/2014/main" id="{72073F34-5E7C-48F7-BF71-09511E9AF5C0}"/>
                </a:ext>
              </a:extLst>
            </p:cNvPr>
            <p:cNvSpPr/>
            <p:nvPr/>
          </p:nvSpPr>
          <p:spPr>
            <a:xfrm>
              <a:off x="2911599" y="8137320"/>
              <a:ext cx="30175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669" name="Hexagon 2668">
              <a:extLst>
                <a:ext uri="{FF2B5EF4-FFF2-40B4-BE49-F238E27FC236}">
                  <a16:creationId xmlns:a16="http://schemas.microsoft.com/office/drawing/2014/main" id="{0C444063-4536-4E37-96BB-A680192F23B1}"/>
                </a:ext>
              </a:extLst>
            </p:cNvPr>
            <p:cNvSpPr/>
            <p:nvPr/>
          </p:nvSpPr>
          <p:spPr>
            <a:xfrm>
              <a:off x="2909592" y="8320606"/>
              <a:ext cx="30175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670" name="Hexagon 2669">
              <a:extLst>
                <a:ext uri="{FF2B5EF4-FFF2-40B4-BE49-F238E27FC236}">
                  <a16:creationId xmlns:a16="http://schemas.microsoft.com/office/drawing/2014/main" id="{1573D871-11C7-4E2A-9442-CD51ED09D0E3}"/>
                </a:ext>
              </a:extLst>
            </p:cNvPr>
            <p:cNvSpPr/>
            <p:nvPr/>
          </p:nvSpPr>
          <p:spPr>
            <a:xfrm>
              <a:off x="2912159" y="8496345"/>
              <a:ext cx="30175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671" name="Hexagon 2670">
              <a:extLst>
                <a:ext uri="{FF2B5EF4-FFF2-40B4-BE49-F238E27FC236}">
                  <a16:creationId xmlns:a16="http://schemas.microsoft.com/office/drawing/2014/main" id="{F3F6DD8C-09FB-43AD-AE8C-627D06663CE1}"/>
                </a:ext>
              </a:extLst>
            </p:cNvPr>
            <p:cNvSpPr/>
            <p:nvPr/>
          </p:nvSpPr>
          <p:spPr>
            <a:xfrm>
              <a:off x="2909592" y="8683987"/>
              <a:ext cx="30175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672" name="Hexagon 2671">
              <a:extLst>
                <a:ext uri="{FF2B5EF4-FFF2-40B4-BE49-F238E27FC236}">
                  <a16:creationId xmlns:a16="http://schemas.microsoft.com/office/drawing/2014/main" id="{3BF951CF-BB61-444C-A6AA-0350568100A9}"/>
                </a:ext>
              </a:extLst>
            </p:cNvPr>
            <p:cNvSpPr/>
            <p:nvPr/>
          </p:nvSpPr>
          <p:spPr>
            <a:xfrm>
              <a:off x="3134165" y="8787299"/>
              <a:ext cx="30175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673" name="Hexagon 2672">
              <a:extLst>
                <a:ext uri="{FF2B5EF4-FFF2-40B4-BE49-F238E27FC236}">
                  <a16:creationId xmlns:a16="http://schemas.microsoft.com/office/drawing/2014/main" id="{6C85EDB9-209A-4417-BF12-0B28D3EAC818}"/>
                </a:ext>
              </a:extLst>
            </p:cNvPr>
            <p:cNvSpPr/>
            <p:nvPr/>
          </p:nvSpPr>
          <p:spPr>
            <a:xfrm>
              <a:off x="3357059" y="8884709"/>
              <a:ext cx="30175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674" name="Hexagon 2673">
              <a:extLst>
                <a:ext uri="{FF2B5EF4-FFF2-40B4-BE49-F238E27FC236}">
                  <a16:creationId xmlns:a16="http://schemas.microsoft.com/office/drawing/2014/main" id="{F252B061-C409-4B1E-B9F1-4801CD3A7E8A}"/>
                </a:ext>
              </a:extLst>
            </p:cNvPr>
            <p:cNvSpPr/>
            <p:nvPr/>
          </p:nvSpPr>
          <p:spPr>
            <a:xfrm>
              <a:off x="3366769" y="9074734"/>
              <a:ext cx="30175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675" name="Hexagon 2674">
              <a:extLst>
                <a:ext uri="{FF2B5EF4-FFF2-40B4-BE49-F238E27FC236}">
                  <a16:creationId xmlns:a16="http://schemas.microsoft.com/office/drawing/2014/main" id="{E7B865AA-5340-4BC4-B48B-271081B4B417}"/>
                </a:ext>
              </a:extLst>
            </p:cNvPr>
            <p:cNvSpPr/>
            <p:nvPr/>
          </p:nvSpPr>
          <p:spPr>
            <a:xfrm>
              <a:off x="3366583" y="9255233"/>
              <a:ext cx="30175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676" name="Hexagon 2675">
              <a:extLst>
                <a:ext uri="{FF2B5EF4-FFF2-40B4-BE49-F238E27FC236}">
                  <a16:creationId xmlns:a16="http://schemas.microsoft.com/office/drawing/2014/main" id="{FA4CC25D-B135-4ED6-8EE6-83B5E8BB9D74}"/>
                </a:ext>
              </a:extLst>
            </p:cNvPr>
            <p:cNvSpPr/>
            <p:nvPr/>
          </p:nvSpPr>
          <p:spPr>
            <a:xfrm>
              <a:off x="3606724" y="9171930"/>
              <a:ext cx="30175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677" name="Hexagon 2676">
              <a:extLst>
                <a:ext uri="{FF2B5EF4-FFF2-40B4-BE49-F238E27FC236}">
                  <a16:creationId xmlns:a16="http://schemas.microsoft.com/office/drawing/2014/main" id="{1F5DD932-0DF9-4CD0-B6F5-34F8AFB429B9}"/>
                </a:ext>
              </a:extLst>
            </p:cNvPr>
            <p:cNvSpPr/>
            <p:nvPr/>
          </p:nvSpPr>
          <p:spPr>
            <a:xfrm>
              <a:off x="3604157" y="9352429"/>
              <a:ext cx="30175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678" name="Hexagon 2677">
              <a:extLst>
                <a:ext uri="{FF2B5EF4-FFF2-40B4-BE49-F238E27FC236}">
                  <a16:creationId xmlns:a16="http://schemas.microsoft.com/office/drawing/2014/main" id="{CDDFE8FE-8D91-4DD6-B940-7E84B3DEA663}"/>
                </a:ext>
              </a:extLst>
            </p:cNvPr>
            <p:cNvSpPr/>
            <p:nvPr/>
          </p:nvSpPr>
          <p:spPr>
            <a:xfrm>
              <a:off x="3840332" y="9260989"/>
              <a:ext cx="30175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679" name="Hexagon 2678">
              <a:extLst>
                <a:ext uri="{FF2B5EF4-FFF2-40B4-BE49-F238E27FC236}">
                  <a16:creationId xmlns:a16="http://schemas.microsoft.com/office/drawing/2014/main" id="{3836D8DF-5BFA-47C6-B903-F12E07B4961B}"/>
                </a:ext>
              </a:extLst>
            </p:cNvPr>
            <p:cNvSpPr/>
            <p:nvPr/>
          </p:nvSpPr>
          <p:spPr>
            <a:xfrm>
              <a:off x="3837765" y="9443869"/>
              <a:ext cx="30175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680" name="Hexagon 2679">
              <a:extLst>
                <a:ext uri="{FF2B5EF4-FFF2-40B4-BE49-F238E27FC236}">
                  <a16:creationId xmlns:a16="http://schemas.microsoft.com/office/drawing/2014/main" id="{0BAF76CE-86BC-48B7-B127-854E36F3A930}"/>
                </a:ext>
              </a:extLst>
            </p:cNvPr>
            <p:cNvSpPr/>
            <p:nvPr/>
          </p:nvSpPr>
          <p:spPr>
            <a:xfrm>
              <a:off x="4077317" y="9525341"/>
              <a:ext cx="311664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681" name="Hexagon 2680">
              <a:extLst>
                <a:ext uri="{FF2B5EF4-FFF2-40B4-BE49-F238E27FC236}">
                  <a16:creationId xmlns:a16="http://schemas.microsoft.com/office/drawing/2014/main" id="{977422C9-85E9-4F46-B94D-21B25FE0B721}"/>
                </a:ext>
              </a:extLst>
            </p:cNvPr>
            <p:cNvSpPr/>
            <p:nvPr/>
          </p:nvSpPr>
          <p:spPr>
            <a:xfrm>
              <a:off x="4334443" y="9243901"/>
              <a:ext cx="30175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682" name="Hexagon 2681">
              <a:extLst>
                <a:ext uri="{FF2B5EF4-FFF2-40B4-BE49-F238E27FC236}">
                  <a16:creationId xmlns:a16="http://schemas.microsoft.com/office/drawing/2014/main" id="{EC3A40A9-3751-420C-80F5-C94BE9E7D744}"/>
                </a:ext>
              </a:extLst>
            </p:cNvPr>
            <p:cNvSpPr/>
            <p:nvPr/>
          </p:nvSpPr>
          <p:spPr>
            <a:xfrm>
              <a:off x="4325104" y="9426783"/>
              <a:ext cx="321331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683" name="Hexagon 2682">
              <a:extLst>
                <a:ext uri="{FF2B5EF4-FFF2-40B4-BE49-F238E27FC236}">
                  <a16:creationId xmlns:a16="http://schemas.microsoft.com/office/drawing/2014/main" id="{61152D26-7759-4B9A-AA61-C2EB4DDA10D9}"/>
                </a:ext>
              </a:extLst>
            </p:cNvPr>
            <p:cNvSpPr/>
            <p:nvPr/>
          </p:nvSpPr>
          <p:spPr>
            <a:xfrm>
              <a:off x="4318584" y="9607278"/>
              <a:ext cx="332175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684" name="Hexagon 2683">
              <a:extLst>
                <a:ext uri="{FF2B5EF4-FFF2-40B4-BE49-F238E27FC236}">
                  <a16:creationId xmlns:a16="http://schemas.microsoft.com/office/drawing/2014/main" id="{2A5E48EE-5A57-4C56-9CBE-FA7A8C1044C2}"/>
                </a:ext>
              </a:extLst>
            </p:cNvPr>
            <p:cNvSpPr/>
            <p:nvPr/>
          </p:nvSpPr>
          <p:spPr>
            <a:xfrm>
              <a:off x="4563755" y="9345639"/>
              <a:ext cx="30175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685" name="Hexagon 2684">
              <a:extLst>
                <a:ext uri="{FF2B5EF4-FFF2-40B4-BE49-F238E27FC236}">
                  <a16:creationId xmlns:a16="http://schemas.microsoft.com/office/drawing/2014/main" id="{D014ED4B-B6AC-4089-9914-7442E54899D4}"/>
                </a:ext>
              </a:extLst>
            </p:cNvPr>
            <p:cNvSpPr/>
            <p:nvPr/>
          </p:nvSpPr>
          <p:spPr>
            <a:xfrm>
              <a:off x="4792567" y="9437079"/>
              <a:ext cx="30175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686" name="Hexagon 2685">
              <a:extLst>
                <a:ext uri="{FF2B5EF4-FFF2-40B4-BE49-F238E27FC236}">
                  <a16:creationId xmlns:a16="http://schemas.microsoft.com/office/drawing/2014/main" id="{912FBE37-513F-42EB-851B-D52151F42172}"/>
                </a:ext>
              </a:extLst>
            </p:cNvPr>
            <p:cNvSpPr/>
            <p:nvPr/>
          </p:nvSpPr>
          <p:spPr>
            <a:xfrm>
              <a:off x="5037935" y="9348206"/>
              <a:ext cx="30175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687" name="Hexagon 2686">
              <a:extLst>
                <a:ext uri="{FF2B5EF4-FFF2-40B4-BE49-F238E27FC236}">
                  <a16:creationId xmlns:a16="http://schemas.microsoft.com/office/drawing/2014/main" id="{F074CC4C-3F0E-40AB-A548-6056791D46B4}"/>
                </a:ext>
              </a:extLst>
            </p:cNvPr>
            <p:cNvSpPr/>
            <p:nvPr/>
          </p:nvSpPr>
          <p:spPr>
            <a:xfrm>
              <a:off x="5268577" y="9442855"/>
              <a:ext cx="315105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688" name="Hexagon 2687">
              <a:extLst>
                <a:ext uri="{FF2B5EF4-FFF2-40B4-BE49-F238E27FC236}">
                  <a16:creationId xmlns:a16="http://schemas.microsoft.com/office/drawing/2014/main" id="{CAB460BA-68B1-4A78-810B-9CBF17B4BD73}"/>
                </a:ext>
              </a:extLst>
            </p:cNvPr>
            <p:cNvSpPr/>
            <p:nvPr/>
          </p:nvSpPr>
          <p:spPr>
            <a:xfrm>
              <a:off x="5510448" y="9531086"/>
              <a:ext cx="30175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689" name="Hexagon 2688">
              <a:extLst>
                <a:ext uri="{FF2B5EF4-FFF2-40B4-BE49-F238E27FC236}">
                  <a16:creationId xmlns:a16="http://schemas.microsoft.com/office/drawing/2014/main" id="{5B020709-9F8E-4AD8-85DB-D1F8EE487511}"/>
                </a:ext>
              </a:extLst>
            </p:cNvPr>
            <p:cNvSpPr/>
            <p:nvPr/>
          </p:nvSpPr>
          <p:spPr>
            <a:xfrm>
              <a:off x="5743201" y="9617104"/>
              <a:ext cx="319461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691" name="Hexagon 2690">
              <a:extLst>
                <a:ext uri="{FF2B5EF4-FFF2-40B4-BE49-F238E27FC236}">
                  <a16:creationId xmlns:a16="http://schemas.microsoft.com/office/drawing/2014/main" id="{68DADC35-C06E-4B37-8EE5-F43AC4128BD4}"/>
                </a:ext>
              </a:extLst>
            </p:cNvPr>
            <p:cNvSpPr/>
            <p:nvPr/>
          </p:nvSpPr>
          <p:spPr>
            <a:xfrm>
              <a:off x="5513309" y="9888797"/>
              <a:ext cx="30175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692" name="Hexagon 2691">
              <a:extLst>
                <a:ext uri="{FF2B5EF4-FFF2-40B4-BE49-F238E27FC236}">
                  <a16:creationId xmlns:a16="http://schemas.microsoft.com/office/drawing/2014/main" id="{4F0BE577-7B22-4007-920E-B0B9E01C77E7}"/>
                </a:ext>
              </a:extLst>
            </p:cNvPr>
            <p:cNvSpPr/>
            <p:nvPr/>
          </p:nvSpPr>
          <p:spPr>
            <a:xfrm>
              <a:off x="4072522" y="9158532"/>
              <a:ext cx="324939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510" name="Hexagon 2509">
              <a:extLst>
                <a:ext uri="{FF2B5EF4-FFF2-40B4-BE49-F238E27FC236}">
                  <a16:creationId xmlns:a16="http://schemas.microsoft.com/office/drawing/2014/main" id="{80DC0AA0-B087-475E-8063-67F0004E0A6B}"/>
                </a:ext>
              </a:extLst>
            </p:cNvPr>
            <p:cNvSpPr/>
            <p:nvPr/>
          </p:nvSpPr>
          <p:spPr>
            <a:xfrm>
              <a:off x="1022115" y="5736430"/>
              <a:ext cx="30175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430" name="Hexagon 2429">
              <a:extLst>
                <a:ext uri="{FF2B5EF4-FFF2-40B4-BE49-F238E27FC236}">
                  <a16:creationId xmlns:a16="http://schemas.microsoft.com/office/drawing/2014/main" id="{D991DA7C-E44D-4B9C-9F1B-EBC0604B9F68}"/>
                </a:ext>
              </a:extLst>
            </p:cNvPr>
            <p:cNvSpPr/>
            <p:nvPr/>
          </p:nvSpPr>
          <p:spPr>
            <a:xfrm>
              <a:off x="4325630" y="10712745"/>
              <a:ext cx="30175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</p:grpSp>
      <p:grpSp>
        <p:nvGrpSpPr>
          <p:cNvPr id="65" name="4">
            <a:extLst>
              <a:ext uri="{FF2B5EF4-FFF2-40B4-BE49-F238E27FC236}">
                <a16:creationId xmlns:a16="http://schemas.microsoft.com/office/drawing/2014/main" id="{22717A7E-39C6-42A8-9FC9-A8C7478DDBE9}"/>
              </a:ext>
            </a:extLst>
          </p:cNvPr>
          <p:cNvGrpSpPr/>
          <p:nvPr/>
        </p:nvGrpSpPr>
        <p:grpSpPr>
          <a:xfrm>
            <a:off x="1213344" y="1214066"/>
            <a:ext cx="11456171" cy="7277666"/>
            <a:chOff x="1239654" y="2955781"/>
            <a:chExt cx="11456171" cy="7277666"/>
          </a:xfrm>
        </p:grpSpPr>
        <p:sp>
          <p:nvSpPr>
            <p:cNvPr id="354" name="Hexagon 353">
              <a:extLst>
                <a:ext uri="{FF2B5EF4-FFF2-40B4-BE49-F238E27FC236}">
                  <a16:creationId xmlns:a16="http://schemas.microsoft.com/office/drawing/2014/main" id="{476294FC-F6CB-4931-B853-3B7F096B9D03}"/>
                </a:ext>
              </a:extLst>
            </p:cNvPr>
            <p:cNvSpPr/>
            <p:nvPr/>
          </p:nvSpPr>
          <p:spPr>
            <a:xfrm>
              <a:off x="2902212" y="5545360"/>
              <a:ext cx="310896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000" name="Hexagon 2999">
              <a:extLst>
                <a:ext uri="{FF2B5EF4-FFF2-40B4-BE49-F238E27FC236}">
                  <a16:creationId xmlns:a16="http://schemas.microsoft.com/office/drawing/2014/main" id="{DED65EC6-6D38-49AE-B0C6-1825B9117718}"/>
                </a:ext>
              </a:extLst>
            </p:cNvPr>
            <p:cNvSpPr/>
            <p:nvPr/>
          </p:nvSpPr>
          <p:spPr>
            <a:xfrm>
              <a:off x="3145100" y="5453920"/>
              <a:ext cx="310896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001" name="Hexagon 3000">
              <a:extLst>
                <a:ext uri="{FF2B5EF4-FFF2-40B4-BE49-F238E27FC236}">
                  <a16:creationId xmlns:a16="http://schemas.microsoft.com/office/drawing/2014/main" id="{91665A78-8ACC-4395-A986-F3B589FFE862}"/>
                </a:ext>
              </a:extLst>
            </p:cNvPr>
            <p:cNvSpPr/>
            <p:nvPr/>
          </p:nvSpPr>
          <p:spPr>
            <a:xfrm>
              <a:off x="3145100" y="5271040"/>
              <a:ext cx="310896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002" name="Hexagon 3001">
              <a:extLst>
                <a:ext uri="{FF2B5EF4-FFF2-40B4-BE49-F238E27FC236}">
                  <a16:creationId xmlns:a16="http://schemas.microsoft.com/office/drawing/2014/main" id="{888346DE-E9BE-4411-80FC-17222F6EE9BB}"/>
                </a:ext>
              </a:extLst>
            </p:cNvPr>
            <p:cNvSpPr/>
            <p:nvPr/>
          </p:nvSpPr>
          <p:spPr>
            <a:xfrm>
              <a:off x="3385606" y="5172457"/>
              <a:ext cx="310896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003" name="Hexagon 3002">
              <a:extLst>
                <a:ext uri="{FF2B5EF4-FFF2-40B4-BE49-F238E27FC236}">
                  <a16:creationId xmlns:a16="http://schemas.microsoft.com/office/drawing/2014/main" id="{87F1F43E-F815-4408-85BC-A112E2E8EF2E}"/>
                </a:ext>
              </a:extLst>
            </p:cNvPr>
            <p:cNvSpPr/>
            <p:nvPr/>
          </p:nvSpPr>
          <p:spPr>
            <a:xfrm>
              <a:off x="3626112" y="5088160"/>
              <a:ext cx="310896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004" name="Hexagon 3003">
              <a:extLst>
                <a:ext uri="{FF2B5EF4-FFF2-40B4-BE49-F238E27FC236}">
                  <a16:creationId xmlns:a16="http://schemas.microsoft.com/office/drawing/2014/main" id="{D7072127-F426-4E55-B49C-FE9B52CCA15F}"/>
                </a:ext>
              </a:extLst>
            </p:cNvPr>
            <p:cNvSpPr/>
            <p:nvPr/>
          </p:nvSpPr>
          <p:spPr>
            <a:xfrm>
              <a:off x="3629295" y="4905280"/>
              <a:ext cx="310896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005" name="Hexagon 3004">
              <a:extLst>
                <a:ext uri="{FF2B5EF4-FFF2-40B4-BE49-F238E27FC236}">
                  <a16:creationId xmlns:a16="http://schemas.microsoft.com/office/drawing/2014/main" id="{6246870C-0BAC-4651-9050-E52ACF78D042}"/>
                </a:ext>
              </a:extLst>
            </p:cNvPr>
            <p:cNvSpPr/>
            <p:nvPr/>
          </p:nvSpPr>
          <p:spPr>
            <a:xfrm>
              <a:off x="3145100" y="5083780"/>
              <a:ext cx="310896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006" name="Hexagon 3005">
              <a:extLst>
                <a:ext uri="{FF2B5EF4-FFF2-40B4-BE49-F238E27FC236}">
                  <a16:creationId xmlns:a16="http://schemas.microsoft.com/office/drawing/2014/main" id="{1F12FECE-1ABC-4981-97C1-4DD0BBC3D134}"/>
                </a:ext>
              </a:extLst>
            </p:cNvPr>
            <p:cNvSpPr/>
            <p:nvPr/>
          </p:nvSpPr>
          <p:spPr>
            <a:xfrm>
              <a:off x="2896649" y="4985579"/>
              <a:ext cx="310896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007" name="Hexagon 3006">
              <a:extLst>
                <a:ext uri="{FF2B5EF4-FFF2-40B4-BE49-F238E27FC236}">
                  <a16:creationId xmlns:a16="http://schemas.microsoft.com/office/drawing/2014/main" id="{1DF85586-E422-4835-A12D-2AA9ECDFD4C5}"/>
                </a:ext>
              </a:extLst>
            </p:cNvPr>
            <p:cNvSpPr/>
            <p:nvPr/>
          </p:nvSpPr>
          <p:spPr>
            <a:xfrm>
              <a:off x="3134774" y="4894330"/>
              <a:ext cx="310896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008" name="Hexagon 3007">
              <a:extLst>
                <a:ext uri="{FF2B5EF4-FFF2-40B4-BE49-F238E27FC236}">
                  <a16:creationId xmlns:a16="http://schemas.microsoft.com/office/drawing/2014/main" id="{D6D9004E-E6AB-4095-A9BB-6411CA6A7CF8}"/>
                </a:ext>
              </a:extLst>
            </p:cNvPr>
            <p:cNvSpPr/>
            <p:nvPr/>
          </p:nvSpPr>
          <p:spPr>
            <a:xfrm>
              <a:off x="3380844" y="4809460"/>
              <a:ext cx="315658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009" name="Hexagon 3008">
              <a:extLst>
                <a:ext uri="{FF2B5EF4-FFF2-40B4-BE49-F238E27FC236}">
                  <a16:creationId xmlns:a16="http://schemas.microsoft.com/office/drawing/2014/main" id="{2C0A6EE3-15E1-47B7-B17D-F402373D4A7E}"/>
                </a:ext>
              </a:extLst>
            </p:cNvPr>
            <p:cNvSpPr/>
            <p:nvPr/>
          </p:nvSpPr>
          <p:spPr>
            <a:xfrm>
              <a:off x="3137815" y="4707070"/>
              <a:ext cx="310896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010" name="Hexagon 3009">
              <a:extLst>
                <a:ext uri="{FF2B5EF4-FFF2-40B4-BE49-F238E27FC236}">
                  <a16:creationId xmlns:a16="http://schemas.microsoft.com/office/drawing/2014/main" id="{399F8C07-7299-4A6F-87DF-D4B2A39ACE80}"/>
                </a:ext>
              </a:extLst>
            </p:cNvPr>
            <p:cNvSpPr/>
            <p:nvPr/>
          </p:nvSpPr>
          <p:spPr>
            <a:xfrm>
              <a:off x="3145100" y="4523999"/>
              <a:ext cx="315658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011" name="Hexagon 3010">
              <a:extLst>
                <a:ext uri="{FF2B5EF4-FFF2-40B4-BE49-F238E27FC236}">
                  <a16:creationId xmlns:a16="http://schemas.microsoft.com/office/drawing/2014/main" id="{007D46E8-FD94-4842-90A4-ACCCAE8048DB}"/>
                </a:ext>
              </a:extLst>
            </p:cNvPr>
            <p:cNvSpPr/>
            <p:nvPr/>
          </p:nvSpPr>
          <p:spPr>
            <a:xfrm>
              <a:off x="2880923" y="4246394"/>
              <a:ext cx="32662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012" name="Hexagon 3011">
              <a:extLst>
                <a:ext uri="{FF2B5EF4-FFF2-40B4-BE49-F238E27FC236}">
                  <a16:creationId xmlns:a16="http://schemas.microsoft.com/office/drawing/2014/main" id="{27CAC293-C3C8-4B6D-B9E8-F4D40A78AADA}"/>
                </a:ext>
              </a:extLst>
            </p:cNvPr>
            <p:cNvSpPr/>
            <p:nvPr/>
          </p:nvSpPr>
          <p:spPr>
            <a:xfrm>
              <a:off x="3134774" y="4344404"/>
              <a:ext cx="325984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013" name="Hexagon 3012">
              <a:extLst>
                <a:ext uri="{FF2B5EF4-FFF2-40B4-BE49-F238E27FC236}">
                  <a16:creationId xmlns:a16="http://schemas.microsoft.com/office/drawing/2014/main" id="{CEA05B8B-D850-4C70-906B-DF949014A2C0}"/>
                </a:ext>
              </a:extLst>
            </p:cNvPr>
            <p:cNvSpPr/>
            <p:nvPr/>
          </p:nvSpPr>
          <p:spPr>
            <a:xfrm>
              <a:off x="3123481" y="4154598"/>
              <a:ext cx="332515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014" name="Hexagon 3013">
              <a:extLst>
                <a:ext uri="{FF2B5EF4-FFF2-40B4-BE49-F238E27FC236}">
                  <a16:creationId xmlns:a16="http://schemas.microsoft.com/office/drawing/2014/main" id="{206CD0F1-03D3-49C3-9315-E50B4F2C9609}"/>
                </a:ext>
              </a:extLst>
            </p:cNvPr>
            <p:cNvSpPr/>
            <p:nvPr/>
          </p:nvSpPr>
          <p:spPr>
            <a:xfrm>
              <a:off x="3123481" y="3969800"/>
              <a:ext cx="325984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015" name="Hexagon 3014">
              <a:extLst>
                <a:ext uri="{FF2B5EF4-FFF2-40B4-BE49-F238E27FC236}">
                  <a16:creationId xmlns:a16="http://schemas.microsoft.com/office/drawing/2014/main" id="{F4417FCA-F5DB-46D0-9F48-ADFE1E0F14FD}"/>
                </a:ext>
              </a:extLst>
            </p:cNvPr>
            <p:cNvSpPr/>
            <p:nvPr/>
          </p:nvSpPr>
          <p:spPr>
            <a:xfrm>
              <a:off x="3380844" y="4061240"/>
              <a:ext cx="325984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016" name="Hexagon 3015">
              <a:extLst>
                <a:ext uri="{FF2B5EF4-FFF2-40B4-BE49-F238E27FC236}">
                  <a16:creationId xmlns:a16="http://schemas.microsoft.com/office/drawing/2014/main" id="{1C6AD1E6-E16E-4030-B02F-E560BA50D7D8}"/>
                </a:ext>
              </a:extLst>
            </p:cNvPr>
            <p:cNvSpPr/>
            <p:nvPr/>
          </p:nvSpPr>
          <p:spPr>
            <a:xfrm>
              <a:off x="3373300" y="3876280"/>
              <a:ext cx="325984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017" name="Hexagon 3016">
              <a:extLst>
                <a:ext uri="{FF2B5EF4-FFF2-40B4-BE49-F238E27FC236}">
                  <a16:creationId xmlns:a16="http://schemas.microsoft.com/office/drawing/2014/main" id="{2907CAA7-0DCB-4274-98A2-88B8618A305F}"/>
                </a:ext>
              </a:extLst>
            </p:cNvPr>
            <p:cNvSpPr/>
            <p:nvPr/>
          </p:nvSpPr>
          <p:spPr>
            <a:xfrm>
              <a:off x="3618568" y="4167534"/>
              <a:ext cx="325984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018" name="Hexagon 3017">
              <a:extLst>
                <a:ext uri="{FF2B5EF4-FFF2-40B4-BE49-F238E27FC236}">
                  <a16:creationId xmlns:a16="http://schemas.microsoft.com/office/drawing/2014/main" id="{07F761BE-B819-423A-98A0-B8263FB4FE02}"/>
                </a:ext>
              </a:extLst>
            </p:cNvPr>
            <p:cNvSpPr/>
            <p:nvPr/>
          </p:nvSpPr>
          <p:spPr>
            <a:xfrm>
              <a:off x="3626112" y="3976370"/>
              <a:ext cx="325984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019" name="Hexagon 3018">
              <a:extLst>
                <a:ext uri="{FF2B5EF4-FFF2-40B4-BE49-F238E27FC236}">
                  <a16:creationId xmlns:a16="http://schemas.microsoft.com/office/drawing/2014/main" id="{56B377FC-1C4B-4D62-80FF-02330D11B7BC}"/>
                </a:ext>
              </a:extLst>
            </p:cNvPr>
            <p:cNvSpPr/>
            <p:nvPr/>
          </p:nvSpPr>
          <p:spPr>
            <a:xfrm>
              <a:off x="3618568" y="3790026"/>
              <a:ext cx="325984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020" name="Hexagon 3019">
              <a:extLst>
                <a:ext uri="{FF2B5EF4-FFF2-40B4-BE49-F238E27FC236}">
                  <a16:creationId xmlns:a16="http://schemas.microsoft.com/office/drawing/2014/main" id="{9B239B5E-8D43-41FB-AFE1-E48710DC98D7}"/>
                </a:ext>
              </a:extLst>
            </p:cNvPr>
            <p:cNvSpPr/>
            <p:nvPr/>
          </p:nvSpPr>
          <p:spPr>
            <a:xfrm>
              <a:off x="3840024" y="3703772"/>
              <a:ext cx="325984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021" name="Hexagon 3020">
              <a:extLst>
                <a:ext uri="{FF2B5EF4-FFF2-40B4-BE49-F238E27FC236}">
                  <a16:creationId xmlns:a16="http://schemas.microsoft.com/office/drawing/2014/main" id="{108454EE-6579-4D64-A03F-D1CC370BD5F9}"/>
                </a:ext>
              </a:extLst>
            </p:cNvPr>
            <p:cNvSpPr/>
            <p:nvPr/>
          </p:nvSpPr>
          <p:spPr>
            <a:xfrm>
              <a:off x="3347105" y="3508563"/>
              <a:ext cx="325984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022" name="Hexagon 3021">
              <a:extLst>
                <a:ext uri="{FF2B5EF4-FFF2-40B4-BE49-F238E27FC236}">
                  <a16:creationId xmlns:a16="http://schemas.microsoft.com/office/drawing/2014/main" id="{3BA72BC2-ADD6-42EF-B404-D865312B2A45}"/>
                </a:ext>
              </a:extLst>
            </p:cNvPr>
            <p:cNvSpPr/>
            <p:nvPr/>
          </p:nvSpPr>
          <p:spPr>
            <a:xfrm>
              <a:off x="3850351" y="3325683"/>
              <a:ext cx="325984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023" name="Hexagon 3022">
              <a:extLst>
                <a:ext uri="{FF2B5EF4-FFF2-40B4-BE49-F238E27FC236}">
                  <a16:creationId xmlns:a16="http://schemas.microsoft.com/office/drawing/2014/main" id="{4FB68BD2-D1C6-4B81-8182-FD242B85F18D}"/>
                </a:ext>
              </a:extLst>
            </p:cNvPr>
            <p:cNvSpPr/>
            <p:nvPr/>
          </p:nvSpPr>
          <p:spPr>
            <a:xfrm>
              <a:off x="3850351" y="3138661"/>
              <a:ext cx="325984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024" name="Hexagon 3023">
              <a:extLst>
                <a:ext uri="{FF2B5EF4-FFF2-40B4-BE49-F238E27FC236}">
                  <a16:creationId xmlns:a16="http://schemas.microsoft.com/office/drawing/2014/main" id="{284BCAE8-48E2-45D8-BB70-F51FE5BB1FD9}"/>
                </a:ext>
              </a:extLst>
            </p:cNvPr>
            <p:cNvSpPr/>
            <p:nvPr/>
          </p:nvSpPr>
          <p:spPr>
            <a:xfrm>
              <a:off x="3603503" y="3239429"/>
              <a:ext cx="325984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025" name="Hexagon 3024">
              <a:extLst>
                <a:ext uri="{FF2B5EF4-FFF2-40B4-BE49-F238E27FC236}">
                  <a16:creationId xmlns:a16="http://schemas.microsoft.com/office/drawing/2014/main" id="{20158019-C3D7-4428-9025-5D685A8F9B8F}"/>
                </a:ext>
              </a:extLst>
            </p:cNvPr>
            <p:cNvSpPr/>
            <p:nvPr/>
          </p:nvSpPr>
          <p:spPr>
            <a:xfrm>
              <a:off x="3370518" y="3152131"/>
              <a:ext cx="325984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026" name="Hexagon 3025">
              <a:extLst>
                <a:ext uri="{FF2B5EF4-FFF2-40B4-BE49-F238E27FC236}">
                  <a16:creationId xmlns:a16="http://schemas.microsoft.com/office/drawing/2014/main" id="{A0EB864F-AA5B-44DA-95BE-4646FBA065E8}"/>
                </a:ext>
              </a:extLst>
            </p:cNvPr>
            <p:cNvSpPr/>
            <p:nvPr/>
          </p:nvSpPr>
          <p:spPr>
            <a:xfrm>
              <a:off x="3125061" y="3056549"/>
              <a:ext cx="325984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027" name="Hexagon 3026">
              <a:extLst>
                <a:ext uri="{FF2B5EF4-FFF2-40B4-BE49-F238E27FC236}">
                  <a16:creationId xmlns:a16="http://schemas.microsoft.com/office/drawing/2014/main" id="{8B893A80-0988-4A0C-B6D6-83C4458FF90B}"/>
                </a:ext>
              </a:extLst>
            </p:cNvPr>
            <p:cNvSpPr/>
            <p:nvPr/>
          </p:nvSpPr>
          <p:spPr>
            <a:xfrm>
              <a:off x="2879604" y="2957207"/>
              <a:ext cx="325984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028" name="Hexagon 3027">
              <a:extLst>
                <a:ext uri="{FF2B5EF4-FFF2-40B4-BE49-F238E27FC236}">
                  <a16:creationId xmlns:a16="http://schemas.microsoft.com/office/drawing/2014/main" id="{07B0D4EA-CD63-487C-AA70-6BED7AE979DD}"/>
                </a:ext>
              </a:extLst>
            </p:cNvPr>
            <p:cNvSpPr/>
            <p:nvPr/>
          </p:nvSpPr>
          <p:spPr>
            <a:xfrm>
              <a:off x="2634147" y="3047221"/>
              <a:ext cx="325984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029" name="Hexagon 3028">
              <a:extLst>
                <a:ext uri="{FF2B5EF4-FFF2-40B4-BE49-F238E27FC236}">
                  <a16:creationId xmlns:a16="http://schemas.microsoft.com/office/drawing/2014/main" id="{6E5D93E8-A1AE-4AB4-B59B-A1BCC4987E4A}"/>
                </a:ext>
              </a:extLst>
            </p:cNvPr>
            <p:cNvSpPr/>
            <p:nvPr/>
          </p:nvSpPr>
          <p:spPr>
            <a:xfrm>
              <a:off x="2408046" y="2955781"/>
              <a:ext cx="308786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030" name="Hexagon 3029">
              <a:extLst>
                <a:ext uri="{FF2B5EF4-FFF2-40B4-BE49-F238E27FC236}">
                  <a16:creationId xmlns:a16="http://schemas.microsoft.com/office/drawing/2014/main" id="{2EFAE7B3-28FB-4F2F-A9A0-36B96CAB3151}"/>
                </a:ext>
              </a:extLst>
            </p:cNvPr>
            <p:cNvSpPr/>
            <p:nvPr/>
          </p:nvSpPr>
          <p:spPr>
            <a:xfrm>
              <a:off x="2180555" y="3047221"/>
              <a:ext cx="308786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031" name="Hexagon 3030">
              <a:extLst>
                <a:ext uri="{FF2B5EF4-FFF2-40B4-BE49-F238E27FC236}">
                  <a16:creationId xmlns:a16="http://schemas.microsoft.com/office/drawing/2014/main" id="{55C81EC0-030F-431C-BC27-E1BC90B34BBD}"/>
                </a:ext>
              </a:extLst>
            </p:cNvPr>
            <p:cNvSpPr/>
            <p:nvPr/>
          </p:nvSpPr>
          <p:spPr>
            <a:xfrm>
              <a:off x="1954454" y="2955781"/>
              <a:ext cx="308786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032" name="Hexagon 3031">
              <a:extLst>
                <a:ext uri="{FF2B5EF4-FFF2-40B4-BE49-F238E27FC236}">
                  <a16:creationId xmlns:a16="http://schemas.microsoft.com/office/drawing/2014/main" id="{3980A046-E75A-4B92-8AD4-AC7965A3FC6F}"/>
                </a:ext>
              </a:extLst>
            </p:cNvPr>
            <p:cNvSpPr/>
            <p:nvPr/>
          </p:nvSpPr>
          <p:spPr>
            <a:xfrm>
              <a:off x="1710548" y="3047221"/>
              <a:ext cx="308786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033" name="Hexagon 3032">
              <a:extLst>
                <a:ext uri="{FF2B5EF4-FFF2-40B4-BE49-F238E27FC236}">
                  <a16:creationId xmlns:a16="http://schemas.microsoft.com/office/drawing/2014/main" id="{379CD838-4860-42A0-8E3E-B221B86B32CA}"/>
                </a:ext>
              </a:extLst>
            </p:cNvPr>
            <p:cNvSpPr/>
            <p:nvPr/>
          </p:nvSpPr>
          <p:spPr>
            <a:xfrm>
              <a:off x="1470181" y="3147989"/>
              <a:ext cx="308786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034" name="Hexagon 3033">
              <a:extLst>
                <a:ext uri="{FF2B5EF4-FFF2-40B4-BE49-F238E27FC236}">
                  <a16:creationId xmlns:a16="http://schemas.microsoft.com/office/drawing/2014/main" id="{ABF72AD2-AA37-4B8C-869F-FE07C8D40899}"/>
                </a:ext>
              </a:extLst>
            </p:cNvPr>
            <p:cNvSpPr/>
            <p:nvPr/>
          </p:nvSpPr>
          <p:spPr>
            <a:xfrm>
              <a:off x="1479392" y="2965109"/>
              <a:ext cx="308786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035" name="Hexagon 3034">
              <a:extLst>
                <a:ext uri="{FF2B5EF4-FFF2-40B4-BE49-F238E27FC236}">
                  <a16:creationId xmlns:a16="http://schemas.microsoft.com/office/drawing/2014/main" id="{082229FE-09FB-4591-A13A-0499CAE62C9E}"/>
                </a:ext>
              </a:extLst>
            </p:cNvPr>
            <p:cNvSpPr/>
            <p:nvPr/>
          </p:nvSpPr>
          <p:spPr>
            <a:xfrm>
              <a:off x="1239654" y="3047756"/>
              <a:ext cx="308786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036" name="Hexagon 3035">
              <a:extLst>
                <a:ext uri="{FF2B5EF4-FFF2-40B4-BE49-F238E27FC236}">
                  <a16:creationId xmlns:a16="http://schemas.microsoft.com/office/drawing/2014/main" id="{39738A66-6543-439B-8BA8-AE0393B6038E}"/>
                </a:ext>
              </a:extLst>
            </p:cNvPr>
            <p:cNvSpPr/>
            <p:nvPr/>
          </p:nvSpPr>
          <p:spPr>
            <a:xfrm>
              <a:off x="4096012" y="6191517"/>
              <a:ext cx="310896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037" name="Hexagon 3036">
              <a:extLst>
                <a:ext uri="{FF2B5EF4-FFF2-40B4-BE49-F238E27FC236}">
                  <a16:creationId xmlns:a16="http://schemas.microsoft.com/office/drawing/2014/main" id="{35EACF5D-CC1E-4719-9FE7-3F3810F6DA9D}"/>
                </a:ext>
              </a:extLst>
            </p:cNvPr>
            <p:cNvSpPr/>
            <p:nvPr/>
          </p:nvSpPr>
          <p:spPr>
            <a:xfrm>
              <a:off x="4337312" y="6100077"/>
              <a:ext cx="310896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038" name="Hexagon 3037">
              <a:extLst>
                <a:ext uri="{FF2B5EF4-FFF2-40B4-BE49-F238E27FC236}">
                  <a16:creationId xmlns:a16="http://schemas.microsoft.com/office/drawing/2014/main" id="{B74F1920-4E01-4C9F-B71B-BFC1977F77B5}"/>
                </a:ext>
              </a:extLst>
            </p:cNvPr>
            <p:cNvSpPr/>
            <p:nvPr/>
          </p:nvSpPr>
          <p:spPr>
            <a:xfrm>
              <a:off x="4578612" y="6008637"/>
              <a:ext cx="310896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039" name="Hexagon 3038">
              <a:extLst>
                <a:ext uri="{FF2B5EF4-FFF2-40B4-BE49-F238E27FC236}">
                  <a16:creationId xmlns:a16="http://schemas.microsoft.com/office/drawing/2014/main" id="{6F831DD1-286A-4422-AAE2-8A5C1910FDD2}"/>
                </a:ext>
              </a:extLst>
            </p:cNvPr>
            <p:cNvSpPr/>
            <p:nvPr/>
          </p:nvSpPr>
          <p:spPr>
            <a:xfrm>
              <a:off x="4343670" y="5917197"/>
              <a:ext cx="310896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040" name="Hexagon 3039">
              <a:extLst>
                <a:ext uri="{FF2B5EF4-FFF2-40B4-BE49-F238E27FC236}">
                  <a16:creationId xmlns:a16="http://schemas.microsoft.com/office/drawing/2014/main" id="{CBE61F23-AB72-42F4-B232-2B90DD9887B8}"/>
                </a:ext>
              </a:extLst>
            </p:cNvPr>
            <p:cNvSpPr/>
            <p:nvPr/>
          </p:nvSpPr>
          <p:spPr>
            <a:xfrm>
              <a:off x="4337312" y="5734584"/>
              <a:ext cx="310896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041" name="Hexagon 3040">
              <a:extLst>
                <a:ext uri="{FF2B5EF4-FFF2-40B4-BE49-F238E27FC236}">
                  <a16:creationId xmlns:a16="http://schemas.microsoft.com/office/drawing/2014/main" id="{08F6E597-D676-44B1-968E-87B346F38009}"/>
                </a:ext>
              </a:extLst>
            </p:cNvPr>
            <p:cNvSpPr/>
            <p:nvPr/>
          </p:nvSpPr>
          <p:spPr>
            <a:xfrm>
              <a:off x="4581795" y="5825757"/>
              <a:ext cx="310896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042" name="Hexagon 3041">
              <a:extLst>
                <a:ext uri="{FF2B5EF4-FFF2-40B4-BE49-F238E27FC236}">
                  <a16:creationId xmlns:a16="http://schemas.microsoft.com/office/drawing/2014/main" id="{667B01C4-DB92-4ABD-A3DC-FBE00FEA47D1}"/>
                </a:ext>
              </a:extLst>
            </p:cNvPr>
            <p:cNvSpPr/>
            <p:nvPr/>
          </p:nvSpPr>
          <p:spPr>
            <a:xfrm>
              <a:off x="4327795" y="5545360"/>
              <a:ext cx="310896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043" name="Hexagon 3042">
              <a:extLst>
                <a:ext uri="{FF2B5EF4-FFF2-40B4-BE49-F238E27FC236}">
                  <a16:creationId xmlns:a16="http://schemas.microsoft.com/office/drawing/2014/main" id="{EB034DBE-B736-4441-AE02-0C20D728E9A0}"/>
                </a:ext>
              </a:extLst>
            </p:cNvPr>
            <p:cNvSpPr/>
            <p:nvPr/>
          </p:nvSpPr>
          <p:spPr>
            <a:xfrm>
              <a:off x="4569111" y="5643011"/>
              <a:ext cx="310896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044" name="Hexagon 3043">
              <a:extLst>
                <a:ext uri="{FF2B5EF4-FFF2-40B4-BE49-F238E27FC236}">
                  <a16:creationId xmlns:a16="http://schemas.microsoft.com/office/drawing/2014/main" id="{483CC015-09D1-447C-895B-CA600638DD91}"/>
                </a:ext>
              </a:extLst>
            </p:cNvPr>
            <p:cNvSpPr/>
            <p:nvPr/>
          </p:nvSpPr>
          <p:spPr>
            <a:xfrm>
              <a:off x="4569111" y="5452915"/>
              <a:ext cx="310896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045" name="Hexagon 3044">
              <a:extLst>
                <a:ext uri="{FF2B5EF4-FFF2-40B4-BE49-F238E27FC236}">
                  <a16:creationId xmlns:a16="http://schemas.microsoft.com/office/drawing/2014/main" id="{BF456E7C-FA66-4A8B-A303-DC38CA21D719}"/>
                </a:ext>
              </a:extLst>
            </p:cNvPr>
            <p:cNvSpPr/>
            <p:nvPr/>
          </p:nvSpPr>
          <p:spPr>
            <a:xfrm>
              <a:off x="4565968" y="5273843"/>
              <a:ext cx="310896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046" name="Hexagon 3045">
              <a:extLst>
                <a:ext uri="{FF2B5EF4-FFF2-40B4-BE49-F238E27FC236}">
                  <a16:creationId xmlns:a16="http://schemas.microsoft.com/office/drawing/2014/main" id="{AA365AEE-4A47-46C3-8480-A96D587B35F9}"/>
                </a:ext>
              </a:extLst>
            </p:cNvPr>
            <p:cNvSpPr/>
            <p:nvPr/>
          </p:nvSpPr>
          <p:spPr>
            <a:xfrm>
              <a:off x="4569151" y="5090963"/>
              <a:ext cx="310896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047" name="Hexagon 3046">
              <a:extLst>
                <a:ext uri="{FF2B5EF4-FFF2-40B4-BE49-F238E27FC236}">
                  <a16:creationId xmlns:a16="http://schemas.microsoft.com/office/drawing/2014/main" id="{BDF1EE23-7F88-4093-AA3A-A88721F53452}"/>
                </a:ext>
              </a:extLst>
            </p:cNvPr>
            <p:cNvSpPr/>
            <p:nvPr/>
          </p:nvSpPr>
          <p:spPr>
            <a:xfrm>
              <a:off x="4556467" y="4908217"/>
              <a:ext cx="310896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048" name="Hexagon 3047">
              <a:extLst>
                <a:ext uri="{FF2B5EF4-FFF2-40B4-BE49-F238E27FC236}">
                  <a16:creationId xmlns:a16="http://schemas.microsoft.com/office/drawing/2014/main" id="{8FFAB2ED-6F58-49B4-9855-453BB7D36D19}"/>
                </a:ext>
              </a:extLst>
            </p:cNvPr>
            <p:cNvSpPr/>
            <p:nvPr/>
          </p:nvSpPr>
          <p:spPr>
            <a:xfrm>
              <a:off x="4556467" y="4718121"/>
              <a:ext cx="310896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049" name="Hexagon 3048">
              <a:extLst>
                <a:ext uri="{FF2B5EF4-FFF2-40B4-BE49-F238E27FC236}">
                  <a16:creationId xmlns:a16="http://schemas.microsoft.com/office/drawing/2014/main" id="{56FAA088-BF0B-4795-B6C0-D28F318E80BE}"/>
                </a:ext>
              </a:extLst>
            </p:cNvPr>
            <p:cNvSpPr/>
            <p:nvPr/>
          </p:nvSpPr>
          <p:spPr>
            <a:xfrm>
              <a:off x="4565968" y="4523999"/>
              <a:ext cx="310896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050" name="Hexagon 3049">
              <a:extLst>
                <a:ext uri="{FF2B5EF4-FFF2-40B4-BE49-F238E27FC236}">
                  <a16:creationId xmlns:a16="http://schemas.microsoft.com/office/drawing/2014/main" id="{65896EFE-AFD9-46D8-8CB3-AAC01604800B}"/>
                </a:ext>
              </a:extLst>
            </p:cNvPr>
            <p:cNvSpPr/>
            <p:nvPr/>
          </p:nvSpPr>
          <p:spPr>
            <a:xfrm>
              <a:off x="4569151" y="4341119"/>
              <a:ext cx="310896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051" name="Hexagon 3050">
              <a:extLst>
                <a:ext uri="{FF2B5EF4-FFF2-40B4-BE49-F238E27FC236}">
                  <a16:creationId xmlns:a16="http://schemas.microsoft.com/office/drawing/2014/main" id="{6EAEDD54-FDD6-42E0-A81D-BF66A9851158}"/>
                </a:ext>
              </a:extLst>
            </p:cNvPr>
            <p:cNvSpPr/>
            <p:nvPr/>
          </p:nvSpPr>
          <p:spPr>
            <a:xfrm>
              <a:off x="4556467" y="4158373"/>
              <a:ext cx="310896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052" name="Hexagon 3051">
              <a:extLst>
                <a:ext uri="{FF2B5EF4-FFF2-40B4-BE49-F238E27FC236}">
                  <a16:creationId xmlns:a16="http://schemas.microsoft.com/office/drawing/2014/main" id="{A0ED7314-4C76-4E9D-8ED8-5B41D1B5836B}"/>
                </a:ext>
              </a:extLst>
            </p:cNvPr>
            <p:cNvSpPr/>
            <p:nvPr/>
          </p:nvSpPr>
          <p:spPr>
            <a:xfrm>
              <a:off x="4556467" y="3968277"/>
              <a:ext cx="310896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053" name="Hexagon 3052">
              <a:extLst>
                <a:ext uri="{FF2B5EF4-FFF2-40B4-BE49-F238E27FC236}">
                  <a16:creationId xmlns:a16="http://schemas.microsoft.com/office/drawing/2014/main" id="{927F00AE-1BE8-47C5-8FBD-A8FCECE30C26}"/>
                </a:ext>
              </a:extLst>
            </p:cNvPr>
            <p:cNvSpPr/>
            <p:nvPr/>
          </p:nvSpPr>
          <p:spPr>
            <a:xfrm>
              <a:off x="4809665" y="5368691"/>
              <a:ext cx="310896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054" name="Hexagon 3053">
              <a:extLst>
                <a:ext uri="{FF2B5EF4-FFF2-40B4-BE49-F238E27FC236}">
                  <a16:creationId xmlns:a16="http://schemas.microsoft.com/office/drawing/2014/main" id="{D62DF677-9DB2-43EC-A562-FC2B10B0E600}"/>
                </a:ext>
              </a:extLst>
            </p:cNvPr>
            <p:cNvSpPr/>
            <p:nvPr/>
          </p:nvSpPr>
          <p:spPr>
            <a:xfrm>
              <a:off x="4812848" y="5185811"/>
              <a:ext cx="310896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055" name="Hexagon 3054">
              <a:extLst>
                <a:ext uri="{FF2B5EF4-FFF2-40B4-BE49-F238E27FC236}">
                  <a16:creationId xmlns:a16="http://schemas.microsoft.com/office/drawing/2014/main" id="{3CA91D2D-7FB2-44F2-BFB6-109CC1A41237}"/>
                </a:ext>
              </a:extLst>
            </p:cNvPr>
            <p:cNvSpPr/>
            <p:nvPr/>
          </p:nvSpPr>
          <p:spPr>
            <a:xfrm>
              <a:off x="4800164" y="5003065"/>
              <a:ext cx="310896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056" name="Hexagon 3055">
              <a:extLst>
                <a:ext uri="{FF2B5EF4-FFF2-40B4-BE49-F238E27FC236}">
                  <a16:creationId xmlns:a16="http://schemas.microsoft.com/office/drawing/2014/main" id="{416AAED5-1C53-4F32-9F23-BE12D9674679}"/>
                </a:ext>
              </a:extLst>
            </p:cNvPr>
            <p:cNvSpPr/>
            <p:nvPr/>
          </p:nvSpPr>
          <p:spPr>
            <a:xfrm>
              <a:off x="4800164" y="4812969"/>
              <a:ext cx="310896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057" name="Hexagon 3056">
              <a:extLst>
                <a:ext uri="{FF2B5EF4-FFF2-40B4-BE49-F238E27FC236}">
                  <a16:creationId xmlns:a16="http://schemas.microsoft.com/office/drawing/2014/main" id="{6645E952-150C-485F-B170-EA05258C284D}"/>
                </a:ext>
              </a:extLst>
            </p:cNvPr>
            <p:cNvSpPr/>
            <p:nvPr/>
          </p:nvSpPr>
          <p:spPr>
            <a:xfrm>
              <a:off x="5040678" y="5094371"/>
              <a:ext cx="310896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058" name="Hexagon 3057">
              <a:extLst>
                <a:ext uri="{FF2B5EF4-FFF2-40B4-BE49-F238E27FC236}">
                  <a16:creationId xmlns:a16="http://schemas.microsoft.com/office/drawing/2014/main" id="{2282787C-3EAF-4524-83AC-88647971581B}"/>
                </a:ext>
              </a:extLst>
            </p:cNvPr>
            <p:cNvSpPr/>
            <p:nvPr/>
          </p:nvSpPr>
          <p:spPr>
            <a:xfrm>
              <a:off x="5043861" y="4911491"/>
              <a:ext cx="310896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059" name="Hexagon 3058">
              <a:extLst>
                <a:ext uri="{FF2B5EF4-FFF2-40B4-BE49-F238E27FC236}">
                  <a16:creationId xmlns:a16="http://schemas.microsoft.com/office/drawing/2014/main" id="{B900AE33-DFD8-47FC-9023-7A6048D64E45}"/>
                </a:ext>
              </a:extLst>
            </p:cNvPr>
            <p:cNvSpPr/>
            <p:nvPr/>
          </p:nvSpPr>
          <p:spPr>
            <a:xfrm>
              <a:off x="5031177" y="4728745"/>
              <a:ext cx="310896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060" name="Hexagon 3059">
              <a:extLst>
                <a:ext uri="{FF2B5EF4-FFF2-40B4-BE49-F238E27FC236}">
                  <a16:creationId xmlns:a16="http://schemas.microsoft.com/office/drawing/2014/main" id="{B1305E4E-850E-48B3-8D24-68EA53F8BC99}"/>
                </a:ext>
              </a:extLst>
            </p:cNvPr>
            <p:cNvSpPr/>
            <p:nvPr/>
          </p:nvSpPr>
          <p:spPr>
            <a:xfrm>
              <a:off x="5031177" y="4538649"/>
              <a:ext cx="310896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061" name="Hexagon 3060">
              <a:extLst>
                <a:ext uri="{FF2B5EF4-FFF2-40B4-BE49-F238E27FC236}">
                  <a16:creationId xmlns:a16="http://schemas.microsoft.com/office/drawing/2014/main" id="{DA45C098-654B-4B9D-9B9F-5BB410588463}"/>
                </a:ext>
              </a:extLst>
            </p:cNvPr>
            <p:cNvSpPr/>
            <p:nvPr/>
          </p:nvSpPr>
          <p:spPr>
            <a:xfrm>
              <a:off x="5284169" y="5002931"/>
              <a:ext cx="310896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062" name="Hexagon 3061">
              <a:extLst>
                <a:ext uri="{FF2B5EF4-FFF2-40B4-BE49-F238E27FC236}">
                  <a16:creationId xmlns:a16="http://schemas.microsoft.com/office/drawing/2014/main" id="{2D25D702-4EDF-438C-A095-99A8E3BF720E}"/>
                </a:ext>
              </a:extLst>
            </p:cNvPr>
            <p:cNvSpPr/>
            <p:nvPr/>
          </p:nvSpPr>
          <p:spPr>
            <a:xfrm>
              <a:off x="5287352" y="4820051"/>
              <a:ext cx="310896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063" name="Hexagon 3062">
              <a:extLst>
                <a:ext uri="{FF2B5EF4-FFF2-40B4-BE49-F238E27FC236}">
                  <a16:creationId xmlns:a16="http://schemas.microsoft.com/office/drawing/2014/main" id="{B5E09BFA-E3D2-42AB-A9BE-3ACC21CDE409}"/>
                </a:ext>
              </a:extLst>
            </p:cNvPr>
            <p:cNvSpPr/>
            <p:nvPr/>
          </p:nvSpPr>
          <p:spPr>
            <a:xfrm>
              <a:off x="5274668" y="4637305"/>
              <a:ext cx="310896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064" name="Hexagon 3063">
              <a:extLst>
                <a:ext uri="{FF2B5EF4-FFF2-40B4-BE49-F238E27FC236}">
                  <a16:creationId xmlns:a16="http://schemas.microsoft.com/office/drawing/2014/main" id="{614A1EE5-8C0B-4441-8093-F7FF83445C26}"/>
                </a:ext>
              </a:extLst>
            </p:cNvPr>
            <p:cNvSpPr/>
            <p:nvPr/>
          </p:nvSpPr>
          <p:spPr>
            <a:xfrm>
              <a:off x="5274668" y="4447209"/>
              <a:ext cx="310896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066" name="Hexagon 3065">
              <a:extLst>
                <a:ext uri="{FF2B5EF4-FFF2-40B4-BE49-F238E27FC236}">
                  <a16:creationId xmlns:a16="http://schemas.microsoft.com/office/drawing/2014/main" id="{41542FE5-36A3-4936-BE4A-2573746A7BB7}"/>
                </a:ext>
              </a:extLst>
            </p:cNvPr>
            <p:cNvSpPr/>
            <p:nvPr/>
          </p:nvSpPr>
          <p:spPr>
            <a:xfrm>
              <a:off x="5537399" y="5277251"/>
              <a:ext cx="310896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067" name="Hexagon 3066">
              <a:extLst>
                <a:ext uri="{FF2B5EF4-FFF2-40B4-BE49-F238E27FC236}">
                  <a16:creationId xmlns:a16="http://schemas.microsoft.com/office/drawing/2014/main" id="{C77AD7FC-E027-47FA-98F9-EB70C503A80D}"/>
                </a:ext>
              </a:extLst>
            </p:cNvPr>
            <p:cNvSpPr/>
            <p:nvPr/>
          </p:nvSpPr>
          <p:spPr>
            <a:xfrm>
              <a:off x="5524715" y="5094505"/>
              <a:ext cx="310896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068" name="Hexagon 3067">
              <a:extLst>
                <a:ext uri="{FF2B5EF4-FFF2-40B4-BE49-F238E27FC236}">
                  <a16:creationId xmlns:a16="http://schemas.microsoft.com/office/drawing/2014/main" id="{CD9EF2A9-BEE1-4BC8-9FB5-84032C0D7F29}"/>
                </a:ext>
              </a:extLst>
            </p:cNvPr>
            <p:cNvSpPr/>
            <p:nvPr/>
          </p:nvSpPr>
          <p:spPr>
            <a:xfrm>
              <a:off x="5524715" y="4904409"/>
              <a:ext cx="310896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069" name="Hexagon 3068">
              <a:extLst>
                <a:ext uri="{FF2B5EF4-FFF2-40B4-BE49-F238E27FC236}">
                  <a16:creationId xmlns:a16="http://schemas.microsoft.com/office/drawing/2014/main" id="{85FBB944-15AE-4FE1-A2F5-1534801DAA30}"/>
                </a:ext>
              </a:extLst>
            </p:cNvPr>
            <p:cNvSpPr/>
            <p:nvPr/>
          </p:nvSpPr>
          <p:spPr>
            <a:xfrm>
              <a:off x="5765023" y="4985579"/>
              <a:ext cx="310896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070" name="Hexagon 3069">
              <a:extLst>
                <a:ext uri="{FF2B5EF4-FFF2-40B4-BE49-F238E27FC236}">
                  <a16:creationId xmlns:a16="http://schemas.microsoft.com/office/drawing/2014/main" id="{8A9D8630-6DEB-4934-BCAA-09421B126491}"/>
                </a:ext>
              </a:extLst>
            </p:cNvPr>
            <p:cNvSpPr/>
            <p:nvPr/>
          </p:nvSpPr>
          <p:spPr>
            <a:xfrm>
              <a:off x="5768206" y="4802699"/>
              <a:ext cx="310896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071" name="Hexagon 3070">
              <a:extLst>
                <a:ext uri="{FF2B5EF4-FFF2-40B4-BE49-F238E27FC236}">
                  <a16:creationId xmlns:a16="http://schemas.microsoft.com/office/drawing/2014/main" id="{2DB622C9-2D0E-462D-A8C7-82D411F56ECF}"/>
                </a:ext>
              </a:extLst>
            </p:cNvPr>
            <p:cNvSpPr/>
            <p:nvPr/>
          </p:nvSpPr>
          <p:spPr>
            <a:xfrm>
              <a:off x="5755522" y="4619953"/>
              <a:ext cx="310896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072" name="Hexagon 3071">
              <a:extLst>
                <a:ext uri="{FF2B5EF4-FFF2-40B4-BE49-F238E27FC236}">
                  <a16:creationId xmlns:a16="http://schemas.microsoft.com/office/drawing/2014/main" id="{752CDDA3-B7FE-4116-8B48-21B376C000B2}"/>
                </a:ext>
              </a:extLst>
            </p:cNvPr>
            <p:cNvSpPr/>
            <p:nvPr/>
          </p:nvSpPr>
          <p:spPr>
            <a:xfrm>
              <a:off x="5755522" y="4429857"/>
              <a:ext cx="310896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073" name="Hexagon 3072">
              <a:extLst>
                <a:ext uri="{FF2B5EF4-FFF2-40B4-BE49-F238E27FC236}">
                  <a16:creationId xmlns:a16="http://schemas.microsoft.com/office/drawing/2014/main" id="{BF64AF4C-BBF7-4C4A-933C-6D060EC6BD0B}"/>
                </a:ext>
              </a:extLst>
            </p:cNvPr>
            <p:cNvSpPr/>
            <p:nvPr/>
          </p:nvSpPr>
          <p:spPr>
            <a:xfrm>
              <a:off x="6002386" y="5077019"/>
              <a:ext cx="310896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074" name="Hexagon 3073">
              <a:extLst>
                <a:ext uri="{FF2B5EF4-FFF2-40B4-BE49-F238E27FC236}">
                  <a16:creationId xmlns:a16="http://schemas.microsoft.com/office/drawing/2014/main" id="{3D8B2578-C705-4899-B350-73295B9A54A8}"/>
                </a:ext>
              </a:extLst>
            </p:cNvPr>
            <p:cNvSpPr/>
            <p:nvPr/>
          </p:nvSpPr>
          <p:spPr>
            <a:xfrm>
              <a:off x="6005569" y="4894139"/>
              <a:ext cx="310896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075" name="Hexagon 3074">
              <a:extLst>
                <a:ext uri="{FF2B5EF4-FFF2-40B4-BE49-F238E27FC236}">
                  <a16:creationId xmlns:a16="http://schemas.microsoft.com/office/drawing/2014/main" id="{D39D4A7F-8B9B-4B7E-A801-9B2B877E8206}"/>
                </a:ext>
              </a:extLst>
            </p:cNvPr>
            <p:cNvSpPr/>
            <p:nvPr/>
          </p:nvSpPr>
          <p:spPr>
            <a:xfrm>
              <a:off x="5992885" y="4711393"/>
              <a:ext cx="310896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076" name="Hexagon 3075">
              <a:extLst>
                <a:ext uri="{FF2B5EF4-FFF2-40B4-BE49-F238E27FC236}">
                  <a16:creationId xmlns:a16="http://schemas.microsoft.com/office/drawing/2014/main" id="{1A466876-192E-4335-BFE2-8641ABAD9A0B}"/>
                </a:ext>
              </a:extLst>
            </p:cNvPr>
            <p:cNvSpPr/>
            <p:nvPr/>
          </p:nvSpPr>
          <p:spPr>
            <a:xfrm>
              <a:off x="5992885" y="4521297"/>
              <a:ext cx="310896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077" name="Hexagon 3076">
              <a:extLst>
                <a:ext uri="{FF2B5EF4-FFF2-40B4-BE49-F238E27FC236}">
                  <a16:creationId xmlns:a16="http://schemas.microsoft.com/office/drawing/2014/main" id="{D6A29BB4-6143-44EB-813C-76042AFCAA7F}"/>
                </a:ext>
              </a:extLst>
            </p:cNvPr>
            <p:cNvSpPr/>
            <p:nvPr/>
          </p:nvSpPr>
          <p:spPr>
            <a:xfrm>
              <a:off x="5300020" y="5734183"/>
              <a:ext cx="310896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078" name="Hexagon 3077">
              <a:extLst>
                <a:ext uri="{FF2B5EF4-FFF2-40B4-BE49-F238E27FC236}">
                  <a16:creationId xmlns:a16="http://schemas.microsoft.com/office/drawing/2014/main" id="{74150365-26F1-47C4-9A97-501563AC2B03}"/>
                </a:ext>
              </a:extLst>
            </p:cNvPr>
            <p:cNvSpPr/>
            <p:nvPr/>
          </p:nvSpPr>
          <p:spPr>
            <a:xfrm>
              <a:off x="5303203" y="5551303"/>
              <a:ext cx="310896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079" name="Hexagon 3078">
              <a:extLst>
                <a:ext uri="{FF2B5EF4-FFF2-40B4-BE49-F238E27FC236}">
                  <a16:creationId xmlns:a16="http://schemas.microsoft.com/office/drawing/2014/main" id="{62568FD2-9E5A-4A64-B8C7-3D1326571581}"/>
                </a:ext>
              </a:extLst>
            </p:cNvPr>
            <p:cNvSpPr/>
            <p:nvPr/>
          </p:nvSpPr>
          <p:spPr>
            <a:xfrm>
              <a:off x="5290519" y="5368557"/>
              <a:ext cx="310896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080" name="Hexagon 3079">
              <a:extLst>
                <a:ext uri="{FF2B5EF4-FFF2-40B4-BE49-F238E27FC236}">
                  <a16:creationId xmlns:a16="http://schemas.microsoft.com/office/drawing/2014/main" id="{869B17E8-2438-40C1-A2FD-4C5FFCD193CA}"/>
                </a:ext>
              </a:extLst>
            </p:cNvPr>
            <p:cNvSpPr/>
            <p:nvPr/>
          </p:nvSpPr>
          <p:spPr>
            <a:xfrm>
              <a:off x="5774667" y="5541167"/>
              <a:ext cx="310896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081" name="Hexagon 3080">
              <a:extLst>
                <a:ext uri="{FF2B5EF4-FFF2-40B4-BE49-F238E27FC236}">
                  <a16:creationId xmlns:a16="http://schemas.microsoft.com/office/drawing/2014/main" id="{04F08BCC-CC04-446C-91A5-69CAAC20CFD8}"/>
                </a:ext>
              </a:extLst>
            </p:cNvPr>
            <p:cNvSpPr/>
            <p:nvPr/>
          </p:nvSpPr>
          <p:spPr>
            <a:xfrm>
              <a:off x="5777850" y="5358287"/>
              <a:ext cx="310896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082" name="Hexagon 3081">
              <a:extLst>
                <a:ext uri="{FF2B5EF4-FFF2-40B4-BE49-F238E27FC236}">
                  <a16:creationId xmlns:a16="http://schemas.microsoft.com/office/drawing/2014/main" id="{66F9FC60-C5D0-41A8-98FF-AE25ADBDC7EA}"/>
                </a:ext>
              </a:extLst>
            </p:cNvPr>
            <p:cNvSpPr/>
            <p:nvPr/>
          </p:nvSpPr>
          <p:spPr>
            <a:xfrm>
              <a:off x="5765166" y="5175541"/>
              <a:ext cx="310896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083" name="Hexagon 3082">
              <a:extLst>
                <a:ext uri="{FF2B5EF4-FFF2-40B4-BE49-F238E27FC236}">
                  <a16:creationId xmlns:a16="http://schemas.microsoft.com/office/drawing/2014/main" id="{A85EC155-0EC5-4C7C-B842-5C1AEE6AB3DC}"/>
                </a:ext>
              </a:extLst>
            </p:cNvPr>
            <p:cNvSpPr/>
            <p:nvPr/>
          </p:nvSpPr>
          <p:spPr>
            <a:xfrm>
              <a:off x="4320363" y="4441234"/>
              <a:ext cx="310896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084" name="Hexagon 3083">
              <a:extLst>
                <a:ext uri="{FF2B5EF4-FFF2-40B4-BE49-F238E27FC236}">
                  <a16:creationId xmlns:a16="http://schemas.microsoft.com/office/drawing/2014/main" id="{58FFAA94-BF3A-4BC1-BB3B-1C0C342B5259}"/>
                </a:ext>
              </a:extLst>
            </p:cNvPr>
            <p:cNvSpPr/>
            <p:nvPr/>
          </p:nvSpPr>
          <p:spPr>
            <a:xfrm>
              <a:off x="4323546" y="4258354"/>
              <a:ext cx="310896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085" name="Hexagon 3084">
              <a:extLst>
                <a:ext uri="{FF2B5EF4-FFF2-40B4-BE49-F238E27FC236}">
                  <a16:creationId xmlns:a16="http://schemas.microsoft.com/office/drawing/2014/main" id="{76C7D8EF-2F5C-44DA-A26D-A95D1987B64E}"/>
                </a:ext>
              </a:extLst>
            </p:cNvPr>
            <p:cNvSpPr/>
            <p:nvPr/>
          </p:nvSpPr>
          <p:spPr>
            <a:xfrm>
              <a:off x="4310862" y="4075608"/>
              <a:ext cx="310896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086" name="Hexagon 3085">
              <a:extLst>
                <a:ext uri="{FF2B5EF4-FFF2-40B4-BE49-F238E27FC236}">
                  <a16:creationId xmlns:a16="http://schemas.microsoft.com/office/drawing/2014/main" id="{3F96C630-9454-46F6-914A-BA5A8BCE35D3}"/>
                </a:ext>
              </a:extLst>
            </p:cNvPr>
            <p:cNvSpPr/>
            <p:nvPr/>
          </p:nvSpPr>
          <p:spPr>
            <a:xfrm>
              <a:off x="4565968" y="3792884"/>
              <a:ext cx="310896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087" name="Hexagon 3086">
              <a:extLst>
                <a:ext uri="{FF2B5EF4-FFF2-40B4-BE49-F238E27FC236}">
                  <a16:creationId xmlns:a16="http://schemas.microsoft.com/office/drawing/2014/main" id="{3ABF7B08-39F0-4B20-83F4-F22FE3D6611F}"/>
                </a:ext>
              </a:extLst>
            </p:cNvPr>
            <p:cNvSpPr/>
            <p:nvPr/>
          </p:nvSpPr>
          <p:spPr>
            <a:xfrm>
              <a:off x="4816119" y="3701307"/>
              <a:ext cx="310896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088" name="Hexagon 3087">
              <a:extLst>
                <a:ext uri="{FF2B5EF4-FFF2-40B4-BE49-F238E27FC236}">
                  <a16:creationId xmlns:a16="http://schemas.microsoft.com/office/drawing/2014/main" id="{6A78995C-2CC5-4820-B751-F779C00D4D4E}"/>
                </a:ext>
              </a:extLst>
            </p:cNvPr>
            <p:cNvSpPr/>
            <p:nvPr/>
          </p:nvSpPr>
          <p:spPr>
            <a:xfrm>
              <a:off x="4806618" y="3890489"/>
              <a:ext cx="310896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089" name="Hexagon 3088">
              <a:extLst>
                <a:ext uri="{FF2B5EF4-FFF2-40B4-BE49-F238E27FC236}">
                  <a16:creationId xmlns:a16="http://schemas.microsoft.com/office/drawing/2014/main" id="{54610FAE-E44B-4BA7-A7E4-19990BE427AC}"/>
                </a:ext>
              </a:extLst>
            </p:cNvPr>
            <p:cNvSpPr/>
            <p:nvPr/>
          </p:nvSpPr>
          <p:spPr>
            <a:xfrm>
              <a:off x="4806514" y="4425343"/>
              <a:ext cx="310896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090" name="Hexagon 3089">
              <a:extLst>
                <a:ext uri="{FF2B5EF4-FFF2-40B4-BE49-F238E27FC236}">
                  <a16:creationId xmlns:a16="http://schemas.microsoft.com/office/drawing/2014/main" id="{93A2F73F-8FD8-4F7F-A38B-4B0A8523EB35}"/>
                </a:ext>
              </a:extLst>
            </p:cNvPr>
            <p:cNvSpPr/>
            <p:nvPr/>
          </p:nvSpPr>
          <p:spPr>
            <a:xfrm>
              <a:off x="5518381" y="4538381"/>
              <a:ext cx="310896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091" name="Hexagon 3090">
              <a:extLst>
                <a:ext uri="{FF2B5EF4-FFF2-40B4-BE49-F238E27FC236}">
                  <a16:creationId xmlns:a16="http://schemas.microsoft.com/office/drawing/2014/main" id="{ED1627DA-1581-4EC8-92D3-218557630D00}"/>
                </a:ext>
              </a:extLst>
            </p:cNvPr>
            <p:cNvSpPr/>
            <p:nvPr/>
          </p:nvSpPr>
          <p:spPr>
            <a:xfrm>
              <a:off x="5515270" y="4348821"/>
              <a:ext cx="310896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092" name="Hexagon 3091">
              <a:extLst>
                <a:ext uri="{FF2B5EF4-FFF2-40B4-BE49-F238E27FC236}">
                  <a16:creationId xmlns:a16="http://schemas.microsoft.com/office/drawing/2014/main" id="{EC5153D9-B689-46A3-9314-C45D2D08737E}"/>
                </a:ext>
              </a:extLst>
            </p:cNvPr>
            <p:cNvSpPr/>
            <p:nvPr/>
          </p:nvSpPr>
          <p:spPr>
            <a:xfrm>
              <a:off x="5544519" y="5654169"/>
              <a:ext cx="310896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093" name="Hexagon 3092">
              <a:extLst>
                <a:ext uri="{FF2B5EF4-FFF2-40B4-BE49-F238E27FC236}">
                  <a16:creationId xmlns:a16="http://schemas.microsoft.com/office/drawing/2014/main" id="{88FA9C0B-BB8A-4B67-B0A2-788CE53F68A9}"/>
                </a:ext>
              </a:extLst>
            </p:cNvPr>
            <p:cNvSpPr/>
            <p:nvPr/>
          </p:nvSpPr>
          <p:spPr>
            <a:xfrm>
              <a:off x="6008760" y="5273843"/>
              <a:ext cx="310896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094" name="Hexagon 3093">
              <a:extLst>
                <a:ext uri="{FF2B5EF4-FFF2-40B4-BE49-F238E27FC236}">
                  <a16:creationId xmlns:a16="http://schemas.microsoft.com/office/drawing/2014/main" id="{0036FAA5-5501-4B2B-83AC-F25E5043BAA8}"/>
                </a:ext>
              </a:extLst>
            </p:cNvPr>
            <p:cNvSpPr/>
            <p:nvPr/>
          </p:nvSpPr>
          <p:spPr>
            <a:xfrm>
              <a:off x="6245877" y="4809460"/>
              <a:ext cx="310896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095" name="Hexagon 3094">
              <a:extLst>
                <a:ext uri="{FF2B5EF4-FFF2-40B4-BE49-F238E27FC236}">
                  <a16:creationId xmlns:a16="http://schemas.microsoft.com/office/drawing/2014/main" id="{66CF4F37-F7B5-445D-B247-043E7A55340D}"/>
                </a:ext>
              </a:extLst>
            </p:cNvPr>
            <p:cNvSpPr/>
            <p:nvPr/>
          </p:nvSpPr>
          <p:spPr>
            <a:xfrm>
              <a:off x="8581382" y="8655975"/>
              <a:ext cx="310896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096" name="Hexagon 3095">
              <a:extLst>
                <a:ext uri="{FF2B5EF4-FFF2-40B4-BE49-F238E27FC236}">
                  <a16:creationId xmlns:a16="http://schemas.microsoft.com/office/drawing/2014/main" id="{CB0AF6D2-9CB8-43A8-95E7-AF3D31E4CF57}"/>
                </a:ext>
              </a:extLst>
            </p:cNvPr>
            <p:cNvSpPr/>
            <p:nvPr/>
          </p:nvSpPr>
          <p:spPr>
            <a:xfrm>
              <a:off x="8826651" y="8564535"/>
              <a:ext cx="310896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097" name="Hexagon 3096">
              <a:extLst>
                <a:ext uri="{FF2B5EF4-FFF2-40B4-BE49-F238E27FC236}">
                  <a16:creationId xmlns:a16="http://schemas.microsoft.com/office/drawing/2014/main" id="{B7B16E7A-CA11-4703-BA21-E897E8B5233E}"/>
                </a:ext>
              </a:extLst>
            </p:cNvPr>
            <p:cNvSpPr/>
            <p:nvPr/>
          </p:nvSpPr>
          <p:spPr>
            <a:xfrm>
              <a:off x="8826651" y="8381655"/>
              <a:ext cx="310896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098" name="Hexagon 3097">
              <a:extLst>
                <a:ext uri="{FF2B5EF4-FFF2-40B4-BE49-F238E27FC236}">
                  <a16:creationId xmlns:a16="http://schemas.microsoft.com/office/drawing/2014/main" id="{92AEAC3B-CF68-427D-925B-56C9AB1B782E}"/>
                </a:ext>
              </a:extLst>
            </p:cNvPr>
            <p:cNvSpPr/>
            <p:nvPr/>
          </p:nvSpPr>
          <p:spPr>
            <a:xfrm>
              <a:off x="9050489" y="8655975"/>
              <a:ext cx="310896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099" name="Hexagon 3098">
              <a:extLst>
                <a:ext uri="{FF2B5EF4-FFF2-40B4-BE49-F238E27FC236}">
                  <a16:creationId xmlns:a16="http://schemas.microsoft.com/office/drawing/2014/main" id="{288C3636-CE4F-4352-A4F6-C4BE1970B8AA}"/>
                </a:ext>
              </a:extLst>
            </p:cNvPr>
            <p:cNvSpPr/>
            <p:nvPr/>
          </p:nvSpPr>
          <p:spPr>
            <a:xfrm>
              <a:off x="9050489" y="8473095"/>
              <a:ext cx="310896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100" name="Hexagon 3099">
              <a:extLst>
                <a:ext uri="{FF2B5EF4-FFF2-40B4-BE49-F238E27FC236}">
                  <a16:creationId xmlns:a16="http://schemas.microsoft.com/office/drawing/2014/main" id="{8957FE16-BC4F-49B1-A533-9E538DBC1F3A}"/>
                </a:ext>
              </a:extLst>
            </p:cNvPr>
            <p:cNvSpPr/>
            <p:nvPr/>
          </p:nvSpPr>
          <p:spPr>
            <a:xfrm>
              <a:off x="9295758" y="8564535"/>
              <a:ext cx="310896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101" name="Hexagon 3100">
              <a:extLst>
                <a:ext uri="{FF2B5EF4-FFF2-40B4-BE49-F238E27FC236}">
                  <a16:creationId xmlns:a16="http://schemas.microsoft.com/office/drawing/2014/main" id="{E417D140-A416-4124-A8B8-57916A4534DC}"/>
                </a:ext>
              </a:extLst>
            </p:cNvPr>
            <p:cNvSpPr/>
            <p:nvPr/>
          </p:nvSpPr>
          <p:spPr>
            <a:xfrm>
              <a:off x="9295758" y="8381655"/>
              <a:ext cx="310896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102" name="Hexagon 3101">
              <a:extLst>
                <a:ext uri="{FF2B5EF4-FFF2-40B4-BE49-F238E27FC236}">
                  <a16:creationId xmlns:a16="http://schemas.microsoft.com/office/drawing/2014/main" id="{8AF2F73E-FB6D-43B3-A35E-18C595A54B9E}"/>
                </a:ext>
              </a:extLst>
            </p:cNvPr>
            <p:cNvSpPr/>
            <p:nvPr/>
          </p:nvSpPr>
          <p:spPr>
            <a:xfrm>
              <a:off x="9541026" y="8655975"/>
              <a:ext cx="310896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103" name="Hexagon 3102">
              <a:extLst>
                <a:ext uri="{FF2B5EF4-FFF2-40B4-BE49-F238E27FC236}">
                  <a16:creationId xmlns:a16="http://schemas.microsoft.com/office/drawing/2014/main" id="{953A6B26-D8EB-4A48-BD9A-C73BE742EADC}"/>
                </a:ext>
              </a:extLst>
            </p:cNvPr>
            <p:cNvSpPr/>
            <p:nvPr/>
          </p:nvSpPr>
          <p:spPr>
            <a:xfrm>
              <a:off x="9541026" y="8473095"/>
              <a:ext cx="310896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104" name="Hexagon 3103">
              <a:extLst>
                <a:ext uri="{FF2B5EF4-FFF2-40B4-BE49-F238E27FC236}">
                  <a16:creationId xmlns:a16="http://schemas.microsoft.com/office/drawing/2014/main" id="{32D363B1-C325-4CD4-B51C-A78FCADCCF6C}"/>
                </a:ext>
              </a:extLst>
            </p:cNvPr>
            <p:cNvSpPr/>
            <p:nvPr/>
          </p:nvSpPr>
          <p:spPr>
            <a:xfrm>
              <a:off x="9772698" y="8747415"/>
              <a:ext cx="310896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105" name="Hexagon 3104">
              <a:extLst>
                <a:ext uri="{FF2B5EF4-FFF2-40B4-BE49-F238E27FC236}">
                  <a16:creationId xmlns:a16="http://schemas.microsoft.com/office/drawing/2014/main" id="{0DC550B2-E679-44AE-8011-0FE70EE35AA4}"/>
                </a:ext>
              </a:extLst>
            </p:cNvPr>
            <p:cNvSpPr/>
            <p:nvPr/>
          </p:nvSpPr>
          <p:spPr>
            <a:xfrm>
              <a:off x="9772698" y="8564535"/>
              <a:ext cx="310896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106" name="Hexagon 3105">
              <a:extLst>
                <a:ext uri="{FF2B5EF4-FFF2-40B4-BE49-F238E27FC236}">
                  <a16:creationId xmlns:a16="http://schemas.microsoft.com/office/drawing/2014/main" id="{90A0260D-C679-4015-9992-F9662F822D95}"/>
                </a:ext>
              </a:extLst>
            </p:cNvPr>
            <p:cNvSpPr/>
            <p:nvPr/>
          </p:nvSpPr>
          <p:spPr>
            <a:xfrm>
              <a:off x="10013204" y="8850417"/>
              <a:ext cx="310896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107" name="Hexagon 3106">
              <a:extLst>
                <a:ext uri="{FF2B5EF4-FFF2-40B4-BE49-F238E27FC236}">
                  <a16:creationId xmlns:a16="http://schemas.microsoft.com/office/drawing/2014/main" id="{A28135AE-1945-4065-87B5-3F48CBE37B0E}"/>
                </a:ext>
              </a:extLst>
            </p:cNvPr>
            <p:cNvSpPr/>
            <p:nvPr/>
          </p:nvSpPr>
          <p:spPr>
            <a:xfrm>
              <a:off x="10013204" y="8667537"/>
              <a:ext cx="310896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108" name="Hexagon 3107">
              <a:extLst>
                <a:ext uri="{FF2B5EF4-FFF2-40B4-BE49-F238E27FC236}">
                  <a16:creationId xmlns:a16="http://schemas.microsoft.com/office/drawing/2014/main" id="{8CAF841E-CDEA-4DEA-A34A-6B30A56F0FC7}"/>
                </a:ext>
              </a:extLst>
            </p:cNvPr>
            <p:cNvSpPr/>
            <p:nvPr/>
          </p:nvSpPr>
          <p:spPr>
            <a:xfrm>
              <a:off x="10249638" y="8576097"/>
              <a:ext cx="310896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109" name="Hexagon 3108">
              <a:extLst>
                <a:ext uri="{FF2B5EF4-FFF2-40B4-BE49-F238E27FC236}">
                  <a16:creationId xmlns:a16="http://schemas.microsoft.com/office/drawing/2014/main" id="{FC3C7286-8CE4-4DC4-A0E3-E01648C5EF5E}"/>
                </a:ext>
              </a:extLst>
            </p:cNvPr>
            <p:cNvSpPr/>
            <p:nvPr/>
          </p:nvSpPr>
          <p:spPr>
            <a:xfrm>
              <a:off x="10249638" y="8393217"/>
              <a:ext cx="310896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110" name="Hexagon 3109">
              <a:extLst>
                <a:ext uri="{FF2B5EF4-FFF2-40B4-BE49-F238E27FC236}">
                  <a16:creationId xmlns:a16="http://schemas.microsoft.com/office/drawing/2014/main" id="{9B5419AF-868D-46E7-8677-70585A9EC357}"/>
                </a:ext>
              </a:extLst>
            </p:cNvPr>
            <p:cNvSpPr/>
            <p:nvPr/>
          </p:nvSpPr>
          <p:spPr>
            <a:xfrm>
              <a:off x="9786295" y="8381655"/>
              <a:ext cx="310896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111" name="Hexagon 3110">
              <a:extLst>
                <a:ext uri="{FF2B5EF4-FFF2-40B4-BE49-F238E27FC236}">
                  <a16:creationId xmlns:a16="http://schemas.microsoft.com/office/drawing/2014/main" id="{B80AC69F-D831-454D-B49B-1C68A0E1AFB6}"/>
                </a:ext>
              </a:extLst>
            </p:cNvPr>
            <p:cNvSpPr/>
            <p:nvPr/>
          </p:nvSpPr>
          <p:spPr>
            <a:xfrm>
              <a:off x="9786295" y="8198775"/>
              <a:ext cx="310896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112" name="Hexagon 3111">
              <a:extLst>
                <a:ext uri="{FF2B5EF4-FFF2-40B4-BE49-F238E27FC236}">
                  <a16:creationId xmlns:a16="http://schemas.microsoft.com/office/drawing/2014/main" id="{426E978F-A34A-42D4-84F5-B78A2E2E4BD7}"/>
                </a:ext>
              </a:extLst>
            </p:cNvPr>
            <p:cNvSpPr/>
            <p:nvPr/>
          </p:nvSpPr>
          <p:spPr>
            <a:xfrm>
              <a:off x="10017966" y="8292251"/>
              <a:ext cx="310896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113" name="Hexagon 3112">
              <a:extLst>
                <a:ext uri="{FF2B5EF4-FFF2-40B4-BE49-F238E27FC236}">
                  <a16:creationId xmlns:a16="http://schemas.microsoft.com/office/drawing/2014/main" id="{B080C91A-4378-43F2-A422-F08D0C9CC2B1}"/>
                </a:ext>
              </a:extLst>
            </p:cNvPr>
            <p:cNvSpPr/>
            <p:nvPr/>
          </p:nvSpPr>
          <p:spPr>
            <a:xfrm>
              <a:off x="10017966" y="8109371"/>
              <a:ext cx="310896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114" name="Hexagon 3113">
              <a:extLst>
                <a:ext uri="{FF2B5EF4-FFF2-40B4-BE49-F238E27FC236}">
                  <a16:creationId xmlns:a16="http://schemas.microsoft.com/office/drawing/2014/main" id="{9A497243-FA7D-423C-B603-3DA366F99D49}"/>
                </a:ext>
              </a:extLst>
            </p:cNvPr>
            <p:cNvSpPr/>
            <p:nvPr/>
          </p:nvSpPr>
          <p:spPr>
            <a:xfrm>
              <a:off x="9541026" y="8285796"/>
              <a:ext cx="310896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115" name="Hexagon 3114">
              <a:extLst>
                <a:ext uri="{FF2B5EF4-FFF2-40B4-BE49-F238E27FC236}">
                  <a16:creationId xmlns:a16="http://schemas.microsoft.com/office/drawing/2014/main" id="{B170DBD2-6767-4648-B104-74616C555706}"/>
                </a:ext>
              </a:extLst>
            </p:cNvPr>
            <p:cNvSpPr/>
            <p:nvPr/>
          </p:nvSpPr>
          <p:spPr>
            <a:xfrm>
              <a:off x="9541026" y="8102916"/>
              <a:ext cx="310896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116" name="Hexagon 3115">
              <a:extLst>
                <a:ext uri="{FF2B5EF4-FFF2-40B4-BE49-F238E27FC236}">
                  <a16:creationId xmlns:a16="http://schemas.microsoft.com/office/drawing/2014/main" id="{0A87A5D9-45D6-44BC-9E77-48E9058981EA}"/>
                </a:ext>
              </a:extLst>
            </p:cNvPr>
            <p:cNvSpPr/>
            <p:nvPr/>
          </p:nvSpPr>
          <p:spPr>
            <a:xfrm>
              <a:off x="9781235" y="8015722"/>
              <a:ext cx="310896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117" name="Hexagon 3116">
              <a:extLst>
                <a:ext uri="{FF2B5EF4-FFF2-40B4-BE49-F238E27FC236}">
                  <a16:creationId xmlns:a16="http://schemas.microsoft.com/office/drawing/2014/main" id="{A53A02AF-5684-4FE6-82E5-A1262CE48617}"/>
                </a:ext>
              </a:extLst>
            </p:cNvPr>
            <p:cNvSpPr/>
            <p:nvPr/>
          </p:nvSpPr>
          <p:spPr>
            <a:xfrm>
              <a:off x="9781235" y="7832842"/>
              <a:ext cx="310896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118" name="Hexagon 3117">
              <a:extLst>
                <a:ext uri="{FF2B5EF4-FFF2-40B4-BE49-F238E27FC236}">
                  <a16:creationId xmlns:a16="http://schemas.microsoft.com/office/drawing/2014/main" id="{9046C50B-1083-4263-9C87-F9AC8C91E92C}"/>
                </a:ext>
              </a:extLst>
            </p:cNvPr>
            <p:cNvSpPr/>
            <p:nvPr/>
          </p:nvSpPr>
          <p:spPr>
            <a:xfrm>
              <a:off x="10021444" y="7921728"/>
              <a:ext cx="310896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119" name="Hexagon 3118">
              <a:extLst>
                <a:ext uri="{FF2B5EF4-FFF2-40B4-BE49-F238E27FC236}">
                  <a16:creationId xmlns:a16="http://schemas.microsoft.com/office/drawing/2014/main" id="{1C4B5DC7-4A4E-4D92-BFAA-F8307928045B}"/>
                </a:ext>
              </a:extLst>
            </p:cNvPr>
            <p:cNvSpPr/>
            <p:nvPr/>
          </p:nvSpPr>
          <p:spPr>
            <a:xfrm>
              <a:off x="10021444" y="7738848"/>
              <a:ext cx="310896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120" name="Hexagon 3119">
              <a:extLst>
                <a:ext uri="{FF2B5EF4-FFF2-40B4-BE49-F238E27FC236}">
                  <a16:creationId xmlns:a16="http://schemas.microsoft.com/office/drawing/2014/main" id="{61B816F5-D99D-40BD-98AD-276E24C3A10D}"/>
                </a:ext>
              </a:extLst>
            </p:cNvPr>
            <p:cNvSpPr/>
            <p:nvPr/>
          </p:nvSpPr>
          <p:spPr>
            <a:xfrm>
              <a:off x="10261653" y="7839469"/>
              <a:ext cx="310896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121" name="Hexagon 3120">
              <a:extLst>
                <a:ext uri="{FF2B5EF4-FFF2-40B4-BE49-F238E27FC236}">
                  <a16:creationId xmlns:a16="http://schemas.microsoft.com/office/drawing/2014/main" id="{F7FC1B79-CDC8-462E-9C13-091D92652A06}"/>
                </a:ext>
              </a:extLst>
            </p:cNvPr>
            <p:cNvSpPr/>
            <p:nvPr/>
          </p:nvSpPr>
          <p:spPr>
            <a:xfrm>
              <a:off x="10261653" y="7656589"/>
              <a:ext cx="310896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122" name="Hexagon 3121">
              <a:extLst>
                <a:ext uri="{FF2B5EF4-FFF2-40B4-BE49-F238E27FC236}">
                  <a16:creationId xmlns:a16="http://schemas.microsoft.com/office/drawing/2014/main" id="{F05E546E-BFB9-42DC-9FED-8ECEF2254012}"/>
                </a:ext>
              </a:extLst>
            </p:cNvPr>
            <p:cNvSpPr/>
            <p:nvPr/>
          </p:nvSpPr>
          <p:spPr>
            <a:xfrm>
              <a:off x="9537548" y="7924109"/>
              <a:ext cx="310896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123" name="Hexagon 3122">
              <a:extLst>
                <a:ext uri="{FF2B5EF4-FFF2-40B4-BE49-F238E27FC236}">
                  <a16:creationId xmlns:a16="http://schemas.microsoft.com/office/drawing/2014/main" id="{110689FA-F1F4-4B0B-AEC6-F0A887F67338}"/>
                </a:ext>
              </a:extLst>
            </p:cNvPr>
            <p:cNvSpPr/>
            <p:nvPr/>
          </p:nvSpPr>
          <p:spPr>
            <a:xfrm>
              <a:off x="9304295" y="8196566"/>
              <a:ext cx="310896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124" name="Hexagon 3123">
              <a:extLst>
                <a:ext uri="{FF2B5EF4-FFF2-40B4-BE49-F238E27FC236}">
                  <a16:creationId xmlns:a16="http://schemas.microsoft.com/office/drawing/2014/main" id="{CC5B09F0-47CF-4576-89F1-A28C2758AB6C}"/>
                </a:ext>
              </a:extLst>
            </p:cNvPr>
            <p:cNvSpPr/>
            <p:nvPr/>
          </p:nvSpPr>
          <p:spPr>
            <a:xfrm>
              <a:off x="11444335" y="9947565"/>
              <a:ext cx="310896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125" name="Hexagon 3124">
              <a:extLst>
                <a:ext uri="{FF2B5EF4-FFF2-40B4-BE49-F238E27FC236}">
                  <a16:creationId xmlns:a16="http://schemas.microsoft.com/office/drawing/2014/main" id="{A9C20C3D-F913-4EF5-83DA-5B963C50E1FB}"/>
                </a:ext>
              </a:extLst>
            </p:cNvPr>
            <p:cNvSpPr/>
            <p:nvPr/>
          </p:nvSpPr>
          <p:spPr>
            <a:xfrm>
              <a:off x="11444335" y="9764685"/>
              <a:ext cx="310896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126" name="Hexagon 3125">
              <a:extLst>
                <a:ext uri="{FF2B5EF4-FFF2-40B4-BE49-F238E27FC236}">
                  <a16:creationId xmlns:a16="http://schemas.microsoft.com/office/drawing/2014/main" id="{0F70659B-3991-4CA4-AAEF-7A1BD411FD60}"/>
                </a:ext>
              </a:extLst>
            </p:cNvPr>
            <p:cNvSpPr/>
            <p:nvPr/>
          </p:nvSpPr>
          <p:spPr>
            <a:xfrm>
              <a:off x="11684841" y="10050567"/>
              <a:ext cx="310896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127" name="Hexagon 3126">
              <a:extLst>
                <a:ext uri="{FF2B5EF4-FFF2-40B4-BE49-F238E27FC236}">
                  <a16:creationId xmlns:a16="http://schemas.microsoft.com/office/drawing/2014/main" id="{1E0CBCD6-A750-4E70-B7C8-A9B03724066E}"/>
                </a:ext>
              </a:extLst>
            </p:cNvPr>
            <p:cNvSpPr/>
            <p:nvPr/>
          </p:nvSpPr>
          <p:spPr>
            <a:xfrm>
              <a:off x="11684841" y="9867687"/>
              <a:ext cx="310896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128" name="Hexagon 3127">
              <a:extLst>
                <a:ext uri="{FF2B5EF4-FFF2-40B4-BE49-F238E27FC236}">
                  <a16:creationId xmlns:a16="http://schemas.microsoft.com/office/drawing/2014/main" id="{4C9AE7D0-F9B0-4AAC-825B-32A8D3026597}"/>
                </a:ext>
              </a:extLst>
            </p:cNvPr>
            <p:cNvSpPr/>
            <p:nvPr/>
          </p:nvSpPr>
          <p:spPr>
            <a:xfrm>
              <a:off x="12144423" y="9488327"/>
              <a:ext cx="310896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129" name="Hexagon 3128">
              <a:extLst>
                <a:ext uri="{FF2B5EF4-FFF2-40B4-BE49-F238E27FC236}">
                  <a16:creationId xmlns:a16="http://schemas.microsoft.com/office/drawing/2014/main" id="{E28BE4E3-4C31-4F3E-8EBD-2682AD35A300}"/>
                </a:ext>
              </a:extLst>
            </p:cNvPr>
            <p:cNvSpPr/>
            <p:nvPr/>
          </p:nvSpPr>
          <p:spPr>
            <a:xfrm>
              <a:off x="12144423" y="9303066"/>
              <a:ext cx="310896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130" name="Hexagon 3129">
              <a:extLst>
                <a:ext uri="{FF2B5EF4-FFF2-40B4-BE49-F238E27FC236}">
                  <a16:creationId xmlns:a16="http://schemas.microsoft.com/office/drawing/2014/main" id="{AAB66FA1-3B91-4337-8AAD-16E5A0ACD6F9}"/>
                </a:ext>
              </a:extLst>
            </p:cNvPr>
            <p:cNvSpPr/>
            <p:nvPr/>
          </p:nvSpPr>
          <p:spPr>
            <a:xfrm>
              <a:off x="12384929" y="9581805"/>
              <a:ext cx="310896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131" name="Hexagon 3130">
              <a:extLst>
                <a:ext uri="{FF2B5EF4-FFF2-40B4-BE49-F238E27FC236}">
                  <a16:creationId xmlns:a16="http://schemas.microsoft.com/office/drawing/2014/main" id="{3E7B1966-336A-411E-A9B4-A260FDD09A00}"/>
                </a:ext>
              </a:extLst>
            </p:cNvPr>
            <p:cNvSpPr/>
            <p:nvPr/>
          </p:nvSpPr>
          <p:spPr>
            <a:xfrm>
              <a:off x="12384929" y="9398925"/>
              <a:ext cx="310896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132" name="Hexagon 3131">
              <a:extLst>
                <a:ext uri="{FF2B5EF4-FFF2-40B4-BE49-F238E27FC236}">
                  <a16:creationId xmlns:a16="http://schemas.microsoft.com/office/drawing/2014/main" id="{4B084D38-700C-4350-8048-1E556BA8E881}"/>
                </a:ext>
              </a:extLst>
            </p:cNvPr>
            <p:cNvSpPr/>
            <p:nvPr/>
          </p:nvSpPr>
          <p:spPr>
            <a:xfrm>
              <a:off x="11918394" y="9959127"/>
              <a:ext cx="310896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133" name="Hexagon 3132">
              <a:extLst>
                <a:ext uri="{FF2B5EF4-FFF2-40B4-BE49-F238E27FC236}">
                  <a16:creationId xmlns:a16="http://schemas.microsoft.com/office/drawing/2014/main" id="{D4908BDA-8B78-4047-8473-99992FD71197}"/>
                </a:ext>
              </a:extLst>
            </p:cNvPr>
            <p:cNvSpPr/>
            <p:nvPr/>
          </p:nvSpPr>
          <p:spPr>
            <a:xfrm>
              <a:off x="11918394" y="9776247"/>
              <a:ext cx="310896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134" name="Hexagon 3133">
              <a:extLst>
                <a:ext uri="{FF2B5EF4-FFF2-40B4-BE49-F238E27FC236}">
                  <a16:creationId xmlns:a16="http://schemas.microsoft.com/office/drawing/2014/main" id="{F2E382E0-786A-408E-8005-EAFC47F04433}"/>
                </a:ext>
              </a:extLst>
            </p:cNvPr>
            <p:cNvSpPr/>
            <p:nvPr/>
          </p:nvSpPr>
          <p:spPr>
            <a:xfrm>
              <a:off x="11674126" y="9684807"/>
              <a:ext cx="310896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135" name="Hexagon 3134">
              <a:extLst>
                <a:ext uri="{FF2B5EF4-FFF2-40B4-BE49-F238E27FC236}">
                  <a16:creationId xmlns:a16="http://schemas.microsoft.com/office/drawing/2014/main" id="{CE66665D-3F1E-411D-841F-E66AD3F476A9}"/>
                </a:ext>
              </a:extLst>
            </p:cNvPr>
            <p:cNvSpPr/>
            <p:nvPr/>
          </p:nvSpPr>
          <p:spPr>
            <a:xfrm>
              <a:off x="11674126" y="9501927"/>
              <a:ext cx="310896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136" name="Hexagon 3135">
              <a:extLst>
                <a:ext uri="{FF2B5EF4-FFF2-40B4-BE49-F238E27FC236}">
                  <a16:creationId xmlns:a16="http://schemas.microsoft.com/office/drawing/2014/main" id="{AD9885C6-4C53-4DA0-A045-00527CB6E7C0}"/>
                </a:ext>
              </a:extLst>
            </p:cNvPr>
            <p:cNvSpPr/>
            <p:nvPr/>
          </p:nvSpPr>
          <p:spPr>
            <a:xfrm>
              <a:off x="11200067" y="10039005"/>
              <a:ext cx="310896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137" name="Hexagon 3136">
              <a:extLst>
                <a:ext uri="{FF2B5EF4-FFF2-40B4-BE49-F238E27FC236}">
                  <a16:creationId xmlns:a16="http://schemas.microsoft.com/office/drawing/2014/main" id="{B359361E-9751-4FB3-B02D-16BD52A6F741}"/>
                </a:ext>
              </a:extLst>
            </p:cNvPr>
            <p:cNvSpPr/>
            <p:nvPr/>
          </p:nvSpPr>
          <p:spPr>
            <a:xfrm>
              <a:off x="11200067" y="9856125"/>
              <a:ext cx="310896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138" name="Hexagon 3137">
              <a:extLst>
                <a:ext uri="{FF2B5EF4-FFF2-40B4-BE49-F238E27FC236}">
                  <a16:creationId xmlns:a16="http://schemas.microsoft.com/office/drawing/2014/main" id="{B1B394FB-A648-4888-AAF9-19FBA618EC68}"/>
                </a:ext>
              </a:extLst>
            </p:cNvPr>
            <p:cNvSpPr/>
            <p:nvPr/>
          </p:nvSpPr>
          <p:spPr>
            <a:xfrm>
              <a:off x="12139851" y="9128810"/>
              <a:ext cx="310896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139" name="Hexagon 3138">
              <a:extLst>
                <a:ext uri="{FF2B5EF4-FFF2-40B4-BE49-F238E27FC236}">
                  <a16:creationId xmlns:a16="http://schemas.microsoft.com/office/drawing/2014/main" id="{6AC0B3E4-7C9B-46D4-9D53-12DAD75EE355}"/>
                </a:ext>
              </a:extLst>
            </p:cNvPr>
            <p:cNvSpPr/>
            <p:nvPr/>
          </p:nvSpPr>
          <p:spPr>
            <a:xfrm>
              <a:off x="12139851" y="8945930"/>
              <a:ext cx="310896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140" name="Hexagon 3139">
              <a:extLst>
                <a:ext uri="{FF2B5EF4-FFF2-40B4-BE49-F238E27FC236}">
                  <a16:creationId xmlns:a16="http://schemas.microsoft.com/office/drawing/2014/main" id="{C9AA4578-CCE9-4444-8D9E-3F9262E8B4B0}"/>
                </a:ext>
              </a:extLst>
            </p:cNvPr>
            <p:cNvSpPr/>
            <p:nvPr/>
          </p:nvSpPr>
          <p:spPr>
            <a:xfrm>
              <a:off x="11905917" y="9403130"/>
              <a:ext cx="310896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141" name="Hexagon 3140">
              <a:extLst>
                <a:ext uri="{FF2B5EF4-FFF2-40B4-BE49-F238E27FC236}">
                  <a16:creationId xmlns:a16="http://schemas.microsoft.com/office/drawing/2014/main" id="{FB986A3F-177B-4C5A-9547-0331FFCE181F}"/>
                </a:ext>
              </a:extLst>
            </p:cNvPr>
            <p:cNvSpPr/>
            <p:nvPr/>
          </p:nvSpPr>
          <p:spPr>
            <a:xfrm>
              <a:off x="11905917" y="9220250"/>
              <a:ext cx="310896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142" name="Hexagon 3141">
              <a:extLst>
                <a:ext uri="{FF2B5EF4-FFF2-40B4-BE49-F238E27FC236}">
                  <a16:creationId xmlns:a16="http://schemas.microsoft.com/office/drawing/2014/main" id="{2AE0D5E8-7575-4D86-981E-5ACA4CEFC280}"/>
                </a:ext>
              </a:extLst>
            </p:cNvPr>
            <p:cNvSpPr/>
            <p:nvPr/>
          </p:nvSpPr>
          <p:spPr>
            <a:xfrm>
              <a:off x="11665410" y="9311690"/>
              <a:ext cx="310896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143" name="Hexagon 3142">
              <a:extLst>
                <a:ext uri="{FF2B5EF4-FFF2-40B4-BE49-F238E27FC236}">
                  <a16:creationId xmlns:a16="http://schemas.microsoft.com/office/drawing/2014/main" id="{05ABE036-D1B5-4CD6-BEB0-FFD280609983}"/>
                </a:ext>
              </a:extLst>
            </p:cNvPr>
            <p:cNvSpPr/>
            <p:nvPr/>
          </p:nvSpPr>
          <p:spPr>
            <a:xfrm>
              <a:off x="11665410" y="9128810"/>
              <a:ext cx="310896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145" name="Hexagon 3144">
              <a:extLst>
                <a:ext uri="{FF2B5EF4-FFF2-40B4-BE49-F238E27FC236}">
                  <a16:creationId xmlns:a16="http://schemas.microsoft.com/office/drawing/2014/main" id="{33002116-0006-44D7-A34D-3A0783FF4385}"/>
                </a:ext>
              </a:extLst>
            </p:cNvPr>
            <p:cNvSpPr/>
            <p:nvPr/>
          </p:nvSpPr>
          <p:spPr>
            <a:xfrm>
              <a:off x="11669554" y="8755693"/>
              <a:ext cx="310896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146" name="Hexagon 3145">
              <a:extLst>
                <a:ext uri="{FF2B5EF4-FFF2-40B4-BE49-F238E27FC236}">
                  <a16:creationId xmlns:a16="http://schemas.microsoft.com/office/drawing/2014/main" id="{2A33F347-839A-4634-BB64-9AABE778510D}"/>
                </a:ext>
              </a:extLst>
            </p:cNvPr>
            <p:cNvSpPr/>
            <p:nvPr/>
          </p:nvSpPr>
          <p:spPr>
            <a:xfrm>
              <a:off x="11904535" y="9029085"/>
              <a:ext cx="310896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147" name="Hexagon 3146">
              <a:extLst>
                <a:ext uri="{FF2B5EF4-FFF2-40B4-BE49-F238E27FC236}">
                  <a16:creationId xmlns:a16="http://schemas.microsoft.com/office/drawing/2014/main" id="{0715B9E8-3C8F-4AC6-9488-194849478F1D}"/>
                </a:ext>
              </a:extLst>
            </p:cNvPr>
            <p:cNvSpPr/>
            <p:nvPr/>
          </p:nvSpPr>
          <p:spPr>
            <a:xfrm>
              <a:off x="11904535" y="8846205"/>
              <a:ext cx="310896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148" name="Hexagon 3147">
              <a:extLst>
                <a:ext uri="{FF2B5EF4-FFF2-40B4-BE49-F238E27FC236}">
                  <a16:creationId xmlns:a16="http://schemas.microsoft.com/office/drawing/2014/main" id="{23C5CD5D-7126-4A6C-AA0B-5D48E2A3A0A5}"/>
                </a:ext>
              </a:extLst>
            </p:cNvPr>
            <p:cNvSpPr/>
            <p:nvPr/>
          </p:nvSpPr>
          <p:spPr>
            <a:xfrm>
              <a:off x="10715293" y="9675757"/>
              <a:ext cx="310896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149" name="Hexagon 3148">
              <a:extLst>
                <a:ext uri="{FF2B5EF4-FFF2-40B4-BE49-F238E27FC236}">
                  <a16:creationId xmlns:a16="http://schemas.microsoft.com/office/drawing/2014/main" id="{AE0901EA-2F7D-4B85-9063-FA604F4C87A9}"/>
                </a:ext>
              </a:extLst>
            </p:cNvPr>
            <p:cNvSpPr/>
            <p:nvPr/>
          </p:nvSpPr>
          <p:spPr>
            <a:xfrm>
              <a:off x="10715293" y="9492877"/>
              <a:ext cx="310896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150" name="Hexagon 3149">
              <a:extLst>
                <a:ext uri="{FF2B5EF4-FFF2-40B4-BE49-F238E27FC236}">
                  <a16:creationId xmlns:a16="http://schemas.microsoft.com/office/drawing/2014/main" id="{B23D698D-3416-4C98-89A8-6810E9CDDDC8}"/>
                </a:ext>
              </a:extLst>
            </p:cNvPr>
            <p:cNvSpPr/>
            <p:nvPr/>
          </p:nvSpPr>
          <p:spPr>
            <a:xfrm>
              <a:off x="10944919" y="9220594"/>
              <a:ext cx="310896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151" name="Hexagon 3150">
              <a:extLst>
                <a:ext uri="{FF2B5EF4-FFF2-40B4-BE49-F238E27FC236}">
                  <a16:creationId xmlns:a16="http://schemas.microsoft.com/office/drawing/2014/main" id="{4BC86527-BCE9-477A-AB83-64F492D74A34}"/>
                </a:ext>
              </a:extLst>
            </p:cNvPr>
            <p:cNvSpPr/>
            <p:nvPr/>
          </p:nvSpPr>
          <p:spPr>
            <a:xfrm>
              <a:off x="10944919" y="9037714"/>
              <a:ext cx="310896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152" name="Hexagon 3151">
              <a:extLst>
                <a:ext uri="{FF2B5EF4-FFF2-40B4-BE49-F238E27FC236}">
                  <a16:creationId xmlns:a16="http://schemas.microsoft.com/office/drawing/2014/main" id="{52E1DC84-D5BF-43C8-BD50-62D8C132B63B}"/>
                </a:ext>
              </a:extLst>
            </p:cNvPr>
            <p:cNvSpPr/>
            <p:nvPr/>
          </p:nvSpPr>
          <p:spPr>
            <a:xfrm>
              <a:off x="11186808" y="9120871"/>
              <a:ext cx="310896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153" name="Hexagon 3152">
              <a:extLst>
                <a:ext uri="{FF2B5EF4-FFF2-40B4-BE49-F238E27FC236}">
                  <a16:creationId xmlns:a16="http://schemas.microsoft.com/office/drawing/2014/main" id="{A867C05B-3CFB-4125-928A-9862DFE2DA7F}"/>
                </a:ext>
              </a:extLst>
            </p:cNvPr>
            <p:cNvSpPr/>
            <p:nvPr/>
          </p:nvSpPr>
          <p:spPr>
            <a:xfrm>
              <a:off x="11186808" y="8937991"/>
              <a:ext cx="310896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154" name="Hexagon 3153">
              <a:extLst>
                <a:ext uri="{FF2B5EF4-FFF2-40B4-BE49-F238E27FC236}">
                  <a16:creationId xmlns:a16="http://schemas.microsoft.com/office/drawing/2014/main" id="{F9DCF079-B342-4D0D-A17E-C409A1E88FA7}"/>
                </a:ext>
              </a:extLst>
            </p:cNvPr>
            <p:cNvSpPr/>
            <p:nvPr/>
          </p:nvSpPr>
          <p:spPr>
            <a:xfrm>
              <a:off x="11429048" y="9027050"/>
              <a:ext cx="310896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155" name="Hexagon 3154">
              <a:extLst>
                <a:ext uri="{FF2B5EF4-FFF2-40B4-BE49-F238E27FC236}">
                  <a16:creationId xmlns:a16="http://schemas.microsoft.com/office/drawing/2014/main" id="{21611FDB-73B8-4BC4-869B-023D6E84FE75}"/>
                </a:ext>
              </a:extLst>
            </p:cNvPr>
            <p:cNvSpPr/>
            <p:nvPr/>
          </p:nvSpPr>
          <p:spPr>
            <a:xfrm>
              <a:off x="11429048" y="8844170"/>
              <a:ext cx="310896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156" name="Hexagon 3155">
              <a:extLst>
                <a:ext uri="{FF2B5EF4-FFF2-40B4-BE49-F238E27FC236}">
                  <a16:creationId xmlns:a16="http://schemas.microsoft.com/office/drawing/2014/main" id="{7BA57E11-62DE-46B5-9C96-506488C0562A}"/>
                </a:ext>
              </a:extLst>
            </p:cNvPr>
            <p:cNvSpPr/>
            <p:nvPr/>
          </p:nvSpPr>
          <p:spPr>
            <a:xfrm>
              <a:off x="12152300" y="8576097"/>
              <a:ext cx="310896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157" name="Hexagon 3156">
              <a:extLst>
                <a:ext uri="{FF2B5EF4-FFF2-40B4-BE49-F238E27FC236}">
                  <a16:creationId xmlns:a16="http://schemas.microsoft.com/office/drawing/2014/main" id="{B564C99D-32EA-49FF-A91C-608606C96BC3}"/>
                </a:ext>
              </a:extLst>
            </p:cNvPr>
            <p:cNvSpPr/>
            <p:nvPr/>
          </p:nvSpPr>
          <p:spPr>
            <a:xfrm>
              <a:off x="12152300" y="8393217"/>
              <a:ext cx="310896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158" name="Hexagon 3157">
              <a:extLst>
                <a:ext uri="{FF2B5EF4-FFF2-40B4-BE49-F238E27FC236}">
                  <a16:creationId xmlns:a16="http://schemas.microsoft.com/office/drawing/2014/main" id="{40A5045C-D95A-475B-BD2A-7930012F63C9}"/>
                </a:ext>
              </a:extLst>
            </p:cNvPr>
            <p:cNvSpPr/>
            <p:nvPr/>
          </p:nvSpPr>
          <p:spPr>
            <a:xfrm>
              <a:off x="12384929" y="8483172"/>
              <a:ext cx="310896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159" name="Hexagon 3158">
              <a:extLst>
                <a:ext uri="{FF2B5EF4-FFF2-40B4-BE49-F238E27FC236}">
                  <a16:creationId xmlns:a16="http://schemas.microsoft.com/office/drawing/2014/main" id="{41D00E59-50E2-4763-A3B2-06280CF4DCD0}"/>
                </a:ext>
              </a:extLst>
            </p:cNvPr>
            <p:cNvSpPr/>
            <p:nvPr/>
          </p:nvSpPr>
          <p:spPr>
            <a:xfrm>
              <a:off x="12384929" y="8300292"/>
              <a:ext cx="310896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160" name="Hexagon 3159">
              <a:extLst>
                <a:ext uri="{FF2B5EF4-FFF2-40B4-BE49-F238E27FC236}">
                  <a16:creationId xmlns:a16="http://schemas.microsoft.com/office/drawing/2014/main" id="{B10EBE02-3CB8-4334-83F5-E9A99F126831}"/>
                </a:ext>
              </a:extLst>
            </p:cNvPr>
            <p:cNvSpPr/>
            <p:nvPr/>
          </p:nvSpPr>
          <p:spPr>
            <a:xfrm>
              <a:off x="11428181" y="8652691"/>
              <a:ext cx="310896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161" name="Hexagon 3160">
              <a:extLst>
                <a:ext uri="{FF2B5EF4-FFF2-40B4-BE49-F238E27FC236}">
                  <a16:creationId xmlns:a16="http://schemas.microsoft.com/office/drawing/2014/main" id="{3517CAC0-3024-4B0A-A68F-9679FF949CED}"/>
                </a:ext>
              </a:extLst>
            </p:cNvPr>
            <p:cNvSpPr/>
            <p:nvPr/>
          </p:nvSpPr>
          <p:spPr>
            <a:xfrm>
              <a:off x="11428181" y="8469811"/>
              <a:ext cx="310896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162" name="Hexagon 3161">
              <a:extLst>
                <a:ext uri="{FF2B5EF4-FFF2-40B4-BE49-F238E27FC236}">
                  <a16:creationId xmlns:a16="http://schemas.microsoft.com/office/drawing/2014/main" id="{4895956B-01ED-4EDD-808B-5CF49EF3E01A}"/>
                </a:ext>
              </a:extLst>
            </p:cNvPr>
            <p:cNvSpPr/>
            <p:nvPr/>
          </p:nvSpPr>
          <p:spPr>
            <a:xfrm>
              <a:off x="11193614" y="8574399"/>
              <a:ext cx="310896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163" name="Hexagon 3162">
              <a:extLst>
                <a:ext uri="{FF2B5EF4-FFF2-40B4-BE49-F238E27FC236}">
                  <a16:creationId xmlns:a16="http://schemas.microsoft.com/office/drawing/2014/main" id="{875C7245-A597-4747-AD78-3EF1CDCAE4F8}"/>
                </a:ext>
              </a:extLst>
            </p:cNvPr>
            <p:cNvSpPr/>
            <p:nvPr/>
          </p:nvSpPr>
          <p:spPr>
            <a:xfrm>
              <a:off x="11193614" y="8391519"/>
              <a:ext cx="310896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164" name="Hexagon 3163">
              <a:extLst>
                <a:ext uri="{FF2B5EF4-FFF2-40B4-BE49-F238E27FC236}">
                  <a16:creationId xmlns:a16="http://schemas.microsoft.com/office/drawing/2014/main" id="{AB8BE1F6-5D43-4361-9B40-E9519751F276}"/>
                </a:ext>
              </a:extLst>
            </p:cNvPr>
            <p:cNvSpPr/>
            <p:nvPr/>
          </p:nvSpPr>
          <p:spPr>
            <a:xfrm>
              <a:off x="10952273" y="8482959"/>
              <a:ext cx="310896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165" name="Hexagon 3164">
              <a:extLst>
                <a:ext uri="{FF2B5EF4-FFF2-40B4-BE49-F238E27FC236}">
                  <a16:creationId xmlns:a16="http://schemas.microsoft.com/office/drawing/2014/main" id="{0FC9F4A9-5F70-458E-BAB9-F931A110563B}"/>
                </a:ext>
              </a:extLst>
            </p:cNvPr>
            <p:cNvSpPr/>
            <p:nvPr/>
          </p:nvSpPr>
          <p:spPr>
            <a:xfrm>
              <a:off x="10952273" y="8300079"/>
              <a:ext cx="310896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166" name="Hexagon 3165">
              <a:extLst>
                <a:ext uri="{FF2B5EF4-FFF2-40B4-BE49-F238E27FC236}">
                  <a16:creationId xmlns:a16="http://schemas.microsoft.com/office/drawing/2014/main" id="{21FB945E-5896-4E71-B788-7B146E2842F9}"/>
                </a:ext>
              </a:extLst>
            </p:cNvPr>
            <p:cNvSpPr/>
            <p:nvPr/>
          </p:nvSpPr>
          <p:spPr>
            <a:xfrm>
              <a:off x="11193473" y="8200040"/>
              <a:ext cx="310896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167" name="Hexagon 3166">
              <a:extLst>
                <a:ext uri="{FF2B5EF4-FFF2-40B4-BE49-F238E27FC236}">
                  <a16:creationId xmlns:a16="http://schemas.microsoft.com/office/drawing/2014/main" id="{30CC9A64-298F-4CCF-9A79-65F2980ECC9E}"/>
                </a:ext>
              </a:extLst>
            </p:cNvPr>
            <p:cNvSpPr/>
            <p:nvPr/>
          </p:nvSpPr>
          <p:spPr>
            <a:xfrm>
              <a:off x="11193473" y="8017160"/>
              <a:ext cx="310896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168" name="Hexagon 3167">
              <a:extLst>
                <a:ext uri="{FF2B5EF4-FFF2-40B4-BE49-F238E27FC236}">
                  <a16:creationId xmlns:a16="http://schemas.microsoft.com/office/drawing/2014/main" id="{633E5D46-EB80-4FEE-A016-289B09A9D87A}"/>
                </a:ext>
              </a:extLst>
            </p:cNvPr>
            <p:cNvSpPr/>
            <p:nvPr/>
          </p:nvSpPr>
          <p:spPr>
            <a:xfrm>
              <a:off x="11430793" y="8109371"/>
              <a:ext cx="310896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169" name="Hexagon 3168">
              <a:extLst>
                <a:ext uri="{FF2B5EF4-FFF2-40B4-BE49-F238E27FC236}">
                  <a16:creationId xmlns:a16="http://schemas.microsoft.com/office/drawing/2014/main" id="{6CD91C5D-0E24-478A-BB55-15E55FF2C238}"/>
                </a:ext>
              </a:extLst>
            </p:cNvPr>
            <p:cNvSpPr/>
            <p:nvPr/>
          </p:nvSpPr>
          <p:spPr>
            <a:xfrm>
              <a:off x="11430793" y="7926491"/>
              <a:ext cx="310896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170" name="Hexagon 3169">
              <a:extLst>
                <a:ext uri="{FF2B5EF4-FFF2-40B4-BE49-F238E27FC236}">
                  <a16:creationId xmlns:a16="http://schemas.microsoft.com/office/drawing/2014/main" id="{B59A8B33-EC78-4898-ACB0-43E367866B11}"/>
                </a:ext>
              </a:extLst>
            </p:cNvPr>
            <p:cNvSpPr/>
            <p:nvPr/>
          </p:nvSpPr>
          <p:spPr>
            <a:xfrm>
              <a:off x="11673891" y="8014249"/>
              <a:ext cx="310896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171" name="Hexagon 3170">
              <a:extLst>
                <a:ext uri="{FF2B5EF4-FFF2-40B4-BE49-F238E27FC236}">
                  <a16:creationId xmlns:a16="http://schemas.microsoft.com/office/drawing/2014/main" id="{F492CED7-075E-42F0-A2DE-442C8822E070}"/>
                </a:ext>
              </a:extLst>
            </p:cNvPr>
            <p:cNvSpPr/>
            <p:nvPr/>
          </p:nvSpPr>
          <p:spPr>
            <a:xfrm>
              <a:off x="11673891" y="7831369"/>
              <a:ext cx="310896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172" name="Hexagon 3171">
              <a:extLst>
                <a:ext uri="{FF2B5EF4-FFF2-40B4-BE49-F238E27FC236}">
                  <a16:creationId xmlns:a16="http://schemas.microsoft.com/office/drawing/2014/main" id="{E171DF01-BF1B-447E-8465-0F816B894AC9}"/>
                </a:ext>
              </a:extLst>
            </p:cNvPr>
            <p:cNvSpPr/>
            <p:nvPr/>
          </p:nvSpPr>
          <p:spPr>
            <a:xfrm>
              <a:off x="11911211" y="8105692"/>
              <a:ext cx="310896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173" name="Hexagon 3172">
              <a:extLst>
                <a:ext uri="{FF2B5EF4-FFF2-40B4-BE49-F238E27FC236}">
                  <a16:creationId xmlns:a16="http://schemas.microsoft.com/office/drawing/2014/main" id="{6B513184-942E-4579-A8E9-5DA89A5DFBFC}"/>
                </a:ext>
              </a:extLst>
            </p:cNvPr>
            <p:cNvSpPr/>
            <p:nvPr/>
          </p:nvSpPr>
          <p:spPr>
            <a:xfrm>
              <a:off x="11911211" y="7922812"/>
              <a:ext cx="310896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174" name="Hexagon 3173">
              <a:extLst>
                <a:ext uri="{FF2B5EF4-FFF2-40B4-BE49-F238E27FC236}">
                  <a16:creationId xmlns:a16="http://schemas.microsoft.com/office/drawing/2014/main" id="{A58DCE22-D28C-40E0-AE04-104AB08F8E73}"/>
                </a:ext>
              </a:extLst>
            </p:cNvPr>
            <p:cNvSpPr/>
            <p:nvPr/>
          </p:nvSpPr>
          <p:spPr>
            <a:xfrm>
              <a:off x="12139851" y="7652697"/>
              <a:ext cx="310896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175" name="Hexagon 3174">
              <a:extLst>
                <a:ext uri="{FF2B5EF4-FFF2-40B4-BE49-F238E27FC236}">
                  <a16:creationId xmlns:a16="http://schemas.microsoft.com/office/drawing/2014/main" id="{834327A3-357A-4F74-BAEF-C6018B34ECDD}"/>
                </a:ext>
              </a:extLst>
            </p:cNvPr>
            <p:cNvSpPr/>
            <p:nvPr/>
          </p:nvSpPr>
          <p:spPr>
            <a:xfrm>
              <a:off x="12139851" y="7469817"/>
              <a:ext cx="310896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176" name="Hexagon 3175">
              <a:extLst>
                <a:ext uri="{FF2B5EF4-FFF2-40B4-BE49-F238E27FC236}">
                  <a16:creationId xmlns:a16="http://schemas.microsoft.com/office/drawing/2014/main" id="{0B81DEAC-5B8D-46DD-97DA-596C14B00F44}"/>
                </a:ext>
              </a:extLst>
            </p:cNvPr>
            <p:cNvSpPr/>
            <p:nvPr/>
          </p:nvSpPr>
          <p:spPr>
            <a:xfrm>
              <a:off x="11673891" y="7649573"/>
              <a:ext cx="310896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177" name="Hexagon 3176">
              <a:extLst>
                <a:ext uri="{FF2B5EF4-FFF2-40B4-BE49-F238E27FC236}">
                  <a16:creationId xmlns:a16="http://schemas.microsoft.com/office/drawing/2014/main" id="{ADC5D497-EF28-406F-B9D5-E0C69F0F7369}"/>
                </a:ext>
              </a:extLst>
            </p:cNvPr>
            <p:cNvSpPr/>
            <p:nvPr/>
          </p:nvSpPr>
          <p:spPr>
            <a:xfrm>
              <a:off x="11673891" y="7466693"/>
              <a:ext cx="310896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178" name="Hexagon 3177">
              <a:extLst>
                <a:ext uri="{FF2B5EF4-FFF2-40B4-BE49-F238E27FC236}">
                  <a16:creationId xmlns:a16="http://schemas.microsoft.com/office/drawing/2014/main" id="{444B05DA-4E22-448D-BC42-E3776EB15A04}"/>
                </a:ext>
              </a:extLst>
            </p:cNvPr>
            <p:cNvSpPr/>
            <p:nvPr/>
          </p:nvSpPr>
          <p:spPr>
            <a:xfrm>
              <a:off x="11426448" y="7553547"/>
              <a:ext cx="310896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179" name="Hexagon 3178">
              <a:extLst>
                <a:ext uri="{FF2B5EF4-FFF2-40B4-BE49-F238E27FC236}">
                  <a16:creationId xmlns:a16="http://schemas.microsoft.com/office/drawing/2014/main" id="{802546D3-690F-4199-B6B1-5976BC25F3CD}"/>
                </a:ext>
              </a:extLst>
            </p:cNvPr>
            <p:cNvSpPr/>
            <p:nvPr/>
          </p:nvSpPr>
          <p:spPr>
            <a:xfrm>
              <a:off x="11426448" y="7370667"/>
              <a:ext cx="310896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180" name="Hexagon 3179">
              <a:extLst>
                <a:ext uri="{FF2B5EF4-FFF2-40B4-BE49-F238E27FC236}">
                  <a16:creationId xmlns:a16="http://schemas.microsoft.com/office/drawing/2014/main" id="{C0AE5CEF-2A9D-4849-A09E-6B164E558BD8}"/>
                </a:ext>
              </a:extLst>
            </p:cNvPr>
            <p:cNvSpPr/>
            <p:nvPr/>
          </p:nvSpPr>
          <p:spPr>
            <a:xfrm>
              <a:off x="11673891" y="7281449"/>
              <a:ext cx="310896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181" name="Hexagon 3180">
              <a:extLst>
                <a:ext uri="{FF2B5EF4-FFF2-40B4-BE49-F238E27FC236}">
                  <a16:creationId xmlns:a16="http://schemas.microsoft.com/office/drawing/2014/main" id="{22E8A32B-EF00-47B7-86FC-97746F9FEA3A}"/>
                </a:ext>
              </a:extLst>
            </p:cNvPr>
            <p:cNvSpPr/>
            <p:nvPr/>
          </p:nvSpPr>
          <p:spPr>
            <a:xfrm>
              <a:off x="11673891" y="7098569"/>
              <a:ext cx="310896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182" name="Hexagon 3181">
              <a:extLst>
                <a:ext uri="{FF2B5EF4-FFF2-40B4-BE49-F238E27FC236}">
                  <a16:creationId xmlns:a16="http://schemas.microsoft.com/office/drawing/2014/main" id="{2748B0CA-2A2F-494B-84E7-65BEF298A5EC}"/>
                </a:ext>
              </a:extLst>
            </p:cNvPr>
            <p:cNvSpPr/>
            <p:nvPr/>
          </p:nvSpPr>
          <p:spPr>
            <a:xfrm>
              <a:off x="11426448" y="7194309"/>
              <a:ext cx="310896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183" name="Hexagon 3182">
              <a:extLst>
                <a:ext uri="{FF2B5EF4-FFF2-40B4-BE49-F238E27FC236}">
                  <a16:creationId xmlns:a16="http://schemas.microsoft.com/office/drawing/2014/main" id="{F500553A-1D1F-4984-887F-49CBA71C3115}"/>
                </a:ext>
              </a:extLst>
            </p:cNvPr>
            <p:cNvSpPr/>
            <p:nvPr/>
          </p:nvSpPr>
          <p:spPr>
            <a:xfrm>
              <a:off x="11426448" y="7011429"/>
              <a:ext cx="310896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184" name="Hexagon 3183">
              <a:extLst>
                <a:ext uri="{FF2B5EF4-FFF2-40B4-BE49-F238E27FC236}">
                  <a16:creationId xmlns:a16="http://schemas.microsoft.com/office/drawing/2014/main" id="{625CC304-FC57-41BB-BA19-194E43F71F92}"/>
                </a:ext>
              </a:extLst>
            </p:cNvPr>
            <p:cNvSpPr/>
            <p:nvPr/>
          </p:nvSpPr>
          <p:spPr>
            <a:xfrm>
              <a:off x="11193473" y="7111152"/>
              <a:ext cx="310896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185" name="Hexagon 3184">
              <a:extLst>
                <a:ext uri="{FF2B5EF4-FFF2-40B4-BE49-F238E27FC236}">
                  <a16:creationId xmlns:a16="http://schemas.microsoft.com/office/drawing/2014/main" id="{94E70631-527C-4255-B938-2A1A06636F31}"/>
                </a:ext>
              </a:extLst>
            </p:cNvPr>
            <p:cNvSpPr/>
            <p:nvPr/>
          </p:nvSpPr>
          <p:spPr>
            <a:xfrm>
              <a:off x="11193473" y="6928272"/>
              <a:ext cx="310896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186" name="Hexagon 3185">
              <a:extLst>
                <a:ext uri="{FF2B5EF4-FFF2-40B4-BE49-F238E27FC236}">
                  <a16:creationId xmlns:a16="http://schemas.microsoft.com/office/drawing/2014/main" id="{75D27283-D267-403C-A6F1-7ACB37C7F2E1}"/>
                </a:ext>
              </a:extLst>
            </p:cNvPr>
            <p:cNvSpPr/>
            <p:nvPr/>
          </p:nvSpPr>
          <p:spPr>
            <a:xfrm>
              <a:off x="10944919" y="7201821"/>
              <a:ext cx="310896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187" name="Hexagon 3186">
              <a:extLst>
                <a:ext uri="{FF2B5EF4-FFF2-40B4-BE49-F238E27FC236}">
                  <a16:creationId xmlns:a16="http://schemas.microsoft.com/office/drawing/2014/main" id="{34F162EA-599A-49F2-B07B-65FDC9DE6FA5}"/>
                </a:ext>
              </a:extLst>
            </p:cNvPr>
            <p:cNvSpPr/>
            <p:nvPr/>
          </p:nvSpPr>
          <p:spPr>
            <a:xfrm>
              <a:off x="10944919" y="7018941"/>
              <a:ext cx="310896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188" name="Hexagon 3187">
              <a:extLst>
                <a:ext uri="{FF2B5EF4-FFF2-40B4-BE49-F238E27FC236}">
                  <a16:creationId xmlns:a16="http://schemas.microsoft.com/office/drawing/2014/main" id="{4CB332B7-D586-45AF-86C7-452AEEE03114}"/>
                </a:ext>
              </a:extLst>
            </p:cNvPr>
            <p:cNvSpPr/>
            <p:nvPr/>
          </p:nvSpPr>
          <p:spPr>
            <a:xfrm>
              <a:off x="10954075" y="6831570"/>
              <a:ext cx="310896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189" name="Hexagon 3188">
              <a:extLst>
                <a:ext uri="{FF2B5EF4-FFF2-40B4-BE49-F238E27FC236}">
                  <a16:creationId xmlns:a16="http://schemas.microsoft.com/office/drawing/2014/main" id="{E90C46D2-786F-4AA7-B88F-5D7396381AC0}"/>
                </a:ext>
              </a:extLst>
            </p:cNvPr>
            <p:cNvSpPr/>
            <p:nvPr/>
          </p:nvSpPr>
          <p:spPr>
            <a:xfrm>
              <a:off x="10954075" y="6648690"/>
              <a:ext cx="310896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190" name="Hexagon 3189">
              <a:extLst>
                <a:ext uri="{FF2B5EF4-FFF2-40B4-BE49-F238E27FC236}">
                  <a16:creationId xmlns:a16="http://schemas.microsoft.com/office/drawing/2014/main" id="{79FA5FA8-2E48-47BA-BF32-335E9A615552}"/>
                </a:ext>
              </a:extLst>
            </p:cNvPr>
            <p:cNvSpPr/>
            <p:nvPr/>
          </p:nvSpPr>
          <p:spPr>
            <a:xfrm>
              <a:off x="11669554" y="6920898"/>
              <a:ext cx="310896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191" name="Hexagon 3190">
              <a:extLst>
                <a:ext uri="{FF2B5EF4-FFF2-40B4-BE49-F238E27FC236}">
                  <a16:creationId xmlns:a16="http://schemas.microsoft.com/office/drawing/2014/main" id="{6170916A-CBCD-42B2-8C93-A5E9FE42478D}"/>
                </a:ext>
              </a:extLst>
            </p:cNvPr>
            <p:cNvSpPr/>
            <p:nvPr/>
          </p:nvSpPr>
          <p:spPr>
            <a:xfrm>
              <a:off x="11669554" y="6738018"/>
              <a:ext cx="310896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192" name="Hexagon 3191">
              <a:extLst>
                <a:ext uri="{FF2B5EF4-FFF2-40B4-BE49-F238E27FC236}">
                  <a16:creationId xmlns:a16="http://schemas.microsoft.com/office/drawing/2014/main" id="{A99B94C3-1C02-41BB-B8AA-AF1F66E92A3F}"/>
                </a:ext>
              </a:extLst>
            </p:cNvPr>
            <p:cNvSpPr/>
            <p:nvPr/>
          </p:nvSpPr>
          <p:spPr>
            <a:xfrm>
              <a:off x="11902874" y="6651787"/>
              <a:ext cx="310896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193" name="Hexagon 3192">
              <a:extLst>
                <a:ext uri="{FF2B5EF4-FFF2-40B4-BE49-F238E27FC236}">
                  <a16:creationId xmlns:a16="http://schemas.microsoft.com/office/drawing/2014/main" id="{09027028-FEC9-4238-8636-EC978A8F87D1}"/>
                </a:ext>
              </a:extLst>
            </p:cNvPr>
            <p:cNvSpPr/>
            <p:nvPr/>
          </p:nvSpPr>
          <p:spPr>
            <a:xfrm>
              <a:off x="11902874" y="6468907"/>
              <a:ext cx="310896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194" name="Hexagon 3193">
              <a:extLst>
                <a:ext uri="{FF2B5EF4-FFF2-40B4-BE49-F238E27FC236}">
                  <a16:creationId xmlns:a16="http://schemas.microsoft.com/office/drawing/2014/main" id="{C5E0920F-6276-4DBB-8B66-963B645A56C7}"/>
                </a:ext>
              </a:extLst>
            </p:cNvPr>
            <p:cNvSpPr/>
            <p:nvPr/>
          </p:nvSpPr>
          <p:spPr>
            <a:xfrm>
              <a:off x="12152300" y="6376277"/>
              <a:ext cx="310896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195" name="Hexagon 3194">
              <a:extLst>
                <a:ext uri="{FF2B5EF4-FFF2-40B4-BE49-F238E27FC236}">
                  <a16:creationId xmlns:a16="http://schemas.microsoft.com/office/drawing/2014/main" id="{DD43FE3E-01A7-47CA-969D-237EE0E62497}"/>
                </a:ext>
              </a:extLst>
            </p:cNvPr>
            <p:cNvSpPr/>
            <p:nvPr/>
          </p:nvSpPr>
          <p:spPr>
            <a:xfrm>
              <a:off x="12152300" y="6193397"/>
              <a:ext cx="310896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196" name="Hexagon 3195">
              <a:extLst>
                <a:ext uri="{FF2B5EF4-FFF2-40B4-BE49-F238E27FC236}">
                  <a16:creationId xmlns:a16="http://schemas.microsoft.com/office/drawing/2014/main" id="{9F5AFF8E-0349-43D1-BBE8-CAF18EEA1165}"/>
                </a:ext>
              </a:extLst>
            </p:cNvPr>
            <p:cNvSpPr/>
            <p:nvPr/>
          </p:nvSpPr>
          <p:spPr>
            <a:xfrm>
              <a:off x="11186808" y="6744430"/>
              <a:ext cx="310896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197" name="Hexagon 3196">
              <a:extLst>
                <a:ext uri="{FF2B5EF4-FFF2-40B4-BE49-F238E27FC236}">
                  <a16:creationId xmlns:a16="http://schemas.microsoft.com/office/drawing/2014/main" id="{1B6AC29E-2C0C-4DB1-851B-6806C9FDBCA5}"/>
                </a:ext>
              </a:extLst>
            </p:cNvPr>
            <p:cNvSpPr/>
            <p:nvPr/>
          </p:nvSpPr>
          <p:spPr>
            <a:xfrm>
              <a:off x="11186808" y="6561550"/>
              <a:ext cx="310896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198" name="Hexagon 3197">
              <a:extLst>
                <a:ext uri="{FF2B5EF4-FFF2-40B4-BE49-F238E27FC236}">
                  <a16:creationId xmlns:a16="http://schemas.microsoft.com/office/drawing/2014/main" id="{8D38492A-97C8-491E-A8F0-36E41EB92800}"/>
                </a:ext>
              </a:extLst>
            </p:cNvPr>
            <p:cNvSpPr/>
            <p:nvPr/>
          </p:nvSpPr>
          <p:spPr>
            <a:xfrm>
              <a:off x="11669849" y="6563426"/>
              <a:ext cx="310896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199" name="Hexagon 3198">
              <a:extLst>
                <a:ext uri="{FF2B5EF4-FFF2-40B4-BE49-F238E27FC236}">
                  <a16:creationId xmlns:a16="http://schemas.microsoft.com/office/drawing/2014/main" id="{4E931089-C944-451D-A857-6187DEEE0BEB}"/>
                </a:ext>
              </a:extLst>
            </p:cNvPr>
            <p:cNvSpPr/>
            <p:nvPr/>
          </p:nvSpPr>
          <p:spPr>
            <a:xfrm>
              <a:off x="11669849" y="6380546"/>
              <a:ext cx="310896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200" name="Hexagon 3199">
              <a:extLst>
                <a:ext uri="{FF2B5EF4-FFF2-40B4-BE49-F238E27FC236}">
                  <a16:creationId xmlns:a16="http://schemas.microsoft.com/office/drawing/2014/main" id="{7C48EF4C-E2D3-4552-8E28-84FC09D23CF4}"/>
                </a:ext>
              </a:extLst>
            </p:cNvPr>
            <p:cNvSpPr/>
            <p:nvPr/>
          </p:nvSpPr>
          <p:spPr>
            <a:xfrm>
              <a:off x="10952273" y="6463565"/>
              <a:ext cx="310896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201" name="Hexagon 3200">
              <a:extLst>
                <a:ext uri="{FF2B5EF4-FFF2-40B4-BE49-F238E27FC236}">
                  <a16:creationId xmlns:a16="http://schemas.microsoft.com/office/drawing/2014/main" id="{65CA2B4F-BC04-416C-A597-D8CA4E60887A}"/>
                </a:ext>
              </a:extLst>
            </p:cNvPr>
            <p:cNvSpPr/>
            <p:nvPr/>
          </p:nvSpPr>
          <p:spPr>
            <a:xfrm>
              <a:off x="10952273" y="6280685"/>
              <a:ext cx="310896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202" name="Hexagon 3201">
              <a:extLst>
                <a:ext uri="{FF2B5EF4-FFF2-40B4-BE49-F238E27FC236}">
                  <a16:creationId xmlns:a16="http://schemas.microsoft.com/office/drawing/2014/main" id="{66D59DB7-20DA-4BBF-BB92-B6996C82DA49}"/>
                </a:ext>
              </a:extLst>
            </p:cNvPr>
            <p:cNvSpPr/>
            <p:nvPr/>
          </p:nvSpPr>
          <p:spPr>
            <a:xfrm>
              <a:off x="10717738" y="6555896"/>
              <a:ext cx="310896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203" name="Hexagon 3202">
              <a:extLst>
                <a:ext uri="{FF2B5EF4-FFF2-40B4-BE49-F238E27FC236}">
                  <a16:creationId xmlns:a16="http://schemas.microsoft.com/office/drawing/2014/main" id="{A8F66A4B-162A-47C2-AEA5-A9479BCB8EC2}"/>
                </a:ext>
              </a:extLst>
            </p:cNvPr>
            <p:cNvSpPr/>
            <p:nvPr/>
          </p:nvSpPr>
          <p:spPr>
            <a:xfrm>
              <a:off x="10717738" y="6373016"/>
              <a:ext cx="310896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204" name="Hexagon 3203">
              <a:extLst>
                <a:ext uri="{FF2B5EF4-FFF2-40B4-BE49-F238E27FC236}">
                  <a16:creationId xmlns:a16="http://schemas.microsoft.com/office/drawing/2014/main" id="{7282ACA4-A9C6-41BB-B65A-83245DD8A785}"/>
                </a:ext>
              </a:extLst>
            </p:cNvPr>
            <p:cNvSpPr/>
            <p:nvPr/>
          </p:nvSpPr>
          <p:spPr>
            <a:xfrm>
              <a:off x="10717738" y="6186896"/>
              <a:ext cx="310896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205" name="Hexagon 3204">
              <a:extLst>
                <a:ext uri="{FF2B5EF4-FFF2-40B4-BE49-F238E27FC236}">
                  <a16:creationId xmlns:a16="http://schemas.microsoft.com/office/drawing/2014/main" id="{A3FAD953-163C-424C-8AD4-D66D54E84466}"/>
                </a:ext>
              </a:extLst>
            </p:cNvPr>
            <p:cNvSpPr/>
            <p:nvPr/>
          </p:nvSpPr>
          <p:spPr>
            <a:xfrm>
              <a:off x="10717738" y="6004016"/>
              <a:ext cx="310896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206" name="Hexagon 3205">
              <a:extLst>
                <a:ext uri="{FF2B5EF4-FFF2-40B4-BE49-F238E27FC236}">
                  <a16:creationId xmlns:a16="http://schemas.microsoft.com/office/drawing/2014/main" id="{D89406A8-77F8-4F77-AACA-906665979F29}"/>
                </a:ext>
              </a:extLst>
            </p:cNvPr>
            <p:cNvSpPr/>
            <p:nvPr/>
          </p:nvSpPr>
          <p:spPr>
            <a:xfrm>
              <a:off x="11188130" y="6382970"/>
              <a:ext cx="310896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207" name="Hexagon 3206">
              <a:extLst>
                <a:ext uri="{FF2B5EF4-FFF2-40B4-BE49-F238E27FC236}">
                  <a16:creationId xmlns:a16="http://schemas.microsoft.com/office/drawing/2014/main" id="{25923440-FADB-498F-904B-1C0511C5AD27}"/>
                </a:ext>
              </a:extLst>
            </p:cNvPr>
            <p:cNvSpPr/>
            <p:nvPr/>
          </p:nvSpPr>
          <p:spPr>
            <a:xfrm>
              <a:off x="11188130" y="6200090"/>
              <a:ext cx="310896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208" name="Hexagon 3207">
              <a:extLst>
                <a:ext uri="{FF2B5EF4-FFF2-40B4-BE49-F238E27FC236}">
                  <a16:creationId xmlns:a16="http://schemas.microsoft.com/office/drawing/2014/main" id="{1BF68863-8D22-4986-A003-4740B58F30EB}"/>
                </a:ext>
              </a:extLst>
            </p:cNvPr>
            <p:cNvSpPr/>
            <p:nvPr/>
          </p:nvSpPr>
          <p:spPr>
            <a:xfrm>
              <a:off x="11426448" y="6472491"/>
              <a:ext cx="310896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209" name="Hexagon 3208">
              <a:extLst>
                <a:ext uri="{FF2B5EF4-FFF2-40B4-BE49-F238E27FC236}">
                  <a16:creationId xmlns:a16="http://schemas.microsoft.com/office/drawing/2014/main" id="{04807FF2-98B1-4C55-90E3-30E9C0B44E75}"/>
                </a:ext>
              </a:extLst>
            </p:cNvPr>
            <p:cNvSpPr/>
            <p:nvPr/>
          </p:nvSpPr>
          <p:spPr>
            <a:xfrm>
              <a:off x="11426448" y="6289611"/>
              <a:ext cx="310896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211" name="Hexagon 3210">
              <a:extLst>
                <a:ext uri="{FF2B5EF4-FFF2-40B4-BE49-F238E27FC236}">
                  <a16:creationId xmlns:a16="http://schemas.microsoft.com/office/drawing/2014/main" id="{9A3B0254-BFD3-4AE2-B8B5-154C1E8AF225}"/>
                </a:ext>
              </a:extLst>
            </p:cNvPr>
            <p:cNvSpPr/>
            <p:nvPr/>
          </p:nvSpPr>
          <p:spPr>
            <a:xfrm>
              <a:off x="11911211" y="6101109"/>
              <a:ext cx="310896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212" name="Hexagon 3211">
              <a:extLst>
                <a:ext uri="{FF2B5EF4-FFF2-40B4-BE49-F238E27FC236}">
                  <a16:creationId xmlns:a16="http://schemas.microsoft.com/office/drawing/2014/main" id="{A6C5CDBF-F77D-4612-AB46-C4272E4606BD}"/>
                </a:ext>
              </a:extLst>
            </p:cNvPr>
            <p:cNvSpPr/>
            <p:nvPr/>
          </p:nvSpPr>
          <p:spPr>
            <a:xfrm>
              <a:off x="11672893" y="6195995"/>
              <a:ext cx="310896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213" name="Hexagon 3212">
              <a:extLst>
                <a:ext uri="{FF2B5EF4-FFF2-40B4-BE49-F238E27FC236}">
                  <a16:creationId xmlns:a16="http://schemas.microsoft.com/office/drawing/2014/main" id="{8843F490-1D5C-4529-A02C-8D1E788B2F22}"/>
                </a:ext>
              </a:extLst>
            </p:cNvPr>
            <p:cNvSpPr/>
            <p:nvPr/>
          </p:nvSpPr>
          <p:spPr>
            <a:xfrm>
              <a:off x="11672893" y="6013115"/>
              <a:ext cx="310896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214" name="Hexagon 3213">
              <a:extLst>
                <a:ext uri="{FF2B5EF4-FFF2-40B4-BE49-F238E27FC236}">
                  <a16:creationId xmlns:a16="http://schemas.microsoft.com/office/drawing/2014/main" id="{CD3761DE-F2A4-4B7F-85D3-A0BB7D36E543}"/>
                </a:ext>
              </a:extLst>
            </p:cNvPr>
            <p:cNvSpPr/>
            <p:nvPr/>
          </p:nvSpPr>
          <p:spPr>
            <a:xfrm>
              <a:off x="11430793" y="6111031"/>
              <a:ext cx="310896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215" name="Hexagon 3214">
              <a:extLst>
                <a:ext uri="{FF2B5EF4-FFF2-40B4-BE49-F238E27FC236}">
                  <a16:creationId xmlns:a16="http://schemas.microsoft.com/office/drawing/2014/main" id="{E93C3301-A7DC-4057-B0DA-94EC1F048649}"/>
                </a:ext>
              </a:extLst>
            </p:cNvPr>
            <p:cNvSpPr/>
            <p:nvPr/>
          </p:nvSpPr>
          <p:spPr>
            <a:xfrm>
              <a:off x="11430793" y="5928151"/>
              <a:ext cx="310896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216" name="Hexagon 3215">
              <a:extLst>
                <a:ext uri="{FF2B5EF4-FFF2-40B4-BE49-F238E27FC236}">
                  <a16:creationId xmlns:a16="http://schemas.microsoft.com/office/drawing/2014/main" id="{3DAAD24B-7A10-43C8-AE4F-1BFD9D1D2F6D}"/>
                </a:ext>
              </a:extLst>
            </p:cNvPr>
            <p:cNvSpPr/>
            <p:nvPr/>
          </p:nvSpPr>
          <p:spPr>
            <a:xfrm>
              <a:off x="11911211" y="5913705"/>
              <a:ext cx="310896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217" name="Hexagon 3216">
              <a:extLst>
                <a:ext uri="{FF2B5EF4-FFF2-40B4-BE49-F238E27FC236}">
                  <a16:creationId xmlns:a16="http://schemas.microsoft.com/office/drawing/2014/main" id="{D49964DE-ADD7-4610-A542-4DAF8F67E467}"/>
                </a:ext>
              </a:extLst>
            </p:cNvPr>
            <p:cNvSpPr/>
            <p:nvPr/>
          </p:nvSpPr>
          <p:spPr>
            <a:xfrm>
              <a:off x="11911211" y="5730825"/>
              <a:ext cx="310896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218" name="Hexagon 3217">
              <a:extLst>
                <a:ext uri="{FF2B5EF4-FFF2-40B4-BE49-F238E27FC236}">
                  <a16:creationId xmlns:a16="http://schemas.microsoft.com/office/drawing/2014/main" id="{CA3D0CE7-1561-4EE5-8D6E-2BFA7842BA9D}"/>
                </a:ext>
              </a:extLst>
            </p:cNvPr>
            <p:cNvSpPr/>
            <p:nvPr/>
          </p:nvSpPr>
          <p:spPr>
            <a:xfrm>
              <a:off x="11668130" y="5830712"/>
              <a:ext cx="310896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219" name="Hexagon 3218">
              <a:extLst>
                <a:ext uri="{FF2B5EF4-FFF2-40B4-BE49-F238E27FC236}">
                  <a16:creationId xmlns:a16="http://schemas.microsoft.com/office/drawing/2014/main" id="{2C7B7F96-52ED-4129-B79C-7AC97138E69D}"/>
                </a:ext>
              </a:extLst>
            </p:cNvPr>
            <p:cNvSpPr/>
            <p:nvPr/>
          </p:nvSpPr>
          <p:spPr>
            <a:xfrm>
              <a:off x="11668130" y="5647832"/>
              <a:ext cx="310896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220" name="Hexagon 3219">
              <a:extLst>
                <a:ext uri="{FF2B5EF4-FFF2-40B4-BE49-F238E27FC236}">
                  <a16:creationId xmlns:a16="http://schemas.microsoft.com/office/drawing/2014/main" id="{5531F55F-78DC-40A5-888D-2BE4538D0B81}"/>
                </a:ext>
              </a:extLst>
            </p:cNvPr>
            <p:cNvSpPr/>
            <p:nvPr/>
          </p:nvSpPr>
          <p:spPr>
            <a:xfrm>
              <a:off x="12380607" y="5724047"/>
              <a:ext cx="310896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221" name="Hexagon 3220">
              <a:extLst>
                <a:ext uri="{FF2B5EF4-FFF2-40B4-BE49-F238E27FC236}">
                  <a16:creationId xmlns:a16="http://schemas.microsoft.com/office/drawing/2014/main" id="{84E57829-B864-407D-B3CB-8B50AD68AC45}"/>
                </a:ext>
              </a:extLst>
            </p:cNvPr>
            <p:cNvSpPr/>
            <p:nvPr/>
          </p:nvSpPr>
          <p:spPr>
            <a:xfrm>
              <a:off x="12380607" y="5541167"/>
              <a:ext cx="310896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222" name="Hexagon 3221">
              <a:extLst>
                <a:ext uri="{FF2B5EF4-FFF2-40B4-BE49-F238E27FC236}">
                  <a16:creationId xmlns:a16="http://schemas.microsoft.com/office/drawing/2014/main" id="{C7AC2883-973D-47ED-86B0-9308255ADB8E}"/>
                </a:ext>
              </a:extLst>
            </p:cNvPr>
            <p:cNvSpPr/>
            <p:nvPr/>
          </p:nvSpPr>
          <p:spPr>
            <a:xfrm>
              <a:off x="11424618" y="5737237"/>
              <a:ext cx="310896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223" name="Hexagon 3222">
              <a:extLst>
                <a:ext uri="{FF2B5EF4-FFF2-40B4-BE49-F238E27FC236}">
                  <a16:creationId xmlns:a16="http://schemas.microsoft.com/office/drawing/2014/main" id="{971C3829-2ED8-4845-8D1A-1C510ADD8FCA}"/>
                </a:ext>
              </a:extLst>
            </p:cNvPr>
            <p:cNvSpPr/>
            <p:nvPr/>
          </p:nvSpPr>
          <p:spPr>
            <a:xfrm>
              <a:off x="11424618" y="5554357"/>
              <a:ext cx="310896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224" name="Hexagon 3223">
              <a:extLst>
                <a:ext uri="{FF2B5EF4-FFF2-40B4-BE49-F238E27FC236}">
                  <a16:creationId xmlns:a16="http://schemas.microsoft.com/office/drawing/2014/main" id="{3AEAF92A-78A0-40A9-8114-F95D0EDCBE05}"/>
                </a:ext>
              </a:extLst>
            </p:cNvPr>
            <p:cNvSpPr/>
            <p:nvPr/>
          </p:nvSpPr>
          <p:spPr>
            <a:xfrm>
              <a:off x="10959838" y="6092150"/>
              <a:ext cx="310896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225" name="Hexagon 3224">
              <a:extLst>
                <a:ext uri="{FF2B5EF4-FFF2-40B4-BE49-F238E27FC236}">
                  <a16:creationId xmlns:a16="http://schemas.microsoft.com/office/drawing/2014/main" id="{94191EEC-4FB9-441C-8D1E-D5078FC9D1EE}"/>
                </a:ext>
              </a:extLst>
            </p:cNvPr>
            <p:cNvSpPr/>
            <p:nvPr/>
          </p:nvSpPr>
          <p:spPr>
            <a:xfrm>
              <a:off x="10959838" y="5909270"/>
              <a:ext cx="310896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226" name="Hexagon 3225">
              <a:extLst>
                <a:ext uri="{FF2B5EF4-FFF2-40B4-BE49-F238E27FC236}">
                  <a16:creationId xmlns:a16="http://schemas.microsoft.com/office/drawing/2014/main" id="{445411AF-3FA1-41F7-8A6A-6C8C9CAA29E7}"/>
                </a:ext>
              </a:extLst>
            </p:cNvPr>
            <p:cNvSpPr/>
            <p:nvPr/>
          </p:nvSpPr>
          <p:spPr>
            <a:xfrm>
              <a:off x="10474226" y="5913467"/>
              <a:ext cx="310896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227" name="Hexagon 3226">
              <a:extLst>
                <a:ext uri="{FF2B5EF4-FFF2-40B4-BE49-F238E27FC236}">
                  <a16:creationId xmlns:a16="http://schemas.microsoft.com/office/drawing/2014/main" id="{12AA7B65-3D64-4C98-9062-62BF1A12B44B}"/>
                </a:ext>
              </a:extLst>
            </p:cNvPr>
            <p:cNvSpPr/>
            <p:nvPr/>
          </p:nvSpPr>
          <p:spPr>
            <a:xfrm>
              <a:off x="10474226" y="5730587"/>
              <a:ext cx="310896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228" name="Hexagon 3227">
              <a:extLst>
                <a:ext uri="{FF2B5EF4-FFF2-40B4-BE49-F238E27FC236}">
                  <a16:creationId xmlns:a16="http://schemas.microsoft.com/office/drawing/2014/main" id="{5E53886A-0F6A-46F6-AE60-638E5005FF40}"/>
                </a:ext>
              </a:extLst>
            </p:cNvPr>
            <p:cNvSpPr/>
            <p:nvPr/>
          </p:nvSpPr>
          <p:spPr>
            <a:xfrm>
              <a:off x="10718316" y="5822641"/>
              <a:ext cx="310896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229" name="Hexagon 3228">
              <a:extLst>
                <a:ext uri="{FF2B5EF4-FFF2-40B4-BE49-F238E27FC236}">
                  <a16:creationId xmlns:a16="http://schemas.microsoft.com/office/drawing/2014/main" id="{4A496A8B-39B0-4C8C-AD33-AEEAD48D6D21}"/>
                </a:ext>
              </a:extLst>
            </p:cNvPr>
            <p:cNvSpPr/>
            <p:nvPr/>
          </p:nvSpPr>
          <p:spPr>
            <a:xfrm>
              <a:off x="10718316" y="5639761"/>
              <a:ext cx="310896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230" name="Hexagon 3229">
              <a:extLst>
                <a:ext uri="{FF2B5EF4-FFF2-40B4-BE49-F238E27FC236}">
                  <a16:creationId xmlns:a16="http://schemas.microsoft.com/office/drawing/2014/main" id="{FA542EAC-D362-4089-A685-796A650CE9D1}"/>
                </a:ext>
              </a:extLst>
            </p:cNvPr>
            <p:cNvSpPr/>
            <p:nvPr/>
          </p:nvSpPr>
          <p:spPr>
            <a:xfrm>
              <a:off x="10239528" y="5638755"/>
              <a:ext cx="310896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231" name="Hexagon 3230">
              <a:extLst>
                <a:ext uri="{FF2B5EF4-FFF2-40B4-BE49-F238E27FC236}">
                  <a16:creationId xmlns:a16="http://schemas.microsoft.com/office/drawing/2014/main" id="{9E70A179-3D82-436F-AA0B-F3D7A0B89D58}"/>
                </a:ext>
              </a:extLst>
            </p:cNvPr>
            <p:cNvSpPr/>
            <p:nvPr/>
          </p:nvSpPr>
          <p:spPr>
            <a:xfrm>
              <a:off x="10239528" y="5455875"/>
              <a:ext cx="310896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232" name="Hexagon 3231">
              <a:extLst>
                <a:ext uri="{FF2B5EF4-FFF2-40B4-BE49-F238E27FC236}">
                  <a16:creationId xmlns:a16="http://schemas.microsoft.com/office/drawing/2014/main" id="{932B76CA-D058-4CCC-8685-3278D7A322D2}"/>
                </a:ext>
              </a:extLst>
            </p:cNvPr>
            <p:cNvSpPr/>
            <p:nvPr/>
          </p:nvSpPr>
          <p:spPr>
            <a:xfrm>
              <a:off x="10730111" y="5459691"/>
              <a:ext cx="310896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233" name="Hexagon 3232">
              <a:extLst>
                <a:ext uri="{FF2B5EF4-FFF2-40B4-BE49-F238E27FC236}">
                  <a16:creationId xmlns:a16="http://schemas.microsoft.com/office/drawing/2014/main" id="{124DC06D-298C-4531-A75C-EC23A3B289AA}"/>
                </a:ext>
              </a:extLst>
            </p:cNvPr>
            <p:cNvSpPr/>
            <p:nvPr/>
          </p:nvSpPr>
          <p:spPr>
            <a:xfrm>
              <a:off x="10730111" y="5276811"/>
              <a:ext cx="310896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234" name="Hexagon 3233">
              <a:extLst>
                <a:ext uri="{FF2B5EF4-FFF2-40B4-BE49-F238E27FC236}">
                  <a16:creationId xmlns:a16="http://schemas.microsoft.com/office/drawing/2014/main" id="{F827506C-9597-44C5-A27F-E1822283923E}"/>
                </a:ext>
              </a:extLst>
            </p:cNvPr>
            <p:cNvSpPr/>
            <p:nvPr/>
          </p:nvSpPr>
          <p:spPr>
            <a:xfrm>
              <a:off x="10488841" y="5357576"/>
              <a:ext cx="310896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235" name="Hexagon 3234">
              <a:extLst>
                <a:ext uri="{FF2B5EF4-FFF2-40B4-BE49-F238E27FC236}">
                  <a16:creationId xmlns:a16="http://schemas.microsoft.com/office/drawing/2014/main" id="{7E415D55-C4B2-4EAB-A394-D16EAD769FE2}"/>
                </a:ext>
              </a:extLst>
            </p:cNvPr>
            <p:cNvSpPr/>
            <p:nvPr/>
          </p:nvSpPr>
          <p:spPr>
            <a:xfrm>
              <a:off x="10488841" y="5174696"/>
              <a:ext cx="310896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236" name="Hexagon 3235">
              <a:extLst>
                <a:ext uri="{FF2B5EF4-FFF2-40B4-BE49-F238E27FC236}">
                  <a16:creationId xmlns:a16="http://schemas.microsoft.com/office/drawing/2014/main" id="{906CE05A-A9D3-43E2-8377-8C765684FC25}"/>
                </a:ext>
              </a:extLst>
            </p:cNvPr>
            <p:cNvSpPr/>
            <p:nvPr/>
          </p:nvSpPr>
          <p:spPr>
            <a:xfrm>
              <a:off x="10962220" y="5735044"/>
              <a:ext cx="310896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238" name="Hexagon 3237">
              <a:extLst>
                <a:ext uri="{FF2B5EF4-FFF2-40B4-BE49-F238E27FC236}">
                  <a16:creationId xmlns:a16="http://schemas.microsoft.com/office/drawing/2014/main" id="{233D3F47-4D35-4C29-B118-EA58278F5809}"/>
                </a:ext>
              </a:extLst>
            </p:cNvPr>
            <p:cNvSpPr/>
            <p:nvPr/>
          </p:nvSpPr>
          <p:spPr>
            <a:xfrm>
              <a:off x="11198734" y="5642166"/>
              <a:ext cx="310896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239" name="Hexagon 3238">
              <a:extLst>
                <a:ext uri="{FF2B5EF4-FFF2-40B4-BE49-F238E27FC236}">
                  <a16:creationId xmlns:a16="http://schemas.microsoft.com/office/drawing/2014/main" id="{7CF58BA7-CA8F-41C1-A131-CBC83AC4EE54}"/>
                </a:ext>
              </a:extLst>
            </p:cNvPr>
            <p:cNvSpPr/>
            <p:nvPr/>
          </p:nvSpPr>
          <p:spPr>
            <a:xfrm>
              <a:off x="11198734" y="5459286"/>
              <a:ext cx="310896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240" name="Hexagon 3239">
              <a:extLst>
                <a:ext uri="{FF2B5EF4-FFF2-40B4-BE49-F238E27FC236}">
                  <a16:creationId xmlns:a16="http://schemas.microsoft.com/office/drawing/2014/main" id="{8736221E-DCEE-42A0-B940-EFF17279CB4E}"/>
                </a:ext>
              </a:extLst>
            </p:cNvPr>
            <p:cNvSpPr/>
            <p:nvPr/>
          </p:nvSpPr>
          <p:spPr>
            <a:xfrm>
              <a:off x="10962220" y="5552164"/>
              <a:ext cx="310896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241" name="Hexagon 3240">
              <a:extLst>
                <a:ext uri="{FF2B5EF4-FFF2-40B4-BE49-F238E27FC236}">
                  <a16:creationId xmlns:a16="http://schemas.microsoft.com/office/drawing/2014/main" id="{EC9BAD46-48FB-4C50-B2DF-C87B90ECD489}"/>
                </a:ext>
              </a:extLst>
            </p:cNvPr>
            <p:cNvSpPr/>
            <p:nvPr/>
          </p:nvSpPr>
          <p:spPr>
            <a:xfrm>
              <a:off x="10969376" y="5359247"/>
              <a:ext cx="310896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242" name="Hexagon 3241">
              <a:extLst>
                <a:ext uri="{FF2B5EF4-FFF2-40B4-BE49-F238E27FC236}">
                  <a16:creationId xmlns:a16="http://schemas.microsoft.com/office/drawing/2014/main" id="{B13467AC-87F7-4EFC-A594-77471CC69595}"/>
                </a:ext>
              </a:extLst>
            </p:cNvPr>
            <p:cNvSpPr/>
            <p:nvPr/>
          </p:nvSpPr>
          <p:spPr>
            <a:xfrm>
              <a:off x="11193473" y="5265562"/>
              <a:ext cx="310896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243" name="Hexagon 3242">
              <a:extLst>
                <a:ext uri="{FF2B5EF4-FFF2-40B4-BE49-F238E27FC236}">
                  <a16:creationId xmlns:a16="http://schemas.microsoft.com/office/drawing/2014/main" id="{637C44A0-C315-4DAA-84E0-A27DBF92DFBF}"/>
                </a:ext>
              </a:extLst>
            </p:cNvPr>
            <p:cNvSpPr/>
            <p:nvPr/>
          </p:nvSpPr>
          <p:spPr>
            <a:xfrm>
              <a:off x="11192525" y="6009176"/>
              <a:ext cx="310896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244" name="Hexagon 3243">
              <a:extLst>
                <a:ext uri="{FF2B5EF4-FFF2-40B4-BE49-F238E27FC236}">
                  <a16:creationId xmlns:a16="http://schemas.microsoft.com/office/drawing/2014/main" id="{54501243-7876-41B4-8139-4C0981E28DAD}"/>
                </a:ext>
              </a:extLst>
            </p:cNvPr>
            <p:cNvSpPr/>
            <p:nvPr/>
          </p:nvSpPr>
          <p:spPr>
            <a:xfrm>
              <a:off x="12152195" y="5813980"/>
              <a:ext cx="310896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245" name="Hexagon 3244">
              <a:extLst>
                <a:ext uri="{FF2B5EF4-FFF2-40B4-BE49-F238E27FC236}">
                  <a16:creationId xmlns:a16="http://schemas.microsoft.com/office/drawing/2014/main" id="{BB3E8FF0-4C69-4CCF-BAD0-B502EF5D265E}"/>
                </a:ext>
              </a:extLst>
            </p:cNvPr>
            <p:cNvSpPr/>
            <p:nvPr/>
          </p:nvSpPr>
          <p:spPr>
            <a:xfrm>
              <a:off x="11665410" y="5461958"/>
              <a:ext cx="310896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246" name="Hexagon 3245">
              <a:extLst>
                <a:ext uri="{FF2B5EF4-FFF2-40B4-BE49-F238E27FC236}">
                  <a16:creationId xmlns:a16="http://schemas.microsoft.com/office/drawing/2014/main" id="{F1CD2711-8BF7-49AC-9B45-A88096164432}"/>
                </a:ext>
              </a:extLst>
            </p:cNvPr>
            <p:cNvSpPr/>
            <p:nvPr/>
          </p:nvSpPr>
          <p:spPr>
            <a:xfrm>
              <a:off x="11902874" y="5553794"/>
              <a:ext cx="310896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247" name="Hexagon 3246">
              <a:extLst>
                <a:ext uri="{FF2B5EF4-FFF2-40B4-BE49-F238E27FC236}">
                  <a16:creationId xmlns:a16="http://schemas.microsoft.com/office/drawing/2014/main" id="{1DBA9E52-C53F-47B6-AE12-BF16BF4E8825}"/>
                </a:ext>
              </a:extLst>
            </p:cNvPr>
            <p:cNvSpPr/>
            <p:nvPr/>
          </p:nvSpPr>
          <p:spPr>
            <a:xfrm>
              <a:off x="12139851" y="5449727"/>
              <a:ext cx="310896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248" name="Hexagon 3247">
              <a:extLst>
                <a:ext uri="{FF2B5EF4-FFF2-40B4-BE49-F238E27FC236}">
                  <a16:creationId xmlns:a16="http://schemas.microsoft.com/office/drawing/2014/main" id="{683D4A0F-1BB6-46A1-99B0-DD13F4F511F6}"/>
                </a:ext>
              </a:extLst>
            </p:cNvPr>
            <p:cNvSpPr/>
            <p:nvPr/>
          </p:nvSpPr>
          <p:spPr>
            <a:xfrm>
              <a:off x="11428461" y="6832426"/>
              <a:ext cx="310896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249" name="Hexagon 3248">
              <a:extLst>
                <a:ext uri="{FF2B5EF4-FFF2-40B4-BE49-F238E27FC236}">
                  <a16:creationId xmlns:a16="http://schemas.microsoft.com/office/drawing/2014/main" id="{2F96E1F1-53CA-4BFF-96EE-0B71605BF88B}"/>
                </a:ext>
              </a:extLst>
            </p:cNvPr>
            <p:cNvSpPr/>
            <p:nvPr/>
          </p:nvSpPr>
          <p:spPr>
            <a:xfrm>
              <a:off x="10710311" y="7103332"/>
              <a:ext cx="310896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250" name="Hexagon 3249">
              <a:extLst>
                <a:ext uri="{FF2B5EF4-FFF2-40B4-BE49-F238E27FC236}">
                  <a16:creationId xmlns:a16="http://schemas.microsoft.com/office/drawing/2014/main" id="{9264A9D7-989B-41F2-A480-011095A312A3}"/>
                </a:ext>
              </a:extLst>
            </p:cNvPr>
            <p:cNvSpPr/>
            <p:nvPr/>
          </p:nvSpPr>
          <p:spPr>
            <a:xfrm>
              <a:off x="11911211" y="7374063"/>
              <a:ext cx="310896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251" name="Hexagon 3250">
              <a:extLst>
                <a:ext uri="{FF2B5EF4-FFF2-40B4-BE49-F238E27FC236}">
                  <a16:creationId xmlns:a16="http://schemas.microsoft.com/office/drawing/2014/main" id="{DCF190CE-0757-4A34-82C3-10062AAF8F74}"/>
                </a:ext>
              </a:extLst>
            </p:cNvPr>
            <p:cNvSpPr/>
            <p:nvPr/>
          </p:nvSpPr>
          <p:spPr>
            <a:xfrm>
              <a:off x="11918394" y="7742404"/>
              <a:ext cx="310896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252" name="Hexagon 3251">
              <a:extLst>
                <a:ext uri="{FF2B5EF4-FFF2-40B4-BE49-F238E27FC236}">
                  <a16:creationId xmlns:a16="http://schemas.microsoft.com/office/drawing/2014/main" id="{185F0735-B62D-478B-B424-1E75D76CDFF8}"/>
                </a:ext>
              </a:extLst>
            </p:cNvPr>
            <p:cNvSpPr/>
            <p:nvPr/>
          </p:nvSpPr>
          <p:spPr>
            <a:xfrm>
              <a:off x="10959838" y="8111657"/>
              <a:ext cx="310896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253" name="Hexagon 3252">
              <a:extLst>
                <a:ext uri="{FF2B5EF4-FFF2-40B4-BE49-F238E27FC236}">
                  <a16:creationId xmlns:a16="http://schemas.microsoft.com/office/drawing/2014/main" id="{C1CF715F-5745-4B1D-A574-FFC72D59BA95}"/>
                </a:ext>
              </a:extLst>
            </p:cNvPr>
            <p:cNvSpPr/>
            <p:nvPr/>
          </p:nvSpPr>
          <p:spPr>
            <a:xfrm>
              <a:off x="12146888" y="8208134"/>
              <a:ext cx="310896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254" name="Hexagon 3253">
              <a:extLst>
                <a:ext uri="{FF2B5EF4-FFF2-40B4-BE49-F238E27FC236}">
                  <a16:creationId xmlns:a16="http://schemas.microsoft.com/office/drawing/2014/main" id="{6987A828-C58C-4E62-82EA-451086DC4238}"/>
                </a:ext>
              </a:extLst>
            </p:cNvPr>
            <p:cNvSpPr/>
            <p:nvPr/>
          </p:nvSpPr>
          <p:spPr>
            <a:xfrm>
              <a:off x="11906636" y="8668432"/>
              <a:ext cx="310896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255" name="Hexagon 3254">
              <a:extLst>
                <a:ext uri="{FF2B5EF4-FFF2-40B4-BE49-F238E27FC236}">
                  <a16:creationId xmlns:a16="http://schemas.microsoft.com/office/drawing/2014/main" id="{D8CAA44F-E6D6-4899-8BA8-140041DCFEA7}"/>
                </a:ext>
              </a:extLst>
            </p:cNvPr>
            <p:cNvSpPr/>
            <p:nvPr/>
          </p:nvSpPr>
          <p:spPr>
            <a:xfrm>
              <a:off x="10730111" y="9310149"/>
              <a:ext cx="310896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256" name="Hexagon 3255">
              <a:extLst>
                <a:ext uri="{FF2B5EF4-FFF2-40B4-BE49-F238E27FC236}">
                  <a16:creationId xmlns:a16="http://schemas.microsoft.com/office/drawing/2014/main" id="{4FAE63FF-4553-44C8-8C7F-675623895372}"/>
                </a:ext>
              </a:extLst>
            </p:cNvPr>
            <p:cNvSpPr/>
            <p:nvPr/>
          </p:nvSpPr>
          <p:spPr>
            <a:xfrm>
              <a:off x="10481359" y="9401589"/>
              <a:ext cx="310896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257" name="Hexagon 3256">
              <a:extLst>
                <a:ext uri="{FF2B5EF4-FFF2-40B4-BE49-F238E27FC236}">
                  <a16:creationId xmlns:a16="http://schemas.microsoft.com/office/drawing/2014/main" id="{8D07A1F2-5B88-4C59-8232-C9731C7729A7}"/>
                </a:ext>
              </a:extLst>
            </p:cNvPr>
            <p:cNvSpPr/>
            <p:nvPr/>
          </p:nvSpPr>
          <p:spPr>
            <a:xfrm>
              <a:off x="11433620" y="9593367"/>
              <a:ext cx="310896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258" name="Hexagon 3257">
              <a:extLst>
                <a:ext uri="{FF2B5EF4-FFF2-40B4-BE49-F238E27FC236}">
                  <a16:creationId xmlns:a16="http://schemas.microsoft.com/office/drawing/2014/main" id="{5AACF6AA-75E3-4832-801D-0549FF3053FD}"/>
                </a:ext>
              </a:extLst>
            </p:cNvPr>
            <p:cNvSpPr/>
            <p:nvPr/>
          </p:nvSpPr>
          <p:spPr>
            <a:xfrm>
              <a:off x="10952273" y="9772968"/>
              <a:ext cx="310896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259" name="Hexagon 3258">
              <a:extLst>
                <a:ext uri="{FF2B5EF4-FFF2-40B4-BE49-F238E27FC236}">
                  <a16:creationId xmlns:a16="http://schemas.microsoft.com/office/drawing/2014/main" id="{B8F4D5CA-3215-4DA2-BC49-2FD0BBC76A85}"/>
                </a:ext>
              </a:extLst>
            </p:cNvPr>
            <p:cNvSpPr/>
            <p:nvPr/>
          </p:nvSpPr>
          <p:spPr>
            <a:xfrm>
              <a:off x="12146888" y="9670518"/>
              <a:ext cx="310896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065" name="Hexagon 3064">
              <a:extLst>
                <a:ext uri="{FF2B5EF4-FFF2-40B4-BE49-F238E27FC236}">
                  <a16:creationId xmlns:a16="http://schemas.microsoft.com/office/drawing/2014/main" id="{B095907E-EE44-4FBC-9E1F-131C11D81F77}"/>
                </a:ext>
              </a:extLst>
            </p:cNvPr>
            <p:cNvSpPr/>
            <p:nvPr/>
          </p:nvSpPr>
          <p:spPr>
            <a:xfrm>
              <a:off x="5534216" y="5460131"/>
              <a:ext cx="310896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144" name="Hexagon 3143">
              <a:extLst>
                <a:ext uri="{FF2B5EF4-FFF2-40B4-BE49-F238E27FC236}">
                  <a16:creationId xmlns:a16="http://schemas.microsoft.com/office/drawing/2014/main" id="{0023C462-012B-40F5-BC13-25C3E1EEDD38}"/>
                </a:ext>
              </a:extLst>
            </p:cNvPr>
            <p:cNvSpPr/>
            <p:nvPr/>
          </p:nvSpPr>
          <p:spPr>
            <a:xfrm>
              <a:off x="11669554" y="8938573"/>
              <a:ext cx="310896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210" name="Hexagon 3209">
              <a:extLst>
                <a:ext uri="{FF2B5EF4-FFF2-40B4-BE49-F238E27FC236}">
                  <a16:creationId xmlns:a16="http://schemas.microsoft.com/office/drawing/2014/main" id="{BC1C52A6-F9B7-431D-A7BB-FA43AFFED41D}"/>
                </a:ext>
              </a:extLst>
            </p:cNvPr>
            <p:cNvSpPr/>
            <p:nvPr/>
          </p:nvSpPr>
          <p:spPr>
            <a:xfrm>
              <a:off x="11911211" y="6283989"/>
              <a:ext cx="310896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</p:grpSp>
      <p:grpSp>
        <p:nvGrpSpPr>
          <p:cNvPr id="73" name="1">
            <a:extLst>
              <a:ext uri="{FF2B5EF4-FFF2-40B4-BE49-F238E27FC236}">
                <a16:creationId xmlns:a16="http://schemas.microsoft.com/office/drawing/2014/main" id="{A4FFF1E0-AB7C-4918-B63D-DD807A2C63D8}"/>
              </a:ext>
            </a:extLst>
          </p:cNvPr>
          <p:cNvGrpSpPr/>
          <p:nvPr/>
        </p:nvGrpSpPr>
        <p:grpSpPr>
          <a:xfrm>
            <a:off x="42380" y="6282172"/>
            <a:ext cx="6436612" cy="4305882"/>
            <a:chOff x="68690" y="8023887"/>
            <a:chExt cx="6436612" cy="4305882"/>
          </a:xfrm>
        </p:grpSpPr>
        <p:sp>
          <p:nvSpPr>
            <p:cNvPr id="1330" name="Hexagon 1329">
              <a:extLst>
                <a:ext uri="{FF2B5EF4-FFF2-40B4-BE49-F238E27FC236}">
                  <a16:creationId xmlns:a16="http://schemas.microsoft.com/office/drawing/2014/main" id="{EE81D8D4-1D98-48B7-BE7E-0D6D318B1B6B}"/>
                </a:ext>
              </a:extLst>
            </p:cNvPr>
            <p:cNvSpPr/>
            <p:nvPr/>
          </p:nvSpPr>
          <p:spPr>
            <a:xfrm>
              <a:off x="541529" y="12159760"/>
              <a:ext cx="301752" cy="170009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bg1">
                <a:lumMod val="6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261" name="Hexagon 2260">
              <a:extLst>
                <a:ext uri="{FF2B5EF4-FFF2-40B4-BE49-F238E27FC236}">
                  <a16:creationId xmlns:a16="http://schemas.microsoft.com/office/drawing/2014/main" id="{5EA8B92B-60EB-4880-94A4-A6DC6946788B}"/>
                </a:ext>
              </a:extLst>
            </p:cNvPr>
            <p:cNvSpPr/>
            <p:nvPr/>
          </p:nvSpPr>
          <p:spPr>
            <a:xfrm>
              <a:off x="777124" y="12072374"/>
              <a:ext cx="301752" cy="170009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bg1">
                <a:lumMod val="6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270" name="Hexagon 2269">
              <a:extLst>
                <a:ext uri="{FF2B5EF4-FFF2-40B4-BE49-F238E27FC236}">
                  <a16:creationId xmlns:a16="http://schemas.microsoft.com/office/drawing/2014/main" id="{72DA0884-B68E-4FC3-874D-C42430FD84C0}"/>
                </a:ext>
              </a:extLst>
            </p:cNvPr>
            <p:cNvSpPr/>
            <p:nvPr/>
          </p:nvSpPr>
          <p:spPr>
            <a:xfrm>
              <a:off x="541529" y="11987369"/>
              <a:ext cx="301752" cy="170009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bg1">
                <a:lumMod val="6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271" name="Hexagon 2270">
              <a:extLst>
                <a:ext uri="{FF2B5EF4-FFF2-40B4-BE49-F238E27FC236}">
                  <a16:creationId xmlns:a16="http://schemas.microsoft.com/office/drawing/2014/main" id="{204B9356-42AA-4D38-B451-60A75B875C9B}"/>
                </a:ext>
              </a:extLst>
            </p:cNvPr>
            <p:cNvSpPr/>
            <p:nvPr/>
          </p:nvSpPr>
          <p:spPr>
            <a:xfrm>
              <a:off x="777124" y="11902364"/>
              <a:ext cx="301752" cy="170009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bg1">
                <a:lumMod val="6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272" name="Hexagon 2271">
              <a:extLst>
                <a:ext uri="{FF2B5EF4-FFF2-40B4-BE49-F238E27FC236}">
                  <a16:creationId xmlns:a16="http://schemas.microsoft.com/office/drawing/2014/main" id="{131B0C23-3F3C-4CBD-A5E1-5E26C477AEEC}"/>
                </a:ext>
              </a:extLst>
            </p:cNvPr>
            <p:cNvSpPr/>
            <p:nvPr/>
          </p:nvSpPr>
          <p:spPr>
            <a:xfrm>
              <a:off x="1017391" y="11991422"/>
              <a:ext cx="301752" cy="170009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bg1">
                <a:lumMod val="6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273" name="Hexagon 2272">
              <a:extLst>
                <a:ext uri="{FF2B5EF4-FFF2-40B4-BE49-F238E27FC236}">
                  <a16:creationId xmlns:a16="http://schemas.microsoft.com/office/drawing/2014/main" id="{7FF7585B-0CCA-43CD-8622-F6FCFA3F4B7E}"/>
                </a:ext>
              </a:extLst>
            </p:cNvPr>
            <p:cNvSpPr/>
            <p:nvPr/>
          </p:nvSpPr>
          <p:spPr>
            <a:xfrm>
              <a:off x="1252986" y="11908798"/>
              <a:ext cx="301752" cy="170009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bg1">
                <a:lumMod val="6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274" name="Hexagon 2273">
              <a:extLst>
                <a:ext uri="{FF2B5EF4-FFF2-40B4-BE49-F238E27FC236}">
                  <a16:creationId xmlns:a16="http://schemas.microsoft.com/office/drawing/2014/main" id="{EB572802-BCF1-4D1D-9257-1AB638C85A81}"/>
                </a:ext>
              </a:extLst>
            </p:cNvPr>
            <p:cNvSpPr/>
            <p:nvPr/>
          </p:nvSpPr>
          <p:spPr>
            <a:xfrm>
              <a:off x="1017391" y="11810196"/>
              <a:ext cx="301752" cy="170009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bg1">
                <a:lumMod val="6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275" name="Hexagon 2274">
              <a:extLst>
                <a:ext uri="{FF2B5EF4-FFF2-40B4-BE49-F238E27FC236}">
                  <a16:creationId xmlns:a16="http://schemas.microsoft.com/office/drawing/2014/main" id="{0ECAE6F1-F990-4A08-8E6A-06F0423E0208}"/>
                </a:ext>
              </a:extLst>
            </p:cNvPr>
            <p:cNvSpPr/>
            <p:nvPr/>
          </p:nvSpPr>
          <p:spPr>
            <a:xfrm>
              <a:off x="1252986" y="11725191"/>
              <a:ext cx="301752" cy="170009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bg1">
                <a:lumMod val="6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276" name="Hexagon 2275">
              <a:extLst>
                <a:ext uri="{FF2B5EF4-FFF2-40B4-BE49-F238E27FC236}">
                  <a16:creationId xmlns:a16="http://schemas.microsoft.com/office/drawing/2014/main" id="{EF53DF72-2431-4239-9C9E-4927C28AD909}"/>
                </a:ext>
              </a:extLst>
            </p:cNvPr>
            <p:cNvSpPr/>
            <p:nvPr/>
          </p:nvSpPr>
          <p:spPr>
            <a:xfrm>
              <a:off x="541529" y="11810096"/>
              <a:ext cx="301752" cy="170009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bg1">
                <a:lumMod val="6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277" name="Hexagon 2276">
              <a:extLst>
                <a:ext uri="{FF2B5EF4-FFF2-40B4-BE49-F238E27FC236}">
                  <a16:creationId xmlns:a16="http://schemas.microsoft.com/office/drawing/2014/main" id="{1C1CD774-960C-4AE2-80FD-22110D36C73C}"/>
                </a:ext>
              </a:extLst>
            </p:cNvPr>
            <p:cNvSpPr/>
            <p:nvPr/>
          </p:nvSpPr>
          <p:spPr>
            <a:xfrm>
              <a:off x="777124" y="11722710"/>
              <a:ext cx="301752" cy="170009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bg1">
                <a:lumMod val="6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278" name="Hexagon 2277">
              <a:extLst>
                <a:ext uri="{FF2B5EF4-FFF2-40B4-BE49-F238E27FC236}">
                  <a16:creationId xmlns:a16="http://schemas.microsoft.com/office/drawing/2014/main" id="{83FCDAD5-2115-4178-ADBB-B6DB5242390E}"/>
                </a:ext>
              </a:extLst>
            </p:cNvPr>
            <p:cNvSpPr/>
            <p:nvPr/>
          </p:nvSpPr>
          <p:spPr>
            <a:xfrm>
              <a:off x="1017391" y="11630542"/>
              <a:ext cx="301752" cy="170009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bg1">
                <a:lumMod val="6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279" name="Hexagon 2278">
              <a:extLst>
                <a:ext uri="{FF2B5EF4-FFF2-40B4-BE49-F238E27FC236}">
                  <a16:creationId xmlns:a16="http://schemas.microsoft.com/office/drawing/2014/main" id="{177978E2-825B-4974-8D1A-6A66BFDDB214}"/>
                </a:ext>
              </a:extLst>
            </p:cNvPr>
            <p:cNvSpPr/>
            <p:nvPr/>
          </p:nvSpPr>
          <p:spPr>
            <a:xfrm>
              <a:off x="1252986" y="11545537"/>
              <a:ext cx="301752" cy="170009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bg1">
                <a:lumMod val="6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280" name="Hexagon 2279">
              <a:extLst>
                <a:ext uri="{FF2B5EF4-FFF2-40B4-BE49-F238E27FC236}">
                  <a16:creationId xmlns:a16="http://schemas.microsoft.com/office/drawing/2014/main" id="{9A95BE1C-3EA0-49CA-A961-56098705F1C2}"/>
                </a:ext>
              </a:extLst>
            </p:cNvPr>
            <p:cNvSpPr/>
            <p:nvPr/>
          </p:nvSpPr>
          <p:spPr>
            <a:xfrm>
              <a:off x="1493253" y="11634955"/>
              <a:ext cx="301752" cy="170009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bg1">
                <a:lumMod val="6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281" name="Hexagon 2280">
              <a:extLst>
                <a:ext uri="{FF2B5EF4-FFF2-40B4-BE49-F238E27FC236}">
                  <a16:creationId xmlns:a16="http://schemas.microsoft.com/office/drawing/2014/main" id="{C68B8835-E38F-4A9E-964A-CA17BAA8B254}"/>
                </a:ext>
              </a:extLst>
            </p:cNvPr>
            <p:cNvSpPr/>
            <p:nvPr/>
          </p:nvSpPr>
          <p:spPr>
            <a:xfrm>
              <a:off x="1493253" y="11456110"/>
              <a:ext cx="301752" cy="170009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bg1">
                <a:lumMod val="6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282" name="Hexagon 2281">
              <a:extLst>
                <a:ext uri="{FF2B5EF4-FFF2-40B4-BE49-F238E27FC236}">
                  <a16:creationId xmlns:a16="http://schemas.microsoft.com/office/drawing/2014/main" id="{C11E04BE-97FA-48E6-B332-7B4B582EC074}"/>
                </a:ext>
              </a:extLst>
            </p:cNvPr>
            <p:cNvSpPr/>
            <p:nvPr/>
          </p:nvSpPr>
          <p:spPr>
            <a:xfrm>
              <a:off x="1257658" y="11363842"/>
              <a:ext cx="301752" cy="170009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bg1">
                <a:lumMod val="6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284" name="Hexagon 2283">
              <a:extLst>
                <a:ext uri="{FF2B5EF4-FFF2-40B4-BE49-F238E27FC236}">
                  <a16:creationId xmlns:a16="http://schemas.microsoft.com/office/drawing/2014/main" id="{62FF44C9-53F0-4B13-B473-E618F9D60D8E}"/>
                </a:ext>
              </a:extLst>
            </p:cNvPr>
            <p:cNvSpPr/>
            <p:nvPr/>
          </p:nvSpPr>
          <p:spPr>
            <a:xfrm>
              <a:off x="1731139" y="11537215"/>
              <a:ext cx="301752" cy="170009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bg1">
                <a:lumMod val="6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285" name="Hexagon 2284">
              <a:extLst>
                <a:ext uri="{FF2B5EF4-FFF2-40B4-BE49-F238E27FC236}">
                  <a16:creationId xmlns:a16="http://schemas.microsoft.com/office/drawing/2014/main" id="{4E26A515-EDBD-4330-815E-54455367F1C9}"/>
                </a:ext>
              </a:extLst>
            </p:cNvPr>
            <p:cNvSpPr/>
            <p:nvPr/>
          </p:nvSpPr>
          <p:spPr>
            <a:xfrm>
              <a:off x="1728758" y="11357561"/>
              <a:ext cx="301752" cy="170009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bg1">
                <a:lumMod val="6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288" name="Hexagon 2287">
              <a:extLst>
                <a:ext uri="{FF2B5EF4-FFF2-40B4-BE49-F238E27FC236}">
                  <a16:creationId xmlns:a16="http://schemas.microsoft.com/office/drawing/2014/main" id="{5F2D419C-8017-4999-AC9C-05EBEE0A17DC}"/>
                </a:ext>
              </a:extLst>
            </p:cNvPr>
            <p:cNvSpPr/>
            <p:nvPr/>
          </p:nvSpPr>
          <p:spPr>
            <a:xfrm>
              <a:off x="1964263" y="11441703"/>
              <a:ext cx="301752" cy="170009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bg1">
                <a:lumMod val="6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289" name="Hexagon 2288">
              <a:extLst>
                <a:ext uri="{FF2B5EF4-FFF2-40B4-BE49-F238E27FC236}">
                  <a16:creationId xmlns:a16="http://schemas.microsoft.com/office/drawing/2014/main" id="{3DBF8CA4-2192-4483-8FFE-88DEFAC5BDC5}"/>
                </a:ext>
              </a:extLst>
            </p:cNvPr>
            <p:cNvSpPr/>
            <p:nvPr/>
          </p:nvSpPr>
          <p:spPr>
            <a:xfrm>
              <a:off x="1964263" y="11260477"/>
              <a:ext cx="301752" cy="170009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bg1">
                <a:lumMod val="6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290" name="Hexagon 2289">
              <a:extLst>
                <a:ext uri="{FF2B5EF4-FFF2-40B4-BE49-F238E27FC236}">
                  <a16:creationId xmlns:a16="http://schemas.microsoft.com/office/drawing/2014/main" id="{75770D1F-1A7F-48E9-93D0-806141547A52}"/>
                </a:ext>
              </a:extLst>
            </p:cNvPr>
            <p:cNvSpPr/>
            <p:nvPr/>
          </p:nvSpPr>
          <p:spPr>
            <a:xfrm>
              <a:off x="1961882" y="11080823"/>
              <a:ext cx="301752" cy="170009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bg1">
                <a:lumMod val="6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291" name="Hexagon 2290">
              <a:extLst>
                <a:ext uri="{FF2B5EF4-FFF2-40B4-BE49-F238E27FC236}">
                  <a16:creationId xmlns:a16="http://schemas.microsoft.com/office/drawing/2014/main" id="{B7AA6B91-C676-4E25-8C69-7DF73D725C9A}"/>
                </a:ext>
              </a:extLst>
            </p:cNvPr>
            <p:cNvSpPr/>
            <p:nvPr/>
          </p:nvSpPr>
          <p:spPr>
            <a:xfrm>
              <a:off x="2194234" y="11527570"/>
              <a:ext cx="301752" cy="170009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bg1">
                <a:lumMod val="6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292" name="Hexagon 2291">
              <a:extLst>
                <a:ext uri="{FF2B5EF4-FFF2-40B4-BE49-F238E27FC236}">
                  <a16:creationId xmlns:a16="http://schemas.microsoft.com/office/drawing/2014/main" id="{1692730B-85AC-463A-A925-1EC3958B3F32}"/>
                </a:ext>
              </a:extLst>
            </p:cNvPr>
            <p:cNvSpPr/>
            <p:nvPr/>
          </p:nvSpPr>
          <p:spPr>
            <a:xfrm>
              <a:off x="2194234" y="11346344"/>
              <a:ext cx="301752" cy="170009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bg1">
                <a:lumMod val="6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293" name="Hexagon 2292">
              <a:extLst>
                <a:ext uri="{FF2B5EF4-FFF2-40B4-BE49-F238E27FC236}">
                  <a16:creationId xmlns:a16="http://schemas.microsoft.com/office/drawing/2014/main" id="{D3F63AEE-4B21-4617-873F-03F1F03A7D22}"/>
                </a:ext>
              </a:extLst>
            </p:cNvPr>
            <p:cNvSpPr/>
            <p:nvPr/>
          </p:nvSpPr>
          <p:spPr>
            <a:xfrm>
              <a:off x="2191853" y="11166690"/>
              <a:ext cx="301752" cy="170009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bg1">
                <a:lumMod val="6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294" name="Hexagon 2293">
              <a:extLst>
                <a:ext uri="{FF2B5EF4-FFF2-40B4-BE49-F238E27FC236}">
                  <a16:creationId xmlns:a16="http://schemas.microsoft.com/office/drawing/2014/main" id="{6FA12529-6E7C-4D5D-8B11-51DF94171C44}"/>
                </a:ext>
              </a:extLst>
            </p:cNvPr>
            <p:cNvSpPr/>
            <p:nvPr/>
          </p:nvSpPr>
          <p:spPr>
            <a:xfrm>
              <a:off x="2427935" y="11429830"/>
              <a:ext cx="301752" cy="170009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bg1">
                <a:lumMod val="6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295" name="Hexagon 2294">
              <a:extLst>
                <a:ext uri="{FF2B5EF4-FFF2-40B4-BE49-F238E27FC236}">
                  <a16:creationId xmlns:a16="http://schemas.microsoft.com/office/drawing/2014/main" id="{FE47D9B4-CCDC-4824-81CD-65E11744302F}"/>
                </a:ext>
              </a:extLst>
            </p:cNvPr>
            <p:cNvSpPr/>
            <p:nvPr/>
          </p:nvSpPr>
          <p:spPr>
            <a:xfrm>
              <a:off x="2427935" y="11248604"/>
              <a:ext cx="301752" cy="170009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bg1">
                <a:lumMod val="6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296" name="Hexagon 2295">
              <a:extLst>
                <a:ext uri="{FF2B5EF4-FFF2-40B4-BE49-F238E27FC236}">
                  <a16:creationId xmlns:a16="http://schemas.microsoft.com/office/drawing/2014/main" id="{4612959A-4DC0-4831-BD91-04BAEF897326}"/>
                </a:ext>
              </a:extLst>
            </p:cNvPr>
            <p:cNvSpPr/>
            <p:nvPr/>
          </p:nvSpPr>
          <p:spPr>
            <a:xfrm>
              <a:off x="2425554" y="11068950"/>
              <a:ext cx="301752" cy="170009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bg1">
                <a:lumMod val="6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297" name="Hexagon 2296">
              <a:extLst>
                <a:ext uri="{FF2B5EF4-FFF2-40B4-BE49-F238E27FC236}">
                  <a16:creationId xmlns:a16="http://schemas.microsoft.com/office/drawing/2014/main" id="{EFFA42A0-DC7D-4922-AB28-8714038DC7EC}"/>
                </a:ext>
              </a:extLst>
            </p:cNvPr>
            <p:cNvSpPr/>
            <p:nvPr/>
          </p:nvSpPr>
          <p:spPr>
            <a:xfrm>
              <a:off x="2664811" y="11512395"/>
              <a:ext cx="301752" cy="170009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bg1">
                <a:lumMod val="6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298" name="Hexagon 2297">
              <a:extLst>
                <a:ext uri="{FF2B5EF4-FFF2-40B4-BE49-F238E27FC236}">
                  <a16:creationId xmlns:a16="http://schemas.microsoft.com/office/drawing/2014/main" id="{387FC9F9-9208-41DF-AB31-CCC034F1252E}"/>
                </a:ext>
              </a:extLst>
            </p:cNvPr>
            <p:cNvSpPr/>
            <p:nvPr/>
          </p:nvSpPr>
          <p:spPr>
            <a:xfrm>
              <a:off x="2664811" y="11331169"/>
              <a:ext cx="301752" cy="170009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bg1">
                <a:lumMod val="6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299" name="Hexagon 2298">
              <a:extLst>
                <a:ext uri="{FF2B5EF4-FFF2-40B4-BE49-F238E27FC236}">
                  <a16:creationId xmlns:a16="http://schemas.microsoft.com/office/drawing/2014/main" id="{51D25934-8003-4D88-B37E-C0BC5EB90357}"/>
                </a:ext>
              </a:extLst>
            </p:cNvPr>
            <p:cNvSpPr/>
            <p:nvPr/>
          </p:nvSpPr>
          <p:spPr>
            <a:xfrm>
              <a:off x="2662430" y="11151515"/>
              <a:ext cx="301752" cy="170009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bg1">
                <a:lumMod val="6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300" name="Hexagon 2299">
              <a:extLst>
                <a:ext uri="{FF2B5EF4-FFF2-40B4-BE49-F238E27FC236}">
                  <a16:creationId xmlns:a16="http://schemas.microsoft.com/office/drawing/2014/main" id="{7A43AED2-4169-4A39-B806-E85BB60C67B6}"/>
                </a:ext>
              </a:extLst>
            </p:cNvPr>
            <p:cNvSpPr/>
            <p:nvPr/>
          </p:nvSpPr>
          <p:spPr>
            <a:xfrm>
              <a:off x="2899691" y="11597399"/>
              <a:ext cx="301752" cy="170009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bg1">
                <a:lumMod val="6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301" name="Hexagon 2300">
              <a:extLst>
                <a:ext uri="{FF2B5EF4-FFF2-40B4-BE49-F238E27FC236}">
                  <a16:creationId xmlns:a16="http://schemas.microsoft.com/office/drawing/2014/main" id="{2C75D183-712A-4D1A-BED6-23E771E59805}"/>
                </a:ext>
              </a:extLst>
            </p:cNvPr>
            <p:cNvSpPr/>
            <p:nvPr/>
          </p:nvSpPr>
          <p:spPr>
            <a:xfrm>
              <a:off x="2899691" y="11416173"/>
              <a:ext cx="301752" cy="170009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bg1">
                <a:lumMod val="6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302" name="Hexagon 2301">
              <a:extLst>
                <a:ext uri="{FF2B5EF4-FFF2-40B4-BE49-F238E27FC236}">
                  <a16:creationId xmlns:a16="http://schemas.microsoft.com/office/drawing/2014/main" id="{541CC56A-8A2D-40CA-A510-0A90C67557ED}"/>
                </a:ext>
              </a:extLst>
            </p:cNvPr>
            <p:cNvSpPr/>
            <p:nvPr/>
          </p:nvSpPr>
          <p:spPr>
            <a:xfrm>
              <a:off x="3141503" y="11869708"/>
              <a:ext cx="301752" cy="170009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bg1">
                <a:lumMod val="6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303" name="Hexagon 2302">
              <a:extLst>
                <a:ext uri="{FF2B5EF4-FFF2-40B4-BE49-F238E27FC236}">
                  <a16:creationId xmlns:a16="http://schemas.microsoft.com/office/drawing/2014/main" id="{F2B8972E-6ABA-4BAF-A409-651EAEBD9C4A}"/>
                </a:ext>
              </a:extLst>
            </p:cNvPr>
            <p:cNvSpPr/>
            <p:nvPr/>
          </p:nvSpPr>
          <p:spPr>
            <a:xfrm>
              <a:off x="3141503" y="11688482"/>
              <a:ext cx="301752" cy="170009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bg1">
                <a:lumMod val="6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304" name="Hexagon 2303">
              <a:extLst>
                <a:ext uri="{FF2B5EF4-FFF2-40B4-BE49-F238E27FC236}">
                  <a16:creationId xmlns:a16="http://schemas.microsoft.com/office/drawing/2014/main" id="{1CD05EAC-D5B5-409E-8098-042E147AD4E7}"/>
                </a:ext>
              </a:extLst>
            </p:cNvPr>
            <p:cNvSpPr/>
            <p:nvPr/>
          </p:nvSpPr>
          <p:spPr>
            <a:xfrm>
              <a:off x="3139122" y="11508828"/>
              <a:ext cx="301752" cy="170009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bg1">
                <a:lumMod val="6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305" name="Hexagon 2304">
              <a:extLst>
                <a:ext uri="{FF2B5EF4-FFF2-40B4-BE49-F238E27FC236}">
                  <a16:creationId xmlns:a16="http://schemas.microsoft.com/office/drawing/2014/main" id="{FB5E263A-CA0F-4F20-8FBC-A8429B5584C3}"/>
                </a:ext>
              </a:extLst>
            </p:cNvPr>
            <p:cNvSpPr/>
            <p:nvPr/>
          </p:nvSpPr>
          <p:spPr>
            <a:xfrm>
              <a:off x="3374194" y="11781482"/>
              <a:ext cx="301752" cy="170009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bg1">
                <a:lumMod val="6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306" name="Hexagon 2305">
              <a:extLst>
                <a:ext uri="{FF2B5EF4-FFF2-40B4-BE49-F238E27FC236}">
                  <a16:creationId xmlns:a16="http://schemas.microsoft.com/office/drawing/2014/main" id="{085FD56F-C8BD-4E17-A03B-9BF403955A4C}"/>
                </a:ext>
              </a:extLst>
            </p:cNvPr>
            <p:cNvSpPr/>
            <p:nvPr/>
          </p:nvSpPr>
          <p:spPr>
            <a:xfrm>
              <a:off x="3374194" y="11600256"/>
              <a:ext cx="301752" cy="170009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bg1">
                <a:lumMod val="6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307" name="Hexagon 2306">
              <a:extLst>
                <a:ext uri="{FF2B5EF4-FFF2-40B4-BE49-F238E27FC236}">
                  <a16:creationId xmlns:a16="http://schemas.microsoft.com/office/drawing/2014/main" id="{26CB9B6B-42A9-4D9C-BBDA-98D71B919971}"/>
                </a:ext>
              </a:extLst>
            </p:cNvPr>
            <p:cNvSpPr/>
            <p:nvPr/>
          </p:nvSpPr>
          <p:spPr>
            <a:xfrm>
              <a:off x="3371813" y="11420602"/>
              <a:ext cx="301752" cy="170009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bg1">
                <a:lumMod val="6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308" name="Hexagon 2307">
              <a:extLst>
                <a:ext uri="{FF2B5EF4-FFF2-40B4-BE49-F238E27FC236}">
                  <a16:creationId xmlns:a16="http://schemas.microsoft.com/office/drawing/2014/main" id="{00887890-46A3-45D8-9871-BC3C8BAC48A3}"/>
                </a:ext>
              </a:extLst>
            </p:cNvPr>
            <p:cNvSpPr/>
            <p:nvPr/>
          </p:nvSpPr>
          <p:spPr>
            <a:xfrm>
              <a:off x="3610627" y="11512394"/>
              <a:ext cx="301752" cy="170009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bg1">
                <a:lumMod val="6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309" name="Hexagon 2308">
              <a:extLst>
                <a:ext uri="{FF2B5EF4-FFF2-40B4-BE49-F238E27FC236}">
                  <a16:creationId xmlns:a16="http://schemas.microsoft.com/office/drawing/2014/main" id="{2B06AA74-A0FB-42AA-9D82-4F21DA12A608}"/>
                </a:ext>
              </a:extLst>
            </p:cNvPr>
            <p:cNvSpPr/>
            <p:nvPr/>
          </p:nvSpPr>
          <p:spPr>
            <a:xfrm>
              <a:off x="3610627" y="11331168"/>
              <a:ext cx="301752" cy="170009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bg1">
                <a:lumMod val="6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310" name="Hexagon 2309">
              <a:extLst>
                <a:ext uri="{FF2B5EF4-FFF2-40B4-BE49-F238E27FC236}">
                  <a16:creationId xmlns:a16="http://schemas.microsoft.com/office/drawing/2014/main" id="{57C0833A-8EA3-4931-825D-D657A983CE44}"/>
                </a:ext>
              </a:extLst>
            </p:cNvPr>
            <p:cNvSpPr/>
            <p:nvPr/>
          </p:nvSpPr>
          <p:spPr>
            <a:xfrm>
              <a:off x="3608246" y="11151514"/>
              <a:ext cx="301752" cy="170009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bg1">
                <a:lumMod val="6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311" name="Hexagon 2310">
              <a:extLst>
                <a:ext uri="{FF2B5EF4-FFF2-40B4-BE49-F238E27FC236}">
                  <a16:creationId xmlns:a16="http://schemas.microsoft.com/office/drawing/2014/main" id="{361D8D0E-9390-449F-A7E8-3949D912BD38}"/>
                </a:ext>
              </a:extLst>
            </p:cNvPr>
            <p:cNvSpPr/>
            <p:nvPr/>
          </p:nvSpPr>
          <p:spPr>
            <a:xfrm>
              <a:off x="3846787" y="11422598"/>
              <a:ext cx="301752" cy="170009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bg1">
                <a:lumMod val="6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312" name="Hexagon 2311">
              <a:extLst>
                <a:ext uri="{FF2B5EF4-FFF2-40B4-BE49-F238E27FC236}">
                  <a16:creationId xmlns:a16="http://schemas.microsoft.com/office/drawing/2014/main" id="{CB5050D7-EAC6-4B6D-88CC-B6E75613E7EE}"/>
                </a:ext>
              </a:extLst>
            </p:cNvPr>
            <p:cNvSpPr/>
            <p:nvPr/>
          </p:nvSpPr>
          <p:spPr>
            <a:xfrm>
              <a:off x="3846787" y="11241372"/>
              <a:ext cx="301752" cy="170009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bg1">
                <a:lumMod val="6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313" name="Hexagon 2312">
              <a:extLst>
                <a:ext uri="{FF2B5EF4-FFF2-40B4-BE49-F238E27FC236}">
                  <a16:creationId xmlns:a16="http://schemas.microsoft.com/office/drawing/2014/main" id="{65096C8A-DDB4-4ED5-B042-7B79F916078B}"/>
                </a:ext>
              </a:extLst>
            </p:cNvPr>
            <p:cNvSpPr/>
            <p:nvPr/>
          </p:nvSpPr>
          <p:spPr>
            <a:xfrm>
              <a:off x="3839644" y="11061718"/>
              <a:ext cx="301752" cy="170009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bg1">
                <a:lumMod val="6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314" name="Hexagon 2313">
              <a:extLst>
                <a:ext uri="{FF2B5EF4-FFF2-40B4-BE49-F238E27FC236}">
                  <a16:creationId xmlns:a16="http://schemas.microsoft.com/office/drawing/2014/main" id="{22D5E836-BF04-4675-9704-1402EC2D4134}"/>
                </a:ext>
              </a:extLst>
            </p:cNvPr>
            <p:cNvSpPr/>
            <p:nvPr/>
          </p:nvSpPr>
          <p:spPr>
            <a:xfrm>
              <a:off x="4081077" y="11331168"/>
              <a:ext cx="301752" cy="170009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bg1">
                <a:lumMod val="6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315" name="Hexagon 2314">
              <a:extLst>
                <a:ext uri="{FF2B5EF4-FFF2-40B4-BE49-F238E27FC236}">
                  <a16:creationId xmlns:a16="http://schemas.microsoft.com/office/drawing/2014/main" id="{C1BE0562-D7D0-45B0-9773-23F782C0BB91}"/>
                </a:ext>
              </a:extLst>
            </p:cNvPr>
            <p:cNvSpPr/>
            <p:nvPr/>
          </p:nvSpPr>
          <p:spPr>
            <a:xfrm>
              <a:off x="4081077" y="11149942"/>
              <a:ext cx="301752" cy="170009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bg1">
                <a:lumMod val="6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316" name="Hexagon 2315">
              <a:extLst>
                <a:ext uri="{FF2B5EF4-FFF2-40B4-BE49-F238E27FC236}">
                  <a16:creationId xmlns:a16="http://schemas.microsoft.com/office/drawing/2014/main" id="{3C8A400B-6D24-42C7-A2D8-0D182B29A3F5}"/>
                </a:ext>
              </a:extLst>
            </p:cNvPr>
            <p:cNvSpPr/>
            <p:nvPr/>
          </p:nvSpPr>
          <p:spPr>
            <a:xfrm>
              <a:off x="4076315" y="10970288"/>
              <a:ext cx="301752" cy="170009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bg1">
                <a:lumMod val="6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317" name="Hexagon 2316">
              <a:extLst>
                <a:ext uri="{FF2B5EF4-FFF2-40B4-BE49-F238E27FC236}">
                  <a16:creationId xmlns:a16="http://schemas.microsoft.com/office/drawing/2014/main" id="{25221AB7-F6C9-4151-90F8-8CF6924D4090}"/>
                </a:ext>
              </a:extLst>
            </p:cNvPr>
            <p:cNvSpPr/>
            <p:nvPr/>
          </p:nvSpPr>
          <p:spPr>
            <a:xfrm>
              <a:off x="4320010" y="11241422"/>
              <a:ext cx="301752" cy="170009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bg1">
                <a:lumMod val="6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318" name="Hexagon 2317">
              <a:extLst>
                <a:ext uri="{FF2B5EF4-FFF2-40B4-BE49-F238E27FC236}">
                  <a16:creationId xmlns:a16="http://schemas.microsoft.com/office/drawing/2014/main" id="{9B004DF0-CE96-4EA6-BF0E-0A055919D041}"/>
                </a:ext>
              </a:extLst>
            </p:cNvPr>
            <p:cNvSpPr/>
            <p:nvPr/>
          </p:nvSpPr>
          <p:spPr>
            <a:xfrm>
              <a:off x="4310486" y="11064149"/>
              <a:ext cx="301752" cy="170009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bg1">
                <a:lumMod val="6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319" name="Hexagon 2318">
              <a:extLst>
                <a:ext uri="{FF2B5EF4-FFF2-40B4-BE49-F238E27FC236}">
                  <a16:creationId xmlns:a16="http://schemas.microsoft.com/office/drawing/2014/main" id="{6D19EBD6-4178-4EA6-9F61-EA54814D24F7}"/>
                </a:ext>
              </a:extLst>
            </p:cNvPr>
            <p:cNvSpPr/>
            <p:nvPr/>
          </p:nvSpPr>
          <p:spPr>
            <a:xfrm>
              <a:off x="4556170" y="11332852"/>
              <a:ext cx="301752" cy="170009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bg1">
                <a:lumMod val="6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320" name="Hexagon 2319">
              <a:extLst>
                <a:ext uri="{FF2B5EF4-FFF2-40B4-BE49-F238E27FC236}">
                  <a16:creationId xmlns:a16="http://schemas.microsoft.com/office/drawing/2014/main" id="{5F8860ED-8163-4322-951F-5CA241307F12}"/>
                </a:ext>
              </a:extLst>
            </p:cNvPr>
            <p:cNvSpPr/>
            <p:nvPr/>
          </p:nvSpPr>
          <p:spPr>
            <a:xfrm>
              <a:off x="4551408" y="11151626"/>
              <a:ext cx="301752" cy="170009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bg1">
                <a:lumMod val="6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321" name="Hexagon 2320">
              <a:extLst>
                <a:ext uri="{FF2B5EF4-FFF2-40B4-BE49-F238E27FC236}">
                  <a16:creationId xmlns:a16="http://schemas.microsoft.com/office/drawing/2014/main" id="{8204606C-C5CB-41C1-91B3-8472CC84FE83}"/>
                </a:ext>
              </a:extLst>
            </p:cNvPr>
            <p:cNvSpPr/>
            <p:nvPr/>
          </p:nvSpPr>
          <p:spPr>
            <a:xfrm>
              <a:off x="4790460" y="11241422"/>
              <a:ext cx="301752" cy="170009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bg1">
                <a:lumMod val="6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322" name="Hexagon 2321">
              <a:extLst>
                <a:ext uri="{FF2B5EF4-FFF2-40B4-BE49-F238E27FC236}">
                  <a16:creationId xmlns:a16="http://schemas.microsoft.com/office/drawing/2014/main" id="{4925148B-300D-4503-9F32-908398C6629D}"/>
                </a:ext>
              </a:extLst>
            </p:cNvPr>
            <p:cNvSpPr/>
            <p:nvPr/>
          </p:nvSpPr>
          <p:spPr>
            <a:xfrm>
              <a:off x="4790460" y="11060196"/>
              <a:ext cx="301752" cy="170009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bg1">
                <a:lumMod val="6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323" name="Hexagon 2322">
              <a:extLst>
                <a:ext uri="{FF2B5EF4-FFF2-40B4-BE49-F238E27FC236}">
                  <a16:creationId xmlns:a16="http://schemas.microsoft.com/office/drawing/2014/main" id="{65F47CA8-DF88-44C6-A206-6B8FEC15ED18}"/>
                </a:ext>
              </a:extLst>
            </p:cNvPr>
            <p:cNvSpPr/>
            <p:nvPr/>
          </p:nvSpPr>
          <p:spPr>
            <a:xfrm>
              <a:off x="5024832" y="11147944"/>
              <a:ext cx="301752" cy="170009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bg1">
                <a:lumMod val="6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324" name="Hexagon 2323">
              <a:extLst>
                <a:ext uri="{FF2B5EF4-FFF2-40B4-BE49-F238E27FC236}">
                  <a16:creationId xmlns:a16="http://schemas.microsoft.com/office/drawing/2014/main" id="{B9B754AD-646B-4906-8B64-5718E4505654}"/>
                </a:ext>
              </a:extLst>
            </p:cNvPr>
            <p:cNvSpPr/>
            <p:nvPr/>
          </p:nvSpPr>
          <p:spPr>
            <a:xfrm>
              <a:off x="5262717" y="11232948"/>
              <a:ext cx="301752" cy="170009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bg1">
                <a:lumMod val="6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325" name="Hexagon 2324">
              <a:extLst>
                <a:ext uri="{FF2B5EF4-FFF2-40B4-BE49-F238E27FC236}">
                  <a16:creationId xmlns:a16="http://schemas.microsoft.com/office/drawing/2014/main" id="{5E9C85D6-1F59-4704-AB37-88760AE22A88}"/>
                </a:ext>
              </a:extLst>
            </p:cNvPr>
            <p:cNvSpPr/>
            <p:nvPr/>
          </p:nvSpPr>
          <p:spPr>
            <a:xfrm>
              <a:off x="5495735" y="11142825"/>
              <a:ext cx="301752" cy="170009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bg1">
                <a:lumMod val="6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326" name="Hexagon 2325">
              <a:extLst>
                <a:ext uri="{FF2B5EF4-FFF2-40B4-BE49-F238E27FC236}">
                  <a16:creationId xmlns:a16="http://schemas.microsoft.com/office/drawing/2014/main" id="{E31AEF81-B343-49F2-AD10-5AD40B033E71}"/>
                </a:ext>
              </a:extLst>
            </p:cNvPr>
            <p:cNvSpPr/>
            <p:nvPr/>
          </p:nvSpPr>
          <p:spPr>
            <a:xfrm>
              <a:off x="5732275" y="11232948"/>
              <a:ext cx="301752" cy="170009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bg1">
                <a:lumMod val="6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327" name="Hexagon 2326">
              <a:extLst>
                <a:ext uri="{FF2B5EF4-FFF2-40B4-BE49-F238E27FC236}">
                  <a16:creationId xmlns:a16="http://schemas.microsoft.com/office/drawing/2014/main" id="{D32D2300-B2C0-4029-AED1-A713FBCE57F1}"/>
                </a:ext>
              </a:extLst>
            </p:cNvPr>
            <p:cNvSpPr/>
            <p:nvPr/>
          </p:nvSpPr>
          <p:spPr>
            <a:xfrm>
              <a:off x="5967644" y="11147944"/>
              <a:ext cx="301752" cy="170009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bg1">
                <a:lumMod val="6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328" name="Hexagon 2327">
              <a:extLst>
                <a:ext uri="{FF2B5EF4-FFF2-40B4-BE49-F238E27FC236}">
                  <a16:creationId xmlns:a16="http://schemas.microsoft.com/office/drawing/2014/main" id="{B4C92981-73D4-483C-A6B8-33790188DF5C}"/>
                </a:ext>
              </a:extLst>
            </p:cNvPr>
            <p:cNvSpPr/>
            <p:nvPr/>
          </p:nvSpPr>
          <p:spPr>
            <a:xfrm>
              <a:off x="5967644" y="10966718"/>
              <a:ext cx="301752" cy="170009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bg1">
                <a:lumMod val="6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329" name="Hexagon 2328">
              <a:extLst>
                <a:ext uri="{FF2B5EF4-FFF2-40B4-BE49-F238E27FC236}">
                  <a16:creationId xmlns:a16="http://schemas.microsoft.com/office/drawing/2014/main" id="{C7C0A6B9-5DC6-4A35-9063-68A6EAC74D15}"/>
                </a:ext>
              </a:extLst>
            </p:cNvPr>
            <p:cNvSpPr/>
            <p:nvPr/>
          </p:nvSpPr>
          <p:spPr>
            <a:xfrm>
              <a:off x="6201934" y="10875288"/>
              <a:ext cx="301752" cy="170009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bg1">
                <a:lumMod val="6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330" name="Hexagon 2329">
              <a:extLst>
                <a:ext uri="{FF2B5EF4-FFF2-40B4-BE49-F238E27FC236}">
                  <a16:creationId xmlns:a16="http://schemas.microsoft.com/office/drawing/2014/main" id="{18CF6655-D914-4EAB-9797-877911766358}"/>
                </a:ext>
              </a:extLst>
            </p:cNvPr>
            <p:cNvSpPr/>
            <p:nvPr/>
          </p:nvSpPr>
          <p:spPr>
            <a:xfrm>
              <a:off x="68690" y="11800686"/>
              <a:ext cx="301752" cy="170009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bg1">
                <a:lumMod val="6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331" name="Hexagon 2330">
              <a:extLst>
                <a:ext uri="{FF2B5EF4-FFF2-40B4-BE49-F238E27FC236}">
                  <a16:creationId xmlns:a16="http://schemas.microsoft.com/office/drawing/2014/main" id="{421AA6CD-5ED6-425D-ABD0-B3ECBFF28657}"/>
                </a:ext>
              </a:extLst>
            </p:cNvPr>
            <p:cNvSpPr/>
            <p:nvPr/>
          </p:nvSpPr>
          <p:spPr>
            <a:xfrm>
              <a:off x="71071" y="11623413"/>
              <a:ext cx="301752" cy="170009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bg1">
                <a:lumMod val="6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333" name="Hexagon 2332">
              <a:extLst>
                <a:ext uri="{FF2B5EF4-FFF2-40B4-BE49-F238E27FC236}">
                  <a16:creationId xmlns:a16="http://schemas.microsoft.com/office/drawing/2014/main" id="{FEB63DB4-BA59-4B3D-8C39-8ABC4E7FBA4C}"/>
                </a:ext>
              </a:extLst>
            </p:cNvPr>
            <p:cNvSpPr/>
            <p:nvPr/>
          </p:nvSpPr>
          <p:spPr>
            <a:xfrm>
              <a:off x="303643" y="11528396"/>
              <a:ext cx="301752" cy="170009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bg1">
                <a:lumMod val="6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334" name="Hexagon 2333">
              <a:extLst>
                <a:ext uri="{FF2B5EF4-FFF2-40B4-BE49-F238E27FC236}">
                  <a16:creationId xmlns:a16="http://schemas.microsoft.com/office/drawing/2014/main" id="{85C22295-0D41-4CF0-AA92-2A0D61D2F05D}"/>
                </a:ext>
              </a:extLst>
            </p:cNvPr>
            <p:cNvSpPr/>
            <p:nvPr/>
          </p:nvSpPr>
          <p:spPr>
            <a:xfrm>
              <a:off x="303643" y="11348742"/>
              <a:ext cx="301752" cy="170009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bg1">
                <a:lumMod val="6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335" name="Hexagon 2334">
              <a:extLst>
                <a:ext uri="{FF2B5EF4-FFF2-40B4-BE49-F238E27FC236}">
                  <a16:creationId xmlns:a16="http://schemas.microsoft.com/office/drawing/2014/main" id="{3B89FC05-A52A-4DDD-BDFD-4676493528A7}"/>
                </a:ext>
              </a:extLst>
            </p:cNvPr>
            <p:cNvSpPr/>
            <p:nvPr/>
          </p:nvSpPr>
          <p:spPr>
            <a:xfrm>
              <a:off x="308315" y="11164666"/>
              <a:ext cx="301752" cy="170009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bg1">
                <a:lumMod val="6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336" name="Hexagon 2335">
              <a:extLst>
                <a:ext uri="{FF2B5EF4-FFF2-40B4-BE49-F238E27FC236}">
                  <a16:creationId xmlns:a16="http://schemas.microsoft.com/office/drawing/2014/main" id="{2E9DC509-00CD-498C-8AE8-5CC70A6CA3D3}"/>
                </a:ext>
              </a:extLst>
            </p:cNvPr>
            <p:cNvSpPr/>
            <p:nvPr/>
          </p:nvSpPr>
          <p:spPr>
            <a:xfrm>
              <a:off x="537379" y="11633792"/>
              <a:ext cx="301752" cy="170009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bg1">
                <a:lumMod val="6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337" name="Hexagon 2336">
              <a:extLst>
                <a:ext uri="{FF2B5EF4-FFF2-40B4-BE49-F238E27FC236}">
                  <a16:creationId xmlns:a16="http://schemas.microsoft.com/office/drawing/2014/main" id="{A2AC9B8A-86A1-4FD9-AA6F-B8317A0D2554}"/>
                </a:ext>
              </a:extLst>
            </p:cNvPr>
            <p:cNvSpPr/>
            <p:nvPr/>
          </p:nvSpPr>
          <p:spPr>
            <a:xfrm>
              <a:off x="537379" y="11450185"/>
              <a:ext cx="301752" cy="170009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bg1">
                <a:lumMod val="6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338" name="Hexagon 2337">
              <a:extLst>
                <a:ext uri="{FF2B5EF4-FFF2-40B4-BE49-F238E27FC236}">
                  <a16:creationId xmlns:a16="http://schemas.microsoft.com/office/drawing/2014/main" id="{4309574F-66AC-4F6B-8EC9-2952328C5B18}"/>
                </a:ext>
              </a:extLst>
            </p:cNvPr>
            <p:cNvSpPr/>
            <p:nvPr/>
          </p:nvSpPr>
          <p:spPr>
            <a:xfrm>
              <a:off x="537379" y="11265769"/>
              <a:ext cx="301752" cy="170009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bg1">
                <a:lumMod val="6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339" name="Hexagon 2338">
              <a:extLst>
                <a:ext uri="{FF2B5EF4-FFF2-40B4-BE49-F238E27FC236}">
                  <a16:creationId xmlns:a16="http://schemas.microsoft.com/office/drawing/2014/main" id="{252277B9-AF76-4758-BDAB-18A6A92E501D}"/>
                </a:ext>
              </a:extLst>
            </p:cNvPr>
            <p:cNvSpPr/>
            <p:nvPr/>
          </p:nvSpPr>
          <p:spPr>
            <a:xfrm>
              <a:off x="542051" y="11084074"/>
              <a:ext cx="301752" cy="170009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bg1">
                <a:lumMod val="6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340" name="Hexagon 2339">
              <a:extLst>
                <a:ext uri="{FF2B5EF4-FFF2-40B4-BE49-F238E27FC236}">
                  <a16:creationId xmlns:a16="http://schemas.microsoft.com/office/drawing/2014/main" id="{208245B1-296D-490D-B9A0-CD4CADC1FCCA}"/>
                </a:ext>
              </a:extLst>
            </p:cNvPr>
            <p:cNvSpPr/>
            <p:nvPr/>
          </p:nvSpPr>
          <p:spPr>
            <a:xfrm>
              <a:off x="772259" y="11356504"/>
              <a:ext cx="301752" cy="170009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bg1">
                <a:lumMod val="6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341" name="Hexagon 2340">
              <a:extLst>
                <a:ext uri="{FF2B5EF4-FFF2-40B4-BE49-F238E27FC236}">
                  <a16:creationId xmlns:a16="http://schemas.microsoft.com/office/drawing/2014/main" id="{D8478511-121E-41F0-85C6-AC725730D6D8}"/>
                </a:ext>
              </a:extLst>
            </p:cNvPr>
            <p:cNvSpPr/>
            <p:nvPr/>
          </p:nvSpPr>
          <p:spPr>
            <a:xfrm>
              <a:off x="772259" y="11181732"/>
              <a:ext cx="301752" cy="170009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bg1">
                <a:lumMod val="6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342" name="Hexagon 2341">
              <a:extLst>
                <a:ext uri="{FF2B5EF4-FFF2-40B4-BE49-F238E27FC236}">
                  <a16:creationId xmlns:a16="http://schemas.microsoft.com/office/drawing/2014/main" id="{004661DA-A5DE-4748-B67C-46C4AF285766}"/>
                </a:ext>
              </a:extLst>
            </p:cNvPr>
            <p:cNvSpPr/>
            <p:nvPr/>
          </p:nvSpPr>
          <p:spPr>
            <a:xfrm>
              <a:off x="772259" y="10990172"/>
              <a:ext cx="30175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bg1">
                <a:lumMod val="6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343" name="Hexagon 2342">
              <a:extLst>
                <a:ext uri="{FF2B5EF4-FFF2-40B4-BE49-F238E27FC236}">
                  <a16:creationId xmlns:a16="http://schemas.microsoft.com/office/drawing/2014/main" id="{D8975C2F-591E-41C7-A468-66662926571F}"/>
                </a:ext>
              </a:extLst>
            </p:cNvPr>
            <p:cNvSpPr/>
            <p:nvPr/>
          </p:nvSpPr>
          <p:spPr>
            <a:xfrm>
              <a:off x="1008013" y="10912444"/>
              <a:ext cx="301752" cy="170009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bg1">
                <a:lumMod val="6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344" name="Hexagon 2343">
              <a:extLst>
                <a:ext uri="{FF2B5EF4-FFF2-40B4-BE49-F238E27FC236}">
                  <a16:creationId xmlns:a16="http://schemas.microsoft.com/office/drawing/2014/main" id="{8E4D9D2A-8276-449B-B47B-62241C69B0AE}"/>
                </a:ext>
              </a:extLst>
            </p:cNvPr>
            <p:cNvSpPr/>
            <p:nvPr/>
          </p:nvSpPr>
          <p:spPr>
            <a:xfrm>
              <a:off x="1006292" y="10733758"/>
              <a:ext cx="301752" cy="170009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bg1">
                <a:lumMod val="6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345" name="Hexagon 2344">
              <a:extLst>
                <a:ext uri="{FF2B5EF4-FFF2-40B4-BE49-F238E27FC236}">
                  <a16:creationId xmlns:a16="http://schemas.microsoft.com/office/drawing/2014/main" id="{8DBB6DCF-ADC2-4325-9F3F-19D60CF0ABB5}"/>
                </a:ext>
              </a:extLst>
            </p:cNvPr>
            <p:cNvSpPr/>
            <p:nvPr/>
          </p:nvSpPr>
          <p:spPr>
            <a:xfrm>
              <a:off x="773951" y="10808626"/>
              <a:ext cx="301752" cy="170009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bg1">
                <a:lumMod val="6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346" name="Hexagon 2345">
              <a:extLst>
                <a:ext uri="{FF2B5EF4-FFF2-40B4-BE49-F238E27FC236}">
                  <a16:creationId xmlns:a16="http://schemas.microsoft.com/office/drawing/2014/main" id="{4C2495A5-6945-4FF4-BD33-32F50FD02DF3}"/>
                </a:ext>
              </a:extLst>
            </p:cNvPr>
            <p:cNvSpPr/>
            <p:nvPr/>
          </p:nvSpPr>
          <p:spPr>
            <a:xfrm>
              <a:off x="772230" y="10629940"/>
              <a:ext cx="301752" cy="170009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bg1">
                <a:lumMod val="6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347" name="Hexagon 2346">
              <a:extLst>
                <a:ext uri="{FF2B5EF4-FFF2-40B4-BE49-F238E27FC236}">
                  <a16:creationId xmlns:a16="http://schemas.microsoft.com/office/drawing/2014/main" id="{D9DD6CC9-A595-42AE-8733-9F44D3E71662}"/>
                </a:ext>
              </a:extLst>
            </p:cNvPr>
            <p:cNvSpPr/>
            <p:nvPr/>
          </p:nvSpPr>
          <p:spPr>
            <a:xfrm>
              <a:off x="772230" y="10457226"/>
              <a:ext cx="301752" cy="170009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bg1">
                <a:lumMod val="6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348" name="Hexagon 2347">
              <a:extLst>
                <a:ext uri="{FF2B5EF4-FFF2-40B4-BE49-F238E27FC236}">
                  <a16:creationId xmlns:a16="http://schemas.microsoft.com/office/drawing/2014/main" id="{76CDB124-287B-4A8A-AF53-85C3C9FD4B34}"/>
                </a:ext>
              </a:extLst>
            </p:cNvPr>
            <p:cNvSpPr/>
            <p:nvPr/>
          </p:nvSpPr>
          <p:spPr>
            <a:xfrm>
              <a:off x="772230" y="10263285"/>
              <a:ext cx="30175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bg1">
                <a:lumMod val="6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349" name="Hexagon 2348">
              <a:extLst>
                <a:ext uri="{FF2B5EF4-FFF2-40B4-BE49-F238E27FC236}">
                  <a16:creationId xmlns:a16="http://schemas.microsoft.com/office/drawing/2014/main" id="{8F939FFC-5730-45FE-B4C9-AFD0E555E99D}"/>
                </a:ext>
              </a:extLst>
            </p:cNvPr>
            <p:cNvSpPr/>
            <p:nvPr/>
          </p:nvSpPr>
          <p:spPr>
            <a:xfrm>
              <a:off x="773922" y="10086501"/>
              <a:ext cx="301752" cy="170009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bg1">
                <a:lumMod val="6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350" name="Hexagon 2349">
              <a:extLst>
                <a:ext uri="{FF2B5EF4-FFF2-40B4-BE49-F238E27FC236}">
                  <a16:creationId xmlns:a16="http://schemas.microsoft.com/office/drawing/2014/main" id="{44DAEF76-A0C7-46C2-9E0A-FA9BB22D1E00}"/>
                </a:ext>
              </a:extLst>
            </p:cNvPr>
            <p:cNvSpPr/>
            <p:nvPr/>
          </p:nvSpPr>
          <p:spPr>
            <a:xfrm>
              <a:off x="769820" y="9905434"/>
              <a:ext cx="301752" cy="170009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bg1">
                <a:lumMod val="6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351" name="Hexagon 2350">
              <a:extLst>
                <a:ext uri="{FF2B5EF4-FFF2-40B4-BE49-F238E27FC236}">
                  <a16:creationId xmlns:a16="http://schemas.microsoft.com/office/drawing/2014/main" id="{E1BDD631-46FD-460C-A6D3-85358C2B8A25}"/>
                </a:ext>
              </a:extLst>
            </p:cNvPr>
            <p:cNvSpPr/>
            <p:nvPr/>
          </p:nvSpPr>
          <p:spPr>
            <a:xfrm>
              <a:off x="543118" y="10536281"/>
              <a:ext cx="301752" cy="170009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bg1">
                <a:lumMod val="6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352" name="Hexagon 2351">
              <a:extLst>
                <a:ext uri="{FF2B5EF4-FFF2-40B4-BE49-F238E27FC236}">
                  <a16:creationId xmlns:a16="http://schemas.microsoft.com/office/drawing/2014/main" id="{0CC40E22-6B6D-4DBC-9B2F-F83FEB188385}"/>
                </a:ext>
              </a:extLst>
            </p:cNvPr>
            <p:cNvSpPr/>
            <p:nvPr/>
          </p:nvSpPr>
          <p:spPr>
            <a:xfrm>
              <a:off x="541397" y="10362357"/>
              <a:ext cx="301752" cy="170009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bg1">
                <a:lumMod val="6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353" name="Hexagon 2352">
              <a:extLst>
                <a:ext uri="{FF2B5EF4-FFF2-40B4-BE49-F238E27FC236}">
                  <a16:creationId xmlns:a16="http://schemas.microsoft.com/office/drawing/2014/main" id="{561A953A-5607-4D3A-8285-C86AEA9571FC}"/>
                </a:ext>
              </a:extLst>
            </p:cNvPr>
            <p:cNvSpPr/>
            <p:nvPr/>
          </p:nvSpPr>
          <p:spPr>
            <a:xfrm>
              <a:off x="302970" y="10444278"/>
              <a:ext cx="301752" cy="170009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bg1">
                <a:lumMod val="6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354" name="Hexagon 2353">
              <a:extLst>
                <a:ext uri="{FF2B5EF4-FFF2-40B4-BE49-F238E27FC236}">
                  <a16:creationId xmlns:a16="http://schemas.microsoft.com/office/drawing/2014/main" id="{062DFF24-93A7-432A-98D6-D530AC22ED2D}"/>
                </a:ext>
              </a:extLst>
            </p:cNvPr>
            <p:cNvSpPr/>
            <p:nvPr/>
          </p:nvSpPr>
          <p:spPr>
            <a:xfrm>
              <a:off x="302970" y="10266802"/>
              <a:ext cx="301752" cy="170009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bg1">
                <a:lumMod val="6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355" name="Hexagon 2354">
              <a:extLst>
                <a:ext uri="{FF2B5EF4-FFF2-40B4-BE49-F238E27FC236}">
                  <a16:creationId xmlns:a16="http://schemas.microsoft.com/office/drawing/2014/main" id="{3198962B-A401-4D7D-AF6D-892F1F3AB44F}"/>
                </a:ext>
              </a:extLst>
            </p:cNvPr>
            <p:cNvSpPr/>
            <p:nvPr/>
          </p:nvSpPr>
          <p:spPr>
            <a:xfrm>
              <a:off x="302970" y="10075242"/>
              <a:ext cx="30175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bg1">
                <a:lumMod val="6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356" name="Hexagon 2355">
              <a:extLst>
                <a:ext uri="{FF2B5EF4-FFF2-40B4-BE49-F238E27FC236}">
                  <a16:creationId xmlns:a16="http://schemas.microsoft.com/office/drawing/2014/main" id="{462A7204-A037-4128-8A85-4D06C92B9CF1}"/>
                </a:ext>
              </a:extLst>
            </p:cNvPr>
            <p:cNvSpPr/>
            <p:nvPr/>
          </p:nvSpPr>
          <p:spPr>
            <a:xfrm>
              <a:off x="304662" y="9893696"/>
              <a:ext cx="301752" cy="170009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bg1">
                <a:lumMod val="6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357" name="Hexagon 2356">
              <a:extLst>
                <a:ext uri="{FF2B5EF4-FFF2-40B4-BE49-F238E27FC236}">
                  <a16:creationId xmlns:a16="http://schemas.microsoft.com/office/drawing/2014/main" id="{7A731D65-3E1B-4941-A946-083DC6CAEF82}"/>
                </a:ext>
              </a:extLst>
            </p:cNvPr>
            <p:cNvSpPr/>
            <p:nvPr/>
          </p:nvSpPr>
          <p:spPr>
            <a:xfrm>
              <a:off x="536725" y="9987509"/>
              <a:ext cx="30175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bg1">
                <a:lumMod val="6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358" name="Hexagon 2357">
              <a:extLst>
                <a:ext uri="{FF2B5EF4-FFF2-40B4-BE49-F238E27FC236}">
                  <a16:creationId xmlns:a16="http://schemas.microsoft.com/office/drawing/2014/main" id="{F88CA3BF-CC35-4B29-89F2-B0D0F1F5A705}"/>
                </a:ext>
              </a:extLst>
            </p:cNvPr>
            <p:cNvSpPr/>
            <p:nvPr/>
          </p:nvSpPr>
          <p:spPr>
            <a:xfrm>
              <a:off x="68690" y="9977155"/>
              <a:ext cx="301752" cy="170009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bg1">
                <a:lumMod val="6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359" name="Hexagon 2358">
              <a:extLst>
                <a:ext uri="{FF2B5EF4-FFF2-40B4-BE49-F238E27FC236}">
                  <a16:creationId xmlns:a16="http://schemas.microsoft.com/office/drawing/2014/main" id="{C84A50E3-1500-4284-AF7B-AFEDA49D629D}"/>
                </a:ext>
              </a:extLst>
            </p:cNvPr>
            <p:cNvSpPr/>
            <p:nvPr/>
          </p:nvSpPr>
          <p:spPr>
            <a:xfrm>
              <a:off x="539278" y="9805040"/>
              <a:ext cx="301752" cy="170009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bg1">
                <a:lumMod val="6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360" name="Hexagon 2359">
              <a:extLst>
                <a:ext uri="{FF2B5EF4-FFF2-40B4-BE49-F238E27FC236}">
                  <a16:creationId xmlns:a16="http://schemas.microsoft.com/office/drawing/2014/main" id="{9D2538C9-E009-46ED-938C-D6D2F4112920}"/>
                </a:ext>
              </a:extLst>
            </p:cNvPr>
            <p:cNvSpPr/>
            <p:nvPr/>
          </p:nvSpPr>
          <p:spPr>
            <a:xfrm>
              <a:off x="539278" y="9613480"/>
              <a:ext cx="30175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bg1">
                <a:lumMod val="6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361" name="Hexagon 2360">
              <a:extLst>
                <a:ext uri="{FF2B5EF4-FFF2-40B4-BE49-F238E27FC236}">
                  <a16:creationId xmlns:a16="http://schemas.microsoft.com/office/drawing/2014/main" id="{01A64F62-E1A2-4997-8D12-A848A64CA628}"/>
                </a:ext>
              </a:extLst>
            </p:cNvPr>
            <p:cNvSpPr/>
            <p:nvPr/>
          </p:nvSpPr>
          <p:spPr>
            <a:xfrm>
              <a:off x="308445" y="9707790"/>
              <a:ext cx="301752" cy="170009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bg1">
                <a:lumMod val="6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362" name="Hexagon 2361">
              <a:extLst>
                <a:ext uri="{FF2B5EF4-FFF2-40B4-BE49-F238E27FC236}">
                  <a16:creationId xmlns:a16="http://schemas.microsoft.com/office/drawing/2014/main" id="{043684A0-3476-4293-BC07-A10F235886B9}"/>
                </a:ext>
              </a:extLst>
            </p:cNvPr>
            <p:cNvSpPr/>
            <p:nvPr/>
          </p:nvSpPr>
          <p:spPr>
            <a:xfrm>
              <a:off x="776036" y="9708100"/>
              <a:ext cx="30175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bg1">
                <a:lumMod val="6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363" name="Hexagon 2362">
              <a:extLst>
                <a:ext uri="{FF2B5EF4-FFF2-40B4-BE49-F238E27FC236}">
                  <a16:creationId xmlns:a16="http://schemas.microsoft.com/office/drawing/2014/main" id="{23943DEC-58AD-4B11-A39B-B61BD2C2A496}"/>
                </a:ext>
              </a:extLst>
            </p:cNvPr>
            <p:cNvSpPr/>
            <p:nvPr/>
          </p:nvSpPr>
          <p:spPr>
            <a:xfrm>
              <a:off x="1012589" y="10168175"/>
              <a:ext cx="30175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bg1">
                <a:lumMod val="6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365" name="Hexagon 2364">
              <a:extLst>
                <a:ext uri="{FF2B5EF4-FFF2-40B4-BE49-F238E27FC236}">
                  <a16:creationId xmlns:a16="http://schemas.microsoft.com/office/drawing/2014/main" id="{B7879F92-CB7C-4698-AE92-7A790C9F7757}"/>
                </a:ext>
              </a:extLst>
            </p:cNvPr>
            <p:cNvSpPr/>
            <p:nvPr/>
          </p:nvSpPr>
          <p:spPr>
            <a:xfrm>
              <a:off x="769279" y="9323939"/>
              <a:ext cx="30175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bg1">
                <a:lumMod val="6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366" name="Hexagon 2365">
              <a:extLst>
                <a:ext uri="{FF2B5EF4-FFF2-40B4-BE49-F238E27FC236}">
                  <a16:creationId xmlns:a16="http://schemas.microsoft.com/office/drawing/2014/main" id="{0CD8A328-5D30-4554-B575-5EE4555F0B36}"/>
                </a:ext>
              </a:extLst>
            </p:cNvPr>
            <p:cNvSpPr/>
            <p:nvPr/>
          </p:nvSpPr>
          <p:spPr>
            <a:xfrm>
              <a:off x="1003063" y="9420352"/>
              <a:ext cx="30175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bg1">
                <a:lumMod val="6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367" name="Hexagon 2366">
              <a:extLst>
                <a:ext uri="{FF2B5EF4-FFF2-40B4-BE49-F238E27FC236}">
                  <a16:creationId xmlns:a16="http://schemas.microsoft.com/office/drawing/2014/main" id="{2BC6C563-E83F-4616-877D-4B34FF3DEDC8}"/>
                </a:ext>
              </a:extLst>
            </p:cNvPr>
            <p:cNvSpPr/>
            <p:nvPr/>
          </p:nvSpPr>
          <p:spPr>
            <a:xfrm>
              <a:off x="1007997" y="9237883"/>
              <a:ext cx="301752" cy="170009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bg1">
                <a:lumMod val="6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368" name="Hexagon 2367">
              <a:extLst>
                <a:ext uri="{FF2B5EF4-FFF2-40B4-BE49-F238E27FC236}">
                  <a16:creationId xmlns:a16="http://schemas.microsoft.com/office/drawing/2014/main" id="{6A459147-607B-40D5-BC51-7E1C5F0E236D}"/>
                </a:ext>
              </a:extLst>
            </p:cNvPr>
            <p:cNvSpPr/>
            <p:nvPr/>
          </p:nvSpPr>
          <p:spPr>
            <a:xfrm>
              <a:off x="1005616" y="9046323"/>
              <a:ext cx="30175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bg1">
                <a:lumMod val="6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369" name="Hexagon 2368">
              <a:extLst>
                <a:ext uri="{FF2B5EF4-FFF2-40B4-BE49-F238E27FC236}">
                  <a16:creationId xmlns:a16="http://schemas.microsoft.com/office/drawing/2014/main" id="{7DF306C0-352E-4D19-99DF-A972F768AC4F}"/>
                </a:ext>
              </a:extLst>
            </p:cNvPr>
            <p:cNvSpPr/>
            <p:nvPr/>
          </p:nvSpPr>
          <p:spPr>
            <a:xfrm>
              <a:off x="1239370" y="9321648"/>
              <a:ext cx="30175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bg1">
                <a:lumMod val="6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370" name="Hexagon 2369">
              <a:extLst>
                <a:ext uri="{FF2B5EF4-FFF2-40B4-BE49-F238E27FC236}">
                  <a16:creationId xmlns:a16="http://schemas.microsoft.com/office/drawing/2014/main" id="{89EE93DF-6431-4D40-9A3F-787893E8713B}"/>
                </a:ext>
              </a:extLst>
            </p:cNvPr>
            <p:cNvSpPr/>
            <p:nvPr/>
          </p:nvSpPr>
          <p:spPr>
            <a:xfrm>
              <a:off x="1241923" y="9143941"/>
              <a:ext cx="301752" cy="170009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bg1">
                <a:lumMod val="6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371" name="Hexagon 2370">
              <a:extLst>
                <a:ext uri="{FF2B5EF4-FFF2-40B4-BE49-F238E27FC236}">
                  <a16:creationId xmlns:a16="http://schemas.microsoft.com/office/drawing/2014/main" id="{12D33214-CBB6-499C-8548-FEEB8DA110A8}"/>
                </a:ext>
              </a:extLst>
            </p:cNvPr>
            <p:cNvSpPr/>
            <p:nvPr/>
          </p:nvSpPr>
          <p:spPr>
            <a:xfrm>
              <a:off x="1241923" y="8952381"/>
              <a:ext cx="30175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bg1">
                <a:lumMod val="6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372" name="Hexagon 2371">
              <a:extLst>
                <a:ext uri="{FF2B5EF4-FFF2-40B4-BE49-F238E27FC236}">
                  <a16:creationId xmlns:a16="http://schemas.microsoft.com/office/drawing/2014/main" id="{33384817-D150-446C-85EA-E9CA5FCE92B2}"/>
                </a:ext>
              </a:extLst>
            </p:cNvPr>
            <p:cNvSpPr/>
            <p:nvPr/>
          </p:nvSpPr>
          <p:spPr>
            <a:xfrm>
              <a:off x="1474735" y="9047117"/>
              <a:ext cx="30175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bg1">
                <a:lumMod val="6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373" name="Hexagon 2372">
              <a:extLst>
                <a:ext uri="{FF2B5EF4-FFF2-40B4-BE49-F238E27FC236}">
                  <a16:creationId xmlns:a16="http://schemas.microsoft.com/office/drawing/2014/main" id="{126EE6BD-4AC3-4CFD-BE95-4DB3535A4DC4}"/>
                </a:ext>
              </a:extLst>
            </p:cNvPr>
            <p:cNvSpPr/>
            <p:nvPr/>
          </p:nvSpPr>
          <p:spPr>
            <a:xfrm>
              <a:off x="1249897" y="8775555"/>
              <a:ext cx="301752" cy="170009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bg1">
                <a:lumMod val="6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374" name="Hexagon 2373">
              <a:extLst>
                <a:ext uri="{FF2B5EF4-FFF2-40B4-BE49-F238E27FC236}">
                  <a16:creationId xmlns:a16="http://schemas.microsoft.com/office/drawing/2014/main" id="{64C46635-C274-4C5B-9AC7-1589C20352A5}"/>
                </a:ext>
              </a:extLst>
            </p:cNvPr>
            <p:cNvSpPr/>
            <p:nvPr/>
          </p:nvSpPr>
          <p:spPr>
            <a:xfrm>
              <a:off x="1249897" y="8588757"/>
              <a:ext cx="30175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bg1">
                <a:lumMod val="6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375" name="Hexagon 2374">
              <a:extLst>
                <a:ext uri="{FF2B5EF4-FFF2-40B4-BE49-F238E27FC236}">
                  <a16:creationId xmlns:a16="http://schemas.microsoft.com/office/drawing/2014/main" id="{B9ADBE3B-3CF3-490A-A9BE-E38672CDDACF}"/>
                </a:ext>
              </a:extLst>
            </p:cNvPr>
            <p:cNvSpPr/>
            <p:nvPr/>
          </p:nvSpPr>
          <p:spPr>
            <a:xfrm>
              <a:off x="1018353" y="8491203"/>
              <a:ext cx="30175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bg1">
                <a:lumMod val="6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376" name="Hexagon 2375">
              <a:extLst>
                <a:ext uri="{FF2B5EF4-FFF2-40B4-BE49-F238E27FC236}">
                  <a16:creationId xmlns:a16="http://schemas.microsoft.com/office/drawing/2014/main" id="{1CAE49C7-2E49-4E64-9FA7-7211F3EF172F}"/>
                </a:ext>
              </a:extLst>
            </p:cNvPr>
            <p:cNvSpPr/>
            <p:nvPr/>
          </p:nvSpPr>
          <p:spPr>
            <a:xfrm>
              <a:off x="1247218" y="8402521"/>
              <a:ext cx="30175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bg1">
                <a:lumMod val="6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377" name="Hexagon 2376">
              <a:extLst>
                <a:ext uri="{FF2B5EF4-FFF2-40B4-BE49-F238E27FC236}">
                  <a16:creationId xmlns:a16="http://schemas.microsoft.com/office/drawing/2014/main" id="{F9198BF8-F003-45FA-9A87-5B95322C0AFE}"/>
                </a:ext>
              </a:extLst>
            </p:cNvPr>
            <p:cNvSpPr/>
            <p:nvPr/>
          </p:nvSpPr>
          <p:spPr>
            <a:xfrm>
              <a:off x="1017391" y="8304283"/>
              <a:ext cx="30175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bg1">
                <a:lumMod val="6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378" name="Hexagon 2377">
              <a:extLst>
                <a:ext uri="{FF2B5EF4-FFF2-40B4-BE49-F238E27FC236}">
                  <a16:creationId xmlns:a16="http://schemas.microsoft.com/office/drawing/2014/main" id="{EEAC8F22-B4A9-4162-BCD8-ED4F912C60F8}"/>
                </a:ext>
              </a:extLst>
            </p:cNvPr>
            <p:cNvSpPr/>
            <p:nvPr/>
          </p:nvSpPr>
          <p:spPr>
            <a:xfrm>
              <a:off x="782422" y="8207814"/>
              <a:ext cx="30175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bg1">
                <a:lumMod val="6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379" name="Hexagon 2378">
              <a:extLst>
                <a:ext uri="{FF2B5EF4-FFF2-40B4-BE49-F238E27FC236}">
                  <a16:creationId xmlns:a16="http://schemas.microsoft.com/office/drawing/2014/main" id="{F57BF7FF-F74C-4A3D-BCDE-A1807B634BAD}"/>
                </a:ext>
              </a:extLst>
            </p:cNvPr>
            <p:cNvSpPr/>
            <p:nvPr/>
          </p:nvSpPr>
          <p:spPr>
            <a:xfrm>
              <a:off x="552005" y="8122444"/>
              <a:ext cx="30175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bg1">
                <a:lumMod val="6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380" name="Hexagon 2379">
              <a:extLst>
                <a:ext uri="{FF2B5EF4-FFF2-40B4-BE49-F238E27FC236}">
                  <a16:creationId xmlns:a16="http://schemas.microsoft.com/office/drawing/2014/main" id="{2442136D-B776-45C1-8886-E7C007E8872C}"/>
                </a:ext>
              </a:extLst>
            </p:cNvPr>
            <p:cNvSpPr/>
            <p:nvPr/>
          </p:nvSpPr>
          <p:spPr>
            <a:xfrm>
              <a:off x="781369" y="8023887"/>
              <a:ext cx="30175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bg1">
                <a:lumMod val="6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381" name="Hexagon 2380">
              <a:extLst>
                <a:ext uri="{FF2B5EF4-FFF2-40B4-BE49-F238E27FC236}">
                  <a16:creationId xmlns:a16="http://schemas.microsoft.com/office/drawing/2014/main" id="{CDF39829-5E13-44C6-92C2-ABBF03894D49}"/>
                </a:ext>
              </a:extLst>
            </p:cNvPr>
            <p:cNvSpPr/>
            <p:nvPr/>
          </p:nvSpPr>
          <p:spPr>
            <a:xfrm>
              <a:off x="787740" y="8393804"/>
              <a:ext cx="30175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bg1">
                <a:lumMod val="65000"/>
              </a:schemeClr>
            </a:solidFill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443" name="Hexagon 2442">
              <a:extLst>
                <a:ext uri="{FF2B5EF4-FFF2-40B4-BE49-F238E27FC236}">
                  <a16:creationId xmlns:a16="http://schemas.microsoft.com/office/drawing/2014/main" id="{AE8AC83D-EDB4-4AB1-9D8C-81F159CC5C21}"/>
                </a:ext>
              </a:extLst>
            </p:cNvPr>
            <p:cNvSpPr/>
            <p:nvPr/>
          </p:nvSpPr>
          <p:spPr>
            <a:xfrm>
              <a:off x="6203550" y="10696022"/>
              <a:ext cx="301752" cy="170009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bg1">
                <a:lumMod val="65000"/>
              </a:schemeClr>
            </a:solidFill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335" name="Hexagon 3334">
              <a:extLst>
                <a:ext uri="{FF2B5EF4-FFF2-40B4-BE49-F238E27FC236}">
                  <a16:creationId xmlns:a16="http://schemas.microsoft.com/office/drawing/2014/main" id="{AB694D62-1E22-4CC5-AF59-34C82E2F0AAC}"/>
                </a:ext>
              </a:extLst>
            </p:cNvPr>
            <p:cNvSpPr/>
            <p:nvPr/>
          </p:nvSpPr>
          <p:spPr>
            <a:xfrm>
              <a:off x="1011188" y="11087069"/>
              <a:ext cx="301752" cy="170009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bg1">
                <a:lumMod val="6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332" name="Hexagon 2331">
              <a:extLst>
                <a:ext uri="{FF2B5EF4-FFF2-40B4-BE49-F238E27FC236}">
                  <a16:creationId xmlns:a16="http://schemas.microsoft.com/office/drawing/2014/main" id="{92F276AB-589B-4E4A-93D9-AB8BAA5204A4}"/>
                </a:ext>
              </a:extLst>
            </p:cNvPr>
            <p:cNvSpPr/>
            <p:nvPr/>
          </p:nvSpPr>
          <p:spPr>
            <a:xfrm>
              <a:off x="303643" y="11714384"/>
              <a:ext cx="301752" cy="170009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bg1">
                <a:lumMod val="65000"/>
              </a:schemeClr>
            </a:solidFill>
            <a:ln w="76200"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283" name="Hexagon 2282">
              <a:extLst>
                <a:ext uri="{FF2B5EF4-FFF2-40B4-BE49-F238E27FC236}">
                  <a16:creationId xmlns:a16="http://schemas.microsoft.com/office/drawing/2014/main" id="{9B1D583A-E627-4520-AF4E-43861A622846}"/>
                </a:ext>
              </a:extLst>
            </p:cNvPr>
            <p:cNvSpPr/>
            <p:nvPr/>
          </p:nvSpPr>
          <p:spPr>
            <a:xfrm>
              <a:off x="1490872" y="11276456"/>
              <a:ext cx="301752" cy="170009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bg1">
                <a:lumMod val="65000"/>
              </a:schemeClr>
            </a:solidFill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</p:grpSp>
      <p:grpSp>
        <p:nvGrpSpPr>
          <p:cNvPr id="74" name="营地">
            <a:extLst>
              <a:ext uri="{FF2B5EF4-FFF2-40B4-BE49-F238E27FC236}">
                <a16:creationId xmlns:a16="http://schemas.microsoft.com/office/drawing/2014/main" id="{81E00C0B-37D5-4FFE-A157-2E3013196479}"/>
              </a:ext>
            </a:extLst>
          </p:cNvPr>
          <p:cNvGrpSpPr/>
          <p:nvPr/>
        </p:nvGrpSpPr>
        <p:grpSpPr>
          <a:xfrm>
            <a:off x="2168448" y="1308239"/>
            <a:ext cx="9306250" cy="8114665"/>
            <a:chOff x="2194758" y="3049954"/>
            <a:chExt cx="9306250" cy="8114665"/>
          </a:xfrm>
        </p:grpSpPr>
        <p:sp>
          <p:nvSpPr>
            <p:cNvPr id="3336" name="Hexagon 3335">
              <a:extLst>
                <a:ext uri="{FF2B5EF4-FFF2-40B4-BE49-F238E27FC236}">
                  <a16:creationId xmlns:a16="http://schemas.microsoft.com/office/drawing/2014/main" id="{D6F5F3F3-E01A-4769-88E2-45C13D5421A5}"/>
                </a:ext>
              </a:extLst>
            </p:cNvPr>
            <p:cNvSpPr/>
            <p:nvPr/>
          </p:nvSpPr>
          <p:spPr>
            <a:xfrm>
              <a:off x="2194758" y="10981739"/>
              <a:ext cx="310896" cy="182880"/>
            </a:xfrm>
            <a:prstGeom prst="hexagon">
              <a:avLst>
                <a:gd name="adj" fmla="val 39558"/>
                <a:gd name="vf" fmla="val 115470"/>
              </a:avLst>
            </a:prstGeom>
            <a:pattFill prst="plaid">
              <a:fgClr>
                <a:srgbClr val="00B050"/>
              </a:fgClr>
              <a:bgClr>
                <a:schemeClr val="bg1"/>
              </a:bgClr>
            </a:patt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337" name="Hexagon 3336">
              <a:extLst>
                <a:ext uri="{FF2B5EF4-FFF2-40B4-BE49-F238E27FC236}">
                  <a16:creationId xmlns:a16="http://schemas.microsoft.com/office/drawing/2014/main" id="{102F93ED-8276-401D-8DBF-E0BA9B2627EA}"/>
                </a:ext>
              </a:extLst>
            </p:cNvPr>
            <p:cNvSpPr/>
            <p:nvPr/>
          </p:nvSpPr>
          <p:spPr>
            <a:xfrm>
              <a:off x="3613983" y="10588039"/>
              <a:ext cx="310896" cy="182880"/>
            </a:xfrm>
            <a:prstGeom prst="hexagon">
              <a:avLst>
                <a:gd name="adj" fmla="val 39558"/>
                <a:gd name="vf" fmla="val 115470"/>
              </a:avLst>
            </a:prstGeom>
            <a:pattFill prst="plaid">
              <a:fgClr>
                <a:srgbClr val="00B050"/>
              </a:fgClr>
              <a:bgClr>
                <a:schemeClr val="bg1"/>
              </a:bgClr>
            </a:patt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338" name="Hexagon 3337">
              <a:extLst>
                <a:ext uri="{FF2B5EF4-FFF2-40B4-BE49-F238E27FC236}">
                  <a16:creationId xmlns:a16="http://schemas.microsoft.com/office/drawing/2014/main" id="{376FBF24-5237-4E6D-8E0B-7C725DBA7B8C}"/>
                </a:ext>
              </a:extLst>
            </p:cNvPr>
            <p:cNvSpPr/>
            <p:nvPr/>
          </p:nvSpPr>
          <p:spPr>
            <a:xfrm>
              <a:off x="3582812" y="8965614"/>
              <a:ext cx="310896" cy="182880"/>
            </a:xfrm>
            <a:prstGeom prst="hexagon">
              <a:avLst>
                <a:gd name="adj" fmla="val 39558"/>
                <a:gd name="vf" fmla="val 115470"/>
              </a:avLst>
            </a:prstGeom>
            <a:pattFill prst="plaid">
              <a:fgClr>
                <a:srgbClr val="00B050"/>
              </a:fgClr>
              <a:bgClr>
                <a:schemeClr val="bg1"/>
              </a:bgClr>
            </a:patt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339" name="Hexagon 3338">
              <a:extLst>
                <a:ext uri="{FF2B5EF4-FFF2-40B4-BE49-F238E27FC236}">
                  <a16:creationId xmlns:a16="http://schemas.microsoft.com/office/drawing/2014/main" id="{934D5264-3F12-471E-BCAA-A1BE9788EB38}"/>
                </a:ext>
              </a:extLst>
            </p:cNvPr>
            <p:cNvSpPr/>
            <p:nvPr/>
          </p:nvSpPr>
          <p:spPr>
            <a:xfrm>
              <a:off x="3382787" y="7409229"/>
              <a:ext cx="310896" cy="182880"/>
            </a:xfrm>
            <a:prstGeom prst="hexagon">
              <a:avLst>
                <a:gd name="adj" fmla="val 39558"/>
                <a:gd name="vf" fmla="val 115470"/>
              </a:avLst>
            </a:prstGeom>
            <a:pattFill prst="plaid">
              <a:fgClr>
                <a:srgbClr val="00B050"/>
              </a:fgClr>
              <a:bgClr>
                <a:schemeClr val="bg1"/>
              </a:bgClr>
            </a:patt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340" name="Hexagon 3339">
              <a:extLst>
                <a:ext uri="{FF2B5EF4-FFF2-40B4-BE49-F238E27FC236}">
                  <a16:creationId xmlns:a16="http://schemas.microsoft.com/office/drawing/2014/main" id="{B549AA75-8D08-4BC4-B818-97A6B09D36AD}"/>
                </a:ext>
              </a:extLst>
            </p:cNvPr>
            <p:cNvSpPr/>
            <p:nvPr/>
          </p:nvSpPr>
          <p:spPr>
            <a:xfrm>
              <a:off x="3613983" y="3049954"/>
              <a:ext cx="310896" cy="182880"/>
            </a:xfrm>
            <a:prstGeom prst="hexagon">
              <a:avLst>
                <a:gd name="adj" fmla="val 39558"/>
                <a:gd name="vf" fmla="val 115470"/>
              </a:avLst>
            </a:prstGeom>
            <a:pattFill prst="plaid">
              <a:fgClr>
                <a:srgbClr val="00B050"/>
              </a:fgClr>
              <a:bgClr>
                <a:schemeClr val="bg1"/>
              </a:bgClr>
            </a:patt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341" name="Hexagon 3340">
              <a:extLst>
                <a:ext uri="{FF2B5EF4-FFF2-40B4-BE49-F238E27FC236}">
                  <a16:creationId xmlns:a16="http://schemas.microsoft.com/office/drawing/2014/main" id="{C77EAC97-C4E0-485B-8C5C-B50635880369}"/>
                </a:ext>
              </a:extLst>
            </p:cNvPr>
            <p:cNvSpPr/>
            <p:nvPr/>
          </p:nvSpPr>
          <p:spPr>
            <a:xfrm>
              <a:off x="6230183" y="3329354"/>
              <a:ext cx="310896" cy="182880"/>
            </a:xfrm>
            <a:prstGeom prst="hexagon">
              <a:avLst>
                <a:gd name="adj" fmla="val 39558"/>
                <a:gd name="vf" fmla="val 115470"/>
              </a:avLst>
            </a:prstGeom>
            <a:pattFill prst="plaid">
              <a:fgClr>
                <a:srgbClr val="00B050"/>
              </a:fgClr>
              <a:bgClr>
                <a:schemeClr val="bg1"/>
              </a:bgClr>
            </a:patt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342" name="Hexagon 3341">
              <a:extLst>
                <a:ext uri="{FF2B5EF4-FFF2-40B4-BE49-F238E27FC236}">
                  <a16:creationId xmlns:a16="http://schemas.microsoft.com/office/drawing/2014/main" id="{F43EEDFD-9DE0-49EA-8D45-51BE65584B44}"/>
                </a:ext>
              </a:extLst>
            </p:cNvPr>
            <p:cNvSpPr/>
            <p:nvPr/>
          </p:nvSpPr>
          <p:spPr>
            <a:xfrm>
              <a:off x="4801433" y="4237404"/>
              <a:ext cx="310896" cy="182880"/>
            </a:xfrm>
            <a:prstGeom prst="hexagon">
              <a:avLst>
                <a:gd name="adj" fmla="val 39558"/>
                <a:gd name="vf" fmla="val 115470"/>
              </a:avLst>
            </a:prstGeom>
            <a:pattFill prst="plaid">
              <a:fgClr>
                <a:srgbClr val="00B050"/>
              </a:fgClr>
              <a:bgClr>
                <a:schemeClr val="bg1"/>
              </a:bgClr>
            </a:patt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343" name="Hexagon 3342">
              <a:extLst>
                <a:ext uri="{FF2B5EF4-FFF2-40B4-BE49-F238E27FC236}">
                  <a16:creationId xmlns:a16="http://schemas.microsoft.com/office/drawing/2014/main" id="{3D871194-4978-49AB-9C90-95CB729E6928}"/>
                </a:ext>
              </a:extLst>
            </p:cNvPr>
            <p:cNvSpPr/>
            <p:nvPr/>
          </p:nvSpPr>
          <p:spPr>
            <a:xfrm>
              <a:off x="7869062" y="9867314"/>
              <a:ext cx="310896" cy="182880"/>
            </a:xfrm>
            <a:prstGeom prst="hexagon">
              <a:avLst>
                <a:gd name="adj" fmla="val 39558"/>
                <a:gd name="vf" fmla="val 115470"/>
              </a:avLst>
            </a:prstGeom>
            <a:pattFill prst="plaid">
              <a:fgClr>
                <a:srgbClr val="00B050"/>
              </a:fgClr>
              <a:bgClr>
                <a:schemeClr val="bg1"/>
              </a:bgClr>
            </a:patt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344" name="Hexagon 3343">
              <a:extLst>
                <a:ext uri="{FF2B5EF4-FFF2-40B4-BE49-F238E27FC236}">
                  <a16:creationId xmlns:a16="http://schemas.microsoft.com/office/drawing/2014/main" id="{3B9AE923-4673-425C-96B8-ADE6E0383B3F}"/>
                </a:ext>
              </a:extLst>
            </p:cNvPr>
            <p:cNvSpPr/>
            <p:nvPr/>
          </p:nvSpPr>
          <p:spPr>
            <a:xfrm>
              <a:off x="9780412" y="9132619"/>
              <a:ext cx="310896" cy="182880"/>
            </a:xfrm>
            <a:prstGeom prst="hexagon">
              <a:avLst>
                <a:gd name="adj" fmla="val 39558"/>
                <a:gd name="vf" fmla="val 115470"/>
              </a:avLst>
            </a:prstGeom>
            <a:pattFill prst="plaid">
              <a:fgClr>
                <a:srgbClr val="00B050"/>
              </a:fgClr>
              <a:bgClr>
                <a:schemeClr val="bg1"/>
              </a:bgClr>
            </a:patt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345" name="Hexagon 3344">
              <a:extLst>
                <a:ext uri="{FF2B5EF4-FFF2-40B4-BE49-F238E27FC236}">
                  <a16:creationId xmlns:a16="http://schemas.microsoft.com/office/drawing/2014/main" id="{74EDE392-FDC6-4F9C-9EEB-0CEDE1813E90}"/>
                </a:ext>
              </a:extLst>
            </p:cNvPr>
            <p:cNvSpPr/>
            <p:nvPr/>
          </p:nvSpPr>
          <p:spPr>
            <a:xfrm>
              <a:off x="11190112" y="7302549"/>
              <a:ext cx="310896" cy="182880"/>
            </a:xfrm>
            <a:prstGeom prst="hexagon">
              <a:avLst>
                <a:gd name="adj" fmla="val 39558"/>
                <a:gd name="vf" fmla="val 115470"/>
              </a:avLst>
            </a:prstGeom>
            <a:pattFill prst="plaid">
              <a:fgClr>
                <a:srgbClr val="00B050"/>
              </a:fgClr>
              <a:bgClr>
                <a:schemeClr val="bg1"/>
              </a:bgClr>
            </a:patt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346" name="Hexagon 3345">
              <a:extLst>
                <a:ext uri="{FF2B5EF4-FFF2-40B4-BE49-F238E27FC236}">
                  <a16:creationId xmlns:a16="http://schemas.microsoft.com/office/drawing/2014/main" id="{50D95BA0-31DE-4689-BF71-ED59B2DB7057}"/>
                </a:ext>
              </a:extLst>
            </p:cNvPr>
            <p:cNvSpPr/>
            <p:nvPr/>
          </p:nvSpPr>
          <p:spPr>
            <a:xfrm>
              <a:off x="10482087" y="5540424"/>
              <a:ext cx="310896" cy="182880"/>
            </a:xfrm>
            <a:prstGeom prst="hexagon">
              <a:avLst>
                <a:gd name="adj" fmla="val 39558"/>
                <a:gd name="vf" fmla="val 115470"/>
              </a:avLst>
            </a:prstGeom>
            <a:pattFill prst="plaid">
              <a:fgClr>
                <a:srgbClr val="00B050"/>
              </a:fgClr>
              <a:bgClr>
                <a:schemeClr val="bg1"/>
              </a:bgClr>
            </a:patt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347" name="Hexagon 3346">
              <a:extLst>
                <a:ext uri="{FF2B5EF4-FFF2-40B4-BE49-F238E27FC236}">
                  <a16:creationId xmlns:a16="http://schemas.microsoft.com/office/drawing/2014/main" id="{EC434E18-D319-45DA-81B8-BA3CB082C0B3}"/>
                </a:ext>
              </a:extLst>
            </p:cNvPr>
            <p:cNvSpPr/>
            <p:nvPr/>
          </p:nvSpPr>
          <p:spPr>
            <a:xfrm>
              <a:off x="10243962" y="3608436"/>
              <a:ext cx="310896" cy="182880"/>
            </a:xfrm>
            <a:prstGeom prst="hexagon">
              <a:avLst>
                <a:gd name="adj" fmla="val 39558"/>
                <a:gd name="vf" fmla="val 115470"/>
              </a:avLst>
            </a:prstGeom>
            <a:pattFill prst="plaid">
              <a:fgClr>
                <a:srgbClr val="00B050"/>
              </a:fgClr>
              <a:bgClr>
                <a:schemeClr val="bg1"/>
              </a:bgClr>
            </a:patt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348" name="Hexagon 3347">
              <a:extLst>
                <a:ext uri="{FF2B5EF4-FFF2-40B4-BE49-F238E27FC236}">
                  <a16:creationId xmlns:a16="http://schemas.microsoft.com/office/drawing/2014/main" id="{11B78A4C-10B9-4832-AF8B-0794E17631ED}"/>
                </a:ext>
              </a:extLst>
            </p:cNvPr>
            <p:cNvSpPr/>
            <p:nvPr/>
          </p:nvSpPr>
          <p:spPr>
            <a:xfrm>
              <a:off x="8592962" y="4264074"/>
              <a:ext cx="310896" cy="182880"/>
            </a:xfrm>
            <a:prstGeom prst="hexagon">
              <a:avLst>
                <a:gd name="adj" fmla="val 39558"/>
                <a:gd name="vf" fmla="val 115470"/>
              </a:avLst>
            </a:prstGeom>
            <a:pattFill prst="plaid">
              <a:fgClr>
                <a:srgbClr val="00B050"/>
              </a:fgClr>
              <a:bgClr>
                <a:schemeClr val="bg1"/>
              </a:bgClr>
            </a:patt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349" name="Hexagon 3348">
              <a:extLst>
                <a:ext uri="{FF2B5EF4-FFF2-40B4-BE49-F238E27FC236}">
                  <a16:creationId xmlns:a16="http://schemas.microsoft.com/office/drawing/2014/main" id="{47A15DE6-19E0-4C24-810E-C9516032E055}"/>
                </a:ext>
              </a:extLst>
            </p:cNvPr>
            <p:cNvSpPr/>
            <p:nvPr/>
          </p:nvSpPr>
          <p:spPr>
            <a:xfrm>
              <a:off x="8831087" y="6375350"/>
              <a:ext cx="310896" cy="182880"/>
            </a:xfrm>
            <a:prstGeom prst="hexagon">
              <a:avLst>
                <a:gd name="adj" fmla="val 39558"/>
                <a:gd name="vf" fmla="val 115470"/>
              </a:avLst>
            </a:prstGeom>
            <a:pattFill prst="plaid">
              <a:fgClr>
                <a:srgbClr val="00B050"/>
              </a:fgClr>
              <a:bgClr>
                <a:schemeClr val="bg1"/>
              </a:bgClr>
            </a:patt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350" name="Hexagon 3349">
              <a:extLst>
                <a:ext uri="{FF2B5EF4-FFF2-40B4-BE49-F238E27FC236}">
                  <a16:creationId xmlns:a16="http://schemas.microsoft.com/office/drawing/2014/main" id="{E7A563EE-37E8-4B5E-AF18-5F1545CB6FFE}"/>
                </a:ext>
              </a:extLst>
            </p:cNvPr>
            <p:cNvSpPr/>
            <p:nvPr/>
          </p:nvSpPr>
          <p:spPr>
            <a:xfrm>
              <a:off x="7180087" y="7743874"/>
              <a:ext cx="310896" cy="182880"/>
            </a:xfrm>
            <a:prstGeom prst="hexagon">
              <a:avLst>
                <a:gd name="adj" fmla="val 39558"/>
                <a:gd name="vf" fmla="val 115470"/>
              </a:avLst>
            </a:prstGeom>
            <a:pattFill prst="plaid">
              <a:fgClr>
                <a:srgbClr val="00B050"/>
              </a:fgClr>
              <a:bgClr>
                <a:schemeClr val="bg1"/>
              </a:bgClr>
            </a:patt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</p:grpSp>
      <p:grpSp>
        <p:nvGrpSpPr>
          <p:cNvPr id="96" name="猪鹿蝶">
            <a:extLst>
              <a:ext uri="{FF2B5EF4-FFF2-40B4-BE49-F238E27FC236}">
                <a16:creationId xmlns:a16="http://schemas.microsoft.com/office/drawing/2014/main" id="{EA328F2C-99C7-43AC-B1EF-508A642D46FD}"/>
              </a:ext>
            </a:extLst>
          </p:cNvPr>
          <p:cNvGrpSpPr/>
          <p:nvPr/>
        </p:nvGrpSpPr>
        <p:grpSpPr>
          <a:xfrm>
            <a:off x="528389" y="5172461"/>
            <a:ext cx="5019621" cy="4148284"/>
            <a:chOff x="554699" y="6914176"/>
            <a:chExt cx="5019621" cy="4148284"/>
          </a:xfrm>
        </p:grpSpPr>
        <p:sp>
          <p:nvSpPr>
            <p:cNvPr id="3351" name="Hexagon 3350">
              <a:extLst>
                <a:ext uri="{FF2B5EF4-FFF2-40B4-BE49-F238E27FC236}">
                  <a16:creationId xmlns:a16="http://schemas.microsoft.com/office/drawing/2014/main" id="{29235967-BB26-49A4-A1CA-46201B9B4A8F}"/>
                </a:ext>
              </a:extLst>
            </p:cNvPr>
            <p:cNvSpPr/>
            <p:nvPr/>
          </p:nvSpPr>
          <p:spPr>
            <a:xfrm>
              <a:off x="5291799" y="10892451"/>
              <a:ext cx="282521" cy="170009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00B0F0"/>
            </a:solidFill>
            <a:ln>
              <a:noFill/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352" name="Hexagon 3351">
              <a:extLst>
                <a:ext uri="{FF2B5EF4-FFF2-40B4-BE49-F238E27FC236}">
                  <a16:creationId xmlns:a16="http://schemas.microsoft.com/office/drawing/2014/main" id="{8CE68F45-2445-4B27-94B0-960126A775A8}"/>
                </a:ext>
              </a:extLst>
            </p:cNvPr>
            <p:cNvSpPr/>
            <p:nvPr/>
          </p:nvSpPr>
          <p:spPr>
            <a:xfrm>
              <a:off x="554699" y="10181251"/>
              <a:ext cx="282521" cy="170009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00B0F0"/>
            </a:solidFill>
            <a:ln>
              <a:noFill/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353" name="Hexagon 3352">
              <a:extLst>
                <a:ext uri="{FF2B5EF4-FFF2-40B4-BE49-F238E27FC236}">
                  <a16:creationId xmlns:a16="http://schemas.microsoft.com/office/drawing/2014/main" id="{C58461EF-9952-4514-893E-1DB322B9E822}"/>
                </a:ext>
              </a:extLst>
            </p:cNvPr>
            <p:cNvSpPr/>
            <p:nvPr/>
          </p:nvSpPr>
          <p:spPr>
            <a:xfrm>
              <a:off x="1272249" y="6914176"/>
              <a:ext cx="282521" cy="170009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00B0F0"/>
            </a:solidFill>
            <a:ln>
              <a:noFill/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</p:grpSp>
      <p:grpSp>
        <p:nvGrpSpPr>
          <p:cNvPr id="35" name="八卦">
            <a:extLst>
              <a:ext uri="{FF2B5EF4-FFF2-40B4-BE49-F238E27FC236}">
                <a16:creationId xmlns:a16="http://schemas.microsoft.com/office/drawing/2014/main" id="{C12B640E-97C5-4EC0-AD0A-9849C6831C64}"/>
              </a:ext>
            </a:extLst>
          </p:cNvPr>
          <p:cNvGrpSpPr/>
          <p:nvPr/>
        </p:nvGrpSpPr>
        <p:grpSpPr>
          <a:xfrm>
            <a:off x="2638992" y="2963007"/>
            <a:ext cx="9306293" cy="7433953"/>
            <a:chOff x="2673609" y="4761140"/>
            <a:chExt cx="9306293" cy="7433953"/>
          </a:xfrm>
        </p:grpSpPr>
        <p:sp>
          <p:nvSpPr>
            <p:cNvPr id="2262" name="Hexagon 2261">
              <a:extLst>
                <a:ext uri="{FF2B5EF4-FFF2-40B4-BE49-F238E27FC236}">
                  <a16:creationId xmlns:a16="http://schemas.microsoft.com/office/drawing/2014/main" id="{7FD17F68-934C-4DBB-BC61-B85FE9D034C9}"/>
                </a:ext>
              </a:extLst>
            </p:cNvPr>
            <p:cNvSpPr/>
            <p:nvPr/>
          </p:nvSpPr>
          <p:spPr>
            <a:xfrm>
              <a:off x="2673609" y="5329594"/>
              <a:ext cx="30175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FFFF00"/>
            </a:solidFill>
            <a:ln>
              <a:noFill/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263" name="Hexagon 2262">
              <a:extLst>
                <a:ext uri="{FF2B5EF4-FFF2-40B4-BE49-F238E27FC236}">
                  <a16:creationId xmlns:a16="http://schemas.microsoft.com/office/drawing/2014/main" id="{7C0B1DD9-1A63-4422-8076-D25985403BC1}"/>
                </a:ext>
              </a:extLst>
            </p:cNvPr>
            <p:cNvSpPr/>
            <p:nvPr/>
          </p:nvSpPr>
          <p:spPr>
            <a:xfrm>
              <a:off x="5543435" y="4761140"/>
              <a:ext cx="30175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FFFF00"/>
            </a:solidFill>
            <a:ln>
              <a:noFill/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264" name="Hexagon 2263">
              <a:extLst>
                <a:ext uri="{FF2B5EF4-FFF2-40B4-BE49-F238E27FC236}">
                  <a16:creationId xmlns:a16="http://schemas.microsoft.com/office/drawing/2014/main" id="{55562B05-97DC-4417-9BDF-A5ADDBEF117D}"/>
                </a:ext>
              </a:extLst>
            </p:cNvPr>
            <p:cNvSpPr/>
            <p:nvPr/>
          </p:nvSpPr>
          <p:spPr>
            <a:xfrm>
              <a:off x="4113312" y="8259478"/>
              <a:ext cx="30175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FFFF00"/>
            </a:solidFill>
            <a:ln>
              <a:noFill/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265" name="Hexagon 2264">
              <a:extLst>
                <a:ext uri="{FF2B5EF4-FFF2-40B4-BE49-F238E27FC236}">
                  <a16:creationId xmlns:a16="http://schemas.microsoft.com/office/drawing/2014/main" id="{7B81896E-0898-42C9-A155-F8D7090C97B4}"/>
                </a:ext>
              </a:extLst>
            </p:cNvPr>
            <p:cNvSpPr/>
            <p:nvPr/>
          </p:nvSpPr>
          <p:spPr>
            <a:xfrm>
              <a:off x="8370130" y="11023600"/>
              <a:ext cx="30175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FFFF00"/>
            </a:solidFill>
            <a:ln>
              <a:noFill/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266" name="Hexagon 2265">
              <a:extLst>
                <a:ext uri="{FF2B5EF4-FFF2-40B4-BE49-F238E27FC236}">
                  <a16:creationId xmlns:a16="http://schemas.microsoft.com/office/drawing/2014/main" id="{D81AEE40-2CF3-49C6-B4B4-49AA7DE2A204}"/>
                </a:ext>
              </a:extLst>
            </p:cNvPr>
            <p:cNvSpPr/>
            <p:nvPr/>
          </p:nvSpPr>
          <p:spPr>
            <a:xfrm>
              <a:off x="10011381" y="8537850"/>
              <a:ext cx="30175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FFFF00"/>
            </a:solidFill>
            <a:ln>
              <a:noFill/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267" name="Hexagon 2266">
              <a:extLst>
                <a:ext uri="{FF2B5EF4-FFF2-40B4-BE49-F238E27FC236}">
                  <a16:creationId xmlns:a16="http://schemas.microsoft.com/office/drawing/2014/main" id="{CA8074B9-0D2B-4F94-89C7-D362928329F9}"/>
                </a:ext>
              </a:extLst>
            </p:cNvPr>
            <p:cNvSpPr/>
            <p:nvPr/>
          </p:nvSpPr>
          <p:spPr>
            <a:xfrm>
              <a:off x="10970257" y="12012213"/>
              <a:ext cx="30175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FFFF00"/>
            </a:solidFill>
            <a:ln>
              <a:noFill/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268" name="Hexagon 2267">
              <a:extLst>
                <a:ext uri="{FF2B5EF4-FFF2-40B4-BE49-F238E27FC236}">
                  <a16:creationId xmlns:a16="http://schemas.microsoft.com/office/drawing/2014/main" id="{D81B51CD-EAD1-47A0-86C5-09C2F6F16653}"/>
                </a:ext>
              </a:extLst>
            </p:cNvPr>
            <p:cNvSpPr/>
            <p:nvPr/>
          </p:nvSpPr>
          <p:spPr>
            <a:xfrm>
              <a:off x="11678150" y="8259170"/>
              <a:ext cx="30175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FFFF00"/>
            </a:solidFill>
            <a:ln>
              <a:noFill/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269" name="Hexagon 2268">
              <a:extLst>
                <a:ext uri="{FF2B5EF4-FFF2-40B4-BE49-F238E27FC236}">
                  <a16:creationId xmlns:a16="http://schemas.microsoft.com/office/drawing/2014/main" id="{53D3BC4C-29DD-45B4-AC7C-04F1F83CF191}"/>
                </a:ext>
              </a:extLst>
            </p:cNvPr>
            <p:cNvSpPr/>
            <p:nvPr/>
          </p:nvSpPr>
          <p:spPr>
            <a:xfrm>
              <a:off x="10958699" y="5188525"/>
              <a:ext cx="30175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FFFF00"/>
            </a:solidFill>
            <a:ln>
              <a:noFill/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</p:grpSp>
      <p:grpSp>
        <p:nvGrpSpPr>
          <p:cNvPr id="93" name="遗迹">
            <a:extLst>
              <a:ext uri="{FF2B5EF4-FFF2-40B4-BE49-F238E27FC236}">
                <a16:creationId xmlns:a16="http://schemas.microsoft.com/office/drawing/2014/main" id="{C72A6A21-BE0A-497D-9A81-6480D1491213}"/>
              </a:ext>
            </a:extLst>
          </p:cNvPr>
          <p:cNvGrpSpPr/>
          <p:nvPr/>
        </p:nvGrpSpPr>
        <p:grpSpPr>
          <a:xfrm>
            <a:off x="28484" y="1056463"/>
            <a:ext cx="12412101" cy="9527051"/>
            <a:chOff x="54794" y="2798178"/>
            <a:chExt cx="12412101" cy="9527051"/>
          </a:xfrm>
        </p:grpSpPr>
        <p:sp>
          <p:nvSpPr>
            <p:cNvPr id="3260" name="Hexagon 3259">
              <a:extLst>
                <a:ext uri="{FF2B5EF4-FFF2-40B4-BE49-F238E27FC236}">
                  <a16:creationId xmlns:a16="http://schemas.microsoft.com/office/drawing/2014/main" id="{537C4E89-CC5F-4374-A7E2-0C9B0073DD45}"/>
                </a:ext>
              </a:extLst>
            </p:cNvPr>
            <p:cNvSpPr/>
            <p:nvPr/>
          </p:nvSpPr>
          <p:spPr>
            <a:xfrm>
              <a:off x="302444" y="11902807"/>
              <a:ext cx="314299" cy="170009"/>
            </a:xfrm>
            <a:prstGeom prst="hexagon">
              <a:avLst>
                <a:gd name="adj" fmla="val 39558"/>
                <a:gd name="vf" fmla="val 115470"/>
              </a:avLst>
            </a:prstGeom>
            <a:pattFill prst="wdDnDiag">
              <a:fgClr>
                <a:srgbClr val="FF0000"/>
              </a:fgClr>
              <a:bgClr>
                <a:schemeClr val="bg1"/>
              </a:bgClr>
            </a:patt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261" name="Hexagon 3260">
              <a:extLst>
                <a:ext uri="{FF2B5EF4-FFF2-40B4-BE49-F238E27FC236}">
                  <a16:creationId xmlns:a16="http://schemas.microsoft.com/office/drawing/2014/main" id="{7563384D-5E09-4374-9B07-937D108F2413}"/>
                </a:ext>
              </a:extLst>
            </p:cNvPr>
            <p:cNvSpPr/>
            <p:nvPr/>
          </p:nvSpPr>
          <p:spPr>
            <a:xfrm>
              <a:off x="54794" y="11438463"/>
              <a:ext cx="314299" cy="170009"/>
            </a:xfrm>
            <a:prstGeom prst="hexagon">
              <a:avLst>
                <a:gd name="adj" fmla="val 39558"/>
                <a:gd name="vf" fmla="val 115470"/>
              </a:avLst>
            </a:prstGeom>
            <a:pattFill prst="wdDnDiag">
              <a:fgClr>
                <a:srgbClr val="FF0000"/>
              </a:fgClr>
              <a:bgClr>
                <a:schemeClr val="bg1"/>
              </a:bgClr>
            </a:patt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262" name="Hexagon 3261">
              <a:extLst>
                <a:ext uri="{FF2B5EF4-FFF2-40B4-BE49-F238E27FC236}">
                  <a16:creationId xmlns:a16="http://schemas.microsoft.com/office/drawing/2014/main" id="{EFD5BFE4-CEAC-4129-9B1E-B41393C92EEA}"/>
                </a:ext>
              </a:extLst>
            </p:cNvPr>
            <p:cNvSpPr/>
            <p:nvPr/>
          </p:nvSpPr>
          <p:spPr>
            <a:xfrm>
              <a:off x="1014437" y="12155220"/>
              <a:ext cx="314299" cy="170009"/>
            </a:xfrm>
            <a:prstGeom prst="hexagon">
              <a:avLst>
                <a:gd name="adj" fmla="val 39558"/>
                <a:gd name="vf" fmla="val 115470"/>
              </a:avLst>
            </a:prstGeom>
            <a:pattFill prst="wdDnDiag">
              <a:fgClr>
                <a:srgbClr val="FF0000"/>
              </a:fgClr>
              <a:bgClr>
                <a:schemeClr val="bg1"/>
              </a:bgClr>
            </a:patt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263" name="Hexagon 3262">
              <a:extLst>
                <a:ext uri="{FF2B5EF4-FFF2-40B4-BE49-F238E27FC236}">
                  <a16:creationId xmlns:a16="http://schemas.microsoft.com/office/drawing/2014/main" id="{88E21A8A-709D-49EB-9824-96B91D9FB0D8}"/>
                </a:ext>
              </a:extLst>
            </p:cNvPr>
            <p:cNvSpPr/>
            <p:nvPr/>
          </p:nvSpPr>
          <p:spPr>
            <a:xfrm>
              <a:off x="1966938" y="11608472"/>
              <a:ext cx="314299" cy="170009"/>
            </a:xfrm>
            <a:prstGeom prst="hexagon">
              <a:avLst>
                <a:gd name="adj" fmla="val 39558"/>
                <a:gd name="vf" fmla="val 115470"/>
              </a:avLst>
            </a:prstGeom>
            <a:pattFill prst="wdDnDiag">
              <a:fgClr>
                <a:srgbClr val="FF0000"/>
              </a:fgClr>
              <a:bgClr>
                <a:schemeClr val="bg1"/>
              </a:bgClr>
            </a:patt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264" name="Hexagon 3263">
              <a:extLst>
                <a:ext uri="{FF2B5EF4-FFF2-40B4-BE49-F238E27FC236}">
                  <a16:creationId xmlns:a16="http://schemas.microsoft.com/office/drawing/2014/main" id="{CF92B43C-D6B4-4A56-B095-5F3DE60C3564}"/>
                </a:ext>
              </a:extLst>
            </p:cNvPr>
            <p:cNvSpPr/>
            <p:nvPr/>
          </p:nvSpPr>
          <p:spPr>
            <a:xfrm>
              <a:off x="1493069" y="10912207"/>
              <a:ext cx="314299" cy="170009"/>
            </a:xfrm>
            <a:prstGeom prst="hexagon">
              <a:avLst>
                <a:gd name="adj" fmla="val 39558"/>
                <a:gd name="vf" fmla="val 115470"/>
              </a:avLst>
            </a:prstGeom>
            <a:pattFill prst="wdDnDiag">
              <a:fgClr>
                <a:srgbClr val="FF0000"/>
              </a:fgClr>
              <a:bgClr>
                <a:schemeClr val="bg1"/>
              </a:bgClr>
            </a:patt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265" name="Hexagon 3264">
              <a:extLst>
                <a:ext uri="{FF2B5EF4-FFF2-40B4-BE49-F238E27FC236}">
                  <a16:creationId xmlns:a16="http://schemas.microsoft.com/office/drawing/2014/main" id="{BFA42A6D-B287-4E6C-AA9E-26034F0EBB5D}"/>
                </a:ext>
              </a:extLst>
            </p:cNvPr>
            <p:cNvSpPr/>
            <p:nvPr/>
          </p:nvSpPr>
          <p:spPr>
            <a:xfrm>
              <a:off x="71463" y="10159732"/>
              <a:ext cx="314299" cy="170009"/>
            </a:xfrm>
            <a:prstGeom prst="hexagon">
              <a:avLst>
                <a:gd name="adj" fmla="val 39558"/>
                <a:gd name="vf" fmla="val 115470"/>
              </a:avLst>
            </a:prstGeom>
            <a:pattFill prst="wdDnDiag">
              <a:fgClr>
                <a:srgbClr val="FF0000"/>
              </a:fgClr>
              <a:bgClr>
                <a:schemeClr val="bg1"/>
              </a:bgClr>
            </a:patt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266" name="Hexagon 3265">
              <a:extLst>
                <a:ext uri="{FF2B5EF4-FFF2-40B4-BE49-F238E27FC236}">
                  <a16:creationId xmlns:a16="http://schemas.microsoft.com/office/drawing/2014/main" id="{732F8CB2-656D-4C81-B4EF-9C52F8DAC160}"/>
                </a:ext>
              </a:extLst>
            </p:cNvPr>
            <p:cNvSpPr/>
            <p:nvPr/>
          </p:nvSpPr>
          <p:spPr>
            <a:xfrm>
              <a:off x="2895625" y="11778481"/>
              <a:ext cx="314299" cy="170009"/>
            </a:xfrm>
            <a:prstGeom prst="hexagon">
              <a:avLst>
                <a:gd name="adj" fmla="val 39558"/>
                <a:gd name="vf" fmla="val 115470"/>
              </a:avLst>
            </a:prstGeom>
            <a:pattFill prst="wdDnDiag">
              <a:fgClr>
                <a:srgbClr val="FF0000"/>
              </a:fgClr>
              <a:bgClr>
                <a:schemeClr val="bg1"/>
              </a:bgClr>
            </a:patt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267" name="Hexagon 3266">
              <a:extLst>
                <a:ext uri="{FF2B5EF4-FFF2-40B4-BE49-F238E27FC236}">
                  <a16:creationId xmlns:a16="http://schemas.microsoft.com/office/drawing/2014/main" id="{128DD828-3705-4DB3-A27B-2EBCABDDBED2}"/>
                </a:ext>
              </a:extLst>
            </p:cNvPr>
            <p:cNvSpPr/>
            <p:nvPr/>
          </p:nvSpPr>
          <p:spPr>
            <a:xfrm>
              <a:off x="3367112" y="11257146"/>
              <a:ext cx="314299" cy="170009"/>
            </a:xfrm>
            <a:prstGeom prst="hexagon">
              <a:avLst>
                <a:gd name="adj" fmla="val 39558"/>
                <a:gd name="vf" fmla="val 115470"/>
              </a:avLst>
            </a:prstGeom>
            <a:pattFill prst="wdDnDiag">
              <a:fgClr>
                <a:srgbClr val="FF0000"/>
              </a:fgClr>
              <a:bgClr>
                <a:schemeClr val="bg1"/>
              </a:bgClr>
            </a:patt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268" name="Hexagon 3267">
              <a:extLst>
                <a:ext uri="{FF2B5EF4-FFF2-40B4-BE49-F238E27FC236}">
                  <a16:creationId xmlns:a16="http://schemas.microsoft.com/office/drawing/2014/main" id="{EDBA7BE5-07A9-45B5-A9C5-46B81253A09F}"/>
                </a:ext>
              </a:extLst>
            </p:cNvPr>
            <p:cNvSpPr/>
            <p:nvPr/>
          </p:nvSpPr>
          <p:spPr>
            <a:xfrm>
              <a:off x="3845744" y="10880750"/>
              <a:ext cx="314299" cy="170009"/>
            </a:xfrm>
            <a:prstGeom prst="hexagon">
              <a:avLst>
                <a:gd name="adj" fmla="val 39558"/>
                <a:gd name="vf" fmla="val 115470"/>
              </a:avLst>
            </a:prstGeom>
            <a:pattFill prst="wdDnDiag">
              <a:fgClr>
                <a:srgbClr val="FF0000"/>
              </a:fgClr>
              <a:bgClr>
                <a:schemeClr val="bg1"/>
              </a:bgClr>
            </a:patt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269" name="Hexagon 3268">
              <a:extLst>
                <a:ext uri="{FF2B5EF4-FFF2-40B4-BE49-F238E27FC236}">
                  <a16:creationId xmlns:a16="http://schemas.microsoft.com/office/drawing/2014/main" id="{5CD84F26-E485-4D61-B687-5ACC476F8BA9}"/>
                </a:ext>
              </a:extLst>
            </p:cNvPr>
            <p:cNvSpPr/>
            <p:nvPr/>
          </p:nvSpPr>
          <p:spPr>
            <a:xfrm>
              <a:off x="3376636" y="10329741"/>
              <a:ext cx="314299" cy="170009"/>
            </a:xfrm>
            <a:prstGeom prst="hexagon">
              <a:avLst>
                <a:gd name="adj" fmla="val 39558"/>
                <a:gd name="vf" fmla="val 115470"/>
              </a:avLst>
            </a:prstGeom>
            <a:pattFill prst="wdDnDiag">
              <a:fgClr>
                <a:srgbClr val="FF0000"/>
              </a:fgClr>
              <a:bgClr>
                <a:schemeClr val="bg1"/>
              </a:bgClr>
            </a:patt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270" name="Hexagon 3269">
              <a:extLst>
                <a:ext uri="{FF2B5EF4-FFF2-40B4-BE49-F238E27FC236}">
                  <a16:creationId xmlns:a16="http://schemas.microsoft.com/office/drawing/2014/main" id="{0CD0312E-5A95-46D4-9006-E0CEE15926B9}"/>
                </a:ext>
              </a:extLst>
            </p:cNvPr>
            <p:cNvSpPr/>
            <p:nvPr/>
          </p:nvSpPr>
          <p:spPr>
            <a:xfrm>
              <a:off x="2669406" y="10795623"/>
              <a:ext cx="314299" cy="170009"/>
            </a:xfrm>
            <a:prstGeom prst="hexagon">
              <a:avLst>
                <a:gd name="adj" fmla="val 39558"/>
                <a:gd name="vf" fmla="val 115470"/>
              </a:avLst>
            </a:prstGeom>
            <a:pattFill prst="wdDnDiag">
              <a:fgClr>
                <a:srgbClr val="FF0000"/>
              </a:fgClr>
              <a:bgClr>
                <a:schemeClr val="bg1"/>
              </a:bgClr>
            </a:patt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271" name="Hexagon 3270">
              <a:extLst>
                <a:ext uri="{FF2B5EF4-FFF2-40B4-BE49-F238E27FC236}">
                  <a16:creationId xmlns:a16="http://schemas.microsoft.com/office/drawing/2014/main" id="{B3F123FE-3A76-4598-9B97-5A4C1E506F8A}"/>
                </a:ext>
              </a:extLst>
            </p:cNvPr>
            <p:cNvSpPr/>
            <p:nvPr/>
          </p:nvSpPr>
          <p:spPr>
            <a:xfrm>
              <a:off x="1724049" y="10268768"/>
              <a:ext cx="314299" cy="170009"/>
            </a:xfrm>
            <a:prstGeom prst="hexagon">
              <a:avLst>
                <a:gd name="adj" fmla="val 39558"/>
                <a:gd name="vf" fmla="val 115470"/>
              </a:avLst>
            </a:prstGeom>
            <a:pattFill prst="wdDnDiag">
              <a:fgClr>
                <a:srgbClr val="FF0000"/>
              </a:fgClr>
              <a:bgClr>
                <a:schemeClr val="bg1"/>
              </a:bgClr>
            </a:patt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272" name="Hexagon 3271">
              <a:extLst>
                <a:ext uri="{FF2B5EF4-FFF2-40B4-BE49-F238E27FC236}">
                  <a16:creationId xmlns:a16="http://schemas.microsoft.com/office/drawing/2014/main" id="{EE5BE554-A9BC-439A-A1D8-AFFE3EC48E81}"/>
                </a:ext>
              </a:extLst>
            </p:cNvPr>
            <p:cNvSpPr/>
            <p:nvPr/>
          </p:nvSpPr>
          <p:spPr>
            <a:xfrm>
              <a:off x="5029224" y="11321281"/>
              <a:ext cx="314299" cy="170009"/>
            </a:xfrm>
            <a:prstGeom prst="hexagon">
              <a:avLst>
                <a:gd name="adj" fmla="val 39558"/>
                <a:gd name="vf" fmla="val 115470"/>
              </a:avLst>
            </a:prstGeom>
            <a:pattFill prst="wdDnDiag">
              <a:fgClr>
                <a:srgbClr val="FF0000"/>
              </a:fgClr>
              <a:bgClr>
                <a:schemeClr val="bg1"/>
              </a:bgClr>
            </a:patt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273" name="Hexagon 3272">
              <a:extLst>
                <a:ext uri="{FF2B5EF4-FFF2-40B4-BE49-F238E27FC236}">
                  <a16:creationId xmlns:a16="http://schemas.microsoft.com/office/drawing/2014/main" id="{28BA2842-99DD-4333-ADCA-52A25CE82914}"/>
                </a:ext>
              </a:extLst>
            </p:cNvPr>
            <p:cNvSpPr/>
            <p:nvPr/>
          </p:nvSpPr>
          <p:spPr>
            <a:xfrm>
              <a:off x="5029225" y="10604525"/>
              <a:ext cx="314299" cy="170009"/>
            </a:xfrm>
            <a:prstGeom prst="hexagon">
              <a:avLst>
                <a:gd name="adj" fmla="val 39558"/>
                <a:gd name="vf" fmla="val 115470"/>
              </a:avLst>
            </a:prstGeom>
            <a:pattFill prst="wdDnDiag">
              <a:fgClr>
                <a:srgbClr val="FF0000"/>
              </a:fgClr>
              <a:bgClr>
                <a:schemeClr val="bg1"/>
              </a:bgClr>
            </a:patt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274" name="Hexagon 3273">
              <a:extLst>
                <a:ext uri="{FF2B5EF4-FFF2-40B4-BE49-F238E27FC236}">
                  <a16:creationId xmlns:a16="http://schemas.microsoft.com/office/drawing/2014/main" id="{C2A90DA2-6F98-4AEE-B7E0-4C96BA4B3D89}"/>
                </a:ext>
              </a:extLst>
            </p:cNvPr>
            <p:cNvSpPr/>
            <p:nvPr/>
          </p:nvSpPr>
          <p:spPr>
            <a:xfrm>
              <a:off x="766788" y="9521557"/>
              <a:ext cx="314299" cy="170009"/>
            </a:xfrm>
            <a:prstGeom prst="hexagon">
              <a:avLst>
                <a:gd name="adj" fmla="val 39558"/>
                <a:gd name="vf" fmla="val 115470"/>
              </a:avLst>
            </a:prstGeom>
            <a:pattFill prst="wdDnDiag">
              <a:fgClr>
                <a:srgbClr val="FF0000"/>
              </a:fgClr>
              <a:bgClr>
                <a:schemeClr val="bg1"/>
              </a:bgClr>
            </a:patt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275" name="Hexagon 3274">
              <a:extLst>
                <a:ext uri="{FF2B5EF4-FFF2-40B4-BE49-F238E27FC236}">
                  <a16:creationId xmlns:a16="http://schemas.microsoft.com/office/drawing/2014/main" id="{3CEFABF7-CCBA-49BE-8566-931EDEA521B4}"/>
                </a:ext>
              </a:extLst>
            </p:cNvPr>
            <p:cNvSpPr/>
            <p:nvPr/>
          </p:nvSpPr>
          <p:spPr>
            <a:xfrm>
              <a:off x="1471638" y="8869094"/>
              <a:ext cx="314299" cy="170009"/>
            </a:xfrm>
            <a:prstGeom prst="hexagon">
              <a:avLst>
                <a:gd name="adj" fmla="val 39558"/>
                <a:gd name="vf" fmla="val 115470"/>
              </a:avLst>
            </a:prstGeom>
            <a:pattFill prst="wdDnDiag">
              <a:fgClr>
                <a:srgbClr val="FF0000"/>
              </a:fgClr>
              <a:bgClr>
                <a:schemeClr val="bg1"/>
              </a:bgClr>
            </a:patt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276" name="Hexagon 3275">
              <a:extLst>
                <a:ext uri="{FF2B5EF4-FFF2-40B4-BE49-F238E27FC236}">
                  <a16:creationId xmlns:a16="http://schemas.microsoft.com/office/drawing/2014/main" id="{9FC06BDD-170C-4F50-851A-9A1EFD1F540B}"/>
                </a:ext>
              </a:extLst>
            </p:cNvPr>
            <p:cNvSpPr/>
            <p:nvPr/>
          </p:nvSpPr>
          <p:spPr>
            <a:xfrm>
              <a:off x="1966938" y="9428907"/>
              <a:ext cx="314299" cy="170009"/>
            </a:xfrm>
            <a:prstGeom prst="hexagon">
              <a:avLst>
                <a:gd name="adj" fmla="val 39558"/>
                <a:gd name="vf" fmla="val 115470"/>
              </a:avLst>
            </a:prstGeom>
            <a:pattFill prst="wdDnDiag">
              <a:fgClr>
                <a:srgbClr val="FF0000"/>
              </a:fgClr>
              <a:bgClr>
                <a:schemeClr val="bg1"/>
              </a:bgClr>
            </a:patt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277" name="Hexagon 3276">
              <a:extLst>
                <a:ext uri="{FF2B5EF4-FFF2-40B4-BE49-F238E27FC236}">
                  <a16:creationId xmlns:a16="http://schemas.microsoft.com/office/drawing/2014/main" id="{A28D691F-0DCC-42D9-B8A9-F5C10F2A0222}"/>
                </a:ext>
              </a:extLst>
            </p:cNvPr>
            <p:cNvSpPr/>
            <p:nvPr/>
          </p:nvSpPr>
          <p:spPr>
            <a:xfrm>
              <a:off x="2205063" y="8956358"/>
              <a:ext cx="314299" cy="170009"/>
            </a:xfrm>
            <a:prstGeom prst="hexagon">
              <a:avLst>
                <a:gd name="adj" fmla="val 39558"/>
                <a:gd name="vf" fmla="val 115470"/>
              </a:avLst>
            </a:prstGeom>
            <a:pattFill prst="wdDnDiag">
              <a:fgClr>
                <a:srgbClr val="FF0000"/>
              </a:fgClr>
              <a:bgClr>
                <a:schemeClr val="bg1"/>
              </a:bgClr>
            </a:patt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278" name="Hexagon 3277">
              <a:extLst>
                <a:ext uri="{FF2B5EF4-FFF2-40B4-BE49-F238E27FC236}">
                  <a16:creationId xmlns:a16="http://schemas.microsoft.com/office/drawing/2014/main" id="{CB0CD173-ED5B-4EC7-BE75-79B22705ED65}"/>
                </a:ext>
              </a:extLst>
            </p:cNvPr>
            <p:cNvSpPr/>
            <p:nvPr/>
          </p:nvSpPr>
          <p:spPr>
            <a:xfrm>
              <a:off x="1254944" y="8222933"/>
              <a:ext cx="314299" cy="170009"/>
            </a:xfrm>
            <a:prstGeom prst="hexagon">
              <a:avLst>
                <a:gd name="adj" fmla="val 39558"/>
                <a:gd name="vf" fmla="val 115470"/>
              </a:avLst>
            </a:prstGeom>
            <a:pattFill prst="wdDnDiag">
              <a:fgClr>
                <a:srgbClr val="FF0000"/>
              </a:fgClr>
              <a:bgClr>
                <a:schemeClr val="bg1"/>
              </a:bgClr>
            </a:patt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279" name="Hexagon 3278">
              <a:extLst>
                <a:ext uri="{FF2B5EF4-FFF2-40B4-BE49-F238E27FC236}">
                  <a16:creationId xmlns:a16="http://schemas.microsoft.com/office/drawing/2014/main" id="{AFAAA8C7-9F18-46A3-A8CD-9388E0422ABE}"/>
                </a:ext>
              </a:extLst>
            </p:cNvPr>
            <p:cNvSpPr/>
            <p:nvPr/>
          </p:nvSpPr>
          <p:spPr>
            <a:xfrm>
              <a:off x="1276376" y="7467258"/>
              <a:ext cx="314299" cy="170009"/>
            </a:xfrm>
            <a:prstGeom prst="hexagon">
              <a:avLst>
                <a:gd name="adj" fmla="val 39558"/>
                <a:gd name="vf" fmla="val 115470"/>
              </a:avLst>
            </a:prstGeom>
            <a:pattFill prst="wdDnDiag">
              <a:fgClr>
                <a:srgbClr val="FF0000"/>
              </a:fgClr>
              <a:bgClr>
                <a:schemeClr val="bg1"/>
              </a:bgClr>
            </a:patt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280" name="Hexagon 3279">
              <a:extLst>
                <a:ext uri="{FF2B5EF4-FFF2-40B4-BE49-F238E27FC236}">
                  <a16:creationId xmlns:a16="http://schemas.microsoft.com/office/drawing/2014/main" id="{E03D1573-B158-42E2-B07B-D48B885F6931}"/>
                </a:ext>
              </a:extLst>
            </p:cNvPr>
            <p:cNvSpPr/>
            <p:nvPr/>
          </p:nvSpPr>
          <p:spPr>
            <a:xfrm>
              <a:off x="2438426" y="7029108"/>
              <a:ext cx="314299" cy="170009"/>
            </a:xfrm>
            <a:prstGeom prst="hexagon">
              <a:avLst>
                <a:gd name="adj" fmla="val 39558"/>
                <a:gd name="vf" fmla="val 115470"/>
              </a:avLst>
            </a:prstGeom>
            <a:pattFill prst="wdDnDiag">
              <a:fgClr>
                <a:srgbClr val="FF0000"/>
              </a:fgClr>
              <a:bgClr>
                <a:schemeClr val="bg1"/>
              </a:bgClr>
            </a:patt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281" name="Hexagon 3280">
              <a:extLst>
                <a:ext uri="{FF2B5EF4-FFF2-40B4-BE49-F238E27FC236}">
                  <a16:creationId xmlns:a16="http://schemas.microsoft.com/office/drawing/2014/main" id="{103F1119-A6C2-46AE-ABC9-05146B52039F}"/>
                </a:ext>
              </a:extLst>
            </p:cNvPr>
            <p:cNvSpPr/>
            <p:nvPr/>
          </p:nvSpPr>
          <p:spPr>
            <a:xfrm>
              <a:off x="783458" y="6552858"/>
              <a:ext cx="314299" cy="170009"/>
            </a:xfrm>
            <a:prstGeom prst="hexagon">
              <a:avLst>
                <a:gd name="adj" fmla="val 39558"/>
                <a:gd name="vf" fmla="val 115470"/>
              </a:avLst>
            </a:prstGeom>
            <a:pattFill prst="wdDnDiag">
              <a:fgClr>
                <a:srgbClr val="FF0000"/>
              </a:fgClr>
              <a:bgClr>
                <a:schemeClr val="bg1"/>
              </a:bgClr>
            </a:patt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282" name="Hexagon 3281">
              <a:extLst>
                <a:ext uri="{FF2B5EF4-FFF2-40B4-BE49-F238E27FC236}">
                  <a16:creationId xmlns:a16="http://schemas.microsoft.com/office/drawing/2014/main" id="{0C9B8F0E-0FB2-4D6F-9E6F-204CAA70C04D}"/>
                </a:ext>
              </a:extLst>
            </p:cNvPr>
            <p:cNvSpPr/>
            <p:nvPr/>
          </p:nvSpPr>
          <p:spPr>
            <a:xfrm>
              <a:off x="1966937" y="6280120"/>
              <a:ext cx="314299" cy="170009"/>
            </a:xfrm>
            <a:prstGeom prst="hexagon">
              <a:avLst>
                <a:gd name="adj" fmla="val 39558"/>
                <a:gd name="vf" fmla="val 115470"/>
              </a:avLst>
            </a:prstGeom>
            <a:pattFill prst="wdDnDiag">
              <a:fgClr>
                <a:srgbClr val="FF0000"/>
              </a:fgClr>
              <a:bgClr>
                <a:schemeClr val="bg1"/>
              </a:bgClr>
            </a:patt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283" name="Hexagon 3282">
              <a:extLst>
                <a:ext uri="{FF2B5EF4-FFF2-40B4-BE49-F238E27FC236}">
                  <a16:creationId xmlns:a16="http://schemas.microsoft.com/office/drawing/2014/main" id="{63F2D6E4-C8A8-47B2-A199-EEAA76F4AB5A}"/>
                </a:ext>
              </a:extLst>
            </p:cNvPr>
            <p:cNvSpPr/>
            <p:nvPr/>
          </p:nvSpPr>
          <p:spPr>
            <a:xfrm>
              <a:off x="1476399" y="5537170"/>
              <a:ext cx="314299" cy="170009"/>
            </a:xfrm>
            <a:prstGeom prst="hexagon">
              <a:avLst>
                <a:gd name="adj" fmla="val 39558"/>
                <a:gd name="vf" fmla="val 115470"/>
              </a:avLst>
            </a:prstGeom>
            <a:pattFill prst="wdDnDiag">
              <a:fgClr>
                <a:srgbClr val="FF0000"/>
              </a:fgClr>
              <a:bgClr>
                <a:schemeClr val="bg1"/>
              </a:bgClr>
            </a:patt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284" name="Hexagon 3283">
              <a:extLst>
                <a:ext uri="{FF2B5EF4-FFF2-40B4-BE49-F238E27FC236}">
                  <a16:creationId xmlns:a16="http://schemas.microsoft.com/office/drawing/2014/main" id="{9495130F-BF8D-4EB7-92EF-77AB098DB6A2}"/>
                </a:ext>
              </a:extLst>
            </p:cNvPr>
            <p:cNvSpPr/>
            <p:nvPr/>
          </p:nvSpPr>
          <p:spPr>
            <a:xfrm>
              <a:off x="2669406" y="5820539"/>
              <a:ext cx="314299" cy="170009"/>
            </a:xfrm>
            <a:prstGeom prst="hexagon">
              <a:avLst>
                <a:gd name="adj" fmla="val 39558"/>
                <a:gd name="vf" fmla="val 115470"/>
              </a:avLst>
            </a:prstGeom>
            <a:pattFill prst="wdDnDiag">
              <a:fgClr>
                <a:srgbClr val="FF0000"/>
              </a:fgClr>
              <a:bgClr>
                <a:schemeClr val="bg1"/>
              </a:bgClr>
            </a:patt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285" name="Hexagon 3284">
              <a:extLst>
                <a:ext uri="{FF2B5EF4-FFF2-40B4-BE49-F238E27FC236}">
                  <a16:creationId xmlns:a16="http://schemas.microsoft.com/office/drawing/2014/main" id="{A8BFECAB-9AA0-4468-B8AB-8C4006D74CF1}"/>
                </a:ext>
              </a:extLst>
            </p:cNvPr>
            <p:cNvSpPr/>
            <p:nvPr/>
          </p:nvSpPr>
          <p:spPr>
            <a:xfrm>
              <a:off x="2188393" y="5271867"/>
              <a:ext cx="314299" cy="170009"/>
            </a:xfrm>
            <a:prstGeom prst="hexagon">
              <a:avLst>
                <a:gd name="adj" fmla="val 39558"/>
                <a:gd name="vf" fmla="val 115470"/>
              </a:avLst>
            </a:prstGeom>
            <a:pattFill prst="wdDnDiag">
              <a:fgClr>
                <a:srgbClr val="FF0000"/>
              </a:fgClr>
              <a:bgClr>
                <a:schemeClr val="bg1"/>
              </a:bgClr>
            </a:patt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286" name="Hexagon 3285">
              <a:extLst>
                <a:ext uri="{FF2B5EF4-FFF2-40B4-BE49-F238E27FC236}">
                  <a16:creationId xmlns:a16="http://schemas.microsoft.com/office/drawing/2014/main" id="{DD0A8D33-2E35-4444-9850-0665B42EE8CC}"/>
                </a:ext>
              </a:extLst>
            </p:cNvPr>
            <p:cNvSpPr/>
            <p:nvPr/>
          </p:nvSpPr>
          <p:spPr>
            <a:xfrm>
              <a:off x="995387" y="5165285"/>
              <a:ext cx="314299" cy="170009"/>
            </a:xfrm>
            <a:prstGeom prst="hexagon">
              <a:avLst>
                <a:gd name="adj" fmla="val 39558"/>
                <a:gd name="vf" fmla="val 115470"/>
              </a:avLst>
            </a:prstGeom>
            <a:pattFill prst="wdDnDiag">
              <a:fgClr>
                <a:srgbClr val="FF0000"/>
              </a:fgClr>
              <a:bgClr>
                <a:schemeClr val="bg1"/>
              </a:bgClr>
            </a:patt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287" name="Hexagon 3286">
              <a:extLst>
                <a:ext uri="{FF2B5EF4-FFF2-40B4-BE49-F238E27FC236}">
                  <a16:creationId xmlns:a16="http://schemas.microsoft.com/office/drawing/2014/main" id="{4CE5999E-C140-4593-98BC-620D0D0B9663}"/>
                </a:ext>
              </a:extLst>
            </p:cNvPr>
            <p:cNvSpPr/>
            <p:nvPr/>
          </p:nvSpPr>
          <p:spPr>
            <a:xfrm>
              <a:off x="3133750" y="6375351"/>
              <a:ext cx="314299" cy="170009"/>
            </a:xfrm>
            <a:prstGeom prst="hexagon">
              <a:avLst>
                <a:gd name="adj" fmla="val 39558"/>
                <a:gd name="vf" fmla="val 115470"/>
              </a:avLst>
            </a:prstGeom>
            <a:pattFill prst="wdDnDiag">
              <a:fgClr>
                <a:srgbClr val="FF0000"/>
              </a:fgClr>
              <a:bgClr>
                <a:schemeClr val="bg1"/>
              </a:bgClr>
            </a:patt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288" name="Hexagon 3287">
              <a:extLst>
                <a:ext uri="{FF2B5EF4-FFF2-40B4-BE49-F238E27FC236}">
                  <a16:creationId xmlns:a16="http://schemas.microsoft.com/office/drawing/2014/main" id="{967B42D1-3B14-4C90-BD81-9CBF8CA006A7}"/>
                </a:ext>
              </a:extLst>
            </p:cNvPr>
            <p:cNvSpPr/>
            <p:nvPr/>
          </p:nvSpPr>
          <p:spPr>
            <a:xfrm>
              <a:off x="2414612" y="4611970"/>
              <a:ext cx="314299" cy="170009"/>
            </a:xfrm>
            <a:prstGeom prst="hexagon">
              <a:avLst>
                <a:gd name="adj" fmla="val 39558"/>
                <a:gd name="vf" fmla="val 115470"/>
              </a:avLst>
            </a:prstGeom>
            <a:pattFill prst="wdDnDiag">
              <a:fgClr>
                <a:srgbClr val="FF0000"/>
              </a:fgClr>
              <a:bgClr>
                <a:schemeClr val="bg1"/>
              </a:bgClr>
            </a:patt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289" name="Hexagon 3288">
              <a:extLst>
                <a:ext uri="{FF2B5EF4-FFF2-40B4-BE49-F238E27FC236}">
                  <a16:creationId xmlns:a16="http://schemas.microsoft.com/office/drawing/2014/main" id="{F70BAF1A-7F07-4786-AE5D-66F26EF7EE4A}"/>
                </a:ext>
              </a:extLst>
            </p:cNvPr>
            <p:cNvSpPr/>
            <p:nvPr/>
          </p:nvSpPr>
          <p:spPr>
            <a:xfrm>
              <a:off x="1700237" y="4157151"/>
              <a:ext cx="314299" cy="170009"/>
            </a:xfrm>
            <a:prstGeom prst="hexagon">
              <a:avLst>
                <a:gd name="adj" fmla="val 39558"/>
                <a:gd name="vf" fmla="val 115470"/>
              </a:avLst>
            </a:prstGeom>
            <a:pattFill prst="wdDnDiag">
              <a:fgClr>
                <a:srgbClr val="FF0000"/>
              </a:fgClr>
              <a:bgClr>
                <a:schemeClr val="bg1"/>
              </a:bgClr>
            </a:patt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290" name="Hexagon 3289">
              <a:extLst>
                <a:ext uri="{FF2B5EF4-FFF2-40B4-BE49-F238E27FC236}">
                  <a16:creationId xmlns:a16="http://schemas.microsoft.com/office/drawing/2014/main" id="{364E0687-6923-438B-A38A-8AECDFA81FF5}"/>
                </a:ext>
              </a:extLst>
            </p:cNvPr>
            <p:cNvSpPr/>
            <p:nvPr/>
          </p:nvSpPr>
          <p:spPr>
            <a:xfrm>
              <a:off x="766787" y="3428489"/>
              <a:ext cx="314299" cy="170009"/>
            </a:xfrm>
            <a:prstGeom prst="hexagon">
              <a:avLst>
                <a:gd name="adj" fmla="val 39558"/>
                <a:gd name="vf" fmla="val 115470"/>
              </a:avLst>
            </a:prstGeom>
            <a:pattFill prst="wdDnDiag">
              <a:fgClr>
                <a:srgbClr val="FF0000"/>
              </a:fgClr>
              <a:bgClr>
                <a:schemeClr val="bg1"/>
              </a:bgClr>
            </a:patt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291" name="Hexagon 3290">
              <a:extLst>
                <a:ext uri="{FF2B5EF4-FFF2-40B4-BE49-F238E27FC236}">
                  <a16:creationId xmlns:a16="http://schemas.microsoft.com/office/drawing/2014/main" id="{E36277CA-447B-49A3-B3D9-1893656C5596}"/>
                </a:ext>
              </a:extLst>
            </p:cNvPr>
            <p:cNvSpPr/>
            <p:nvPr/>
          </p:nvSpPr>
          <p:spPr>
            <a:xfrm>
              <a:off x="1724048" y="3428489"/>
              <a:ext cx="314299" cy="170009"/>
            </a:xfrm>
            <a:prstGeom prst="hexagon">
              <a:avLst>
                <a:gd name="adj" fmla="val 39558"/>
                <a:gd name="vf" fmla="val 115470"/>
              </a:avLst>
            </a:prstGeom>
            <a:pattFill prst="wdDnDiag">
              <a:fgClr>
                <a:srgbClr val="FF0000"/>
              </a:fgClr>
              <a:bgClr>
                <a:schemeClr val="bg1"/>
              </a:bgClr>
            </a:patt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292" name="Hexagon 3291">
              <a:extLst>
                <a:ext uri="{FF2B5EF4-FFF2-40B4-BE49-F238E27FC236}">
                  <a16:creationId xmlns:a16="http://schemas.microsoft.com/office/drawing/2014/main" id="{BEE80416-AB40-4B69-83E9-F219490B3C6F}"/>
                </a:ext>
              </a:extLst>
            </p:cNvPr>
            <p:cNvSpPr/>
            <p:nvPr/>
          </p:nvSpPr>
          <p:spPr>
            <a:xfrm>
              <a:off x="3133750" y="2883183"/>
              <a:ext cx="314299" cy="170009"/>
            </a:xfrm>
            <a:prstGeom prst="hexagon">
              <a:avLst>
                <a:gd name="adj" fmla="val 39558"/>
                <a:gd name="vf" fmla="val 115470"/>
              </a:avLst>
            </a:prstGeom>
            <a:pattFill prst="wdDnDiag">
              <a:fgClr>
                <a:srgbClr val="FF0000"/>
              </a:fgClr>
              <a:bgClr>
                <a:schemeClr val="bg1"/>
              </a:bgClr>
            </a:patt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293" name="Hexagon 3292">
              <a:extLst>
                <a:ext uri="{FF2B5EF4-FFF2-40B4-BE49-F238E27FC236}">
                  <a16:creationId xmlns:a16="http://schemas.microsoft.com/office/drawing/2014/main" id="{5CBE275E-7EE3-4259-AD97-72C7A1BBEB8B}"/>
                </a:ext>
              </a:extLst>
            </p:cNvPr>
            <p:cNvSpPr/>
            <p:nvPr/>
          </p:nvSpPr>
          <p:spPr>
            <a:xfrm>
              <a:off x="3607619" y="3618989"/>
              <a:ext cx="314299" cy="170009"/>
            </a:xfrm>
            <a:prstGeom prst="hexagon">
              <a:avLst>
                <a:gd name="adj" fmla="val 39558"/>
                <a:gd name="vf" fmla="val 115470"/>
              </a:avLst>
            </a:prstGeom>
            <a:pattFill prst="wdDnDiag">
              <a:fgClr>
                <a:srgbClr val="FF0000"/>
              </a:fgClr>
              <a:bgClr>
                <a:schemeClr val="bg1"/>
              </a:bgClr>
            </a:patt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294" name="Hexagon 3293">
              <a:extLst>
                <a:ext uri="{FF2B5EF4-FFF2-40B4-BE49-F238E27FC236}">
                  <a16:creationId xmlns:a16="http://schemas.microsoft.com/office/drawing/2014/main" id="{231AA40A-4543-4C49-98D1-6ECB593818B9}"/>
                </a:ext>
              </a:extLst>
            </p:cNvPr>
            <p:cNvSpPr/>
            <p:nvPr/>
          </p:nvSpPr>
          <p:spPr>
            <a:xfrm>
              <a:off x="3376636" y="4259546"/>
              <a:ext cx="314299" cy="170009"/>
            </a:xfrm>
            <a:prstGeom prst="hexagon">
              <a:avLst>
                <a:gd name="adj" fmla="val 39558"/>
                <a:gd name="vf" fmla="val 115470"/>
              </a:avLst>
            </a:prstGeom>
            <a:pattFill prst="wdDnDiag">
              <a:fgClr>
                <a:srgbClr val="FF0000"/>
              </a:fgClr>
              <a:bgClr>
                <a:schemeClr val="bg1"/>
              </a:bgClr>
            </a:patt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295" name="Hexagon 3294">
              <a:extLst>
                <a:ext uri="{FF2B5EF4-FFF2-40B4-BE49-F238E27FC236}">
                  <a16:creationId xmlns:a16="http://schemas.microsoft.com/office/drawing/2014/main" id="{20B065F8-1BE4-42B6-88FE-AF6F7B0A0F4B}"/>
                </a:ext>
              </a:extLst>
            </p:cNvPr>
            <p:cNvSpPr/>
            <p:nvPr/>
          </p:nvSpPr>
          <p:spPr>
            <a:xfrm>
              <a:off x="4574406" y="3618988"/>
              <a:ext cx="314299" cy="170009"/>
            </a:xfrm>
            <a:prstGeom prst="hexagon">
              <a:avLst>
                <a:gd name="adj" fmla="val 39558"/>
                <a:gd name="vf" fmla="val 115470"/>
              </a:avLst>
            </a:prstGeom>
            <a:pattFill prst="wdDnDiag">
              <a:fgClr>
                <a:srgbClr val="FF0000"/>
              </a:fgClr>
              <a:bgClr>
                <a:schemeClr val="bg1"/>
              </a:bgClr>
            </a:patt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296" name="Hexagon 3295">
              <a:extLst>
                <a:ext uri="{FF2B5EF4-FFF2-40B4-BE49-F238E27FC236}">
                  <a16:creationId xmlns:a16="http://schemas.microsoft.com/office/drawing/2014/main" id="{51E03D9C-13CE-449F-9722-FB56CF9DF606}"/>
                </a:ext>
              </a:extLst>
            </p:cNvPr>
            <p:cNvSpPr/>
            <p:nvPr/>
          </p:nvSpPr>
          <p:spPr>
            <a:xfrm>
              <a:off x="4803006" y="4633401"/>
              <a:ext cx="314299" cy="170009"/>
            </a:xfrm>
            <a:prstGeom prst="hexagon">
              <a:avLst>
                <a:gd name="adj" fmla="val 39558"/>
                <a:gd name="vf" fmla="val 115470"/>
              </a:avLst>
            </a:prstGeom>
            <a:pattFill prst="wdDnDiag">
              <a:fgClr>
                <a:srgbClr val="FF0000"/>
              </a:fgClr>
              <a:bgClr>
                <a:schemeClr val="bg1"/>
              </a:bgClr>
            </a:patt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297" name="Hexagon 3296">
              <a:extLst>
                <a:ext uri="{FF2B5EF4-FFF2-40B4-BE49-F238E27FC236}">
                  <a16:creationId xmlns:a16="http://schemas.microsoft.com/office/drawing/2014/main" id="{FF821AC4-B4CC-4E4D-B800-3692DD76E500}"/>
                </a:ext>
              </a:extLst>
            </p:cNvPr>
            <p:cNvSpPr/>
            <p:nvPr/>
          </p:nvSpPr>
          <p:spPr>
            <a:xfrm>
              <a:off x="6003156" y="4344550"/>
              <a:ext cx="314299" cy="170009"/>
            </a:xfrm>
            <a:prstGeom prst="hexagon">
              <a:avLst>
                <a:gd name="adj" fmla="val 39558"/>
                <a:gd name="vf" fmla="val 115470"/>
              </a:avLst>
            </a:prstGeom>
            <a:pattFill prst="wdDnDiag">
              <a:fgClr>
                <a:srgbClr val="FF0000"/>
              </a:fgClr>
              <a:bgClr>
                <a:schemeClr val="bg1"/>
              </a:bgClr>
            </a:patt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298" name="Hexagon 3297">
              <a:extLst>
                <a:ext uri="{FF2B5EF4-FFF2-40B4-BE49-F238E27FC236}">
                  <a16:creationId xmlns:a16="http://schemas.microsoft.com/office/drawing/2014/main" id="{A0224860-108E-4961-93B6-3EB2F98F2C27}"/>
                </a:ext>
              </a:extLst>
            </p:cNvPr>
            <p:cNvSpPr/>
            <p:nvPr/>
          </p:nvSpPr>
          <p:spPr>
            <a:xfrm>
              <a:off x="6254784" y="4995276"/>
              <a:ext cx="314299" cy="170009"/>
            </a:xfrm>
            <a:prstGeom prst="hexagon">
              <a:avLst>
                <a:gd name="adj" fmla="val 39558"/>
                <a:gd name="vf" fmla="val 115470"/>
              </a:avLst>
            </a:prstGeom>
            <a:pattFill prst="wdDnDiag">
              <a:fgClr>
                <a:srgbClr val="FF0000"/>
              </a:fgClr>
              <a:bgClr>
                <a:schemeClr val="bg1"/>
              </a:bgClr>
            </a:patt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299" name="Hexagon 3298">
              <a:extLst>
                <a:ext uri="{FF2B5EF4-FFF2-40B4-BE49-F238E27FC236}">
                  <a16:creationId xmlns:a16="http://schemas.microsoft.com/office/drawing/2014/main" id="{3B2E2C67-6D65-45DF-B89F-A5505BC7287D}"/>
                </a:ext>
              </a:extLst>
            </p:cNvPr>
            <p:cNvSpPr/>
            <p:nvPr/>
          </p:nvSpPr>
          <p:spPr>
            <a:xfrm>
              <a:off x="4092609" y="5850145"/>
              <a:ext cx="314299" cy="170009"/>
            </a:xfrm>
            <a:prstGeom prst="hexagon">
              <a:avLst>
                <a:gd name="adj" fmla="val 39558"/>
                <a:gd name="vf" fmla="val 115470"/>
              </a:avLst>
            </a:prstGeom>
            <a:pattFill prst="wdDnDiag">
              <a:fgClr>
                <a:srgbClr val="FF0000"/>
              </a:fgClr>
              <a:bgClr>
                <a:schemeClr val="bg1"/>
              </a:bgClr>
            </a:patt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300" name="Hexagon 3299">
              <a:extLst>
                <a:ext uri="{FF2B5EF4-FFF2-40B4-BE49-F238E27FC236}">
                  <a16:creationId xmlns:a16="http://schemas.microsoft.com/office/drawing/2014/main" id="{4E07ECAC-27CD-4220-B141-7D6015C165C4}"/>
                </a:ext>
              </a:extLst>
            </p:cNvPr>
            <p:cNvSpPr/>
            <p:nvPr/>
          </p:nvSpPr>
          <p:spPr>
            <a:xfrm>
              <a:off x="3133746" y="7132747"/>
              <a:ext cx="314299" cy="170009"/>
            </a:xfrm>
            <a:prstGeom prst="hexagon">
              <a:avLst>
                <a:gd name="adj" fmla="val 39558"/>
                <a:gd name="vf" fmla="val 115470"/>
              </a:avLst>
            </a:prstGeom>
            <a:pattFill prst="wdDnDiag">
              <a:fgClr>
                <a:srgbClr val="FF0000"/>
              </a:fgClr>
              <a:bgClr>
                <a:schemeClr val="bg1"/>
              </a:bgClr>
            </a:patt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301" name="Hexagon 3300">
              <a:extLst>
                <a:ext uri="{FF2B5EF4-FFF2-40B4-BE49-F238E27FC236}">
                  <a16:creationId xmlns:a16="http://schemas.microsoft.com/office/drawing/2014/main" id="{AB7BBC6B-2B68-4767-B6D4-3844BD5FF49E}"/>
                </a:ext>
              </a:extLst>
            </p:cNvPr>
            <p:cNvSpPr/>
            <p:nvPr/>
          </p:nvSpPr>
          <p:spPr>
            <a:xfrm>
              <a:off x="3607619" y="7861409"/>
              <a:ext cx="314299" cy="170009"/>
            </a:xfrm>
            <a:prstGeom prst="hexagon">
              <a:avLst>
                <a:gd name="adj" fmla="val 39558"/>
                <a:gd name="vf" fmla="val 115470"/>
              </a:avLst>
            </a:prstGeom>
            <a:pattFill prst="wdDnDiag">
              <a:fgClr>
                <a:srgbClr val="FF0000"/>
              </a:fgClr>
              <a:bgClr>
                <a:schemeClr val="bg1"/>
              </a:bgClr>
            </a:patt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302" name="Hexagon 3301">
              <a:extLst>
                <a:ext uri="{FF2B5EF4-FFF2-40B4-BE49-F238E27FC236}">
                  <a16:creationId xmlns:a16="http://schemas.microsoft.com/office/drawing/2014/main" id="{828D3904-0F10-425A-964B-1354C09571AE}"/>
                </a:ext>
              </a:extLst>
            </p:cNvPr>
            <p:cNvSpPr/>
            <p:nvPr/>
          </p:nvSpPr>
          <p:spPr>
            <a:xfrm>
              <a:off x="3376636" y="8321147"/>
              <a:ext cx="314299" cy="170009"/>
            </a:xfrm>
            <a:prstGeom prst="hexagon">
              <a:avLst>
                <a:gd name="adj" fmla="val 39558"/>
                <a:gd name="vf" fmla="val 115470"/>
              </a:avLst>
            </a:prstGeom>
            <a:pattFill prst="wdDnDiag">
              <a:fgClr>
                <a:srgbClr val="FF0000"/>
              </a:fgClr>
              <a:bgClr>
                <a:schemeClr val="bg1"/>
              </a:bgClr>
            </a:patt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303" name="Hexagon 3302">
              <a:extLst>
                <a:ext uri="{FF2B5EF4-FFF2-40B4-BE49-F238E27FC236}">
                  <a16:creationId xmlns:a16="http://schemas.microsoft.com/office/drawing/2014/main" id="{F46C70DB-AE47-462B-BDCD-8F3D2212D81D}"/>
                </a:ext>
              </a:extLst>
            </p:cNvPr>
            <p:cNvSpPr/>
            <p:nvPr/>
          </p:nvSpPr>
          <p:spPr>
            <a:xfrm>
              <a:off x="3845743" y="8681988"/>
              <a:ext cx="314299" cy="170009"/>
            </a:xfrm>
            <a:prstGeom prst="hexagon">
              <a:avLst>
                <a:gd name="adj" fmla="val 39558"/>
                <a:gd name="vf" fmla="val 115470"/>
              </a:avLst>
            </a:prstGeom>
            <a:pattFill prst="wdDnDiag">
              <a:fgClr>
                <a:srgbClr val="FF0000"/>
              </a:fgClr>
              <a:bgClr>
                <a:schemeClr val="bg1"/>
              </a:bgClr>
            </a:patt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304" name="Hexagon 3303">
              <a:extLst>
                <a:ext uri="{FF2B5EF4-FFF2-40B4-BE49-F238E27FC236}">
                  <a16:creationId xmlns:a16="http://schemas.microsoft.com/office/drawing/2014/main" id="{26FC170C-B5E3-437C-9E53-B92B6B7006A0}"/>
                </a:ext>
              </a:extLst>
            </p:cNvPr>
            <p:cNvSpPr/>
            <p:nvPr/>
          </p:nvSpPr>
          <p:spPr>
            <a:xfrm>
              <a:off x="5041128" y="8766992"/>
              <a:ext cx="314299" cy="170009"/>
            </a:xfrm>
            <a:prstGeom prst="hexagon">
              <a:avLst>
                <a:gd name="adj" fmla="val 39558"/>
                <a:gd name="vf" fmla="val 115470"/>
              </a:avLst>
            </a:prstGeom>
            <a:pattFill prst="wdDnDiag">
              <a:fgClr>
                <a:srgbClr val="FF0000"/>
              </a:fgClr>
              <a:bgClr>
                <a:schemeClr val="bg1"/>
              </a:bgClr>
            </a:patt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305" name="Hexagon 3304">
              <a:extLst>
                <a:ext uri="{FF2B5EF4-FFF2-40B4-BE49-F238E27FC236}">
                  <a16:creationId xmlns:a16="http://schemas.microsoft.com/office/drawing/2014/main" id="{709FFF68-8762-4E15-8889-A190F2836A6A}"/>
                </a:ext>
              </a:extLst>
            </p:cNvPr>
            <p:cNvSpPr/>
            <p:nvPr/>
          </p:nvSpPr>
          <p:spPr>
            <a:xfrm>
              <a:off x="4067197" y="9332558"/>
              <a:ext cx="314299" cy="170009"/>
            </a:xfrm>
            <a:prstGeom prst="hexagon">
              <a:avLst>
                <a:gd name="adj" fmla="val 39558"/>
                <a:gd name="vf" fmla="val 115470"/>
              </a:avLst>
            </a:prstGeom>
            <a:pattFill prst="wdDnDiag">
              <a:fgClr>
                <a:srgbClr val="FF0000"/>
              </a:fgClr>
              <a:bgClr>
                <a:schemeClr val="bg1"/>
              </a:bgClr>
            </a:patt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306" name="Hexagon 3305">
              <a:extLst>
                <a:ext uri="{FF2B5EF4-FFF2-40B4-BE49-F238E27FC236}">
                  <a16:creationId xmlns:a16="http://schemas.microsoft.com/office/drawing/2014/main" id="{89C2F16C-A21E-43AA-8DB0-6F451BE84AF0}"/>
                </a:ext>
              </a:extLst>
            </p:cNvPr>
            <p:cNvSpPr/>
            <p:nvPr/>
          </p:nvSpPr>
          <p:spPr>
            <a:xfrm>
              <a:off x="2895625" y="7946413"/>
              <a:ext cx="314299" cy="170009"/>
            </a:xfrm>
            <a:prstGeom prst="hexagon">
              <a:avLst>
                <a:gd name="adj" fmla="val 39558"/>
                <a:gd name="vf" fmla="val 115470"/>
              </a:avLst>
            </a:prstGeom>
            <a:pattFill prst="wdDnDiag">
              <a:fgClr>
                <a:srgbClr val="FF0000"/>
              </a:fgClr>
              <a:bgClr>
                <a:schemeClr val="bg1"/>
              </a:bgClr>
            </a:patt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307" name="Hexagon 3306">
              <a:extLst>
                <a:ext uri="{FF2B5EF4-FFF2-40B4-BE49-F238E27FC236}">
                  <a16:creationId xmlns:a16="http://schemas.microsoft.com/office/drawing/2014/main" id="{532F824B-BA96-470E-9F34-013A3BCD142F}"/>
                </a:ext>
              </a:extLst>
            </p:cNvPr>
            <p:cNvSpPr/>
            <p:nvPr/>
          </p:nvSpPr>
          <p:spPr>
            <a:xfrm>
              <a:off x="5029224" y="9521557"/>
              <a:ext cx="314299" cy="170009"/>
            </a:xfrm>
            <a:prstGeom prst="hexagon">
              <a:avLst>
                <a:gd name="adj" fmla="val 39558"/>
                <a:gd name="vf" fmla="val 115470"/>
              </a:avLst>
            </a:prstGeom>
            <a:pattFill prst="wdDnDiag">
              <a:fgClr>
                <a:srgbClr val="FF0000"/>
              </a:fgClr>
              <a:bgClr>
                <a:schemeClr val="bg1"/>
              </a:bgClr>
            </a:patt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308" name="Hexagon 3307">
              <a:extLst>
                <a:ext uri="{FF2B5EF4-FFF2-40B4-BE49-F238E27FC236}">
                  <a16:creationId xmlns:a16="http://schemas.microsoft.com/office/drawing/2014/main" id="{EFA73306-25CB-4D1D-B7BE-57A8EAB26B13}"/>
                </a:ext>
              </a:extLst>
            </p:cNvPr>
            <p:cNvSpPr/>
            <p:nvPr/>
          </p:nvSpPr>
          <p:spPr>
            <a:xfrm>
              <a:off x="5734074" y="9417562"/>
              <a:ext cx="314299" cy="170009"/>
            </a:xfrm>
            <a:prstGeom prst="hexagon">
              <a:avLst>
                <a:gd name="adj" fmla="val 39558"/>
                <a:gd name="vf" fmla="val 115470"/>
              </a:avLst>
            </a:prstGeom>
            <a:pattFill prst="wdDnDiag">
              <a:fgClr>
                <a:srgbClr val="FF0000"/>
              </a:fgClr>
              <a:bgClr>
                <a:schemeClr val="bg1"/>
              </a:bgClr>
            </a:patt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309" name="Hexagon 3308">
              <a:extLst>
                <a:ext uri="{FF2B5EF4-FFF2-40B4-BE49-F238E27FC236}">
                  <a16:creationId xmlns:a16="http://schemas.microsoft.com/office/drawing/2014/main" id="{5E975229-2DE1-43C8-BC37-BCADD69DF508}"/>
                </a:ext>
              </a:extLst>
            </p:cNvPr>
            <p:cNvSpPr/>
            <p:nvPr/>
          </p:nvSpPr>
          <p:spPr>
            <a:xfrm>
              <a:off x="8091510" y="9587571"/>
              <a:ext cx="314299" cy="170009"/>
            </a:xfrm>
            <a:prstGeom prst="hexagon">
              <a:avLst>
                <a:gd name="adj" fmla="val 39558"/>
                <a:gd name="vf" fmla="val 115470"/>
              </a:avLst>
            </a:prstGeom>
            <a:pattFill prst="wdDnDiag">
              <a:fgClr>
                <a:srgbClr val="FF0000"/>
              </a:fgClr>
              <a:bgClr>
                <a:schemeClr val="bg1"/>
              </a:bgClr>
            </a:patt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310" name="Hexagon 3309">
              <a:extLst>
                <a:ext uri="{FF2B5EF4-FFF2-40B4-BE49-F238E27FC236}">
                  <a16:creationId xmlns:a16="http://schemas.microsoft.com/office/drawing/2014/main" id="{0242B97D-9CC6-4797-BB78-ED76436E36AA}"/>
                </a:ext>
              </a:extLst>
            </p:cNvPr>
            <p:cNvSpPr/>
            <p:nvPr/>
          </p:nvSpPr>
          <p:spPr>
            <a:xfrm>
              <a:off x="8820173" y="10604524"/>
              <a:ext cx="314299" cy="170009"/>
            </a:xfrm>
            <a:prstGeom prst="hexagon">
              <a:avLst>
                <a:gd name="adj" fmla="val 39558"/>
                <a:gd name="vf" fmla="val 115470"/>
              </a:avLst>
            </a:prstGeom>
            <a:pattFill prst="wdDnDiag">
              <a:fgClr>
                <a:srgbClr val="FF0000"/>
              </a:fgClr>
              <a:bgClr>
                <a:schemeClr val="bg1"/>
              </a:bgClr>
            </a:patt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311" name="Hexagon 3310">
              <a:extLst>
                <a:ext uri="{FF2B5EF4-FFF2-40B4-BE49-F238E27FC236}">
                  <a16:creationId xmlns:a16="http://schemas.microsoft.com/office/drawing/2014/main" id="{AB163E7F-34D4-4782-9226-142675618CD2}"/>
                </a:ext>
              </a:extLst>
            </p:cNvPr>
            <p:cNvSpPr/>
            <p:nvPr/>
          </p:nvSpPr>
          <p:spPr>
            <a:xfrm>
              <a:off x="8341542" y="11353458"/>
              <a:ext cx="314299" cy="170009"/>
            </a:xfrm>
            <a:prstGeom prst="hexagon">
              <a:avLst>
                <a:gd name="adj" fmla="val 39558"/>
                <a:gd name="vf" fmla="val 115470"/>
              </a:avLst>
            </a:prstGeom>
            <a:pattFill prst="wdDnDiag">
              <a:fgClr>
                <a:srgbClr val="FF0000"/>
              </a:fgClr>
              <a:bgClr>
                <a:schemeClr val="bg1"/>
              </a:bgClr>
            </a:patt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312" name="Hexagon 3311">
              <a:extLst>
                <a:ext uri="{FF2B5EF4-FFF2-40B4-BE49-F238E27FC236}">
                  <a16:creationId xmlns:a16="http://schemas.microsoft.com/office/drawing/2014/main" id="{9D4B3CEA-A61D-44D5-AF36-F592904AB451}"/>
                </a:ext>
              </a:extLst>
            </p:cNvPr>
            <p:cNvSpPr/>
            <p:nvPr/>
          </p:nvSpPr>
          <p:spPr>
            <a:xfrm>
              <a:off x="10248924" y="11693476"/>
              <a:ext cx="314299" cy="170009"/>
            </a:xfrm>
            <a:prstGeom prst="hexagon">
              <a:avLst>
                <a:gd name="adj" fmla="val 39558"/>
                <a:gd name="vf" fmla="val 115470"/>
              </a:avLst>
            </a:prstGeom>
            <a:pattFill prst="wdDnDiag">
              <a:fgClr>
                <a:srgbClr val="FF0000"/>
              </a:fgClr>
              <a:bgClr>
                <a:schemeClr val="bg1"/>
              </a:bgClr>
            </a:patt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313" name="Hexagon 3312">
              <a:extLst>
                <a:ext uri="{FF2B5EF4-FFF2-40B4-BE49-F238E27FC236}">
                  <a16:creationId xmlns:a16="http://schemas.microsoft.com/office/drawing/2014/main" id="{54F9AD4A-5301-4E09-87B6-45596383E53C}"/>
                </a:ext>
              </a:extLst>
            </p:cNvPr>
            <p:cNvSpPr/>
            <p:nvPr/>
          </p:nvSpPr>
          <p:spPr>
            <a:xfrm>
              <a:off x="11680055" y="12070215"/>
              <a:ext cx="314299" cy="170009"/>
            </a:xfrm>
            <a:prstGeom prst="hexagon">
              <a:avLst>
                <a:gd name="adj" fmla="val 39558"/>
                <a:gd name="vf" fmla="val 115470"/>
              </a:avLst>
            </a:prstGeom>
            <a:pattFill prst="wdDnDiag">
              <a:fgClr>
                <a:srgbClr val="FF0000"/>
              </a:fgClr>
              <a:bgClr>
                <a:schemeClr val="bg1"/>
              </a:bgClr>
            </a:patt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314" name="Hexagon 3313">
              <a:extLst>
                <a:ext uri="{FF2B5EF4-FFF2-40B4-BE49-F238E27FC236}">
                  <a16:creationId xmlns:a16="http://schemas.microsoft.com/office/drawing/2014/main" id="{A00300F3-2279-4E60-9D11-BDEDD39630BA}"/>
                </a:ext>
              </a:extLst>
            </p:cNvPr>
            <p:cNvSpPr/>
            <p:nvPr/>
          </p:nvSpPr>
          <p:spPr>
            <a:xfrm>
              <a:off x="11194280" y="11148770"/>
              <a:ext cx="314299" cy="170009"/>
            </a:xfrm>
            <a:prstGeom prst="hexagon">
              <a:avLst>
                <a:gd name="adj" fmla="val 39558"/>
                <a:gd name="vf" fmla="val 115470"/>
              </a:avLst>
            </a:prstGeom>
            <a:pattFill prst="wdDnDiag">
              <a:fgClr>
                <a:srgbClr val="FF0000"/>
              </a:fgClr>
              <a:bgClr>
                <a:schemeClr val="bg1"/>
              </a:bgClr>
            </a:patt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315" name="Hexagon 3314">
              <a:extLst>
                <a:ext uri="{FF2B5EF4-FFF2-40B4-BE49-F238E27FC236}">
                  <a16:creationId xmlns:a16="http://schemas.microsoft.com/office/drawing/2014/main" id="{EE8D2DDA-B6DA-49C7-AC7F-45DFCDDD8361}"/>
                </a:ext>
              </a:extLst>
            </p:cNvPr>
            <p:cNvSpPr/>
            <p:nvPr/>
          </p:nvSpPr>
          <p:spPr>
            <a:xfrm>
              <a:off x="11216455" y="10414745"/>
              <a:ext cx="314299" cy="170009"/>
            </a:xfrm>
            <a:prstGeom prst="hexagon">
              <a:avLst>
                <a:gd name="adj" fmla="val 39558"/>
                <a:gd name="vf" fmla="val 115470"/>
              </a:avLst>
            </a:prstGeom>
            <a:pattFill prst="wdDnDiag">
              <a:fgClr>
                <a:srgbClr val="FF0000"/>
              </a:fgClr>
              <a:bgClr>
                <a:schemeClr val="bg1"/>
              </a:bgClr>
            </a:patt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316" name="Hexagon 3315">
              <a:extLst>
                <a:ext uri="{FF2B5EF4-FFF2-40B4-BE49-F238E27FC236}">
                  <a16:creationId xmlns:a16="http://schemas.microsoft.com/office/drawing/2014/main" id="{149CA990-21EE-4184-B2A7-B11BF22CFB79}"/>
                </a:ext>
              </a:extLst>
            </p:cNvPr>
            <p:cNvSpPr/>
            <p:nvPr/>
          </p:nvSpPr>
          <p:spPr>
            <a:xfrm>
              <a:off x="12148896" y="9869439"/>
              <a:ext cx="314299" cy="170009"/>
            </a:xfrm>
            <a:prstGeom prst="hexagon">
              <a:avLst>
                <a:gd name="adj" fmla="val 39558"/>
                <a:gd name="vf" fmla="val 115470"/>
              </a:avLst>
            </a:prstGeom>
            <a:pattFill prst="wdDnDiag">
              <a:fgClr>
                <a:srgbClr val="FF0000"/>
              </a:fgClr>
              <a:bgClr>
                <a:schemeClr val="bg1"/>
              </a:bgClr>
            </a:patt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317" name="Hexagon 3316">
              <a:extLst>
                <a:ext uri="{FF2B5EF4-FFF2-40B4-BE49-F238E27FC236}">
                  <a16:creationId xmlns:a16="http://schemas.microsoft.com/office/drawing/2014/main" id="{5D6D21D4-E115-443B-9AAA-D9364401066D}"/>
                </a:ext>
              </a:extLst>
            </p:cNvPr>
            <p:cNvSpPr/>
            <p:nvPr/>
          </p:nvSpPr>
          <p:spPr>
            <a:xfrm>
              <a:off x="11432140" y="9417561"/>
              <a:ext cx="314299" cy="170009"/>
            </a:xfrm>
            <a:prstGeom prst="hexagon">
              <a:avLst>
                <a:gd name="adj" fmla="val 39558"/>
                <a:gd name="vf" fmla="val 115470"/>
              </a:avLst>
            </a:prstGeom>
            <a:pattFill prst="wdDnDiag">
              <a:fgClr>
                <a:srgbClr val="FF0000"/>
              </a:fgClr>
              <a:bgClr>
                <a:schemeClr val="bg1"/>
              </a:bgClr>
            </a:patt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318" name="Hexagon 3317">
              <a:extLst>
                <a:ext uri="{FF2B5EF4-FFF2-40B4-BE49-F238E27FC236}">
                  <a16:creationId xmlns:a16="http://schemas.microsoft.com/office/drawing/2014/main" id="{A1CF2CE0-26E6-4C3F-8EF3-E4E22AC47B87}"/>
                </a:ext>
              </a:extLst>
            </p:cNvPr>
            <p:cNvSpPr/>
            <p:nvPr/>
          </p:nvSpPr>
          <p:spPr>
            <a:xfrm>
              <a:off x="11908390" y="8491156"/>
              <a:ext cx="314299" cy="170009"/>
            </a:xfrm>
            <a:prstGeom prst="hexagon">
              <a:avLst>
                <a:gd name="adj" fmla="val 39558"/>
                <a:gd name="vf" fmla="val 115470"/>
              </a:avLst>
            </a:prstGeom>
            <a:pattFill prst="wdDnDiag">
              <a:fgClr>
                <a:srgbClr val="FF0000"/>
              </a:fgClr>
              <a:bgClr>
                <a:schemeClr val="bg1"/>
              </a:bgClr>
            </a:patt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319" name="Hexagon 3318">
              <a:extLst>
                <a:ext uri="{FF2B5EF4-FFF2-40B4-BE49-F238E27FC236}">
                  <a16:creationId xmlns:a16="http://schemas.microsoft.com/office/drawing/2014/main" id="{7925BDA7-20C6-4C96-98B9-322B57674BE2}"/>
                </a:ext>
              </a:extLst>
            </p:cNvPr>
            <p:cNvSpPr/>
            <p:nvPr/>
          </p:nvSpPr>
          <p:spPr>
            <a:xfrm>
              <a:off x="11432139" y="7750587"/>
              <a:ext cx="314299" cy="170009"/>
            </a:xfrm>
            <a:prstGeom prst="hexagon">
              <a:avLst>
                <a:gd name="adj" fmla="val 39558"/>
                <a:gd name="vf" fmla="val 115470"/>
              </a:avLst>
            </a:prstGeom>
            <a:pattFill prst="wdDnDiag">
              <a:fgClr>
                <a:srgbClr val="FF0000"/>
              </a:fgClr>
              <a:bgClr>
                <a:schemeClr val="bg1"/>
              </a:bgClr>
            </a:patt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320" name="Hexagon 3319">
              <a:extLst>
                <a:ext uri="{FF2B5EF4-FFF2-40B4-BE49-F238E27FC236}">
                  <a16:creationId xmlns:a16="http://schemas.microsoft.com/office/drawing/2014/main" id="{1B73CBD1-6507-4BCC-8F34-CDA0318281A8}"/>
                </a:ext>
              </a:extLst>
            </p:cNvPr>
            <p:cNvSpPr/>
            <p:nvPr/>
          </p:nvSpPr>
          <p:spPr>
            <a:xfrm>
              <a:off x="9067836" y="8307937"/>
              <a:ext cx="314299" cy="170009"/>
            </a:xfrm>
            <a:prstGeom prst="hexagon">
              <a:avLst>
                <a:gd name="adj" fmla="val 39558"/>
                <a:gd name="vf" fmla="val 115470"/>
              </a:avLst>
            </a:prstGeom>
            <a:pattFill prst="wdDnDiag">
              <a:fgClr>
                <a:srgbClr val="FF0000"/>
              </a:fgClr>
              <a:bgClr>
                <a:schemeClr val="bg1"/>
              </a:bgClr>
            </a:patt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321" name="Hexagon 3320">
              <a:extLst>
                <a:ext uri="{FF2B5EF4-FFF2-40B4-BE49-F238E27FC236}">
                  <a16:creationId xmlns:a16="http://schemas.microsoft.com/office/drawing/2014/main" id="{6FD235CB-D557-45BD-9DDC-E611DF6BB109}"/>
                </a:ext>
              </a:extLst>
            </p:cNvPr>
            <p:cNvSpPr/>
            <p:nvPr/>
          </p:nvSpPr>
          <p:spPr>
            <a:xfrm>
              <a:off x="3133746" y="8956455"/>
              <a:ext cx="314299" cy="170009"/>
            </a:xfrm>
            <a:prstGeom prst="hexagon">
              <a:avLst>
                <a:gd name="adj" fmla="val 39558"/>
                <a:gd name="vf" fmla="val 115470"/>
              </a:avLst>
            </a:prstGeom>
            <a:pattFill prst="wdDnDiag">
              <a:fgClr>
                <a:srgbClr val="FF0000"/>
              </a:fgClr>
              <a:bgClr>
                <a:schemeClr val="bg1"/>
              </a:bgClr>
            </a:patt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322" name="Hexagon 3321">
              <a:extLst>
                <a:ext uri="{FF2B5EF4-FFF2-40B4-BE49-F238E27FC236}">
                  <a16:creationId xmlns:a16="http://schemas.microsoft.com/office/drawing/2014/main" id="{BD261AA7-4097-4A67-B123-E38F6BC81492}"/>
                </a:ext>
              </a:extLst>
            </p:cNvPr>
            <p:cNvSpPr/>
            <p:nvPr/>
          </p:nvSpPr>
          <p:spPr>
            <a:xfrm>
              <a:off x="3376635" y="5919680"/>
              <a:ext cx="314299" cy="170009"/>
            </a:xfrm>
            <a:prstGeom prst="hexagon">
              <a:avLst>
                <a:gd name="adj" fmla="val 39558"/>
                <a:gd name="vf" fmla="val 115470"/>
              </a:avLst>
            </a:prstGeom>
            <a:pattFill prst="wdDnDiag">
              <a:fgClr>
                <a:srgbClr val="FF0000"/>
              </a:fgClr>
              <a:bgClr>
                <a:schemeClr val="bg1"/>
              </a:bgClr>
            </a:patt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323" name="Hexagon 3322">
              <a:extLst>
                <a:ext uri="{FF2B5EF4-FFF2-40B4-BE49-F238E27FC236}">
                  <a16:creationId xmlns:a16="http://schemas.microsoft.com/office/drawing/2014/main" id="{92B3B27F-30FD-4A18-AFDC-638884F81707}"/>
                </a:ext>
              </a:extLst>
            </p:cNvPr>
            <p:cNvSpPr/>
            <p:nvPr/>
          </p:nvSpPr>
          <p:spPr>
            <a:xfrm>
              <a:off x="3381394" y="4999945"/>
              <a:ext cx="314299" cy="170009"/>
            </a:xfrm>
            <a:prstGeom prst="hexagon">
              <a:avLst>
                <a:gd name="adj" fmla="val 39558"/>
                <a:gd name="vf" fmla="val 115470"/>
              </a:avLst>
            </a:prstGeom>
            <a:pattFill prst="wdDnDiag">
              <a:fgClr>
                <a:srgbClr val="FF0000"/>
              </a:fgClr>
              <a:bgClr>
                <a:schemeClr val="bg1"/>
              </a:bgClr>
            </a:patt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324" name="Hexagon 3323">
              <a:extLst>
                <a:ext uri="{FF2B5EF4-FFF2-40B4-BE49-F238E27FC236}">
                  <a16:creationId xmlns:a16="http://schemas.microsoft.com/office/drawing/2014/main" id="{1689ED92-CFF0-4E40-8099-4D08D3E19945}"/>
                </a:ext>
              </a:extLst>
            </p:cNvPr>
            <p:cNvSpPr/>
            <p:nvPr/>
          </p:nvSpPr>
          <p:spPr>
            <a:xfrm>
              <a:off x="5979344" y="2883183"/>
              <a:ext cx="314299" cy="170009"/>
            </a:xfrm>
            <a:prstGeom prst="hexagon">
              <a:avLst>
                <a:gd name="adj" fmla="val 39558"/>
                <a:gd name="vf" fmla="val 115470"/>
              </a:avLst>
            </a:prstGeom>
            <a:pattFill prst="wdDnDiag">
              <a:fgClr>
                <a:srgbClr val="FF0000"/>
              </a:fgClr>
              <a:bgClr>
                <a:schemeClr val="bg1"/>
              </a:bgClr>
            </a:patt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325" name="Hexagon 3324">
              <a:extLst>
                <a:ext uri="{FF2B5EF4-FFF2-40B4-BE49-F238E27FC236}">
                  <a16:creationId xmlns:a16="http://schemas.microsoft.com/office/drawing/2014/main" id="{00920C16-E722-45A4-A61C-26A3BAB23E4E}"/>
                </a:ext>
              </a:extLst>
            </p:cNvPr>
            <p:cNvSpPr/>
            <p:nvPr/>
          </p:nvSpPr>
          <p:spPr>
            <a:xfrm>
              <a:off x="6464299" y="3814252"/>
              <a:ext cx="314299" cy="170009"/>
            </a:xfrm>
            <a:prstGeom prst="hexagon">
              <a:avLst>
                <a:gd name="adj" fmla="val 39558"/>
                <a:gd name="vf" fmla="val 115470"/>
              </a:avLst>
            </a:prstGeom>
            <a:pattFill prst="wdDnDiag">
              <a:fgClr>
                <a:srgbClr val="FF0000"/>
              </a:fgClr>
              <a:bgClr>
                <a:schemeClr val="bg1"/>
              </a:bgClr>
            </a:patt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326" name="Hexagon 3325">
              <a:extLst>
                <a:ext uri="{FF2B5EF4-FFF2-40B4-BE49-F238E27FC236}">
                  <a16:creationId xmlns:a16="http://schemas.microsoft.com/office/drawing/2014/main" id="{F3A61468-0261-46D4-A5CD-9653E3F0CE16}"/>
                </a:ext>
              </a:extLst>
            </p:cNvPr>
            <p:cNvSpPr/>
            <p:nvPr/>
          </p:nvSpPr>
          <p:spPr>
            <a:xfrm>
              <a:off x="7169149" y="2798178"/>
              <a:ext cx="314299" cy="170009"/>
            </a:xfrm>
            <a:prstGeom prst="hexagon">
              <a:avLst>
                <a:gd name="adj" fmla="val 39558"/>
                <a:gd name="vf" fmla="val 115470"/>
              </a:avLst>
            </a:prstGeom>
            <a:pattFill prst="wdDnDiag">
              <a:fgClr>
                <a:srgbClr val="FF0000"/>
              </a:fgClr>
              <a:bgClr>
                <a:schemeClr val="bg1"/>
              </a:bgClr>
            </a:patt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327" name="Hexagon 3326">
              <a:extLst>
                <a:ext uri="{FF2B5EF4-FFF2-40B4-BE49-F238E27FC236}">
                  <a16:creationId xmlns:a16="http://schemas.microsoft.com/office/drawing/2014/main" id="{CCC7346C-2E3F-4B0C-AB21-18077A762E92}"/>
                </a:ext>
              </a:extLst>
            </p:cNvPr>
            <p:cNvSpPr/>
            <p:nvPr/>
          </p:nvSpPr>
          <p:spPr>
            <a:xfrm>
              <a:off x="7881144" y="4536489"/>
              <a:ext cx="314299" cy="170009"/>
            </a:xfrm>
            <a:prstGeom prst="hexagon">
              <a:avLst>
                <a:gd name="adj" fmla="val 39558"/>
                <a:gd name="vf" fmla="val 115470"/>
              </a:avLst>
            </a:prstGeom>
            <a:pattFill prst="wdDnDiag">
              <a:fgClr>
                <a:srgbClr val="FF0000"/>
              </a:fgClr>
              <a:bgClr>
                <a:schemeClr val="bg1"/>
              </a:bgClr>
            </a:patt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328" name="Hexagon 3327">
              <a:extLst>
                <a:ext uri="{FF2B5EF4-FFF2-40B4-BE49-F238E27FC236}">
                  <a16:creationId xmlns:a16="http://schemas.microsoft.com/office/drawing/2014/main" id="{85D4BEEA-8015-47B0-ADDC-6F813E10263C}"/>
                </a:ext>
              </a:extLst>
            </p:cNvPr>
            <p:cNvSpPr/>
            <p:nvPr/>
          </p:nvSpPr>
          <p:spPr>
            <a:xfrm>
              <a:off x="9302750" y="4174541"/>
              <a:ext cx="314299" cy="170009"/>
            </a:xfrm>
            <a:prstGeom prst="hexagon">
              <a:avLst>
                <a:gd name="adj" fmla="val 39558"/>
                <a:gd name="vf" fmla="val 115470"/>
              </a:avLst>
            </a:prstGeom>
            <a:pattFill prst="wdDnDiag">
              <a:fgClr>
                <a:srgbClr val="FF0000"/>
              </a:fgClr>
              <a:bgClr>
                <a:schemeClr val="bg1"/>
              </a:bgClr>
            </a:patt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329" name="Hexagon 3328">
              <a:extLst>
                <a:ext uri="{FF2B5EF4-FFF2-40B4-BE49-F238E27FC236}">
                  <a16:creationId xmlns:a16="http://schemas.microsoft.com/office/drawing/2014/main" id="{FC8AB2DD-A8DF-4F67-8A53-EF10F118837B}"/>
                </a:ext>
              </a:extLst>
            </p:cNvPr>
            <p:cNvSpPr/>
            <p:nvPr/>
          </p:nvSpPr>
          <p:spPr>
            <a:xfrm>
              <a:off x="9532443" y="2981370"/>
              <a:ext cx="314299" cy="170009"/>
            </a:xfrm>
            <a:prstGeom prst="hexagon">
              <a:avLst>
                <a:gd name="adj" fmla="val 39558"/>
                <a:gd name="vf" fmla="val 115470"/>
              </a:avLst>
            </a:prstGeom>
            <a:pattFill prst="wdDnDiag">
              <a:fgClr>
                <a:srgbClr val="FF0000"/>
              </a:fgClr>
              <a:bgClr>
                <a:schemeClr val="bg1"/>
              </a:bgClr>
            </a:patt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330" name="Hexagon 3329">
              <a:extLst>
                <a:ext uri="{FF2B5EF4-FFF2-40B4-BE49-F238E27FC236}">
                  <a16:creationId xmlns:a16="http://schemas.microsoft.com/office/drawing/2014/main" id="{A6FDEACA-2032-445B-A38E-65ABAC5D98BA}"/>
                </a:ext>
              </a:extLst>
            </p:cNvPr>
            <p:cNvSpPr/>
            <p:nvPr/>
          </p:nvSpPr>
          <p:spPr>
            <a:xfrm>
              <a:off x="10479868" y="4072146"/>
              <a:ext cx="314299" cy="170009"/>
            </a:xfrm>
            <a:prstGeom prst="hexagon">
              <a:avLst>
                <a:gd name="adj" fmla="val 39558"/>
                <a:gd name="vf" fmla="val 115470"/>
              </a:avLst>
            </a:prstGeom>
            <a:pattFill prst="wdDnDiag">
              <a:fgClr>
                <a:srgbClr val="FF0000"/>
              </a:fgClr>
              <a:bgClr>
                <a:schemeClr val="bg1"/>
              </a:bgClr>
            </a:patt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331" name="Hexagon 3330">
              <a:extLst>
                <a:ext uri="{FF2B5EF4-FFF2-40B4-BE49-F238E27FC236}">
                  <a16:creationId xmlns:a16="http://schemas.microsoft.com/office/drawing/2014/main" id="{46171DCF-8822-4D88-A3A4-5CE785D83F41}"/>
                </a:ext>
              </a:extLst>
            </p:cNvPr>
            <p:cNvSpPr/>
            <p:nvPr/>
          </p:nvSpPr>
          <p:spPr>
            <a:xfrm>
              <a:off x="10953706" y="2813058"/>
              <a:ext cx="314299" cy="170009"/>
            </a:xfrm>
            <a:prstGeom prst="hexagon">
              <a:avLst>
                <a:gd name="adj" fmla="val 39558"/>
                <a:gd name="vf" fmla="val 115470"/>
              </a:avLst>
            </a:prstGeom>
            <a:pattFill prst="wdDnDiag">
              <a:fgClr>
                <a:srgbClr val="FF0000"/>
              </a:fgClr>
              <a:bgClr>
                <a:schemeClr val="bg1"/>
              </a:bgClr>
            </a:patt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332" name="Hexagon 3331">
              <a:extLst>
                <a:ext uri="{FF2B5EF4-FFF2-40B4-BE49-F238E27FC236}">
                  <a16:creationId xmlns:a16="http://schemas.microsoft.com/office/drawing/2014/main" id="{B3B5B86A-4366-494B-81E9-08B08EBDDAF5}"/>
                </a:ext>
              </a:extLst>
            </p:cNvPr>
            <p:cNvSpPr/>
            <p:nvPr/>
          </p:nvSpPr>
          <p:spPr>
            <a:xfrm>
              <a:off x="11665728" y="3618987"/>
              <a:ext cx="314299" cy="170009"/>
            </a:xfrm>
            <a:prstGeom prst="hexagon">
              <a:avLst>
                <a:gd name="adj" fmla="val 39558"/>
                <a:gd name="vf" fmla="val 115470"/>
              </a:avLst>
            </a:prstGeom>
            <a:pattFill prst="wdDnDiag">
              <a:fgClr>
                <a:srgbClr val="FF0000"/>
              </a:fgClr>
              <a:bgClr>
                <a:schemeClr val="bg1"/>
              </a:bgClr>
            </a:patt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333" name="Hexagon 3332">
              <a:extLst>
                <a:ext uri="{FF2B5EF4-FFF2-40B4-BE49-F238E27FC236}">
                  <a16:creationId xmlns:a16="http://schemas.microsoft.com/office/drawing/2014/main" id="{F743B241-3988-48E4-A6CE-564F37A0ACB5}"/>
                </a:ext>
              </a:extLst>
            </p:cNvPr>
            <p:cNvSpPr/>
            <p:nvPr/>
          </p:nvSpPr>
          <p:spPr>
            <a:xfrm>
              <a:off x="11194279" y="4718405"/>
              <a:ext cx="314299" cy="170009"/>
            </a:xfrm>
            <a:prstGeom prst="hexagon">
              <a:avLst>
                <a:gd name="adj" fmla="val 39558"/>
                <a:gd name="vf" fmla="val 115470"/>
              </a:avLst>
            </a:prstGeom>
            <a:pattFill prst="wdDnDiag">
              <a:fgClr>
                <a:srgbClr val="FF0000"/>
              </a:fgClr>
              <a:bgClr>
                <a:schemeClr val="bg1"/>
              </a:bgClr>
            </a:patt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334" name="Hexagon 3333">
              <a:extLst>
                <a:ext uri="{FF2B5EF4-FFF2-40B4-BE49-F238E27FC236}">
                  <a16:creationId xmlns:a16="http://schemas.microsoft.com/office/drawing/2014/main" id="{BD7F0A76-D64D-4BAE-81BF-54C3FC9CDE10}"/>
                </a:ext>
              </a:extLst>
            </p:cNvPr>
            <p:cNvSpPr/>
            <p:nvPr/>
          </p:nvSpPr>
          <p:spPr>
            <a:xfrm>
              <a:off x="10479868" y="4995276"/>
              <a:ext cx="314299" cy="170009"/>
            </a:xfrm>
            <a:prstGeom prst="hexagon">
              <a:avLst>
                <a:gd name="adj" fmla="val 39558"/>
                <a:gd name="vf" fmla="val 115470"/>
              </a:avLst>
            </a:prstGeom>
            <a:pattFill prst="wdDnDiag">
              <a:fgClr>
                <a:srgbClr val="FF0000"/>
              </a:fgClr>
              <a:bgClr>
                <a:schemeClr val="bg1"/>
              </a:bgClr>
            </a:patt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378" name="Hexagon 3377">
              <a:extLst>
                <a:ext uri="{FF2B5EF4-FFF2-40B4-BE49-F238E27FC236}">
                  <a16:creationId xmlns:a16="http://schemas.microsoft.com/office/drawing/2014/main" id="{8A094CAB-7477-40F4-8450-27E71F0698F0}"/>
                </a:ext>
              </a:extLst>
            </p:cNvPr>
            <p:cNvSpPr/>
            <p:nvPr/>
          </p:nvSpPr>
          <p:spPr>
            <a:xfrm>
              <a:off x="9053535" y="9961787"/>
              <a:ext cx="314299" cy="170009"/>
            </a:xfrm>
            <a:prstGeom prst="hexagon">
              <a:avLst>
                <a:gd name="adj" fmla="val 39558"/>
                <a:gd name="vf" fmla="val 115470"/>
              </a:avLst>
            </a:prstGeom>
            <a:pattFill prst="wdDnDiag">
              <a:fgClr>
                <a:srgbClr val="FF0000"/>
              </a:fgClr>
              <a:bgClr>
                <a:schemeClr val="bg1"/>
              </a:bgClr>
            </a:patt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382" name="Hexagon 3381">
              <a:extLst>
                <a:ext uri="{FF2B5EF4-FFF2-40B4-BE49-F238E27FC236}">
                  <a16:creationId xmlns:a16="http://schemas.microsoft.com/office/drawing/2014/main" id="{C0D02F6B-AA13-4EF8-89A6-2FD46B060BEA}"/>
                </a:ext>
              </a:extLst>
            </p:cNvPr>
            <p:cNvSpPr/>
            <p:nvPr/>
          </p:nvSpPr>
          <p:spPr>
            <a:xfrm>
              <a:off x="12152596" y="10977454"/>
              <a:ext cx="314299" cy="170009"/>
            </a:xfrm>
            <a:prstGeom prst="hexagon">
              <a:avLst>
                <a:gd name="adj" fmla="val 39558"/>
                <a:gd name="vf" fmla="val 115470"/>
              </a:avLst>
            </a:prstGeom>
            <a:pattFill prst="wdDnDiag">
              <a:fgClr>
                <a:srgbClr val="FF0000"/>
              </a:fgClr>
              <a:bgClr>
                <a:schemeClr val="bg1"/>
              </a:bgClr>
            </a:patt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386" name="Hexagon 3385">
              <a:extLst>
                <a:ext uri="{FF2B5EF4-FFF2-40B4-BE49-F238E27FC236}">
                  <a16:creationId xmlns:a16="http://schemas.microsoft.com/office/drawing/2014/main" id="{213C715F-92EE-40A3-8FDC-1B9ED4D8CCA0}"/>
                </a:ext>
              </a:extLst>
            </p:cNvPr>
            <p:cNvSpPr/>
            <p:nvPr/>
          </p:nvSpPr>
          <p:spPr>
            <a:xfrm>
              <a:off x="11413089" y="6664737"/>
              <a:ext cx="314299" cy="170009"/>
            </a:xfrm>
            <a:prstGeom prst="hexagon">
              <a:avLst>
                <a:gd name="adj" fmla="val 39558"/>
                <a:gd name="vf" fmla="val 115470"/>
              </a:avLst>
            </a:prstGeom>
            <a:pattFill prst="wdDnDiag">
              <a:fgClr>
                <a:srgbClr val="FF0000"/>
              </a:fgClr>
              <a:bgClr>
                <a:schemeClr val="bg1"/>
              </a:bgClr>
            </a:patt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387" name="Hexagon 3386">
              <a:extLst>
                <a:ext uri="{FF2B5EF4-FFF2-40B4-BE49-F238E27FC236}">
                  <a16:creationId xmlns:a16="http://schemas.microsoft.com/office/drawing/2014/main" id="{44781C6B-3476-42A2-8FE9-963E0658D03C}"/>
                </a:ext>
              </a:extLst>
            </p:cNvPr>
            <p:cNvSpPr/>
            <p:nvPr/>
          </p:nvSpPr>
          <p:spPr>
            <a:xfrm>
              <a:off x="12152596" y="6007178"/>
              <a:ext cx="314299" cy="170009"/>
            </a:xfrm>
            <a:prstGeom prst="hexagon">
              <a:avLst>
                <a:gd name="adj" fmla="val 39558"/>
                <a:gd name="vf" fmla="val 115470"/>
              </a:avLst>
            </a:prstGeom>
            <a:pattFill prst="wdDnDiag">
              <a:fgClr>
                <a:srgbClr val="FF0000"/>
              </a:fgClr>
              <a:bgClr>
                <a:schemeClr val="bg1"/>
              </a:bgClr>
            </a:patt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388" name="Hexagon 3387">
              <a:extLst>
                <a:ext uri="{FF2B5EF4-FFF2-40B4-BE49-F238E27FC236}">
                  <a16:creationId xmlns:a16="http://schemas.microsoft.com/office/drawing/2014/main" id="{EC906438-9D69-4912-86D1-279A0B124005}"/>
                </a:ext>
              </a:extLst>
            </p:cNvPr>
            <p:cNvSpPr/>
            <p:nvPr/>
          </p:nvSpPr>
          <p:spPr>
            <a:xfrm>
              <a:off x="11212335" y="5831624"/>
              <a:ext cx="314299" cy="170009"/>
            </a:xfrm>
            <a:prstGeom prst="hexagon">
              <a:avLst>
                <a:gd name="adj" fmla="val 39558"/>
                <a:gd name="vf" fmla="val 115470"/>
              </a:avLst>
            </a:prstGeom>
            <a:pattFill prst="wdDnDiag">
              <a:fgClr>
                <a:srgbClr val="FF0000"/>
              </a:fgClr>
              <a:bgClr>
                <a:schemeClr val="bg1"/>
              </a:bgClr>
            </a:patt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</p:grpSp>
      <p:grpSp>
        <p:nvGrpSpPr>
          <p:cNvPr id="100" name="商人">
            <a:extLst>
              <a:ext uri="{FF2B5EF4-FFF2-40B4-BE49-F238E27FC236}">
                <a16:creationId xmlns:a16="http://schemas.microsoft.com/office/drawing/2014/main" id="{E47B77E9-9C37-4403-9BDC-DB2EB7E0A0F8}"/>
              </a:ext>
            </a:extLst>
          </p:cNvPr>
          <p:cNvGrpSpPr/>
          <p:nvPr/>
        </p:nvGrpSpPr>
        <p:grpSpPr>
          <a:xfrm>
            <a:off x="532854" y="762124"/>
            <a:ext cx="11907731" cy="9179812"/>
            <a:chOff x="559164" y="2503839"/>
            <a:chExt cx="11907731" cy="9179812"/>
          </a:xfrm>
        </p:grpSpPr>
        <p:sp>
          <p:nvSpPr>
            <p:cNvPr id="3394" name="Hexagon 3393">
              <a:extLst>
                <a:ext uri="{FF2B5EF4-FFF2-40B4-BE49-F238E27FC236}">
                  <a16:creationId xmlns:a16="http://schemas.microsoft.com/office/drawing/2014/main" id="{41621ACC-A0CB-48B1-ADD8-9016AAA0A044}"/>
                </a:ext>
              </a:extLst>
            </p:cNvPr>
            <p:cNvSpPr/>
            <p:nvPr/>
          </p:nvSpPr>
          <p:spPr>
            <a:xfrm>
              <a:off x="5513754" y="2503839"/>
              <a:ext cx="309840" cy="170009"/>
            </a:xfrm>
            <a:prstGeom prst="hexagon">
              <a:avLst>
                <a:gd name="adj" fmla="val 39558"/>
                <a:gd name="vf" fmla="val 115470"/>
              </a:avLst>
            </a:prstGeom>
            <a:pattFill prst="lgGrid">
              <a:fgClr>
                <a:schemeClr val="accent1"/>
              </a:fgClr>
              <a:bgClr>
                <a:schemeClr val="bg1"/>
              </a:bgClr>
            </a:patt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r>
                <a:rPr lang="en-US" sz="1615" dirty="0"/>
                <a:t> </a:t>
              </a:r>
            </a:p>
          </p:txBody>
        </p:sp>
        <p:sp>
          <p:nvSpPr>
            <p:cNvPr id="3354" name="Hexagon 3353">
              <a:extLst>
                <a:ext uri="{FF2B5EF4-FFF2-40B4-BE49-F238E27FC236}">
                  <a16:creationId xmlns:a16="http://schemas.microsoft.com/office/drawing/2014/main" id="{AE6F1E6A-F322-4A26-91D6-810E523CFE3E}"/>
                </a:ext>
              </a:extLst>
            </p:cNvPr>
            <p:cNvSpPr/>
            <p:nvPr/>
          </p:nvSpPr>
          <p:spPr>
            <a:xfrm>
              <a:off x="5727701" y="11062460"/>
              <a:ext cx="309840" cy="170009"/>
            </a:xfrm>
            <a:prstGeom prst="hexagon">
              <a:avLst>
                <a:gd name="adj" fmla="val 39558"/>
                <a:gd name="vf" fmla="val 115470"/>
              </a:avLst>
            </a:prstGeom>
            <a:pattFill prst="lgGrid">
              <a:fgClr>
                <a:schemeClr val="accent1"/>
              </a:fgClr>
              <a:bgClr>
                <a:schemeClr val="bg1"/>
              </a:bgClr>
            </a:patt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355" name="Hexagon 3354">
              <a:extLst>
                <a:ext uri="{FF2B5EF4-FFF2-40B4-BE49-F238E27FC236}">
                  <a16:creationId xmlns:a16="http://schemas.microsoft.com/office/drawing/2014/main" id="{2B3C4C32-CEBA-489F-A00A-25D8A86475FB}"/>
                </a:ext>
              </a:extLst>
            </p:cNvPr>
            <p:cNvSpPr/>
            <p:nvPr/>
          </p:nvSpPr>
          <p:spPr>
            <a:xfrm>
              <a:off x="4562476" y="10977455"/>
              <a:ext cx="309840" cy="170009"/>
            </a:xfrm>
            <a:prstGeom prst="hexagon">
              <a:avLst>
                <a:gd name="adj" fmla="val 39558"/>
                <a:gd name="vf" fmla="val 115470"/>
              </a:avLst>
            </a:prstGeom>
            <a:pattFill prst="lgGrid">
              <a:fgClr>
                <a:schemeClr val="accent1"/>
              </a:fgClr>
              <a:bgClr>
                <a:schemeClr val="bg1"/>
              </a:bgClr>
            </a:patt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356" name="Hexagon 3355">
              <a:extLst>
                <a:ext uri="{FF2B5EF4-FFF2-40B4-BE49-F238E27FC236}">
                  <a16:creationId xmlns:a16="http://schemas.microsoft.com/office/drawing/2014/main" id="{5AC308C0-1869-40A7-B43D-6B612DD59A27}"/>
                </a:ext>
              </a:extLst>
            </p:cNvPr>
            <p:cNvSpPr/>
            <p:nvPr/>
          </p:nvSpPr>
          <p:spPr>
            <a:xfrm>
              <a:off x="2895601" y="11241313"/>
              <a:ext cx="309840" cy="170009"/>
            </a:xfrm>
            <a:prstGeom prst="hexagon">
              <a:avLst>
                <a:gd name="adj" fmla="val 39558"/>
                <a:gd name="vf" fmla="val 115470"/>
              </a:avLst>
            </a:prstGeom>
            <a:pattFill prst="lgGrid">
              <a:fgClr>
                <a:schemeClr val="accent1"/>
              </a:fgClr>
              <a:bgClr>
                <a:schemeClr val="bg1"/>
              </a:bgClr>
            </a:patt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357" name="Hexagon 3356">
              <a:extLst>
                <a:ext uri="{FF2B5EF4-FFF2-40B4-BE49-F238E27FC236}">
                  <a16:creationId xmlns:a16="http://schemas.microsoft.com/office/drawing/2014/main" id="{04992537-296E-48AC-A689-673963ABC37C}"/>
                </a:ext>
              </a:extLst>
            </p:cNvPr>
            <p:cNvSpPr/>
            <p:nvPr/>
          </p:nvSpPr>
          <p:spPr>
            <a:xfrm>
              <a:off x="2425701" y="10326913"/>
              <a:ext cx="309840" cy="170009"/>
            </a:xfrm>
            <a:prstGeom prst="hexagon">
              <a:avLst>
                <a:gd name="adj" fmla="val 39558"/>
                <a:gd name="vf" fmla="val 115470"/>
              </a:avLst>
            </a:prstGeom>
            <a:pattFill prst="lgGrid">
              <a:fgClr>
                <a:schemeClr val="accent1"/>
              </a:fgClr>
              <a:bgClr>
                <a:schemeClr val="bg1"/>
              </a:bgClr>
            </a:patt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358" name="Hexagon 3357">
              <a:extLst>
                <a:ext uri="{FF2B5EF4-FFF2-40B4-BE49-F238E27FC236}">
                  <a16:creationId xmlns:a16="http://schemas.microsoft.com/office/drawing/2014/main" id="{88C1BC47-6B37-45C9-958A-ADA8DA3D1E89}"/>
                </a:ext>
              </a:extLst>
            </p:cNvPr>
            <p:cNvSpPr/>
            <p:nvPr/>
          </p:nvSpPr>
          <p:spPr>
            <a:xfrm>
              <a:off x="1003685" y="9980838"/>
              <a:ext cx="309840" cy="170009"/>
            </a:xfrm>
            <a:prstGeom prst="hexagon">
              <a:avLst>
                <a:gd name="adj" fmla="val 39558"/>
                <a:gd name="vf" fmla="val 115470"/>
              </a:avLst>
            </a:prstGeom>
            <a:pattFill prst="lgGrid">
              <a:fgClr>
                <a:schemeClr val="accent1"/>
              </a:fgClr>
              <a:bgClr>
                <a:schemeClr val="bg1"/>
              </a:bgClr>
            </a:patt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359" name="Hexagon 3358">
              <a:extLst>
                <a:ext uri="{FF2B5EF4-FFF2-40B4-BE49-F238E27FC236}">
                  <a16:creationId xmlns:a16="http://schemas.microsoft.com/office/drawing/2014/main" id="{076DE36B-18A2-4101-9358-F0B0686256E6}"/>
                </a:ext>
              </a:extLst>
            </p:cNvPr>
            <p:cNvSpPr/>
            <p:nvPr/>
          </p:nvSpPr>
          <p:spPr>
            <a:xfrm>
              <a:off x="775084" y="9148988"/>
              <a:ext cx="309840" cy="170009"/>
            </a:xfrm>
            <a:prstGeom prst="hexagon">
              <a:avLst>
                <a:gd name="adj" fmla="val 39558"/>
                <a:gd name="vf" fmla="val 115470"/>
              </a:avLst>
            </a:prstGeom>
            <a:pattFill prst="lgGrid">
              <a:fgClr>
                <a:schemeClr val="accent1"/>
              </a:fgClr>
              <a:bgClr>
                <a:schemeClr val="bg1"/>
              </a:bgClr>
            </a:patt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360" name="Hexagon 3359">
              <a:extLst>
                <a:ext uri="{FF2B5EF4-FFF2-40B4-BE49-F238E27FC236}">
                  <a16:creationId xmlns:a16="http://schemas.microsoft.com/office/drawing/2014/main" id="{AE1315B6-6887-4E67-A447-06F2D9684038}"/>
                </a:ext>
              </a:extLst>
            </p:cNvPr>
            <p:cNvSpPr/>
            <p:nvPr/>
          </p:nvSpPr>
          <p:spPr>
            <a:xfrm>
              <a:off x="1737109" y="8402863"/>
              <a:ext cx="309840" cy="170009"/>
            </a:xfrm>
            <a:prstGeom prst="hexagon">
              <a:avLst>
                <a:gd name="adj" fmla="val 39558"/>
                <a:gd name="vf" fmla="val 115470"/>
              </a:avLst>
            </a:prstGeom>
            <a:pattFill prst="lgGrid">
              <a:fgClr>
                <a:schemeClr val="accent1"/>
              </a:fgClr>
              <a:bgClr>
                <a:schemeClr val="bg1"/>
              </a:bgClr>
            </a:patt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361" name="Hexagon 3360">
              <a:extLst>
                <a:ext uri="{FF2B5EF4-FFF2-40B4-BE49-F238E27FC236}">
                  <a16:creationId xmlns:a16="http://schemas.microsoft.com/office/drawing/2014/main" id="{4E6850D3-68FA-4224-9932-0E736DBABF6D}"/>
                </a:ext>
              </a:extLst>
            </p:cNvPr>
            <p:cNvSpPr/>
            <p:nvPr/>
          </p:nvSpPr>
          <p:spPr>
            <a:xfrm>
              <a:off x="2670559" y="8209188"/>
              <a:ext cx="309840" cy="170009"/>
            </a:xfrm>
            <a:prstGeom prst="hexagon">
              <a:avLst>
                <a:gd name="adj" fmla="val 39558"/>
                <a:gd name="vf" fmla="val 115470"/>
              </a:avLst>
            </a:prstGeom>
            <a:pattFill prst="lgGrid">
              <a:fgClr>
                <a:schemeClr val="accent1"/>
              </a:fgClr>
              <a:bgClr>
                <a:schemeClr val="bg1"/>
              </a:bgClr>
            </a:patt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362" name="Hexagon 3361">
              <a:extLst>
                <a:ext uri="{FF2B5EF4-FFF2-40B4-BE49-F238E27FC236}">
                  <a16:creationId xmlns:a16="http://schemas.microsoft.com/office/drawing/2014/main" id="{D95E44F7-1420-45A0-A338-1FCB61CFC333}"/>
                </a:ext>
              </a:extLst>
            </p:cNvPr>
            <p:cNvSpPr/>
            <p:nvPr/>
          </p:nvSpPr>
          <p:spPr>
            <a:xfrm>
              <a:off x="3858009" y="7205888"/>
              <a:ext cx="309840" cy="170009"/>
            </a:xfrm>
            <a:prstGeom prst="hexagon">
              <a:avLst>
                <a:gd name="adj" fmla="val 39558"/>
                <a:gd name="vf" fmla="val 115470"/>
              </a:avLst>
            </a:prstGeom>
            <a:pattFill prst="lgGrid">
              <a:fgClr>
                <a:schemeClr val="accent1"/>
              </a:fgClr>
              <a:bgClr>
                <a:schemeClr val="bg1"/>
              </a:bgClr>
            </a:patt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363" name="Hexagon 3362">
              <a:extLst>
                <a:ext uri="{FF2B5EF4-FFF2-40B4-BE49-F238E27FC236}">
                  <a16:creationId xmlns:a16="http://schemas.microsoft.com/office/drawing/2014/main" id="{FCD09507-1AAE-4972-B0D5-05C44F85CF38}"/>
                </a:ext>
              </a:extLst>
            </p:cNvPr>
            <p:cNvSpPr/>
            <p:nvPr/>
          </p:nvSpPr>
          <p:spPr>
            <a:xfrm>
              <a:off x="559164" y="7193187"/>
              <a:ext cx="309840" cy="170009"/>
            </a:xfrm>
            <a:prstGeom prst="hexagon">
              <a:avLst>
                <a:gd name="adj" fmla="val 39558"/>
                <a:gd name="vf" fmla="val 115470"/>
              </a:avLst>
            </a:prstGeom>
            <a:pattFill prst="lgGrid">
              <a:fgClr>
                <a:schemeClr val="accent1"/>
              </a:fgClr>
              <a:bgClr>
                <a:schemeClr val="bg1"/>
              </a:bgClr>
            </a:patt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364" name="Hexagon 3363">
              <a:extLst>
                <a:ext uri="{FF2B5EF4-FFF2-40B4-BE49-F238E27FC236}">
                  <a16:creationId xmlns:a16="http://schemas.microsoft.com/office/drawing/2014/main" id="{AA5D0C0B-5ACA-4377-90A1-304F9767E4EA}"/>
                </a:ext>
              </a:extLst>
            </p:cNvPr>
            <p:cNvSpPr/>
            <p:nvPr/>
          </p:nvSpPr>
          <p:spPr>
            <a:xfrm>
              <a:off x="1255414" y="6177187"/>
              <a:ext cx="309840" cy="170009"/>
            </a:xfrm>
            <a:prstGeom prst="hexagon">
              <a:avLst>
                <a:gd name="adj" fmla="val 39558"/>
                <a:gd name="vf" fmla="val 115470"/>
              </a:avLst>
            </a:prstGeom>
            <a:pattFill prst="lgGrid">
              <a:fgClr>
                <a:schemeClr val="accent1"/>
              </a:fgClr>
              <a:bgClr>
                <a:schemeClr val="bg1"/>
              </a:bgClr>
            </a:patt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r>
                <a:rPr lang="en-US" sz="1615" dirty="0"/>
                <a:t> </a:t>
              </a:r>
            </a:p>
          </p:txBody>
        </p:sp>
        <p:sp>
          <p:nvSpPr>
            <p:cNvPr id="3365" name="Hexagon 3364">
              <a:extLst>
                <a:ext uri="{FF2B5EF4-FFF2-40B4-BE49-F238E27FC236}">
                  <a16:creationId xmlns:a16="http://schemas.microsoft.com/office/drawing/2014/main" id="{3645EA21-6432-422C-9202-75F42CC246D7}"/>
                </a:ext>
              </a:extLst>
            </p:cNvPr>
            <p:cNvSpPr/>
            <p:nvPr/>
          </p:nvSpPr>
          <p:spPr>
            <a:xfrm>
              <a:off x="3147714" y="5638299"/>
              <a:ext cx="309840" cy="170009"/>
            </a:xfrm>
            <a:prstGeom prst="hexagon">
              <a:avLst>
                <a:gd name="adj" fmla="val 39558"/>
                <a:gd name="vf" fmla="val 115470"/>
              </a:avLst>
            </a:prstGeom>
            <a:pattFill prst="lgGrid">
              <a:fgClr>
                <a:schemeClr val="accent1"/>
              </a:fgClr>
              <a:bgClr>
                <a:schemeClr val="bg1"/>
              </a:bgClr>
            </a:patt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r>
                <a:rPr lang="en-US" sz="1615" dirty="0"/>
                <a:t> </a:t>
              </a:r>
            </a:p>
          </p:txBody>
        </p:sp>
        <p:sp>
          <p:nvSpPr>
            <p:cNvPr id="3366" name="Hexagon 3365">
              <a:extLst>
                <a:ext uri="{FF2B5EF4-FFF2-40B4-BE49-F238E27FC236}">
                  <a16:creationId xmlns:a16="http://schemas.microsoft.com/office/drawing/2014/main" id="{B84CD310-D04B-4D73-8053-B28CD6B539C3}"/>
                </a:ext>
              </a:extLst>
            </p:cNvPr>
            <p:cNvSpPr/>
            <p:nvPr/>
          </p:nvSpPr>
          <p:spPr>
            <a:xfrm>
              <a:off x="1706264" y="4885824"/>
              <a:ext cx="309840" cy="170009"/>
            </a:xfrm>
            <a:prstGeom prst="hexagon">
              <a:avLst>
                <a:gd name="adj" fmla="val 39558"/>
                <a:gd name="vf" fmla="val 115470"/>
              </a:avLst>
            </a:prstGeom>
            <a:pattFill prst="lgGrid">
              <a:fgClr>
                <a:schemeClr val="accent1"/>
              </a:fgClr>
              <a:bgClr>
                <a:schemeClr val="bg1"/>
              </a:bgClr>
            </a:patt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r>
                <a:rPr lang="en-US" sz="1615" dirty="0"/>
                <a:t> </a:t>
              </a:r>
            </a:p>
          </p:txBody>
        </p:sp>
        <p:sp>
          <p:nvSpPr>
            <p:cNvPr id="3367" name="Hexagon 3366">
              <a:extLst>
                <a:ext uri="{FF2B5EF4-FFF2-40B4-BE49-F238E27FC236}">
                  <a16:creationId xmlns:a16="http://schemas.microsoft.com/office/drawing/2014/main" id="{969264D9-A24A-4E2B-B8C9-8725F8025168}"/>
                </a:ext>
              </a:extLst>
            </p:cNvPr>
            <p:cNvSpPr/>
            <p:nvPr/>
          </p:nvSpPr>
          <p:spPr>
            <a:xfrm>
              <a:off x="2409826" y="3511049"/>
              <a:ext cx="309840" cy="170009"/>
            </a:xfrm>
            <a:prstGeom prst="hexagon">
              <a:avLst>
                <a:gd name="adj" fmla="val 39558"/>
                <a:gd name="vf" fmla="val 115470"/>
              </a:avLst>
            </a:prstGeom>
            <a:pattFill prst="lgGrid">
              <a:fgClr>
                <a:schemeClr val="accent1"/>
              </a:fgClr>
              <a:bgClr>
                <a:schemeClr val="bg1"/>
              </a:bgClr>
            </a:patt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r>
                <a:rPr lang="en-US" sz="1615" dirty="0"/>
                <a:t> </a:t>
              </a:r>
            </a:p>
          </p:txBody>
        </p:sp>
        <p:sp>
          <p:nvSpPr>
            <p:cNvPr id="3368" name="Hexagon 3367">
              <a:extLst>
                <a:ext uri="{FF2B5EF4-FFF2-40B4-BE49-F238E27FC236}">
                  <a16:creationId xmlns:a16="http://schemas.microsoft.com/office/drawing/2014/main" id="{8CDB71A2-7073-4DC4-97BB-31D811DD73E0}"/>
                </a:ext>
              </a:extLst>
            </p:cNvPr>
            <p:cNvSpPr/>
            <p:nvPr/>
          </p:nvSpPr>
          <p:spPr>
            <a:xfrm>
              <a:off x="775084" y="3055278"/>
              <a:ext cx="309840" cy="170009"/>
            </a:xfrm>
            <a:prstGeom prst="hexagon">
              <a:avLst>
                <a:gd name="adj" fmla="val 39558"/>
                <a:gd name="vf" fmla="val 115470"/>
              </a:avLst>
            </a:prstGeom>
            <a:pattFill prst="lgGrid">
              <a:fgClr>
                <a:schemeClr val="accent1"/>
              </a:fgClr>
              <a:bgClr>
                <a:schemeClr val="bg1"/>
              </a:bgClr>
            </a:patt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r>
                <a:rPr lang="en-US" sz="1615" dirty="0"/>
                <a:t> </a:t>
              </a:r>
            </a:p>
          </p:txBody>
        </p:sp>
        <p:sp>
          <p:nvSpPr>
            <p:cNvPr id="3369" name="Hexagon 3368">
              <a:extLst>
                <a:ext uri="{FF2B5EF4-FFF2-40B4-BE49-F238E27FC236}">
                  <a16:creationId xmlns:a16="http://schemas.microsoft.com/office/drawing/2014/main" id="{54156A7C-99DB-49AB-9518-3243A9F5CE44}"/>
                </a:ext>
              </a:extLst>
            </p:cNvPr>
            <p:cNvSpPr/>
            <p:nvPr/>
          </p:nvSpPr>
          <p:spPr>
            <a:xfrm>
              <a:off x="4314826" y="5009649"/>
              <a:ext cx="309840" cy="170009"/>
            </a:xfrm>
            <a:prstGeom prst="hexagon">
              <a:avLst>
                <a:gd name="adj" fmla="val 39558"/>
                <a:gd name="vf" fmla="val 115470"/>
              </a:avLst>
            </a:prstGeom>
            <a:pattFill prst="lgGrid">
              <a:fgClr>
                <a:schemeClr val="accent1"/>
              </a:fgClr>
              <a:bgClr>
                <a:schemeClr val="bg1"/>
              </a:bgClr>
            </a:patt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r>
                <a:rPr lang="en-US" sz="1615" dirty="0"/>
                <a:t> </a:t>
              </a:r>
            </a:p>
          </p:txBody>
        </p:sp>
        <p:sp>
          <p:nvSpPr>
            <p:cNvPr id="3370" name="Hexagon 3369">
              <a:extLst>
                <a:ext uri="{FF2B5EF4-FFF2-40B4-BE49-F238E27FC236}">
                  <a16:creationId xmlns:a16="http://schemas.microsoft.com/office/drawing/2014/main" id="{D578268D-EF24-40CE-A77E-B4DEE4A19FAD}"/>
                </a:ext>
              </a:extLst>
            </p:cNvPr>
            <p:cNvSpPr/>
            <p:nvPr/>
          </p:nvSpPr>
          <p:spPr>
            <a:xfrm>
              <a:off x="5268614" y="4266699"/>
              <a:ext cx="309840" cy="170009"/>
            </a:xfrm>
            <a:prstGeom prst="hexagon">
              <a:avLst>
                <a:gd name="adj" fmla="val 39558"/>
                <a:gd name="vf" fmla="val 115470"/>
              </a:avLst>
            </a:prstGeom>
            <a:pattFill prst="lgGrid">
              <a:fgClr>
                <a:schemeClr val="accent1"/>
              </a:fgClr>
              <a:bgClr>
                <a:schemeClr val="bg1"/>
              </a:bgClr>
            </a:patt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r>
                <a:rPr lang="en-US" sz="1615" dirty="0"/>
                <a:t> </a:t>
              </a:r>
            </a:p>
          </p:txBody>
        </p:sp>
        <p:sp>
          <p:nvSpPr>
            <p:cNvPr id="3371" name="Hexagon 3370">
              <a:extLst>
                <a:ext uri="{FF2B5EF4-FFF2-40B4-BE49-F238E27FC236}">
                  <a16:creationId xmlns:a16="http://schemas.microsoft.com/office/drawing/2014/main" id="{A33B45A3-C603-4D24-8595-22CE4A65A06F}"/>
                </a:ext>
              </a:extLst>
            </p:cNvPr>
            <p:cNvSpPr/>
            <p:nvPr/>
          </p:nvSpPr>
          <p:spPr>
            <a:xfrm>
              <a:off x="5055889" y="5647824"/>
              <a:ext cx="309840" cy="170009"/>
            </a:xfrm>
            <a:prstGeom prst="hexagon">
              <a:avLst>
                <a:gd name="adj" fmla="val 39558"/>
                <a:gd name="vf" fmla="val 115470"/>
              </a:avLst>
            </a:prstGeom>
            <a:pattFill prst="lgGrid">
              <a:fgClr>
                <a:schemeClr val="accent1"/>
              </a:fgClr>
              <a:bgClr>
                <a:schemeClr val="bg1"/>
              </a:bgClr>
            </a:patt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r>
                <a:rPr lang="en-US" sz="1615" dirty="0"/>
                <a:t> </a:t>
              </a:r>
            </a:p>
          </p:txBody>
        </p:sp>
        <p:sp>
          <p:nvSpPr>
            <p:cNvPr id="3372" name="Hexagon 3371">
              <a:extLst>
                <a:ext uri="{FF2B5EF4-FFF2-40B4-BE49-F238E27FC236}">
                  <a16:creationId xmlns:a16="http://schemas.microsoft.com/office/drawing/2014/main" id="{EB836A19-E5D8-447D-9310-4025BEE0CEA1}"/>
                </a:ext>
              </a:extLst>
            </p:cNvPr>
            <p:cNvSpPr/>
            <p:nvPr/>
          </p:nvSpPr>
          <p:spPr>
            <a:xfrm>
              <a:off x="4791055" y="9233992"/>
              <a:ext cx="309840" cy="170009"/>
            </a:xfrm>
            <a:prstGeom prst="hexagon">
              <a:avLst>
                <a:gd name="adj" fmla="val 39558"/>
                <a:gd name="vf" fmla="val 115470"/>
              </a:avLst>
            </a:prstGeom>
            <a:pattFill prst="lgGrid">
              <a:fgClr>
                <a:schemeClr val="accent1"/>
              </a:fgClr>
              <a:bgClr>
                <a:schemeClr val="bg1"/>
              </a:bgClr>
            </a:patt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r>
                <a:rPr lang="en-US" sz="1615" dirty="0"/>
                <a:t> </a:t>
              </a:r>
            </a:p>
          </p:txBody>
        </p:sp>
        <p:sp>
          <p:nvSpPr>
            <p:cNvPr id="3373" name="Hexagon 3372">
              <a:extLst>
                <a:ext uri="{FF2B5EF4-FFF2-40B4-BE49-F238E27FC236}">
                  <a16:creationId xmlns:a16="http://schemas.microsoft.com/office/drawing/2014/main" id="{122B112D-FD7E-4288-BF3E-DF9DF735D43B}"/>
                </a:ext>
              </a:extLst>
            </p:cNvPr>
            <p:cNvSpPr/>
            <p:nvPr/>
          </p:nvSpPr>
          <p:spPr>
            <a:xfrm>
              <a:off x="6219805" y="9410351"/>
              <a:ext cx="309840" cy="170009"/>
            </a:xfrm>
            <a:prstGeom prst="hexagon">
              <a:avLst>
                <a:gd name="adj" fmla="val 39558"/>
                <a:gd name="vf" fmla="val 115470"/>
              </a:avLst>
            </a:prstGeom>
            <a:pattFill prst="lgGrid">
              <a:fgClr>
                <a:schemeClr val="accent1"/>
              </a:fgClr>
              <a:bgClr>
                <a:schemeClr val="bg1"/>
              </a:bgClr>
            </a:patt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r>
                <a:rPr lang="en-US" sz="1615" dirty="0"/>
                <a:t> </a:t>
              </a:r>
            </a:p>
          </p:txBody>
        </p:sp>
        <p:sp>
          <p:nvSpPr>
            <p:cNvPr id="3374" name="Hexagon 3373">
              <a:extLst>
                <a:ext uri="{FF2B5EF4-FFF2-40B4-BE49-F238E27FC236}">
                  <a16:creationId xmlns:a16="http://schemas.microsoft.com/office/drawing/2014/main" id="{04DA6F5A-7215-4A8C-89F9-30A2E7731CFD}"/>
                </a:ext>
              </a:extLst>
            </p:cNvPr>
            <p:cNvSpPr/>
            <p:nvPr/>
          </p:nvSpPr>
          <p:spPr>
            <a:xfrm>
              <a:off x="5499080" y="9699276"/>
              <a:ext cx="309840" cy="170009"/>
            </a:xfrm>
            <a:prstGeom prst="hexagon">
              <a:avLst>
                <a:gd name="adj" fmla="val 39558"/>
                <a:gd name="vf" fmla="val 115470"/>
              </a:avLst>
            </a:prstGeom>
            <a:pattFill prst="lgGrid">
              <a:fgClr>
                <a:schemeClr val="accent1"/>
              </a:fgClr>
              <a:bgClr>
                <a:schemeClr val="bg1"/>
              </a:bgClr>
            </a:patt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r>
                <a:rPr lang="en-US" sz="1615" dirty="0"/>
                <a:t> </a:t>
              </a:r>
            </a:p>
          </p:txBody>
        </p:sp>
        <p:sp>
          <p:nvSpPr>
            <p:cNvPr id="3375" name="Hexagon 3374">
              <a:extLst>
                <a:ext uri="{FF2B5EF4-FFF2-40B4-BE49-F238E27FC236}">
                  <a16:creationId xmlns:a16="http://schemas.microsoft.com/office/drawing/2014/main" id="{A2A34EF7-C136-4624-85CD-A17E99F3C133}"/>
                </a:ext>
              </a:extLst>
            </p:cNvPr>
            <p:cNvSpPr/>
            <p:nvPr/>
          </p:nvSpPr>
          <p:spPr>
            <a:xfrm>
              <a:off x="8112105" y="10693051"/>
              <a:ext cx="309840" cy="170009"/>
            </a:xfrm>
            <a:prstGeom prst="hexagon">
              <a:avLst>
                <a:gd name="adj" fmla="val 39558"/>
                <a:gd name="vf" fmla="val 115470"/>
              </a:avLst>
            </a:prstGeom>
            <a:pattFill prst="lgGrid">
              <a:fgClr>
                <a:schemeClr val="accent1"/>
              </a:fgClr>
              <a:bgClr>
                <a:schemeClr val="bg1"/>
              </a:bgClr>
            </a:patt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r>
                <a:rPr lang="en-US" sz="1615" dirty="0"/>
                <a:t> </a:t>
              </a:r>
            </a:p>
          </p:txBody>
        </p:sp>
        <p:sp>
          <p:nvSpPr>
            <p:cNvPr id="3376" name="Hexagon 3375">
              <a:extLst>
                <a:ext uri="{FF2B5EF4-FFF2-40B4-BE49-F238E27FC236}">
                  <a16:creationId xmlns:a16="http://schemas.microsoft.com/office/drawing/2014/main" id="{D98AC9A1-E801-43CB-8E74-C1BC115D4DA4}"/>
                </a:ext>
              </a:extLst>
            </p:cNvPr>
            <p:cNvSpPr/>
            <p:nvPr/>
          </p:nvSpPr>
          <p:spPr>
            <a:xfrm>
              <a:off x="9778980" y="10056317"/>
              <a:ext cx="309840" cy="170009"/>
            </a:xfrm>
            <a:prstGeom prst="hexagon">
              <a:avLst>
                <a:gd name="adj" fmla="val 39558"/>
                <a:gd name="vf" fmla="val 115470"/>
              </a:avLst>
            </a:prstGeom>
            <a:pattFill prst="lgGrid">
              <a:fgClr>
                <a:schemeClr val="accent1"/>
              </a:fgClr>
              <a:bgClr>
                <a:schemeClr val="bg1"/>
              </a:bgClr>
            </a:patt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r>
                <a:rPr lang="en-US" sz="1615" dirty="0"/>
                <a:t> </a:t>
              </a:r>
            </a:p>
          </p:txBody>
        </p:sp>
        <p:sp>
          <p:nvSpPr>
            <p:cNvPr id="3377" name="Hexagon 3376">
              <a:extLst>
                <a:ext uri="{FF2B5EF4-FFF2-40B4-BE49-F238E27FC236}">
                  <a16:creationId xmlns:a16="http://schemas.microsoft.com/office/drawing/2014/main" id="{78534ED4-6583-4948-A0FD-ACBC78D971F9}"/>
                </a:ext>
              </a:extLst>
            </p:cNvPr>
            <p:cNvSpPr/>
            <p:nvPr/>
          </p:nvSpPr>
          <p:spPr>
            <a:xfrm>
              <a:off x="8578830" y="9214942"/>
              <a:ext cx="309840" cy="170009"/>
            </a:xfrm>
            <a:prstGeom prst="hexagon">
              <a:avLst>
                <a:gd name="adj" fmla="val 39558"/>
                <a:gd name="vf" fmla="val 115470"/>
              </a:avLst>
            </a:prstGeom>
            <a:pattFill prst="lgGrid">
              <a:fgClr>
                <a:schemeClr val="accent1"/>
              </a:fgClr>
              <a:bgClr>
                <a:schemeClr val="bg1"/>
              </a:bgClr>
            </a:patt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r>
                <a:rPr lang="en-US" sz="1615" dirty="0"/>
                <a:t> </a:t>
              </a:r>
            </a:p>
          </p:txBody>
        </p:sp>
        <p:sp>
          <p:nvSpPr>
            <p:cNvPr id="3379" name="Hexagon 3378">
              <a:extLst>
                <a:ext uri="{FF2B5EF4-FFF2-40B4-BE49-F238E27FC236}">
                  <a16:creationId xmlns:a16="http://schemas.microsoft.com/office/drawing/2014/main" id="{D4249A42-B8F6-4A2D-ACB1-0AF5911364F9}"/>
                </a:ext>
              </a:extLst>
            </p:cNvPr>
            <p:cNvSpPr/>
            <p:nvPr/>
          </p:nvSpPr>
          <p:spPr>
            <a:xfrm>
              <a:off x="9778980" y="11513642"/>
              <a:ext cx="309840" cy="170009"/>
            </a:xfrm>
            <a:prstGeom prst="hexagon">
              <a:avLst>
                <a:gd name="adj" fmla="val 39558"/>
                <a:gd name="vf" fmla="val 115470"/>
              </a:avLst>
            </a:prstGeom>
            <a:pattFill prst="lgGrid">
              <a:fgClr>
                <a:schemeClr val="accent1"/>
              </a:fgClr>
              <a:bgClr>
                <a:schemeClr val="bg1"/>
              </a:bgClr>
            </a:patt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r>
                <a:rPr lang="en-US" sz="1615" dirty="0"/>
                <a:t> </a:t>
              </a:r>
            </a:p>
          </p:txBody>
        </p:sp>
        <p:sp>
          <p:nvSpPr>
            <p:cNvPr id="3380" name="Hexagon 3379">
              <a:extLst>
                <a:ext uri="{FF2B5EF4-FFF2-40B4-BE49-F238E27FC236}">
                  <a16:creationId xmlns:a16="http://schemas.microsoft.com/office/drawing/2014/main" id="{E2B65B60-6E12-4EAD-81F4-9AEB6A9DFC82}"/>
                </a:ext>
              </a:extLst>
            </p:cNvPr>
            <p:cNvSpPr/>
            <p:nvPr/>
          </p:nvSpPr>
          <p:spPr>
            <a:xfrm>
              <a:off x="11661755" y="11513641"/>
              <a:ext cx="309840" cy="170009"/>
            </a:xfrm>
            <a:prstGeom prst="hexagon">
              <a:avLst>
                <a:gd name="adj" fmla="val 39558"/>
                <a:gd name="vf" fmla="val 115470"/>
              </a:avLst>
            </a:prstGeom>
            <a:pattFill prst="lgGrid">
              <a:fgClr>
                <a:schemeClr val="accent1"/>
              </a:fgClr>
              <a:bgClr>
                <a:schemeClr val="bg1"/>
              </a:bgClr>
            </a:patt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r>
                <a:rPr lang="en-US" sz="1615" dirty="0"/>
                <a:t> </a:t>
              </a:r>
            </a:p>
          </p:txBody>
        </p:sp>
        <p:sp>
          <p:nvSpPr>
            <p:cNvPr id="3381" name="Hexagon 3380">
              <a:extLst>
                <a:ext uri="{FF2B5EF4-FFF2-40B4-BE49-F238E27FC236}">
                  <a16:creationId xmlns:a16="http://schemas.microsoft.com/office/drawing/2014/main" id="{F9B129FE-660D-406E-9E3A-0E92CDCE1BD4}"/>
                </a:ext>
              </a:extLst>
            </p:cNvPr>
            <p:cNvSpPr/>
            <p:nvPr/>
          </p:nvSpPr>
          <p:spPr>
            <a:xfrm>
              <a:off x="12157055" y="10421442"/>
              <a:ext cx="309840" cy="170009"/>
            </a:xfrm>
            <a:prstGeom prst="hexagon">
              <a:avLst>
                <a:gd name="adj" fmla="val 39558"/>
                <a:gd name="vf" fmla="val 115470"/>
              </a:avLst>
            </a:prstGeom>
            <a:pattFill prst="lgGrid">
              <a:fgClr>
                <a:schemeClr val="accent1"/>
              </a:fgClr>
              <a:bgClr>
                <a:schemeClr val="bg1"/>
              </a:bgClr>
            </a:patt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r>
                <a:rPr lang="en-US" sz="1615" dirty="0"/>
                <a:t> </a:t>
              </a:r>
            </a:p>
          </p:txBody>
        </p:sp>
        <p:sp>
          <p:nvSpPr>
            <p:cNvPr id="3383" name="Hexagon 3382">
              <a:extLst>
                <a:ext uri="{FF2B5EF4-FFF2-40B4-BE49-F238E27FC236}">
                  <a16:creationId xmlns:a16="http://schemas.microsoft.com/office/drawing/2014/main" id="{193DE89B-6EE0-48EF-B114-749640DE4A00}"/>
                </a:ext>
              </a:extLst>
            </p:cNvPr>
            <p:cNvSpPr/>
            <p:nvPr/>
          </p:nvSpPr>
          <p:spPr>
            <a:xfrm>
              <a:off x="10960080" y="9593060"/>
              <a:ext cx="309840" cy="170009"/>
            </a:xfrm>
            <a:prstGeom prst="hexagon">
              <a:avLst>
                <a:gd name="adj" fmla="val 39558"/>
                <a:gd name="vf" fmla="val 115470"/>
              </a:avLst>
            </a:prstGeom>
            <a:pattFill prst="lgGrid">
              <a:fgClr>
                <a:schemeClr val="accent1"/>
              </a:fgClr>
              <a:bgClr>
                <a:schemeClr val="bg1"/>
              </a:bgClr>
            </a:patt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r>
                <a:rPr lang="en-US" sz="1615" dirty="0"/>
                <a:t> </a:t>
              </a:r>
            </a:p>
          </p:txBody>
        </p:sp>
        <p:sp>
          <p:nvSpPr>
            <p:cNvPr id="3384" name="Hexagon 3383">
              <a:extLst>
                <a:ext uri="{FF2B5EF4-FFF2-40B4-BE49-F238E27FC236}">
                  <a16:creationId xmlns:a16="http://schemas.microsoft.com/office/drawing/2014/main" id="{248F4B32-E06D-4CE3-A67B-FB0DC03BC542}"/>
                </a:ext>
              </a:extLst>
            </p:cNvPr>
            <p:cNvSpPr/>
            <p:nvPr/>
          </p:nvSpPr>
          <p:spPr>
            <a:xfrm>
              <a:off x="9778980" y="7653135"/>
              <a:ext cx="309840" cy="170009"/>
            </a:xfrm>
            <a:prstGeom prst="hexagon">
              <a:avLst>
                <a:gd name="adj" fmla="val 39558"/>
                <a:gd name="vf" fmla="val 115470"/>
              </a:avLst>
            </a:prstGeom>
            <a:pattFill prst="lgGrid">
              <a:fgClr>
                <a:schemeClr val="accent1"/>
              </a:fgClr>
              <a:bgClr>
                <a:schemeClr val="bg1"/>
              </a:bgClr>
            </a:patt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r>
                <a:rPr lang="en-US" sz="1615" dirty="0"/>
                <a:t> </a:t>
              </a:r>
            </a:p>
          </p:txBody>
        </p:sp>
        <p:sp>
          <p:nvSpPr>
            <p:cNvPr id="3385" name="Hexagon 3384">
              <a:extLst>
                <a:ext uri="{FF2B5EF4-FFF2-40B4-BE49-F238E27FC236}">
                  <a16:creationId xmlns:a16="http://schemas.microsoft.com/office/drawing/2014/main" id="{6A8FD43D-73AC-4431-92A6-3A60DBA294C4}"/>
                </a:ext>
              </a:extLst>
            </p:cNvPr>
            <p:cNvSpPr/>
            <p:nvPr/>
          </p:nvSpPr>
          <p:spPr>
            <a:xfrm>
              <a:off x="11912580" y="7568130"/>
              <a:ext cx="309840" cy="170009"/>
            </a:xfrm>
            <a:prstGeom prst="hexagon">
              <a:avLst>
                <a:gd name="adj" fmla="val 39558"/>
                <a:gd name="vf" fmla="val 115470"/>
              </a:avLst>
            </a:prstGeom>
            <a:pattFill prst="lgGrid">
              <a:fgClr>
                <a:schemeClr val="accent1"/>
              </a:fgClr>
              <a:bgClr>
                <a:schemeClr val="bg1"/>
              </a:bgClr>
            </a:patt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r>
                <a:rPr lang="en-US" sz="1615" dirty="0"/>
                <a:t> </a:t>
              </a:r>
            </a:p>
          </p:txBody>
        </p:sp>
        <p:sp>
          <p:nvSpPr>
            <p:cNvPr id="3389" name="Hexagon 3388">
              <a:extLst>
                <a:ext uri="{FF2B5EF4-FFF2-40B4-BE49-F238E27FC236}">
                  <a16:creationId xmlns:a16="http://schemas.microsoft.com/office/drawing/2014/main" id="{77AB97A7-C178-40C1-B456-4E658DC1E075}"/>
                </a:ext>
              </a:extLst>
            </p:cNvPr>
            <p:cNvSpPr/>
            <p:nvPr/>
          </p:nvSpPr>
          <p:spPr>
            <a:xfrm>
              <a:off x="12157055" y="5638298"/>
              <a:ext cx="309840" cy="170009"/>
            </a:xfrm>
            <a:prstGeom prst="hexagon">
              <a:avLst>
                <a:gd name="adj" fmla="val 39558"/>
                <a:gd name="vf" fmla="val 115470"/>
              </a:avLst>
            </a:prstGeom>
            <a:pattFill prst="lgGrid">
              <a:fgClr>
                <a:schemeClr val="accent1"/>
              </a:fgClr>
              <a:bgClr>
                <a:schemeClr val="bg1"/>
              </a:bgClr>
            </a:patt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r>
                <a:rPr lang="en-US" sz="1615" dirty="0"/>
                <a:t> </a:t>
              </a:r>
            </a:p>
          </p:txBody>
        </p:sp>
        <p:sp>
          <p:nvSpPr>
            <p:cNvPr id="3390" name="Hexagon 3389">
              <a:extLst>
                <a:ext uri="{FF2B5EF4-FFF2-40B4-BE49-F238E27FC236}">
                  <a16:creationId xmlns:a16="http://schemas.microsoft.com/office/drawing/2014/main" id="{6AC4D317-5641-4AC3-8D89-01E8BF6BE8E7}"/>
                </a:ext>
              </a:extLst>
            </p:cNvPr>
            <p:cNvSpPr/>
            <p:nvPr/>
          </p:nvSpPr>
          <p:spPr>
            <a:xfrm>
              <a:off x="12157055" y="4351703"/>
              <a:ext cx="309840" cy="170009"/>
            </a:xfrm>
            <a:prstGeom prst="hexagon">
              <a:avLst>
                <a:gd name="adj" fmla="val 39558"/>
                <a:gd name="vf" fmla="val 115470"/>
              </a:avLst>
            </a:prstGeom>
            <a:pattFill prst="lgGrid">
              <a:fgClr>
                <a:schemeClr val="accent1"/>
              </a:fgClr>
              <a:bgClr>
                <a:schemeClr val="bg1"/>
              </a:bgClr>
            </a:patt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r>
                <a:rPr lang="en-US" sz="1615" dirty="0"/>
                <a:t> </a:t>
              </a:r>
            </a:p>
          </p:txBody>
        </p:sp>
        <p:sp>
          <p:nvSpPr>
            <p:cNvPr id="3391" name="Hexagon 3390">
              <a:extLst>
                <a:ext uri="{FF2B5EF4-FFF2-40B4-BE49-F238E27FC236}">
                  <a16:creationId xmlns:a16="http://schemas.microsoft.com/office/drawing/2014/main" id="{CF50F961-9375-4E8A-BE27-594DB29820F3}"/>
                </a:ext>
              </a:extLst>
            </p:cNvPr>
            <p:cNvSpPr/>
            <p:nvPr/>
          </p:nvSpPr>
          <p:spPr>
            <a:xfrm>
              <a:off x="10960080" y="3716703"/>
              <a:ext cx="309840" cy="170009"/>
            </a:xfrm>
            <a:prstGeom prst="hexagon">
              <a:avLst>
                <a:gd name="adj" fmla="val 39558"/>
                <a:gd name="vf" fmla="val 115470"/>
              </a:avLst>
            </a:prstGeom>
            <a:pattFill prst="lgGrid">
              <a:fgClr>
                <a:schemeClr val="accent1"/>
              </a:fgClr>
              <a:bgClr>
                <a:schemeClr val="bg1"/>
              </a:bgClr>
            </a:patt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r>
                <a:rPr lang="en-US" sz="1615" dirty="0"/>
                <a:t> </a:t>
              </a:r>
            </a:p>
          </p:txBody>
        </p:sp>
        <p:sp>
          <p:nvSpPr>
            <p:cNvPr id="3392" name="Hexagon 3391">
              <a:extLst>
                <a:ext uri="{FF2B5EF4-FFF2-40B4-BE49-F238E27FC236}">
                  <a16:creationId xmlns:a16="http://schemas.microsoft.com/office/drawing/2014/main" id="{E4F5884C-765E-48A1-B885-36413EA3CAAC}"/>
                </a:ext>
              </a:extLst>
            </p:cNvPr>
            <p:cNvSpPr/>
            <p:nvPr/>
          </p:nvSpPr>
          <p:spPr>
            <a:xfrm>
              <a:off x="11911851" y="2989989"/>
              <a:ext cx="309840" cy="170009"/>
            </a:xfrm>
            <a:prstGeom prst="hexagon">
              <a:avLst>
                <a:gd name="adj" fmla="val 39558"/>
                <a:gd name="vf" fmla="val 115470"/>
              </a:avLst>
            </a:prstGeom>
            <a:pattFill prst="lgGrid">
              <a:fgClr>
                <a:schemeClr val="accent1"/>
              </a:fgClr>
              <a:bgClr>
                <a:schemeClr val="bg1"/>
              </a:bgClr>
            </a:patt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r>
                <a:rPr lang="en-US" sz="1615" dirty="0"/>
                <a:t> </a:t>
              </a:r>
            </a:p>
          </p:txBody>
        </p:sp>
        <p:sp>
          <p:nvSpPr>
            <p:cNvPr id="3393" name="Hexagon 3392">
              <a:extLst>
                <a:ext uri="{FF2B5EF4-FFF2-40B4-BE49-F238E27FC236}">
                  <a16:creationId xmlns:a16="http://schemas.microsoft.com/office/drawing/2014/main" id="{4B48B8C6-A52D-44CF-B32B-71A9FB36A46E}"/>
                </a:ext>
              </a:extLst>
            </p:cNvPr>
            <p:cNvSpPr/>
            <p:nvPr/>
          </p:nvSpPr>
          <p:spPr>
            <a:xfrm>
              <a:off x="8112105" y="2800264"/>
              <a:ext cx="309840" cy="170009"/>
            </a:xfrm>
            <a:prstGeom prst="hexagon">
              <a:avLst>
                <a:gd name="adj" fmla="val 39558"/>
                <a:gd name="vf" fmla="val 115470"/>
              </a:avLst>
            </a:prstGeom>
            <a:pattFill prst="lgGrid">
              <a:fgClr>
                <a:schemeClr val="accent1"/>
              </a:fgClr>
              <a:bgClr>
                <a:schemeClr val="bg1"/>
              </a:bgClr>
            </a:patt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r>
                <a:rPr lang="en-US" sz="1615" dirty="0"/>
                <a:t> </a:t>
              </a:r>
            </a:p>
          </p:txBody>
        </p:sp>
        <p:sp>
          <p:nvSpPr>
            <p:cNvPr id="3395" name="Hexagon 3394">
              <a:extLst>
                <a:ext uri="{FF2B5EF4-FFF2-40B4-BE49-F238E27FC236}">
                  <a16:creationId xmlns:a16="http://schemas.microsoft.com/office/drawing/2014/main" id="{B87441BB-85F5-4ADA-AED0-D8BDD30E44FC}"/>
                </a:ext>
              </a:extLst>
            </p:cNvPr>
            <p:cNvSpPr/>
            <p:nvPr/>
          </p:nvSpPr>
          <p:spPr>
            <a:xfrm>
              <a:off x="5513268" y="3245125"/>
              <a:ext cx="309840" cy="170009"/>
            </a:xfrm>
            <a:prstGeom prst="hexagon">
              <a:avLst>
                <a:gd name="adj" fmla="val 39558"/>
                <a:gd name="vf" fmla="val 115470"/>
              </a:avLst>
            </a:prstGeom>
            <a:pattFill prst="lgGrid">
              <a:fgClr>
                <a:schemeClr val="accent1"/>
              </a:fgClr>
              <a:bgClr>
                <a:schemeClr val="bg1"/>
              </a:bgClr>
            </a:patt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r>
                <a:rPr lang="en-US" sz="1615" dirty="0"/>
                <a:t> </a:t>
              </a:r>
            </a:p>
          </p:txBody>
        </p:sp>
        <p:sp>
          <p:nvSpPr>
            <p:cNvPr id="3396" name="Hexagon 3395">
              <a:extLst>
                <a:ext uri="{FF2B5EF4-FFF2-40B4-BE49-F238E27FC236}">
                  <a16:creationId xmlns:a16="http://schemas.microsoft.com/office/drawing/2014/main" id="{A1468557-3373-4EF3-9522-2496C7A632FE}"/>
                </a:ext>
              </a:extLst>
            </p:cNvPr>
            <p:cNvSpPr/>
            <p:nvPr/>
          </p:nvSpPr>
          <p:spPr>
            <a:xfrm>
              <a:off x="6937355" y="4181694"/>
              <a:ext cx="309840" cy="170009"/>
            </a:xfrm>
            <a:prstGeom prst="hexagon">
              <a:avLst>
                <a:gd name="adj" fmla="val 39558"/>
                <a:gd name="vf" fmla="val 115470"/>
              </a:avLst>
            </a:prstGeom>
            <a:pattFill prst="lgGrid">
              <a:fgClr>
                <a:schemeClr val="accent1"/>
              </a:fgClr>
              <a:bgClr>
                <a:schemeClr val="bg1"/>
              </a:bgClr>
            </a:patt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r>
                <a:rPr lang="en-US" sz="1615" dirty="0"/>
                <a:t> </a:t>
              </a:r>
            </a:p>
          </p:txBody>
        </p:sp>
        <p:sp>
          <p:nvSpPr>
            <p:cNvPr id="3397" name="Hexagon 3396">
              <a:extLst>
                <a:ext uri="{FF2B5EF4-FFF2-40B4-BE49-F238E27FC236}">
                  <a16:creationId xmlns:a16="http://schemas.microsoft.com/office/drawing/2014/main" id="{1EC6B790-09EA-435F-A1FA-128A3033C772}"/>
                </a:ext>
              </a:extLst>
            </p:cNvPr>
            <p:cNvSpPr/>
            <p:nvPr/>
          </p:nvSpPr>
          <p:spPr>
            <a:xfrm>
              <a:off x="10475893" y="6466973"/>
              <a:ext cx="309840" cy="170009"/>
            </a:xfrm>
            <a:prstGeom prst="hexagon">
              <a:avLst>
                <a:gd name="adj" fmla="val 39558"/>
                <a:gd name="vf" fmla="val 115470"/>
              </a:avLst>
            </a:prstGeom>
            <a:pattFill prst="lgGrid">
              <a:fgClr>
                <a:schemeClr val="accent1"/>
              </a:fgClr>
              <a:bgClr>
                <a:schemeClr val="bg1"/>
              </a:bgClr>
            </a:patt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r>
                <a:rPr lang="en-US" sz="1615" dirty="0"/>
                <a:t> </a:t>
              </a:r>
            </a:p>
          </p:txBody>
        </p:sp>
        <p:sp>
          <p:nvSpPr>
            <p:cNvPr id="3398" name="Hexagon 3397">
              <a:extLst>
                <a:ext uri="{FF2B5EF4-FFF2-40B4-BE49-F238E27FC236}">
                  <a16:creationId xmlns:a16="http://schemas.microsoft.com/office/drawing/2014/main" id="{CCA6A1B0-233E-4767-B439-EA856E271ACC}"/>
                </a:ext>
              </a:extLst>
            </p:cNvPr>
            <p:cNvSpPr/>
            <p:nvPr/>
          </p:nvSpPr>
          <p:spPr>
            <a:xfrm>
              <a:off x="1003684" y="10728550"/>
              <a:ext cx="309840" cy="170009"/>
            </a:xfrm>
            <a:prstGeom prst="hexagon">
              <a:avLst>
                <a:gd name="adj" fmla="val 39558"/>
                <a:gd name="vf" fmla="val 115470"/>
              </a:avLst>
            </a:prstGeom>
            <a:pattFill prst="lgGrid">
              <a:fgClr>
                <a:schemeClr val="accent1"/>
              </a:fgClr>
              <a:bgClr>
                <a:schemeClr val="bg1"/>
              </a:bgClr>
            </a:patt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</p:grpSp>
      <p:grpSp>
        <p:nvGrpSpPr>
          <p:cNvPr id="105" name="大boss">
            <a:extLst>
              <a:ext uri="{FF2B5EF4-FFF2-40B4-BE49-F238E27FC236}">
                <a16:creationId xmlns:a16="http://schemas.microsoft.com/office/drawing/2014/main" id="{31DA0B06-CB9B-47AE-9CA6-5A1DB80336DA}"/>
              </a:ext>
            </a:extLst>
          </p:cNvPr>
          <p:cNvGrpSpPr/>
          <p:nvPr/>
        </p:nvGrpSpPr>
        <p:grpSpPr>
          <a:xfrm>
            <a:off x="6453873" y="2147733"/>
            <a:ext cx="2882088" cy="4309525"/>
            <a:chOff x="6453873" y="2147733"/>
            <a:chExt cx="2882088" cy="4309525"/>
          </a:xfrm>
        </p:grpSpPr>
        <p:sp>
          <p:nvSpPr>
            <p:cNvPr id="1594" name="Hexagon 1593">
              <a:extLst>
                <a:ext uri="{FF2B5EF4-FFF2-40B4-BE49-F238E27FC236}">
                  <a16:creationId xmlns:a16="http://schemas.microsoft.com/office/drawing/2014/main" id="{AF4468D4-A1AE-49BA-B300-17A33AD1DDD1}"/>
                </a:ext>
              </a:extLst>
            </p:cNvPr>
            <p:cNvSpPr/>
            <p:nvPr/>
          </p:nvSpPr>
          <p:spPr>
            <a:xfrm>
              <a:off x="7636412" y="2147733"/>
              <a:ext cx="282521" cy="170007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99FFCC"/>
            </a:solidFill>
            <a:ln>
              <a:noFill/>
            </a:ln>
            <a:effectLst>
              <a:glow rad="1397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1596" name="Hexagon 1595">
              <a:extLst>
                <a:ext uri="{FF2B5EF4-FFF2-40B4-BE49-F238E27FC236}">
                  <a16:creationId xmlns:a16="http://schemas.microsoft.com/office/drawing/2014/main" id="{AE367959-DE8E-47D5-B217-BFC2FCD4E439}"/>
                </a:ext>
              </a:extLst>
            </p:cNvPr>
            <p:cNvSpPr/>
            <p:nvPr/>
          </p:nvSpPr>
          <p:spPr>
            <a:xfrm>
              <a:off x="9053440" y="3626842"/>
              <a:ext cx="282521" cy="170007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99FFCC"/>
            </a:solidFill>
            <a:ln>
              <a:noFill/>
            </a:ln>
            <a:effectLst>
              <a:glow rad="1397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1595" name="Hexagon 1594">
              <a:extLst>
                <a:ext uri="{FF2B5EF4-FFF2-40B4-BE49-F238E27FC236}">
                  <a16:creationId xmlns:a16="http://schemas.microsoft.com/office/drawing/2014/main" id="{F41B0ED9-426A-4C64-A572-776F78275A72}"/>
                </a:ext>
              </a:extLst>
            </p:cNvPr>
            <p:cNvSpPr/>
            <p:nvPr/>
          </p:nvSpPr>
          <p:spPr>
            <a:xfrm>
              <a:off x="6453873" y="6287251"/>
              <a:ext cx="305702" cy="170007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99FFCC"/>
            </a:solidFill>
            <a:ln>
              <a:noFill/>
            </a:ln>
            <a:effectLst>
              <a:glow rad="1397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</p:grpSp>
      <p:grpSp>
        <p:nvGrpSpPr>
          <p:cNvPr id="104" name="小boss">
            <a:extLst>
              <a:ext uri="{FF2B5EF4-FFF2-40B4-BE49-F238E27FC236}">
                <a16:creationId xmlns:a16="http://schemas.microsoft.com/office/drawing/2014/main" id="{4E466C59-AF0F-47F0-A37C-63F0F9DA34DA}"/>
              </a:ext>
            </a:extLst>
          </p:cNvPr>
          <p:cNvGrpSpPr/>
          <p:nvPr/>
        </p:nvGrpSpPr>
        <p:grpSpPr>
          <a:xfrm>
            <a:off x="3111562" y="1503957"/>
            <a:ext cx="8825492" cy="7719523"/>
            <a:chOff x="3137872" y="3245672"/>
            <a:chExt cx="8825492" cy="7719523"/>
          </a:xfrm>
        </p:grpSpPr>
        <p:sp>
          <p:nvSpPr>
            <p:cNvPr id="3399" name="Hexagon 3398">
              <a:extLst>
                <a:ext uri="{FF2B5EF4-FFF2-40B4-BE49-F238E27FC236}">
                  <a16:creationId xmlns:a16="http://schemas.microsoft.com/office/drawing/2014/main" id="{28BE68C2-DB1F-412E-9D41-39795B25170D}"/>
                </a:ext>
              </a:extLst>
            </p:cNvPr>
            <p:cNvSpPr/>
            <p:nvPr/>
          </p:nvSpPr>
          <p:spPr>
            <a:xfrm>
              <a:off x="6722604" y="9412633"/>
              <a:ext cx="282521" cy="170009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FF99CC"/>
            </a:solidFill>
            <a:ln>
              <a:noFill/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400" name="Hexagon 3399">
              <a:extLst>
                <a:ext uri="{FF2B5EF4-FFF2-40B4-BE49-F238E27FC236}">
                  <a16:creationId xmlns:a16="http://schemas.microsoft.com/office/drawing/2014/main" id="{5CE2FD33-88DA-447D-AFC7-6FA69749E039}"/>
                </a:ext>
              </a:extLst>
            </p:cNvPr>
            <p:cNvSpPr/>
            <p:nvPr/>
          </p:nvSpPr>
          <p:spPr>
            <a:xfrm>
              <a:off x="11680843" y="10795186"/>
              <a:ext cx="282521" cy="170009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FF99CC"/>
            </a:solidFill>
            <a:ln>
              <a:noFill/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401" name="Hexagon 3400">
              <a:extLst>
                <a:ext uri="{FF2B5EF4-FFF2-40B4-BE49-F238E27FC236}">
                  <a16:creationId xmlns:a16="http://schemas.microsoft.com/office/drawing/2014/main" id="{30E5375C-7F1D-4009-886C-16C49F18318A}"/>
                </a:ext>
              </a:extLst>
            </p:cNvPr>
            <p:cNvSpPr/>
            <p:nvPr/>
          </p:nvSpPr>
          <p:spPr>
            <a:xfrm>
              <a:off x="3617930" y="6939466"/>
              <a:ext cx="313630" cy="170009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FF99CC"/>
            </a:solidFill>
            <a:ln>
              <a:noFill/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402" name="Hexagon 3401">
              <a:extLst>
                <a:ext uri="{FF2B5EF4-FFF2-40B4-BE49-F238E27FC236}">
                  <a16:creationId xmlns:a16="http://schemas.microsoft.com/office/drawing/2014/main" id="{809D9777-4977-49C9-989D-75EDAE118FC7}"/>
                </a:ext>
              </a:extLst>
            </p:cNvPr>
            <p:cNvSpPr/>
            <p:nvPr/>
          </p:nvSpPr>
          <p:spPr>
            <a:xfrm>
              <a:off x="3137872" y="3245672"/>
              <a:ext cx="282521" cy="170009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FF99CC"/>
            </a:solidFill>
            <a:ln>
              <a:noFill/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</p:grpSp>
      <p:grpSp>
        <p:nvGrpSpPr>
          <p:cNvPr id="110" name="6">
            <a:extLst>
              <a:ext uri="{FF2B5EF4-FFF2-40B4-BE49-F238E27FC236}">
                <a16:creationId xmlns:a16="http://schemas.microsoft.com/office/drawing/2014/main" id="{7AF3FE19-AAB8-4E43-8EBC-F68CE04FEF12}"/>
              </a:ext>
            </a:extLst>
          </p:cNvPr>
          <p:cNvGrpSpPr/>
          <p:nvPr/>
        </p:nvGrpSpPr>
        <p:grpSpPr>
          <a:xfrm>
            <a:off x="4538692" y="2897254"/>
            <a:ext cx="5764998" cy="4206323"/>
            <a:chOff x="4538692" y="2897254"/>
            <a:chExt cx="5764998" cy="4206323"/>
          </a:xfrm>
        </p:grpSpPr>
        <p:sp>
          <p:nvSpPr>
            <p:cNvPr id="1157" name="Hexagon 1156">
              <a:extLst>
                <a:ext uri="{FF2B5EF4-FFF2-40B4-BE49-F238E27FC236}">
                  <a16:creationId xmlns:a16="http://schemas.microsoft.com/office/drawing/2014/main" id="{AAF21593-9CDD-4728-96D0-768254FA9B07}"/>
                </a:ext>
              </a:extLst>
            </p:cNvPr>
            <p:cNvSpPr/>
            <p:nvPr/>
          </p:nvSpPr>
          <p:spPr>
            <a:xfrm>
              <a:off x="8565164" y="2897254"/>
              <a:ext cx="300230" cy="17217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2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844" name="Hexagon 3843">
              <a:extLst>
                <a:ext uri="{FF2B5EF4-FFF2-40B4-BE49-F238E27FC236}">
                  <a16:creationId xmlns:a16="http://schemas.microsoft.com/office/drawing/2014/main" id="{BE8075D6-2532-46CA-9859-221250088FDB}"/>
                </a:ext>
              </a:extLst>
            </p:cNvPr>
            <p:cNvSpPr/>
            <p:nvPr/>
          </p:nvSpPr>
          <p:spPr>
            <a:xfrm>
              <a:off x="8808052" y="2983343"/>
              <a:ext cx="300230" cy="17217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2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845" name="Hexagon 3844">
              <a:extLst>
                <a:ext uri="{FF2B5EF4-FFF2-40B4-BE49-F238E27FC236}">
                  <a16:creationId xmlns:a16="http://schemas.microsoft.com/office/drawing/2014/main" id="{F83E5879-A281-4B08-A87C-EC99FEBBB975}"/>
                </a:ext>
              </a:extLst>
            </p:cNvPr>
            <p:cNvSpPr/>
            <p:nvPr/>
          </p:nvSpPr>
          <p:spPr>
            <a:xfrm>
              <a:off x="8565164" y="3076575"/>
              <a:ext cx="300230" cy="17217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2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847" name="Hexagon 3846">
              <a:extLst>
                <a:ext uri="{FF2B5EF4-FFF2-40B4-BE49-F238E27FC236}">
                  <a16:creationId xmlns:a16="http://schemas.microsoft.com/office/drawing/2014/main" id="{76C53365-DD50-47F5-A6C8-82830F15ABE5}"/>
                </a:ext>
              </a:extLst>
            </p:cNvPr>
            <p:cNvSpPr/>
            <p:nvPr/>
          </p:nvSpPr>
          <p:spPr>
            <a:xfrm>
              <a:off x="8565164" y="3254608"/>
              <a:ext cx="309755" cy="17217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2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848" name="Hexagon 3847">
              <a:extLst>
                <a:ext uri="{FF2B5EF4-FFF2-40B4-BE49-F238E27FC236}">
                  <a16:creationId xmlns:a16="http://schemas.microsoft.com/office/drawing/2014/main" id="{D9AC4A86-7799-472C-9B11-E4883833F96A}"/>
                </a:ext>
              </a:extLst>
            </p:cNvPr>
            <p:cNvSpPr/>
            <p:nvPr/>
          </p:nvSpPr>
          <p:spPr>
            <a:xfrm>
              <a:off x="8322275" y="3344170"/>
              <a:ext cx="309755" cy="191985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2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849" name="Hexagon 3848">
              <a:extLst>
                <a:ext uri="{FF2B5EF4-FFF2-40B4-BE49-F238E27FC236}">
                  <a16:creationId xmlns:a16="http://schemas.microsoft.com/office/drawing/2014/main" id="{3B19D780-08A6-4C8C-95F4-EB2C96C441F5}"/>
                </a:ext>
              </a:extLst>
            </p:cNvPr>
            <p:cNvSpPr/>
            <p:nvPr/>
          </p:nvSpPr>
          <p:spPr>
            <a:xfrm>
              <a:off x="8560401" y="3430259"/>
              <a:ext cx="309755" cy="191985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2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850" name="Hexagon 3849">
              <a:extLst>
                <a:ext uri="{FF2B5EF4-FFF2-40B4-BE49-F238E27FC236}">
                  <a16:creationId xmlns:a16="http://schemas.microsoft.com/office/drawing/2014/main" id="{F2AC28D7-29F5-4CAB-9CE1-A6EED8028993}"/>
                </a:ext>
              </a:extLst>
            </p:cNvPr>
            <p:cNvSpPr/>
            <p:nvPr/>
          </p:nvSpPr>
          <p:spPr>
            <a:xfrm>
              <a:off x="8803290" y="3165408"/>
              <a:ext cx="300230" cy="17217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2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851" name="Hexagon 3850">
              <a:extLst>
                <a:ext uri="{FF2B5EF4-FFF2-40B4-BE49-F238E27FC236}">
                  <a16:creationId xmlns:a16="http://schemas.microsoft.com/office/drawing/2014/main" id="{4AAD88C7-FDD0-4523-9311-A3E4DF9F6DB2}"/>
                </a:ext>
              </a:extLst>
            </p:cNvPr>
            <p:cNvSpPr/>
            <p:nvPr/>
          </p:nvSpPr>
          <p:spPr>
            <a:xfrm>
              <a:off x="8803290" y="3343441"/>
              <a:ext cx="309755" cy="17217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2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852" name="Hexagon 3851">
              <a:extLst>
                <a:ext uri="{FF2B5EF4-FFF2-40B4-BE49-F238E27FC236}">
                  <a16:creationId xmlns:a16="http://schemas.microsoft.com/office/drawing/2014/main" id="{FD9F0243-F12F-46CD-BEEF-E7A91271F6F6}"/>
                </a:ext>
              </a:extLst>
            </p:cNvPr>
            <p:cNvSpPr/>
            <p:nvPr/>
          </p:nvSpPr>
          <p:spPr>
            <a:xfrm>
              <a:off x="8798527" y="3519092"/>
              <a:ext cx="309755" cy="191985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2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853" name="Hexagon 3852">
              <a:extLst>
                <a:ext uri="{FF2B5EF4-FFF2-40B4-BE49-F238E27FC236}">
                  <a16:creationId xmlns:a16="http://schemas.microsoft.com/office/drawing/2014/main" id="{2E042611-1F5F-40FF-AE8A-65640B22BC2A}"/>
                </a:ext>
              </a:extLst>
            </p:cNvPr>
            <p:cNvSpPr/>
            <p:nvPr/>
          </p:nvSpPr>
          <p:spPr>
            <a:xfrm>
              <a:off x="9289068" y="2977109"/>
              <a:ext cx="300230" cy="17217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2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854" name="Hexagon 3853">
              <a:extLst>
                <a:ext uri="{FF2B5EF4-FFF2-40B4-BE49-F238E27FC236}">
                  <a16:creationId xmlns:a16="http://schemas.microsoft.com/office/drawing/2014/main" id="{568BA360-539B-4668-9BAF-40A659A451D8}"/>
                </a:ext>
              </a:extLst>
            </p:cNvPr>
            <p:cNvSpPr/>
            <p:nvPr/>
          </p:nvSpPr>
          <p:spPr>
            <a:xfrm>
              <a:off x="9289068" y="3155142"/>
              <a:ext cx="309755" cy="17217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2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855" name="Hexagon 3854">
              <a:extLst>
                <a:ext uri="{FF2B5EF4-FFF2-40B4-BE49-F238E27FC236}">
                  <a16:creationId xmlns:a16="http://schemas.microsoft.com/office/drawing/2014/main" id="{B42A09F4-7CE8-40D6-8A88-E7244DADC0E3}"/>
                </a:ext>
              </a:extLst>
            </p:cNvPr>
            <p:cNvSpPr/>
            <p:nvPr/>
          </p:nvSpPr>
          <p:spPr>
            <a:xfrm>
              <a:off x="9284305" y="3330793"/>
              <a:ext cx="309755" cy="191985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2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856" name="Hexagon 3855">
              <a:extLst>
                <a:ext uri="{FF2B5EF4-FFF2-40B4-BE49-F238E27FC236}">
                  <a16:creationId xmlns:a16="http://schemas.microsoft.com/office/drawing/2014/main" id="{58C6B92C-64C7-4409-BE8F-DC77B3F81C4C}"/>
                </a:ext>
              </a:extLst>
            </p:cNvPr>
            <p:cNvSpPr/>
            <p:nvPr/>
          </p:nvSpPr>
          <p:spPr>
            <a:xfrm>
              <a:off x="9527194" y="3059150"/>
              <a:ext cx="309755" cy="17217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2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857" name="Hexagon 3856">
              <a:extLst>
                <a:ext uri="{FF2B5EF4-FFF2-40B4-BE49-F238E27FC236}">
                  <a16:creationId xmlns:a16="http://schemas.microsoft.com/office/drawing/2014/main" id="{0E5ABC0F-A478-4C8F-B16C-D3B62B502235}"/>
                </a:ext>
              </a:extLst>
            </p:cNvPr>
            <p:cNvSpPr/>
            <p:nvPr/>
          </p:nvSpPr>
          <p:spPr>
            <a:xfrm>
              <a:off x="9522431" y="3234801"/>
              <a:ext cx="309755" cy="191985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2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858" name="Hexagon 3857">
              <a:extLst>
                <a:ext uri="{FF2B5EF4-FFF2-40B4-BE49-F238E27FC236}">
                  <a16:creationId xmlns:a16="http://schemas.microsoft.com/office/drawing/2014/main" id="{8268DA35-B757-443C-B91A-2D4D34D9B673}"/>
                </a:ext>
              </a:extLst>
            </p:cNvPr>
            <p:cNvSpPr/>
            <p:nvPr/>
          </p:nvSpPr>
          <p:spPr>
            <a:xfrm>
              <a:off x="9041416" y="3251134"/>
              <a:ext cx="309755" cy="17217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2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859" name="Hexagon 3858">
              <a:extLst>
                <a:ext uri="{FF2B5EF4-FFF2-40B4-BE49-F238E27FC236}">
                  <a16:creationId xmlns:a16="http://schemas.microsoft.com/office/drawing/2014/main" id="{E66B17F0-CF77-4412-B816-207D999734E3}"/>
                </a:ext>
              </a:extLst>
            </p:cNvPr>
            <p:cNvSpPr/>
            <p:nvPr/>
          </p:nvSpPr>
          <p:spPr>
            <a:xfrm>
              <a:off x="9036653" y="3426785"/>
              <a:ext cx="309755" cy="191985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2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860" name="Hexagon 3859">
              <a:extLst>
                <a:ext uri="{FF2B5EF4-FFF2-40B4-BE49-F238E27FC236}">
                  <a16:creationId xmlns:a16="http://schemas.microsoft.com/office/drawing/2014/main" id="{37F4BB42-8BCC-40E1-9359-3B6D7597467A}"/>
                </a:ext>
              </a:extLst>
            </p:cNvPr>
            <p:cNvSpPr/>
            <p:nvPr/>
          </p:nvSpPr>
          <p:spPr>
            <a:xfrm>
              <a:off x="9041416" y="4351272"/>
              <a:ext cx="309755" cy="17217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2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861" name="Hexagon 3860">
              <a:extLst>
                <a:ext uri="{FF2B5EF4-FFF2-40B4-BE49-F238E27FC236}">
                  <a16:creationId xmlns:a16="http://schemas.microsoft.com/office/drawing/2014/main" id="{72023507-84AB-486B-8FF0-37B28AF5DE24}"/>
                </a:ext>
              </a:extLst>
            </p:cNvPr>
            <p:cNvSpPr/>
            <p:nvPr/>
          </p:nvSpPr>
          <p:spPr>
            <a:xfrm>
              <a:off x="9036653" y="4526923"/>
              <a:ext cx="309755" cy="191985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2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862" name="Hexagon 3861">
              <a:extLst>
                <a:ext uri="{FF2B5EF4-FFF2-40B4-BE49-F238E27FC236}">
                  <a16:creationId xmlns:a16="http://schemas.microsoft.com/office/drawing/2014/main" id="{819928C2-8DB3-4D99-A5A2-3445079B893D}"/>
                </a:ext>
              </a:extLst>
            </p:cNvPr>
            <p:cNvSpPr/>
            <p:nvPr/>
          </p:nvSpPr>
          <p:spPr>
            <a:xfrm>
              <a:off x="9281927" y="4447264"/>
              <a:ext cx="309755" cy="17217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2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863" name="Hexagon 3862">
              <a:extLst>
                <a:ext uri="{FF2B5EF4-FFF2-40B4-BE49-F238E27FC236}">
                  <a16:creationId xmlns:a16="http://schemas.microsoft.com/office/drawing/2014/main" id="{EC9F22AE-F53E-42A6-B6F0-9593DE170FCC}"/>
                </a:ext>
              </a:extLst>
            </p:cNvPr>
            <p:cNvSpPr/>
            <p:nvPr/>
          </p:nvSpPr>
          <p:spPr>
            <a:xfrm>
              <a:off x="9277164" y="4622915"/>
              <a:ext cx="309755" cy="191985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2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864" name="Hexagon 3863">
              <a:extLst>
                <a:ext uri="{FF2B5EF4-FFF2-40B4-BE49-F238E27FC236}">
                  <a16:creationId xmlns:a16="http://schemas.microsoft.com/office/drawing/2014/main" id="{4E631EDF-90DE-4B4E-870D-BF5C0EF25282}"/>
                </a:ext>
              </a:extLst>
            </p:cNvPr>
            <p:cNvSpPr/>
            <p:nvPr/>
          </p:nvSpPr>
          <p:spPr>
            <a:xfrm>
              <a:off x="9281927" y="4814900"/>
              <a:ext cx="309755" cy="17217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2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865" name="Hexagon 3864">
              <a:extLst>
                <a:ext uri="{FF2B5EF4-FFF2-40B4-BE49-F238E27FC236}">
                  <a16:creationId xmlns:a16="http://schemas.microsoft.com/office/drawing/2014/main" id="{361FD42E-9612-4614-B32E-AE3BE26E4958}"/>
                </a:ext>
              </a:extLst>
            </p:cNvPr>
            <p:cNvSpPr/>
            <p:nvPr/>
          </p:nvSpPr>
          <p:spPr>
            <a:xfrm>
              <a:off x="9277164" y="4990551"/>
              <a:ext cx="309755" cy="191985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2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866" name="Hexagon 3865">
              <a:extLst>
                <a:ext uri="{FF2B5EF4-FFF2-40B4-BE49-F238E27FC236}">
                  <a16:creationId xmlns:a16="http://schemas.microsoft.com/office/drawing/2014/main" id="{B15F2936-2CEC-43D5-A15C-29479C04BCFD}"/>
                </a:ext>
              </a:extLst>
            </p:cNvPr>
            <p:cNvSpPr/>
            <p:nvPr/>
          </p:nvSpPr>
          <p:spPr>
            <a:xfrm>
              <a:off x="9522438" y="4715434"/>
              <a:ext cx="309755" cy="17217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2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867" name="Hexagon 3866">
              <a:extLst>
                <a:ext uri="{FF2B5EF4-FFF2-40B4-BE49-F238E27FC236}">
                  <a16:creationId xmlns:a16="http://schemas.microsoft.com/office/drawing/2014/main" id="{9229D222-0E73-4D68-B4DA-42B5F67A7E82}"/>
                </a:ext>
              </a:extLst>
            </p:cNvPr>
            <p:cNvSpPr/>
            <p:nvPr/>
          </p:nvSpPr>
          <p:spPr>
            <a:xfrm>
              <a:off x="9517675" y="4891085"/>
              <a:ext cx="309755" cy="191985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2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868" name="Hexagon 3867">
              <a:extLst>
                <a:ext uri="{FF2B5EF4-FFF2-40B4-BE49-F238E27FC236}">
                  <a16:creationId xmlns:a16="http://schemas.microsoft.com/office/drawing/2014/main" id="{198F8D94-24B5-4F27-82AF-4C57C058ED8C}"/>
                </a:ext>
              </a:extLst>
            </p:cNvPr>
            <p:cNvSpPr/>
            <p:nvPr/>
          </p:nvSpPr>
          <p:spPr>
            <a:xfrm>
              <a:off x="9515304" y="5086543"/>
              <a:ext cx="309755" cy="17217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2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869" name="Hexagon 3868">
              <a:extLst>
                <a:ext uri="{FF2B5EF4-FFF2-40B4-BE49-F238E27FC236}">
                  <a16:creationId xmlns:a16="http://schemas.microsoft.com/office/drawing/2014/main" id="{6DCEBBD5-5AD8-4898-991C-1733C04D5A05}"/>
                </a:ext>
              </a:extLst>
            </p:cNvPr>
            <p:cNvSpPr/>
            <p:nvPr/>
          </p:nvSpPr>
          <p:spPr>
            <a:xfrm>
              <a:off x="9510541" y="5262194"/>
              <a:ext cx="309755" cy="191985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2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870" name="Hexagon 3869">
              <a:extLst>
                <a:ext uri="{FF2B5EF4-FFF2-40B4-BE49-F238E27FC236}">
                  <a16:creationId xmlns:a16="http://schemas.microsoft.com/office/drawing/2014/main" id="{686E5F36-895B-4A71-84E7-6B06F9156437}"/>
                </a:ext>
              </a:extLst>
            </p:cNvPr>
            <p:cNvSpPr/>
            <p:nvPr/>
          </p:nvSpPr>
          <p:spPr>
            <a:xfrm>
              <a:off x="9755805" y="4989459"/>
              <a:ext cx="309755" cy="17217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2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871" name="Hexagon 3870">
              <a:extLst>
                <a:ext uri="{FF2B5EF4-FFF2-40B4-BE49-F238E27FC236}">
                  <a16:creationId xmlns:a16="http://schemas.microsoft.com/office/drawing/2014/main" id="{C33E65E8-47FB-4BF5-ABE3-BC1CAC235DF7}"/>
                </a:ext>
              </a:extLst>
            </p:cNvPr>
            <p:cNvSpPr/>
            <p:nvPr/>
          </p:nvSpPr>
          <p:spPr>
            <a:xfrm>
              <a:off x="9751042" y="5165110"/>
              <a:ext cx="309755" cy="191985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2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872" name="Hexagon 3871">
              <a:extLst>
                <a:ext uri="{FF2B5EF4-FFF2-40B4-BE49-F238E27FC236}">
                  <a16:creationId xmlns:a16="http://schemas.microsoft.com/office/drawing/2014/main" id="{EF529E82-4301-4127-A320-FFD20D2131E4}"/>
                </a:ext>
              </a:extLst>
            </p:cNvPr>
            <p:cNvSpPr/>
            <p:nvPr/>
          </p:nvSpPr>
          <p:spPr>
            <a:xfrm>
              <a:off x="9279562" y="5368277"/>
              <a:ext cx="309755" cy="17217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2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873" name="Hexagon 3872">
              <a:extLst>
                <a:ext uri="{FF2B5EF4-FFF2-40B4-BE49-F238E27FC236}">
                  <a16:creationId xmlns:a16="http://schemas.microsoft.com/office/drawing/2014/main" id="{6BD8AFD4-4204-45D5-B945-76F6AF09C822}"/>
                </a:ext>
              </a:extLst>
            </p:cNvPr>
            <p:cNvSpPr/>
            <p:nvPr/>
          </p:nvSpPr>
          <p:spPr>
            <a:xfrm>
              <a:off x="9274799" y="5543928"/>
              <a:ext cx="309755" cy="191985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2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874" name="Hexagon 3873">
              <a:extLst>
                <a:ext uri="{FF2B5EF4-FFF2-40B4-BE49-F238E27FC236}">
                  <a16:creationId xmlns:a16="http://schemas.microsoft.com/office/drawing/2014/main" id="{C42E3E78-A350-4301-BD00-ADD84D155B10}"/>
                </a:ext>
              </a:extLst>
            </p:cNvPr>
            <p:cNvSpPr/>
            <p:nvPr/>
          </p:nvSpPr>
          <p:spPr>
            <a:xfrm>
              <a:off x="9041416" y="5639920"/>
              <a:ext cx="309755" cy="17217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2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875" name="Hexagon 3874">
              <a:extLst>
                <a:ext uri="{FF2B5EF4-FFF2-40B4-BE49-F238E27FC236}">
                  <a16:creationId xmlns:a16="http://schemas.microsoft.com/office/drawing/2014/main" id="{482F7900-3139-4B82-94C9-06A765D082C8}"/>
                </a:ext>
              </a:extLst>
            </p:cNvPr>
            <p:cNvSpPr/>
            <p:nvPr/>
          </p:nvSpPr>
          <p:spPr>
            <a:xfrm>
              <a:off x="9036653" y="5815571"/>
              <a:ext cx="309755" cy="191985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2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876" name="Hexagon 3875">
              <a:extLst>
                <a:ext uri="{FF2B5EF4-FFF2-40B4-BE49-F238E27FC236}">
                  <a16:creationId xmlns:a16="http://schemas.microsoft.com/office/drawing/2014/main" id="{9A69E243-1814-47F6-A326-E4399615C55B}"/>
                </a:ext>
              </a:extLst>
            </p:cNvPr>
            <p:cNvSpPr/>
            <p:nvPr/>
          </p:nvSpPr>
          <p:spPr>
            <a:xfrm>
              <a:off x="8567548" y="5091519"/>
              <a:ext cx="309755" cy="17217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2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877" name="Hexagon 3876">
              <a:extLst>
                <a:ext uri="{FF2B5EF4-FFF2-40B4-BE49-F238E27FC236}">
                  <a16:creationId xmlns:a16="http://schemas.microsoft.com/office/drawing/2014/main" id="{F895BEAB-F4B1-4B2E-9503-6F852F0E33F0}"/>
                </a:ext>
              </a:extLst>
            </p:cNvPr>
            <p:cNvSpPr/>
            <p:nvPr/>
          </p:nvSpPr>
          <p:spPr>
            <a:xfrm>
              <a:off x="8562785" y="5267170"/>
              <a:ext cx="309755" cy="191985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2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878" name="Hexagon 3877">
              <a:extLst>
                <a:ext uri="{FF2B5EF4-FFF2-40B4-BE49-F238E27FC236}">
                  <a16:creationId xmlns:a16="http://schemas.microsoft.com/office/drawing/2014/main" id="{33EB31E0-D08F-4AEC-809C-97AF608C229C}"/>
                </a:ext>
              </a:extLst>
            </p:cNvPr>
            <p:cNvSpPr/>
            <p:nvPr/>
          </p:nvSpPr>
          <p:spPr>
            <a:xfrm>
              <a:off x="8098153" y="5458228"/>
              <a:ext cx="309755" cy="17217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2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879" name="Hexagon 3878">
              <a:extLst>
                <a:ext uri="{FF2B5EF4-FFF2-40B4-BE49-F238E27FC236}">
                  <a16:creationId xmlns:a16="http://schemas.microsoft.com/office/drawing/2014/main" id="{149EA5F4-6F3A-4108-AD6A-C13735DBC45F}"/>
                </a:ext>
              </a:extLst>
            </p:cNvPr>
            <p:cNvSpPr/>
            <p:nvPr/>
          </p:nvSpPr>
          <p:spPr>
            <a:xfrm>
              <a:off x="8093390" y="5633879"/>
              <a:ext cx="309755" cy="191985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2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880" name="Hexagon 3879">
              <a:extLst>
                <a:ext uri="{FF2B5EF4-FFF2-40B4-BE49-F238E27FC236}">
                  <a16:creationId xmlns:a16="http://schemas.microsoft.com/office/drawing/2014/main" id="{7EC262A3-3C2B-44FD-BE26-3A5E5C20C2EA}"/>
                </a:ext>
              </a:extLst>
            </p:cNvPr>
            <p:cNvSpPr/>
            <p:nvPr/>
          </p:nvSpPr>
          <p:spPr>
            <a:xfrm>
              <a:off x="7864770" y="5554220"/>
              <a:ext cx="309755" cy="17217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2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881" name="Hexagon 3880">
              <a:extLst>
                <a:ext uri="{FF2B5EF4-FFF2-40B4-BE49-F238E27FC236}">
                  <a16:creationId xmlns:a16="http://schemas.microsoft.com/office/drawing/2014/main" id="{894AEA61-DE37-466B-B740-76E43226A994}"/>
                </a:ext>
              </a:extLst>
            </p:cNvPr>
            <p:cNvSpPr/>
            <p:nvPr/>
          </p:nvSpPr>
          <p:spPr>
            <a:xfrm>
              <a:off x="7860007" y="5729871"/>
              <a:ext cx="309755" cy="191985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2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882" name="Hexagon 3881">
              <a:extLst>
                <a:ext uri="{FF2B5EF4-FFF2-40B4-BE49-F238E27FC236}">
                  <a16:creationId xmlns:a16="http://schemas.microsoft.com/office/drawing/2014/main" id="{FBA49F12-447F-49FE-9158-0B91CEE2B301}"/>
                </a:ext>
              </a:extLst>
            </p:cNvPr>
            <p:cNvSpPr/>
            <p:nvPr/>
          </p:nvSpPr>
          <p:spPr>
            <a:xfrm>
              <a:off x="8098153" y="6007556"/>
              <a:ext cx="309755" cy="17217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2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883" name="Hexagon 3882">
              <a:extLst>
                <a:ext uri="{FF2B5EF4-FFF2-40B4-BE49-F238E27FC236}">
                  <a16:creationId xmlns:a16="http://schemas.microsoft.com/office/drawing/2014/main" id="{39140D8A-9590-4957-B4B7-1EE58E24A889}"/>
                </a:ext>
              </a:extLst>
            </p:cNvPr>
            <p:cNvSpPr/>
            <p:nvPr/>
          </p:nvSpPr>
          <p:spPr>
            <a:xfrm>
              <a:off x="8093390" y="6183207"/>
              <a:ext cx="309755" cy="191985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2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884" name="Hexagon 3883">
              <a:extLst>
                <a:ext uri="{FF2B5EF4-FFF2-40B4-BE49-F238E27FC236}">
                  <a16:creationId xmlns:a16="http://schemas.microsoft.com/office/drawing/2014/main" id="{E8777845-431D-4CFE-AC48-5877149012D8}"/>
                </a:ext>
              </a:extLst>
            </p:cNvPr>
            <p:cNvSpPr/>
            <p:nvPr/>
          </p:nvSpPr>
          <p:spPr>
            <a:xfrm>
              <a:off x="7860007" y="5921856"/>
              <a:ext cx="309755" cy="17217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2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885" name="Hexagon 3884">
              <a:extLst>
                <a:ext uri="{FF2B5EF4-FFF2-40B4-BE49-F238E27FC236}">
                  <a16:creationId xmlns:a16="http://schemas.microsoft.com/office/drawing/2014/main" id="{3780F280-E99C-43DB-9923-168767131C45}"/>
                </a:ext>
              </a:extLst>
            </p:cNvPr>
            <p:cNvSpPr/>
            <p:nvPr/>
          </p:nvSpPr>
          <p:spPr>
            <a:xfrm>
              <a:off x="7855244" y="6097507"/>
              <a:ext cx="309755" cy="191985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2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886" name="Hexagon 3885">
              <a:extLst>
                <a:ext uri="{FF2B5EF4-FFF2-40B4-BE49-F238E27FC236}">
                  <a16:creationId xmlns:a16="http://schemas.microsoft.com/office/drawing/2014/main" id="{B5E4158F-F93E-481B-83CE-AB2FAC77FCA0}"/>
                </a:ext>
              </a:extLst>
            </p:cNvPr>
            <p:cNvSpPr/>
            <p:nvPr/>
          </p:nvSpPr>
          <p:spPr>
            <a:xfrm>
              <a:off x="7864770" y="6288986"/>
              <a:ext cx="309755" cy="17217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2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887" name="Hexagon 3886">
              <a:extLst>
                <a:ext uri="{FF2B5EF4-FFF2-40B4-BE49-F238E27FC236}">
                  <a16:creationId xmlns:a16="http://schemas.microsoft.com/office/drawing/2014/main" id="{2B5C3B0E-3934-4FFC-8C0F-49498EA94BC8}"/>
                </a:ext>
              </a:extLst>
            </p:cNvPr>
            <p:cNvSpPr/>
            <p:nvPr/>
          </p:nvSpPr>
          <p:spPr>
            <a:xfrm>
              <a:off x="7860007" y="6464637"/>
              <a:ext cx="309755" cy="191985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2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888" name="Hexagon 3887">
              <a:extLst>
                <a:ext uri="{FF2B5EF4-FFF2-40B4-BE49-F238E27FC236}">
                  <a16:creationId xmlns:a16="http://schemas.microsoft.com/office/drawing/2014/main" id="{B5369C01-D8D6-4ABC-868B-1C085FE56489}"/>
                </a:ext>
              </a:extLst>
            </p:cNvPr>
            <p:cNvSpPr/>
            <p:nvPr/>
          </p:nvSpPr>
          <p:spPr>
            <a:xfrm>
              <a:off x="7631387" y="6190026"/>
              <a:ext cx="309755" cy="17217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2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889" name="Hexagon 3888">
              <a:extLst>
                <a:ext uri="{FF2B5EF4-FFF2-40B4-BE49-F238E27FC236}">
                  <a16:creationId xmlns:a16="http://schemas.microsoft.com/office/drawing/2014/main" id="{75765E56-66B1-4E55-99DA-F8E9F443C7B1}"/>
                </a:ext>
              </a:extLst>
            </p:cNvPr>
            <p:cNvSpPr/>
            <p:nvPr/>
          </p:nvSpPr>
          <p:spPr>
            <a:xfrm>
              <a:off x="7626624" y="6365677"/>
              <a:ext cx="309755" cy="191985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2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890" name="Hexagon 3889">
              <a:extLst>
                <a:ext uri="{FF2B5EF4-FFF2-40B4-BE49-F238E27FC236}">
                  <a16:creationId xmlns:a16="http://schemas.microsoft.com/office/drawing/2014/main" id="{315874CF-B01B-431C-A630-3DA78BEDD630}"/>
                </a:ext>
              </a:extLst>
            </p:cNvPr>
            <p:cNvSpPr/>
            <p:nvPr/>
          </p:nvSpPr>
          <p:spPr>
            <a:xfrm>
              <a:off x="7393241" y="6097721"/>
              <a:ext cx="309755" cy="17217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2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891" name="Hexagon 3890">
              <a:extLst>
                <a:ext uri="{FF2B5EF4-FFF2-40B4-BE49-F238E27FC236}">
                  <a16:creationId xmlns:a16="http://schemas.microsoft.com/office/drawing/2014/main" id="{9EB8CDAF-5371-4F9D-8340-F58BFDEA6845}"/>
                </a:ext>
              </a:extLst>
            </p:cNvPr>
            <p:cNvSpPr/>
            <p:nvPr/>
          </p:nvSpPr>
          <p:spPr>
            <a:xfrm>
              <a:off x="7388478" y="6273372"/>
              <a:ext cx="309755" cy="191985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2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892" name="Hexagon 3891">
              <a:extLst>
                <a:ext uri="{FF2B5EF4-FFF2-40B4-BE49-F238E27FC236}">
                  <a16:creationId xmlns:a16="http://schemas.microsoft.com/office/drawing/2014/main" id="{A955F34A-E458-4B45-B8C7-D61468FBED9A}"/>
                </a:ext>
              </a:extLst>
            </p:cNvPr>
            <p:cNvSpPr/>
            <p:nvPr/>
          </p:nvSpPr>
          <p:spPr>
            <a:xfrm>
              <a:off x="6920868" y="6103548"/>
              <a:ext cx="309755" cy="17217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2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893" name="Hexagon 3892">
              <a:extLst>
                <a:ext uri="{FF2B5EF4-FFF2-40B4-BE49-F238E27FC236}">
                  <a16:creationId xmlns:a16="http://schemas.microsoft.com/office/drawing/2014/main" id="{8F8FAE68-A89E-4288-B503-54679E7891A2}"/>
                </a:ext>
              </a:extLst>
            </p:cNvPr>
            <p:cNvSpPr/>
            <p:nvPr/>
          </p:nvSpPr>
          <p:spPr>
            <a:xfrm>
              <a:off x="6916105" y="6279199"/>
              <a:ext cx="309755" cy="191985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2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894" name="Hexagon 3893">
              <a:extLst>
                <a:ext uri="{FF2B5EF4-FFF2-40B4-BE49-F238E27FC236}">
                  <a16:creationId xmlns:a16="http://schemas.microsoft.com/office/drawing/2014/main" id="{7FCC8B1F-5559-4B9C-BFED-56426592D3AC}"/>
                </a:ext>
              </a:extLst>
            </p:cNvPr>
            <p:cNvSpPr/>
            <p:nvPr/>
          </p:nvSpPr>
          <p:spPr>
            <a:xfrm>
              <a:off x="6687094" y="6190026"/>
              <a:ext cx="309755" cy="17217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2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895" name="Hexagon 3894">
              <a:extLst>
                <a:ext uri="{FF2B5EF4-FFF2-40B4-BE49-F238E27FC236}">
                  <a16:creationId xmlns:a16="http://schemas.microsoft.com/office/drawing/2014/main" id="{C2CA16A2-8779-4EBA-86DD-EF67ACE4DE66}"/>
                </a:ext>
              </a:extLst>
            </p:cNvPr>
            <p:cNvSpPr/>
            <p:nvPr/>
          </p:nvSpPr>
          <p:spPr>
            <a:xfrm>
              <a:off x="6682331" y="6365677"/>
              <a:ext cx="309755" cy="191985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2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896" name="Hexagon 3895">
              <a:extLst>
                <a:ext uri="{FF2B5EF4-FFF2-40B4-BE49-F238E27FC236}">
                  <a16:creationId xmlns:a16="http://schemas.microsoft.com/office/drawing/2014/main" id="{96A292E5-3AF4-4ABF-B60F-9C6BA557E078}"/>
                </a:ext>
              </a:extLst>
            </p:cNvPr>
            <p:cNvSpPr/>
            <p:nvPr/>
          </p:nvSpPr>
          <p:spPr>
            <a:xfrm>
              <a:off x="6210349" y="6199540"/>
              <a:ext cx="309755" cy="17217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2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897" name="Hexagon 3896">
              <a:extLst>
                <a:ext uri="{FF2B5EF4-FFF2-40B4-BE49-F238E27FC236}">
                  <a16:creationId xmlns:a16="http://schemas.microsoft.com/office/drawing/2014/main" id="{8E8605B3-81C9-4CC3-B6A5-A11A567CE6ED}"/>
                </a:ext>
              </a:extLst>
            </p:cNvPr>
            <p:cNvSpPr/>
            <p:nvPr/>
          </p:nvSpPr>
          <p:spPr>
            <a:xfrm>
              <a:off x="6205586" y="6375191"/>
              <a:ext cx="309755" cy="191985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2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898" name="Hexagon 3897">
              <a:extLst>
                <a:ext uri="{FF2B5EF4-FFF2-40B4-BE49-F238E27FC236}">
                  <a16:creationId xmlns:a16="http://schemas.microsoft.com/office/drawing/2014/main" id="{B08F4A42-590F-4B2B-9164-0A4C68339EC8}"/>
                </a:ext>
              </a:extLst>
            </p:cNvPr>
            <p:cNvSpPr/>
            <p:nvPr/>
          </p:nvSpPr>
          <p:spPr>
            <a:xfrm>
              <a:off x="5974163" y="6103548"/>
              <a:ext cx="309755" cy="17217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2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899" name="Hexagon 3898">
              <a:extLst>
                <a:ext uri="{FF2B5EF4-FFF2-40B4-BE49-F238E27FC236}">
                  <a16:creationId xmlns:a16="http://schemas.microsoft.com/office/drawing/2014/main" id="{9B4E797A-E117-43E7-9DFC-E55A7777B809}"/>
                </a:ext>
              </a:extLst>
            </p:cNvPr>
            <p:cNvSpPr/>
            <p:nvPr/>
          </p:nvSpPr>
          <p:spPr>
            <a:xfrm>
              <a:off x="5969400" y="6279199"/>
              <a:ext cx="309755" cy="191985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2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900" name="Hexagon 3899">
              <a:extLst>
                <a:ext uri="{FF2B5EF4-FFF2-40B4-BE49-F238E27FC236}">
                  <a16:creationId xmlns:a16="http://schemas.microsoft.com/office/drawing/2014/main" id="{5706AD69-A5FD-4105-BA37-92FEB35F985A}"/>
                </a:ext>
              </a:extLst>
            </p:cNvPr>
            <p:cNvSpPr/>
            <p:nvPr/>
          </p:nvSpPr>
          <p:spPr>
            <a:xfrm>
              <a:off x="5969400" y="5742343"/>
              <a:ext cx="309755" cy="17217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2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901" name="Hexagon 3900">
              <a:extLst>
                <a:ext uri="{FF2B5EF4-FFF2-40B4-BE49-F238E27FC236}">
                  <a16:creationId xmlns:a16="http://schemas.microsoft.com/office/drawing/2014/main" id="{6169133B-FE8C-408E-B871-12BA3F5B40A8}"/>
                </a:ext>
              </a:extLst>
            </p:cNvPr>
            <p:cNvSpPr/>
            <p:nvPr/>
          </p:nvSpPr>
          <p:spPr>
            <a:xfrm>
              <a:off x="5964637" y="5917994"/>
              <a:ext cx="309755" cy="191985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2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902" name="Hexagon 3901">
              <a:extLst>
                <a:ext uri="{FF2B5EF4-FFF2-40B4-BE49-F238E27FC236}">
                  <a16:creationId xmlns:a16="http://schemas.microsoft.com/office/drawing/2014/main" id="{FAED2394-3BE6-41AA-BDF6-D8A04F1D005B}"/>
                </a:ext>
              </a:extLst>
            </p:cNvPr>
            <p:cNvSpPr/>
            <p:nvPr/>
          </p:nvSpPr>
          <p:spPr>
            <a:xfrm>
              <a:off x="5733214" y="6371718"/>
              <a:ext cx="309755" cy="17217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2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903" name="Hexagon 3902">
              <a:extLst>
                <a:ext uri="{FF2B5EF4-FFF2-40B4-BE49-F238E27FC236}">
                  <a16:creationId xmlns:a16="http://schemas.microsoft.com/office/drawing/2014/main" id="{A2814D68-5C10-48B4-9B55-60E67192010B}"/>
                </a:ext>
              </a:extLst>
            </p:cNvPr>
            <p:cNvSpPr/>
            <p:nvPr/>
          </p:nvSpPr>
          <p:spPr>
            <a:xfrm>
              <a:off x="5728451" y="6547369"/>
              <a:ext cx="309755" cy="191985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2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904" name="Hexagon 3903">
              <a:extLst>
                <a:ext uri="{FF2B5EF4-FFF2-40B4-BE49-F238E27FC236}">
                  <a16:creationId xmlns:a16="http://schemas.microsoft.com/office/drawing/2014/main" id="{3A22A410-8C05-4A8A-A26B-A6EE6A1FC7BB}"/>
                </a:ext>
              </a:extLst>
            </p:cNvPr>
            <p:cNvSpPr/>
            <p:nvPr/>
          </p:nvSpPr>
          <p:spPr>
            <a:xfrm>
              <a:off x="6443732" y="6478003"/>
              <a:ext cx="309755" cy="17217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2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905" name="Hexagon 3904">
              <a:extLst>
                <a:ext uri="{FF2B5EF4-FFF2-40B4-BE49-F238E27FC236}">
                  <a16:creationId xmlns:a16="http://schemas.microsoft.com/office/drawing/2014/main" id="{EC62CEA0-E713-467D-B4CA-F3C23B8519AE}"/>
                </a:ext>
              </a:extLst>
            </p:cNvPr>
            <p:cNvSpPr/>
            <p:nvPr/>
          </p:nvSpPr>
          <p:spPr>
            <a:xfrm>
              <a:off x="6438969" y="6653654"/>
              <a:ext cx="309755" cy="191985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2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906" name="Hexagon 3905">
              <a:extLst>
                <a:ext uri="{FF2B5EF4-FFF2-40B4-BE49-F238E27FC236}">
                  <a16:creationId xmlns:a16="http://schemas.microsoft.com/office/drawing/2014/main" id="{A3E70096-0AE8-46F5-9522-103E051F637B}"/>
                </a:ext>
              </a:extLst>
            </p:cNvPr>
            <p:cNvSpPr/>
            <p:nvPr/>
          </p:nvSpPr>
          <p:spPr>
            <a:xfrm>
              <a:off x="6920868" y="6650181"/>
              <a:ext cx="309755" cy="17217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2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907" name="Hexagon 3906">
              <a:extLst>
                <a:ext uri="{FF2B5EF4-FFF2-40B4-BE49-F238E27FC236}">
                  <a16:creationId xmlns:a16="http://schemas.microsoft.com/office/drawing/2014/main" id="{EC7A314C-002A-48C0-A716-4BB7BA9219EA}"/>
                </a:ext>
              </a:extLst>
            </p:cNvPr>
            <p:cNvSpPr/>
            <p:nvPr/>
          </p:nvSpPr>
          <p:spPr>
            <a:xfrm>
              <a:off x="6916105" y="6825832"/>
              <a:ext cx="309755" cy="191985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2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908" name="Hexagon 3907">
              <a:extLst>
                <a:ext uri="{FF2B5EF4-FFF2-40B4-BE49-F238E27FC236}">
                  <a16:creationId xmlns:a16="http://schemas.microsoft.com/office/drawing/2014/main" id="{FD2F7C1D-3C53-4AB3-91F5-736A191DC0E1}"/>
                </a:ext>
              </a:extLst>
            </p:cNvPr>
            <p:cNvSpPr/>
            <p:nvPr/>
          </p:nvSpPr>
          <p:spPr>
            <a:xfrm>
              <a:off x="7159014" y="6554189"/>
              <a:ext cx="309755" cy="17217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2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909" name="Hexagon 3908">
              <a:extLst>
                <a:ext uri="{FF2B5EF4-FFF2-40B4-BE49-F238E27FC236}">
                  <a16:creationId xmlns:a16="http://schemas.microsoft.com/office/drawing/2014/main" id="{5D1EEA02-09BE-4F81-8AF0-FB4782CD91F4}"/>
                </a:ext>
              </a:extLst>
            </p:cNvPr>
            <p:cNvSpPr/>
            <p:nvPr/>
          </p:nvSpPr>
          <p:spPr>
            <a:xfrm>
              <a:off x="7154251" y="6729840"/>
              <a:ext cx="309755" cy="191985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2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910" name="Hexagon 3909">
              <a:extLst>
                <a:ext uri="{FF2B5EF4-FFF2-40B4-BE49-F238E27FC236}">
                  <a16:creationId xmlns:a16="http://schemas.microsoft.com/office/drawing/2014/main" id="{6014F808-C297-4277-B187-E54B8DE77669}"/>
                </a:ext>
              </a:extLst>
            </p:cNvPr>
            <p:cNvSpPr/>
            <p:nvPr/>
          </p:nvSpPr>
          <p:spPr>
            <a:xfrm>
              <a:off x="7149597" y="5630406"/>
              <a:ext cx="309755" cy="17217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2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911" name="Hexagon 3910">
              <a:extLst>
                <a:ext uri="{FF2B5EF4-FFF2-40B4-BE49-F238E27FC236}">
                  <a16:creationId xmlns:a16="http://schemas.microsoft.com/office/drawing/2014/main" id="{890C8DF4-29FA-44FF-BA98-5774556BA344}"/>
                </a:ext>
              </a:extLst>
            </p:cNvPr>
            <p:cNvSpPr/>
            <p:nvPr/>
          </p:nvSpPr>
          <p:spPr>
            <a:xfrm>
              <a:off x="7144834" y="5806057"/>
              <a:ext cx="309755" cy="191985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2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912" name="Hexagon 3911">
              <a:extLst>
                <a:ext uri="{FF2B5EF4-FFF2-40B4-BE49-F238E27FC236}">
                  <a16:creationId xmlns:a16="http://schemas.microsoft.com/office/drawing/2014/main" id="{89F61150-32F5-4E09-BCDF-6825BC1BFA3C}"/>
                </a:ext>
              </a:extLst>
            </p:cNvPr>
            <p:cNvSpPr/>
            <p:nvPr/>
          </p:nvSpPr>
          <p:spPr>
            <a:xfrm>
              <a:off x="7392041" y="5365923"/>
              <a:ext cx="309755" cy="17217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2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913" name="Hexagon 3912">
              <a:extLst>
                <a:ext uri="{FF2B5EF4-FFF2-40B4-BE49-F238E27FC236}">
                  <a16:creationId xmlns:a16="http://schemas.microsoft.com/office/drawing/2014/main" id="{FDBBB59E-903C-441C-8E24-E402B71A9CE9}"/>
                </a:ext>
              </a:extLst>
            </p:cNvPr>
            <p:cNvSpPr/>
            <p:nvPr/>
          </p:nvSpPr>
          <p:spPr>
            <a:xfrm>
              <a:off x="7387278" y="5541574"/>
              <a:ext cx="309755" cy="191985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2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914" name="Hexagon 3913">
              <a:extLst>
                <a:ext uri="{FF2B5EF4-FFF2-40B4-BE49-F238E27FC236}">
                  <a16:creationId xmlns:a16="http://schemas.microsoft.com/office/drawing/2014/main" id="{8576A434-9BC9-499B-A337-5FC3CF4FF7A6}"/>
                </a:ext>
              </a:extLst>
            </p:cNvPr>
            <p:cNvSpPr/>
            <p:nvPr/>
          </p:nvSpPr>
          <p:spPr>
            <a:xfrm>
              <a:off x="8094628" y="4721220"/>
              <a:ext cx="309755" cy="17217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2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915" name="Hexagon 3914">
              <a:extLst>
                <a:ext uri="{FF2B5EF4-FFF2-40B4-BE49-F238E27FC236}">
                  <a16:creationId xmlns:a16="http://schemas.microsoft.com/office/drawing/2014/main" id="{2194FFD2-7938-4BE4-9091-6752512B745D}"/>
                </a:ext>
              </a:extLst>
            </p:cNvPr>
            <p:cNvSpPr/>
            <p:nvPr/>
          </p:nvSpPr>
          <p:spPr>
            <a:xfrm>
              <a:off x="8089865" y="4896871"/>
              <a:ext cx="309755" cy="191985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2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916" name="Hexagon 3915">
              <a:extLst>
                <a:ext uri="{FF2B5EF4-FFF2-40B4-BE49-F238E27FC236}">
                  <a16:creationId xmlns:a16="http://schemas.microsoft.com/office/drawing/2014/main" id="{0D2AD2DB-1DEE-40CC-9788-9D41E2D5BD6B}"/>
                </a:ext>
              </a:extLst>
            </p:cNvPr>
            <p:cNvSpPr/>
            <p:nvPr/>
          </p:nvSpPr>
          <p:spPr>
            <a:xfrm>
              <a:off x="8569592" y="4353584"/>
              <a:ext cx="309755" cy="17217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2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917" name="Hexagon 3916">
              <a:extLst>
                <a:ext uri="{FF2B5EF4-FFF2-40B4-BE49-F238E27FC236}">
                  <a16:creationId xmlns:a16="http://schemas.microsoft.com/office/drawing/2014/main" id="{AFE81AFB-3F1D-4FB1-986E-124627F98105}"/>
                </a:ext>
              </a:extLst>
            </p:cNvPr>
            <p:cNvSpPr/>
            <p:nvPr/>
          </p:nvSpPr>
          <p:spPr>
            <a:xfrm>
              <a:off x="8564829" y="4529235"/>
              <a:ext cx="309755" cy="191985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2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918" name="Hexagon 3917">
              <a:extLst>
                <a:ext uri="{FF2B5EF4-FFF2-40B4-BE49-F238E27FC236}">
                  <a16:creationId xmlns:a16="http://schemas.microsoft.com/office/drawing/2014/main" id="{E6C02CB4-F423-4905-9C6B-C6CBB23A9142}"/>
                </a:ext>
              </a:extLst>
            </p:cNvPr>
            <p:cNvSpPr/>
            <p:nvPr/>
          </p:nvSpPr>
          <p:spPr>
            <a:xfrm>
              <a:off x="7609960" y="4531276"/>
              <a:ext cx="309755" cy="17217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2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919" name="Hexagon 3918">
              <a:extLst>
                <a:ext uri="{FF2B5EF4-FFF2-40B4-BE49-F238E27FC236}">
                  <a16:creationId xmlns:a16="http://schemas.microsoft.com/office/drawing/2014/main" id="{0F8EE5BF-9C5B-4C9C-ACE7-4AC3F6052488}"/>
                </a:ext>
              </a:extLst>
            </p:cNvPr>
            <p:cNvSpPr/>
            <p:nvPr/>
          </p:nvSpPr>
          <p:spPr>
            <a:xfrm>
              <a:off x="7613807" y="4709400"/>
              <a:ext cx="309755" cy="191985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2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920" name="Hexagon 3919">
              <a:extLst>
                <a:ext uri="{FF2B5EF4-FFF2-40B4-BE49-F238E27FC236}">
                  <a16:creationId xmlns:a16="http://schemas.microsoft.com/office/drawing/2014/main" id="{4981CBB1-BADC-4ECC-9BA2-A97926CCC04D}"/>
                </a:ext>
              </a:extLst>
            </p:cNvPr>
            <p:cNvSpPr/>
            <p:nvPr/>
          </p:nvSpPr>
          <p:spPr>
            <a:xfrm>
              <a:off x="7145121" y="4723883"/>
              <a:ext cx="309755" cy="17217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2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921" name="Hexagon 3920">
              <a:extLst>
                <a:ext uri="{FF2B5EF4-FFF2-40B4-BE49-F238E27FC236}">
                  <a16:creationId xmlns:a16="http://schemas.microsoft.com/office/drawing/2014/main" id="{BE9C9B57-0D8F-4025-9513-F1A8C6EB899F}"/>
                </a:ext>
              </a:extLst>
            </p:cNvPr>
            <p:cNvSpPr/>
            <p:nvPr/>
          </p:nvSpPr>
          <p:spPr>
            <a:xfrm>
              <a:off x="7140358" y="4899534"/>
              <a:ext cx="309755" cy="191985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2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922" name="Hexagon 3921">
              <a:extLst>
                <a:ext uri="{FF2B5EF4-FFF2-40B4-BE49-F238E27FC236}">
                  <a16:creationId xmlns:a16="http://schemas.microsoft.com/office/drawing/2014/main" id="{64EB3F20-1AD0-48CE-B180-936D2D64F2F7}"/>
                </a:ext>
              </a:extLst>
            </p:cNvPr>
            <p:cNvSpPr/>
            <p:nvPr/>
          </p:nvSpPr>
          <p:spPr>
            <a:xfrm>
              <a:off x="6911591" y="4444904"/>
              <a:ext cx="309755" cy="17217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2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923" name="Hexagon 3922">
              <a:extLst>
                <a:ext uri="{FF2B5EF4-FFF2-40B4-BE49-F238E27FC236}">
                  <a16:creationId xmlns:a16="http://schemas.microsoft.com/office/drawing/2014/main" id="{9CE39D03-46AD-4786-ACCC-EFE9C9AA9026}"/>
                </a:ext>
              </a:extLst>
            </p:cNvPr>
            <p:cNvSpPr/>
            <p:nvPr/>
          </p:nvSpPr>
          <p:spPr>
            <a:xfrm>
              <a:off x="6906828" y="4620555"/>
              <a:ext cx="309755" cy="191985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2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924" name="Hexagon 3923">
              <a:extLst>
                <a:ext uri="{FF2B5EF4-FFF2-40B4-BE49-F238E27FC236}">
                  <a16:creationId xmlns:a16="http://schemas.microsoft.com/office/drawing/2014/main" id="{FDF7F2AE-43A5-46C8-83DD-70ECA93B8076}"/>
                </a:ext>
              </a:extLst>
            </p:cNvPr>
            <p:cNvSpPr/>
            <p:nvPr/>
          </p:nvSpPr>
          <p:spPr>
            <a:xfrm>
              <a:off x="7149597" y="4168965"/>
              <a:ext cx="309755" cy="17217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2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925" name="Hexagon 3924">
              <a:extLst>
                <a:ext uri="{FF2B5EF4-FFF2-40B4-BE49-F238E27FC236}">
                  <a16:creationId xmlns:a16="http://schemas.microsoft.com/office/drawing/2014/main" id="{9456F8BB-D126-4A45-BD05-EDB5E0B0395C}"/>
                </a:ext>
              </a:extLst>
            </p:cNvPr>
            <p:cNvSpPr/>
            <p:nvPr/>
          </p:nvSpPr>
          <p:spPr>
            <a:xfrm>
              <a:off x="7144834" y="4344616"/>
              <a:ext cx="309755" cy="191985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2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926" name="Hexagon 3925">
              <a:extLst>
                <a:ext uri="{FF2B5EF4-FFF2-40B4-BE49-F238E27FC236}">
                  <a16:creationId xmlns:a16="http://schemas.microsoft.com/office/drawing/2014/main" id="{A91DAC53-359E-46B1-8E11-CF0C048CCC15}"/>
                </a:ext>
              </a:extLst>
            </p:cNvPr>
            <p:cNvSpPr/>
            <p:nvPr/>
          </p:nvSpPr>
          <p:spPr>
            <a:xfrm>
              <a:off x="6920868" y="3889561"/>
              <a:ext cx="309755" cy="17217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2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927" name="Hexagon 3926">
              <a:extLst>
                <a:ext uri="{FF2B5EF4-FFF2-40B4-BE49-F238E27FC236}">
                  <a16:creationId xmlns:a16="http://schemas.microsoft.com/office/drawing/2014/main" id="{9659A879-F2F9-4DE5-98A2-27E4B0AE14B0}"/>
                </a:ext>
              </a:extLst>
            </p:cNvPr>
            <p:cNvSpPr/>
            <p:nvPr/>
          </p:nvSpPr>
          <p:spPr>
            <a:xfrm>
              <a:off x="6916105" y="4065212"/>
              <a:ext cx="309755" cy="191985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2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928" name="Hexagon 3927">
              <a:extLst>
                <a:ext uri="{FF2B5EF4-FFF2-40B4-BE49-F238E27FC236}">
                  <a16:creationId xmlns:a16="http://schemas.microsoft.com/office/drawing/2014/main" id="{0AD270BB-8C89-4ED8-B3A2-0F80F214F642}"/>
                </a:ext>
              </a:extLst>
            </p:cNvPr>
            <p:cNvSpPr/>
            <p:nvPr/>
          </p:nvSpPr>
          <p:spPr>
            <a:xfrm>
              <a:off x="6677486" y="3985553"/>
              <a:ext cx="309755" cy="17217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2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929" name="Hexagon 3928">
              <a:extLst>
                <a:ext uri="{FF2B5EF4-FFF2-40B4-BE49-F238E27FC236}">
                  <a16:creationId xmlns:a16="http://schemas.microsoft.com/office/drawing/2014/main" id="{8F3CF8DD-EB5B-43B5-A0D1-67B3123CC9CE}"/>
                </a:ext>
              </a:extLst>
            </p:cNvPr>
            <p:cNvSpPr/>
            <p:nvPr/>
          </p:nvSpPr>
          <p:spPr>
            <a:xfrm>
              <a:off x="6672723" y="4161204"/>
              <a:ext cx="309755" cy="191985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2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930" name="Hexagon 3929">
              <a:extLst>
                <a:ext uri="{FF2B5EF4-FFF2-40B4-BE49-F238E27FC236}">
                  <a16:creationId xmlns:a16="http://schemas.microsoft.com/office/drawing/2014/main" id="{DCED7240-8E71-47C0-AF11-F426F9D68D11}"/>
                </a:ext>
              </a:extLst>
            </p:cNvPr>
            <p:cNvSpPr/>
            <p:nvPr/>
          </p:nvSpPr>
          <p:spPr>
            <a:xfrm>
              <a:off x="6435305" y="4261277"/>
              <a:ext cx="309755" cy="17217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2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931" name="Hexagon 3930">
              <a:extLst>
                <a:ext uri="{FF2B5EF4-FFF2-40B4-BE49-F238E27FC236}">
                  <a16:creationId xmlns:a16="http://schemas.microsoft.com/office/drawing/2014/main" id="{2FC6BBFB-A55F-4FED-8832-1D9C3A5730A2}"/>
                </a:ext>
              </a:extLst>
            </p:cNvPr>
            <p:cNvSpPr/>
            <p:nvPr/>
          </p:nvSpPr>
          <p:spPr>
            <a:xfrm>
              <a:off x="6430542" y="4436928"/>
              <a:ext cx="309755" cy="191985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2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932" name="Hexagon 3931">
              <a:extLst>
                <a:ext uri="{FF2B5EF4-FFF2-40B4-BE49-F238E27FC236}">
                  <a16:creationId xmlns:a16="http://schemas.microsoft.com/office/drawing/2014/main" id="{267595C4-1B6A-43B7-94BA-DD03DECB8CAB}"/>
                </a:ext>
              </a:extLst>
            </p:cNvPr>
            <p:cNvSpPr/>
            <p:nvPr/>
          </p:nvSpPr>
          <p:spPr>
            <a:xfrm>
              <a:off x="6430216" y="4628913"/>
              <a:ext cx="309755" cy="17217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2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933" name="Hexagon 3932">
              <a:extLst>
                <a:ext uri="{FF2B5EF4-FFF2-40B4-BE49-F238E27FC236}">
                  <a16:creationId xmlns:a16="http://schemas.microsoft.com/office/drawing/2014/main" id="{61232D28-E779-4F7B-8406-057448F3DDDA}"/>
                </a:ext>
              </a:extLst>
            </p:cNvPr>
            <p:cNvSpPr/>
            <p:nvPr/>
          </p:nvSpPr>
          <p:spPr>
            <a:xfrm>
              <a:off x="6425453" y="4804564"/>
              <a:ext cx="309755" cy="191985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2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934" name="Hexagon 3933">
              <a:extLst>
                <a:ext uri="{FF2B5EF4-FFF2-40B4-BE49-F238E27FC236}">
                  <a16:creationId xmlns:a16="http://schemas.microsoft.com/office/drawing/2014/main" id="{1E7E2968-B444-474D-B140-AE5CA8C96A91}"/>
                </a:ext>
              </a:extLst>
            </p:cNvPr>
            <p:cNvSpPr/>
            <p:nvPr/>
          </p:nvSpPr>
          <p:spPr>
            <a:xfrm>
              <a:off x="6195614" y="4532921"/>
              <a:ext cx="309755" cy="17217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2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935" name="Hexagon 3934">
              <a:extLst>
                <a:ext uri="{FF2B5EF4-FFF2-40B4-BE49-F238E27FC236}">
                  <a16:creationId xmlns:a16="http://schemas.microsoft.com/office/drawing/2014/main" id="{435B1E5C-54D9-4B42-86C3-C1A25AABA773}"/>
                </a:ext>
              </a:extLst>
            </p:cNvPr>
            <p:cNvSpPr/>
            <p:nvPr/>
          </p:nvSpPr>
          <p:spPr>
            <a:xfrm>
              <a:off x="6190851" y="4708572"/>
              <a:ext cx="309755" cy="191985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2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936" name="Hexagon 3935">
              <a:extLst>
                <a:ext uri="{FF2B5EF4-FFF2-40B4-BE49-F238E27FC236}">
                  <a16:creationId xmlns:a16="http://schemas.microsoft.com/office/drawing/2014/main" id="{46012C5C-E8BC-485B-8E2E-7E88D2C1062D}"/>
                </a:ext>
              </a:extLst>
            </p:cNvPr>
            <p:cNvSpPr/>
            <p:nvPr/>
          </p:nvSpPr>
          <p:spPr>
            <a:xfrm>
              <a:off x="6198272" y="4907359"/>
              <a:ext cx="309755" cy="17217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2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937" name="Hexagon 3936">
              <a:extLst>
                <a:ext uri="{FF2B5EF4-FFF2-40B4-BE49-F238E27FC236}">
                  <a16:creationId xmlns:a16="http://schemas.microsoft.com/office/drawing/2014/main" id="{6C20DEB3-20CD-4C25-835E-346AFF341463}"/>
                </a:ext>
              </a:extLst>
            </p:cNvPr>
            <p:cNvSpPr/>
            <p:nvPr/>
          </p:nvSpPr>
          <p:spPr>
            <a:xfrm>
              <a:off x="6193509" y="5083010"/>
              <a:ext cx="309755" cy="191985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2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938" name="Hexagon 3937">
              <a:extLst>
                <a:ext uri="{FF2B5EF4-FFF2-40B4-BE49-F238E27FC236}">
                  <a16:creationId xmlns:a16="http://schemas.microsoft.com/office/drawing/2014/main" id="{59BEA7C2-81DF-43EE-8458-90221EDA6307}"/>
                </a:ext>
              </a:extLst>
            </p:cNvPr>
            <p:cNvSpPr/>
            <p:nvPr/>
          </p:nvSpPr>
          <p:spPr>
            <a:xfrm>
              <a:off x="5962190" y="4625308"/>
              <a:ext cx="309755" cy="17217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2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939" name="Hexagon 3938">
              <a:extLst>
                <a:ext uri="{FF2B5EF4-FFF2-40B4-BE49-F238E27FC236}">
                  <a16:creationId xmlns:a16="http://schemas.microsoft.com/office/drawing/2014/main" id="{2D99230B-B980-4B23-B4A2-153D55CC8373}"/>
                </a:ext>
              </a:extLst>
            </p:cNvPr>
            <p:cNvSpPr/>
            <p:nvPr/>
          </p:nvSpPr>
          <p:spPr>
            <a:xfrm>
              <a:off x="5957427" y="4800959"/>
              <a:ext cx="309755" cy="191985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2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940" name="Hexagon 3939">
              <a:extLst>
                <a:ext uri="{FF2B5EF4-FFF2-40B4-BE49-F238E27FC236}">
                  <a16:creationId xmlns:a16="http://schemas.microsoft.com/office/drawing/2014/main" id="{EC5866A9-2F8B-416F-9A68-99F141423B32}"/>
                </a:ext>
              </a:extLst>
            </p:cNvPr>
            <p:cNvSpPr/>
            <p:nvPr/>
          </p:nvSpPr>
          <p:spPr>
            <a:xfrm>
              <a:off x="5969400" y="5366226"/>
              <a:ext cx="309755" cy="17217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2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941" name="Hexagon 3940">
              <a:extLst>
                <a:ext uri="{FF2B5EF4-FFF2-40B4-BE49-F238E27FC236}">
                  <a16:creationId xmlns:a16="http://schemas.microsoft.com/office/drawing/2014/main" id="{97635FB7-1C77-4397-9173-F57060EB60BD}"/>
                </a:ext>
              </a:extLst>
            </p:cNvPr>
            <p:cNvSpPr/>
            <p:nvPr/>
          </p:nvSpPr>
          <p:spPr>
            <a:xfrm>
              <a:off x="5964637" y="5541877"/>
              <a:ext cx="309755" cy="191985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2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942" name="Hexagon 3941">
              <a:extLst>
                <a:ext uri="{FF2B5EF4-FFF2-40B4-BE49-F238E27FC236}">
                  <a16:creationId xmlns:a16="http://schemas.microsoft.com/office/drawing/2014/main" id="{955A46D8-F8B6-4F16-81C1-37882447BF3B}"/>
                </a:ext>
              </a:extLst>
            </p:cNvPr>
            <p:cNvSpPr/>
            <p:nvPr/>
          </p:nvSpPr>
          <p:spPr>
            <a:xfrm>
              <a:off x="6915049" y="5186584"/>
              <a:ext cx="309755" cy="17217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2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943" name="Hexagon 3942">
              <a:extLst>
                <a:ext uri="{FF2B5EF4-FFF2-40B4-BE49-F238E27FC236}">
                  <a16:creationId xmlns:a16="http://schemas.microsoft.com/office/drawing/2014/main" id="{42073917-02C8-4719-B679-B5FC79E5FE3F}"/>
                </a:ext>
              </a:extLst>
            </p:cNvPr>
            <p:cNvSpPr/>
            <p:nvPr/>
          </p:nvSpPr>
          <p:spPr>
            <a:xfrm>
              <a:off x="6910286" y="5362235"/>
              <a:ext cx="309755" cy="191985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2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944" name="Hexagon 3943">
              <a:extLst>
                <a:ext uri="{FF2B5EF4-FFF2-40B4-BE49-F238E27FC236}">
                  <a16:creationId xmlns:a16="http://schemas.microsoft.com/office/drawing/2014/main" id="{F64C032E-DBC7-4A42-A6B0-9D32E72C00D5}"/>
                </a:ext>
              </a:extLst>
            </p:cNvPr>
            <p:cNvSpPr/>
            <p:nvPr/>
          </p:nvSpPr>
          <p:spPr>
            <a:xfrm>
              <a:off x="6680027" y="5276685"/>
              <a:ext cx="309755" cy="17217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2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945" name="Hexagon 3944">
              <a:extLst>
                <a:ext uri="{FF2B5EF4-FFF2-40B4-BE49-F238E27FC236}">
                  <a16:creationId xmlns:a16="http://schemas.microsoft.com/office/drawing/2014/main" id="{D04579D3-032F-4C47-96D2-41CB920BF2A3}"/>
                </a:ext>
              </a:extLst>
            </p:cNvPr>
            <p:cNvSpPr/>
            <p:nvPr/>
          </p:nvSpPr>
          <p:spPr>
            <a:xfrm>
              <a:off x="6675264" y="5452336"/>
              <a:ext cx="309755" cy="191985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2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946" name="Hexagon 3945">
              <a:extLst>
                <a:ext uri="{FF2B5EF4-FFF2-40B4-BE49-F238E27FC236}">
                  <a16:creationId xmlns:a16="http://schemas.microsoft.com/office/drawing/2014/main" id="{8E24756F-7FAA-41DD-8612-DEE15596691A}"/>
                </a:ext>
              </a:extLst>
            </p:cNvPr>
            <p:cNvSpPr/>
            <p:nvPr/>
          </p:nvSpPr>
          <p:spPr>
            <a:xfrm>
              <a:off x="5495129" y="4632680"/>
              <a:ext cx="309755" cy="17217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2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947" name="Hexagon 3946">
              <a:extLst>
                <a:ext uri="{FF2B5EF4-FFF2-40B4-BE49-F238E27FC236}">
                  <a16:creationId xmlns:a16="http://schemas.microsoft.com/office/drawing/2014/main" id="{88FC88A2-3CFB-4B61-A3D1-EA82BC05D25B}"/>
                </a:ext>
              </a:extLst>
            </p:cNvPr>
            <p:cNvSpPr/>
            <p:nvPr/>
          </p:nvSpPr>
          <p:spPr>
            <a:xfrm>
              <a:off x="5490366" y="4808331"/>
              <a:ext cx="309755" cy="191985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2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948" name="Hexagon 3947">
              <a:extLst>
                <a:ext uri="{FF2B5EF4-FFF2-40B4-BE49-F238E27FC236}">
                  <a16:creationId xmlns:a16="http://schemas.microsoft.com/office/drawing/2014/main" id="{6A8FFFE3-9240-4A7A-B442-7190EB94A621}"/>
                </a:ext>
              </a:extLst>
            </p:cNvPr>
            <p:cNvSpPr/>
            <p:nvPr/>
          </p:nvSpPr>
          <p:spPr>
            <a:xfrm>
              <a:off x="5260042" y="4724905"/>
              <a:ext cx="309755" cy="17217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2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949" name="Hexagon 3948">
              <a:extLst>
                <a:ext uri="{FF2B5EF4-FFF2-40B4-BE49-F238E27FC236}">
                  <a16:creationId xmlns:a16="http://schemas.microsoft.com/office/drawing/2014/main" id="{E4E5D669-1341-4E60-8332-E5BCBFEDF335}"/>
                </a:ext>
              </a:extLst>
            </p:cNvPr>
            <p:cNvSpPr/>
            <p:nvPr/>
          </p:nvSpPr>
          <p:spPr>
            <a:xfrm>
              <a:off x="5255279" y="4900556"/>
              <a:ext cx="309755" cy="191985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2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950" name="Hexagon 3949">
              <a:extLst>
                <a:ext uri="{FF2B5EF4-FFF2-40B4-BE49-F238E27FC236}">
                  <a16:creationId xmlns:a16="http://schemas.microsoft.com/office/drawing/2014/main" id="{55D0564E-648E-48BE-AECE-650A00FADC5C}"/>
                </a:ext>
              </a:extLst>
            </p:cNvPr>
            <p:cNvSpPr/>
            <p:nvPr/>
          </p:nvSpPr>
          <p:spPr>
            <a:xfrm>
              <a:off x="5022209" y="4628913"/>
              <a:ext cx="309755" cy="17217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2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951" name="Hexagon 3950">
              <a:extLst>
                <a:ext uri="{FF2B5EF4-FFF2-40B4-BE49-F238E27FC236}">
                  <a16:creationId xmlns:a16="http://schemas.microsoft.com/office/drawing/2014/main" id="{6343355E-94B0-4303-A2F5-779F1932064B}"/>
                </a:ext>
              </a:extLst>
            </p:cNvPr>
            <p:cNvSpPr/>
            <p:nvPr/>
          </p:nvSpPr>
          <p:spPr>
            <a:xfrm>
              <a:off x="5017446" y="4804564"/>
              <a:ext cx="309755" cy="191985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2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952" name="Hexagon 3951">
              <a:extLst>
                <a:ext uri="{FF2B5EF4-FFF2-40B4-BE49-F238E27FC236}">
                  <a16:creationId xmlns:a16="http://schemas.microsoft.com/office/drawing/2014/main" id="{B4B51AD0-FB08-4DBD-9049-204308AC6B9D}"/>
                </a:ext>
              </a:extLst>
            </p:cNvPr>
            <p:cNvSpPr/>
            <p:nvPr/>
          </p:nvSpPr>
          <p:spPr>
            <a:xfrm>
              <a:off x="4779193" y="4910892"/>
              <a:ext cx="309755" cy="17217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2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953" name="Hexagon 3952">
              <a:extLst>
                <a:ext uri="{FF2B5EF4-FFF2-40B4-BE49-F238E27FC236}">
                  <a16:creationId xmlns:a16="http://schemas.microsoft.com/office/drawing/2014/main" id="{543DB04A-EFC9-4B8A-98D9-BC5C3D647726}"/>
                </a:ext>
              </a:extLst>
            </p:cNvPr>
            <p:cNvSpPr/>
            <p:nvPr/>
          </p:nvSpPr>
          <p:spPr>
            <a:xfrm>
              <a:off x="4774430" y="5086543"/>
              <a:ext cx="309755" cy="191985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2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954" name="Hexagon 3953">
              <a:extLst>
                <a:ext uri="{FF2B5EF4-FFF2-40B4-BE49-F238E27FC236}">
                  <a16:creationId xmlns:a16="http://schemas.microsoft.com/office/drawing/2014/main" id="{364049FB-E0CC-4E58-82C2-75A385347D8B}"/>
                </a:ext>
              </a:extLst>
            </p:cNvPr>
            <p:cNvSpPr/>
            <p:nvPr/>
          </p:nvSpPr>
          <p:spPr>
            <a:xfrm>
              <a:off x="4543455" y="5186584"/>
              <a:ext cx="309755" cy="17217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2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955" name="Hexagon 3954">
              <a:extLst>
                <a:ext uri="{FF2B5EF4-FFF2-40B4-BE49-F238E27FC236}">
                  <a16:creationId xmlns:a16="http://schemas.microsoft.com/office/drawing/2014/main" id="{2E793A26-BFF2-460F-92C8-B008EAD7D38E}"/>
                </a:ext>
              </a:extLst>
            </p:cNvPr>
            <p:cNvSpPr/>
            <p:nvPr/>
          </p:nvSpPr>
          <p:spPr>
            <a:xfrm>
              <a:off x="4538692" y="5362235"/>
              <a:ext cx="309755" cy="191985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2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956" name="Hexagon 3955">
              <a:extLst>
                <a:ext uri="{FF2B5EF4-FFF2-40B4-BE49-F238E27FC236}">
                  <a16:creationId xmlns:a16="http://schemas.microsoft.com/office/drawing/2014/main" id="{640B73B9-AB12-4384-8623-C6DD8902587A}"/>
                </a:ext>
              </a:extLst>
            </p:cNvPr>
            <p:cNvSpPr/>
            <p:nvPr/>
          </p:nvSpPr>
          <p:spPr>
            <a:xfrm>
              <a:off x="4777661" y="5461915"/>
              <a:ext cx="309755" cy="17217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2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957" name="Hexagon 3956">
              <a:extLst>
                <a:ext uri="{FF2B5EF4-FFF2-40B4-BE49-F238E27FC236}">
                  <a16:creationId xmlns:a16="http://schemas.microsoft.com/office/drawing/2014/main" id="{22674BED-4333-468A-9546-4F5A3966EC02}"/>
                </a:ext>
              </a:extLst>
            </p:cNvPr>
            <p:cNvSpPr/>
            <p:nvPr/>
          </p:nvSpPr>
          <p:spPr>
            <a:xfrm>
              <a:off x="4772898" y="5637566"/>
              <a:ext cx="309755" cy="191985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2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958" name="Hexagon 3957">
              <a:extLst>
                <a:ext uri="{FF2B5EF4-FFF2-40B4-BE49-F238E27FC236}">
                  <a16:creationId xmlns:a16="http://schemas.microsoft.com/office/drawing/2014/main" id="{D8981E8B-8F54-4FA7-AEF6-2B85E86BF8E9}"/>
                </a:ext>
              </a:extLst>
            </p:cNvPr>
            <p:cNvSpPr/>
            <p:nvPr/>
          </p:nvSpPr>
          <p:spPr>
            <a:xfrm>
              <a:off x="5268014" y="5088557"/>
              <a:ext cx="309755" cy="17217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2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959" name="Hexagon 3958">
              <a:extLst>
                <a:ext uri="{FF2B5EF4-FFF2-40B4-BE49-F238E27FC236}">
                  <a16:creationId xmlns:a16="http://schemas.microsoft.com/office/drawing/2014/main" id="{4729E7B5-BCE9-4477-AE69-A84F90FA8932}"/>
                </a:ext>
              </a:extLst>
            </p:cNvPr>
            <p:cNvSpPr/>
            <p:nvPr/>
          </p:nvSpPr>
          <p:spPr>
            <a:xfrm>
              <a:off x="5263251" y="5264208"/>
              <a:ext cx="309755" cy="191985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2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960" name="Hexagon 3959">
              <a:extLst>
                <a:ext uri="{FF2B5EF4-FFF2-40B4-BE49-F238E27FC236}">
                  <a16:creationId xmlns:a16="http://schemas.microsoft.com/office/drawing/2014/main" id="{88AD01D0-A67C-4CAE-9C2D-A837E1BF334F}"/>
                </a:ext>
              </a:extLst>
            </p:cNvPr>
            <p:cNvSpPr/>
            <p:nvPr/>
          </p:nvSpPr>
          <p:spPr>
            <a:xfrm>
              <a:off x="5503036" y="5180692"/>
              <a:ext cx="309755" cy="17217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2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961" name="Hexagon 3960">
              <a:extLst>
                <a:ext uri="{FF2B5EF4-FFF2-40B4-BE49-F238E27FC236}">
                  <a16:creationId xmlns:a16="http://schemas.microsoft.com/office/drawing/2014/main" id="{5BF53BB8-1E79-4282-9633-1DA493A77E62}"/>
                </a:ext>
              </a:extLst>
            </p:cNvPr>
            <p:cNvSpPr/>
            <p:nvPr/>
          </p:nvSpPr>
          <p:spPr>
            <a:xfrm>
              <a:off x="5498273" y="5356343"/>
              <a:ext cx="309755" cy="191985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2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962" name="Hexagon 3961">
              <a:extLst>
                <a:ext uri="{FF2B5EF4-FFF2-40B4-BE49-F238E27FC236}">
                  <a16:creationId xmlns:a16="http://schemas.microsoft.com/office/drawing/2014/main" id="{A05392C7-4D1E-43D2-9705-84C066B43ACF}"/>
                </a:ext>
              </a:extLst>
            </p:cNvPr>
            <p:cNvSpPr/>
            <p:nvPr/>
          </p:nvSpPr>
          <p:spPr>
            <a:xfrm>
              <a:off x="5501593" y="5545754"/>
              <a:ext cx="309755" cy="17217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2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963" name="Hexagon 3962">
              <a:extLst>
                <a:ext uri="{FF2B5EF4-FFF2-40B4-BE49-F238E27FC236}">
                  <a16:creationId xmlns:a16="http://schemas.microsoft.com/office/drawing/2014/main" id="{B23857B9-EF65-4902-ACB5-F1145BA584E2}"/>
                </a:ext>
              </a:extLst>
            </p:cNvPr>
            <p:cNvSpPr/>
            <p:nvPr/>
          </p:nvSpPr>
          <p:spPr>
            <a:xfrm>
              <a:off x="5496830" y="5721405"/>
              <a:ext cx="309755" cy="191985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2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964" name="Hexagon 3963">
              <a:extLst>
                <a:ext uri="{FF2B5EF4-FFF2-40B4-BE49-F238E27FC236}">
                  <a16:creationId xmlns:a16="http://schemas.microsoft.com/office/drawing/2014/main" id="{1088057C-64B6-420C-B8CF-3B6FC97CB64B}"/>
                </a:ext>
              </a:extLst>
            </p:cNvPr>
            <p:cNvSpPr/>
            <p:nvPr/>
          </p:nvSpPr>
          <p:spPr>
            <a:xfrm>
              <a:off x="5499892" y="5922498"/>
              <a:ext cx="309755" cy="17217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2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965" name="Hexagon 3964">
              <a:extLst>
                <a:ext uri="{FF2B5EF4-FFF2-40B4-BE49-F238E27FC236}">
                  <a16:creationId xmlns:a16="http://schemas.microsoft.com/office/drawing/2014/main" id="{0FE3A85C-1EB2-4A9B-973B-6E621181A267}"/>
                </a:ext>
              </a:extLst>
            </p:cNvPr>
            <p:cNvSpPr/>
            <p:nvPr/>
          </p:nvSpPr>
          <p:spPr>
            <a:xfrm>
              <a:off x="5495129" y="6098149"/>
              <a:ext cx="309755" cy="191985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2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966" name="Hexagon 3965">
              <a:extLst>
                <a:ext uri="{FF2B5EF4-FFF2-40B4-BE49-F238E27FC236}">
                  <a16:creationId xmlns:a16="http://schemas.microsoft.com/office/drawing/2014/main" id="{35ACED20-870D-44B9-B8C1-E1CE6C42C851}"/>
                </a:ext>
              </a:extLst>
            </p:cNvPr>
            <p:cNvSpPr/>
            <p:nvPr/>
          </p:nvSpPr>
          <p:spPr>
            <a:xfrm>
              <a:off x="5259149" y="5637396"/>
              <a:ext cx="309755" cy="17217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2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967" name="Hexagon 3966">
              <a:extLst>
                <a:ext uri="{FF2B5EF4-FFF2-40B4-BE49-F238E27FC236}">
                  <a16:creationId xmlns:a16="http://schemas.microsoft.com/office/drawing/2014/main" id="{3D0AB9A5-94E4-49FD-9AA9-A93D366AFCEC}"/>
                </a:ext>
              </a:extLst>
            </p:cNvPr>
            <p:cNvSpPr/>
            <p:nvPr/>
          </p:nvSpPr>
          <p:spPr>
            <a:xfrm>
              <a:off x="5262076" y="5812048"/>
              <a:ext cx="309755" cy="191985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2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968" name="Hexagon 3967">
              <a:extLst>
                <a:ext uri="{FF2B5EF4-FFF2-40B4-BE49-F238E27FC236}">
                  <a16:creationId xmlns:a16="http://schemas.microsoft.com/office/drawing/2014/main" id="{65C252EF-85AE-45D5-ADAE-6E49A4AA2868}"/>
                </a:ext>
              </a:extLst>
            </p:cNvPr>
            <p:cNvSpPr/>
            <p:nvPr/>
          </p:nvSpPr>
          <p:spPr>
            <a:xfrm>
              <a:off x="5017445" y="5545261"/>
              <a:ext cx="309755" cy="191985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2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969" name="Hexagon 3968">
              <a:extLst>
                <a:ext uri="{FF2B5EF4-FFF2-40B4-BE49-F238E27FC236}">
                  <a16:creationId xmlns:a16="http://schemas.microsoft.com/office/drawing/2014/main" id="{361D5B5D-F1B1-4FBC-8F47-F77DD9E69824}"/>
                </a:ext>
              </a:extLst>
            </p:cNvPr>
            <p:cNvSpPr/>
            <p:nvPr/>
          </p:nvSpPr>
          <p:spPr>
            <a:xfrm>
              <a:off x="5738727" y="6177795"/>
              <a:ext cx="309755" cy="191985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2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970" name="Hexagon 3969">
              <a:extLst>
                <a:ext uri="{FF2B5EF4-FFF2-40B4-BE49-F238E27FC236}">
                  <a16:creationId xmlns:a16="http://schemas.microsoft.com/office/drawing/2014/main" id="{8908F91A-EDD6-4F61-9050-A843C462A48E}"/>
                </a:ext>
              </a:extLst>
            </p:cNvPr>
            <p:cNvSpPr/>
            <p:nvPr/>
          </p:nvSpPr>
          <p:spPr>
            <a:xfrm>
              <a:off x="5732001" y="5635042"/>
              <a:ext cx="309755" cy="191985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2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971" name="Hexagon 3970">
              <a:extLst>
                <a:ext uri="{FF2B5EF4-FFF2-40B4-BE49-F238E27FC236}">
                  <a16:creationId xmlns:a16="http://schemas.microsoft.com/office/drawing/2014/main" id="{9F3D134D-C914-4490-8EFA-8EE6EF8CCB3D}"/>
                </a:ext>
              </a:extLst>
            </p:cNvPr>
            <p:cNvSpPr/>
            <p:nvPr/>
          </p:nvSpPr>
          <p:spPr>
            <a:xfrm>
              <a:off x="6443732" y="6092297"/>
              <a:ext cx="309755" cy="191985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2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972" name="Hexagon 3971">
              <a:extLst>
                <a:ext uri="{FF2B5EF4-FFF2-40B4-BE49-F238E27FC236}">
                  <a16:creationId xmlns:a16="http://schemas.microsoft.com/office/drawing/2014/main" id="{8D248B3D-B990-4E1B-AB95-CD85AA2AD567}"/>
                </a:ext>
              </a:extLst>
            </p:cNvPr>
            <p:cNvSpPr/>
            <p:nvPr/>
          </p:nvSpPr>
          <p:spPr>
            <a:xfrm>
              <a:off x="6447838" y="5896839"/>
              <a:ext cx="309755" cy="191985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2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973" name="Hexagon 3972">
              <a:extLst>
                <a:ext uri="{FF2B5EF4-FFF2-40B4-BE49-F238E27FC236}">
                  <a16:creationId xmlns:a16="http://schemas.microsoft.com/office/drawing/2014/main" id="{F943DF16-775B-4FCD-BC67-9A6E0E4D9008}"/>
                </a:ext>
              </a:extLst>
            </p:cNvPr>
            <p:cNvSpPr/>
            <p:nvPr/>
          </p:nvSpPr>
          <p:spPr>
            <a:xfrm>
              <a:off x="6215092" y="6000999"/>
              <a:ext cx="309755" cy="191985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2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974" name="Hexagon 3973">
              <a:extLst>
                <a:ext uri="{FF2B5EF4-FFF2-40B4-BE49-F238E27FC236}">
                  <a16:creationId xmlns:a16="http://schemas.microsoft.com/office/drawing/2014/main" id="{2B3F86B0-8F99-4A36-B979-0236370F7564}"/>
                </a:ext>
              </a:extLst>
            </p:cNvPr>
            <p:cNvSpPr/>
            <p:nvPr/>
          </p:nvSpPr>
          <p:spPr>
            <a:xfrm>
              <a:off x="6438908" y="5537570"/>
              <a:ext cx="309755" cy="191985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2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975" name="Hexagon 3974">
              <a:extLst>
                <a:ext uri="{FF2B5EF4-FFF2-40B4-BE49-F238E27FC236}">
                  <a16:creationId xmlns:a16="http://schemas.microsoft.com/office/drawing/2014/main" id="{AA231906-278C-4C49-B99D-6F7EF94D5437}"/>
                </a:ext>
              </a:extLst>
            </p:cNvPr>
            <p:cNvSpPr/>
            <p:nvPr/>
          </p:nvSpPr>
          <p:spPr>
            <a:xfrm>
              <a:off x="6206162" y="5641730"/>
              <a:ext cx="309755" cy="191985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2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976" name="Hexagon 3975">
              <a:extLst>
                <a:ext uri="{FF2B5EF4-FFF2-40B4-BE49-F238E27FC236}">
                  <a16:creationId xmlns:a16="http://schemas.microsoft.com/office/drawing/2014/main" id="{746F9264-6871-4FF0-9A84-67B97C45AD6B}"/>
                </a:ext>
              </a:extLst>
            </p:cNvPr>
            <p:cNvSpPr/>
            <p:nvPr/>
          </p:nvSpPr>
          <p:spPr>
            <a:xfrm>
              <a:off x="6921507" y="5902049"/>
              <a:ext cx="309755" cy="191985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2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977" name="Hexagon 3976">
              <a:extLst>
                <a:ext uri="{FF2B5EF4-FFF2-40B4-BE49-F238E27FC236}">
                  <a16:creationId xmlns:a16="http://schemas.microsoft.com/office/drawing/2014/main" id="{DEE646AF-AA20-4177-AA50-7421FF495B04}"/>
                </a:ext>
              </a:extLst>
            </p:cNvPr>
            <p:cNvSpPr/>
            <p:nvPr/>
          </p:nvSpPr>
          <p:spPr>
            <a:xfrm>
              <a:off x="6688761" y="5996695"/>
              <a:ext cx="309755" cy="191985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2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978" name="Hexagon 3977">
              <a:extLst>
                <a:ext uri="{FF2B5EF4-FFF2-40B4-BE49-F238E27FC236}">
                  <a16:creationId xmlns:a16="http://schemas.microsoft.com/office/drawing/2014/main" id="{D7BDB3E9-7FF1-4798-827E-14B17BF257C2}"/>
                </a:ext>
              </a:extLst>
            </p:cNvPr>
            <p:cNvSpPr/>
            <p:nvPr/>
          </p:nvSpPr>
          <p:spPr>
            <a:xfrm>
              <a:off x="6435872" y="5173182"/>
              <a:ext cx="309755" cy="191985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2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979" name="Hexagon 3978">
              <a:extLst>
                <a:ext uri="{FF2B5EF4-FFF2-40B4-BE49-F238E27FC236}">
                  <a16:creationId xmlns:a16="http://schemas.microsoft.com/office/drawing/2014/main" id="{A4763D77-DE01-4FDB-9DA6-8E7A6264BACE}"/>
                </a:ext>
              </a:extLst>
            </p:cNvPr>
            <p:cNvSpPr/>
            <p:nvPr/>
          </p:nvSpPr>
          <p:spPr>
            <a:xfrm>
              <a:off x="6203126" y="5267828"/>
              <a:ext cx="309755" cy="191985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2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980" name="Hexagon 3979">
              <a:extLst>
                <a:ext uri="{FF2B5EF4-FFF2-40B4-BE49-F238E27FC236}">
                  <a16:creationId xmlns:a16="http://schemas.microsoft.com/office/drawing/2014/main" id="{9A0EDF5F-F290-48BF-B873-FC95FF1DDB77}"/>
                </a:ext>
              </a:extLst>
            </p:cNvPr>
            <p:cNvSpPr/>
            <p:nvPr/>
          </p:nvSpPr>
          <p:spPr>
            <a:xfrm>
              <a:off x="5725453" y="4716547"/>
              <a:ext cx="309755" cy="191985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2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981" name="Hexagon 3980">
              <a:extLst>
                <a:ext uri="{FF2B5EF4-FFF2-40B4-BE49-F238E27FC236}">
                  <a16:creationId xmlns:a16="http://schemas.microsoft.com/office/drawing/2014/main" id="{03F6BDC0-F9D2-4F12-95FD-BAEB524C977F}"/>
                </a:ext>
              </a:extLst>
            </p:cNvPr>
            <p:cNvSpPr/>
            <p:nvPr/>
          </p:nvSpPr>
          <p:spPr>
            <a:xfrm>
              <a:off x="5964859" y="4989361"/>
              <a:ext cx="309755" cy="191985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2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982" name="Hexagon 3981">
              <a:extLst>
                <a:ext uri="{FF2B5EF4-FFF2-40B4-BE49-F238E27FC236}">
                  <a16:creationId xmlns:a16="http://schemas.microsoft.com/office/drawing/2014/main" id="{85EE16F3-EF08-4F8C-A789-A571C52C9A4E}"/>
                </a:ext>
              </a:extLst>
            </p:cNvPr>
            <p:cNvSpPr/>
            <p:nvPr/>
          </p:nvSpPr>
          <p:spPr>
            <a:xfrm>
              <a:off x="6668262" y="4897064"/>
              <a:ext cx="309755" cy="191985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2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983" name="Hexagon 3982">
              <a:extLst>
                <a:ext uri="{FF2B5EF4-FFF2-40B4-BE49-F238E27FC236}">
                  <a16:creationId xmlns:a16="http://schemas.microsoft.com/office/drawing/2014/main" id="{FAB95A7C-A404-4ECC-BF42-FEE56EAE4554}"/>
                </a:ext>
              </a:extLst>
            </p:cNvPr>
            <p:cNvSpPr/>
            <p:nvPr/>
          </p:nvSpPr>
          <p:spPr>
            <a:xfrm>
              <a:off x="6672723" y="4536031"/>
              <a:ext cx="309755" cy="191985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2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984" name="Hexagon 3983">
              <a:extLst>
                <a:ext uri="{FF2B5EF4-FFF2-40B4-BE49-F238E27FC236}">
                  <a16:creationId xmlns:a16="http://schemas.microsoft.com/office/drawing/2014/main" id="{703C16A1-60E8-4299-9D90-EB0589A31A64}"/>
                </a:ext>
              </a:extLst>
            </p:cNvPr>
            <p:cNvSpPr/>
            <p:nvPr/>
          </p:nvSpPr>
          <p:spPr>
            <a:xfrm>
              <a:off x="7626292" y="4170528"/>
              <a:ext cx="309755" cy="17217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2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985" name="Hexagon 3984">
              <a:extLst>
                <a:ext uri="{FF2B5EF4-FFF2-40B4-BE49-F238E27FC236}">
                  <a16:creationId xmlns:a16="http://schemas.microsoft.com/office/drawing/2014/main" id="{122D1966-3FD0-4B47-B3D9-338513728A82}"/>
                </a:ext>
              </a:extLst>
            </p:cNvPr>
            <p:cNvSpPr/>
            <p:nvPr/>
          </p:nvSpPr>
          <p:spPr>
            <a:xfrm>
              <a:off x="7392800" y="4066775"/>
              <a:ext cx="309755" cy="191985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2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986" name="Hexagon 3985">
              <a:extLst>
                <a:ext uri="{FF2B5EF4-FFF2-40B4-BE49-F238E27FC236}">
                  <a16:creationId xmlns:a16="http://schemas.microsoft.com/office/drawing/2014/main" id="{12C0D98C-1796-476A-8641-91396ABDA736}"/>
                </a:ext>
              </a:extLst>
            </p:cNvPr>
            <p:cNvSpPr/>
            <p:nvPr/>
          </p:nvSpPr>
          <p:spPr>
            <a:xfrm>
              <a:off x="7154181" y="3987116"/>
              <a:ext cx="309755" cy="17217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2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987" name="Hexagon 3986">
              <a:extLst>
                <a:ext uri="{FF2B5EF4-FFF2-40B4-BE49-F238E27FC236}">
                  <a16:creationId xmlns:a16="http://schemas.microsoft.com/office/drawing/2014/main" id="{E68A1353-A228-4C01-83F7-6BFACDD0A1C9}"/>
                </a:ext>
              </a:extLst>
            </p:cNvPr>
            <p:cNvSpPr/>
            <p:nvPr/>
          </p:nvSpPr>
          <p:spPr>
            <a:xfrm>
              <a:off x="8329661" y="4451769"/>
              <a:ext cx="309755" cy="17217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2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988" name="Hexagon 3987">
              <a:extLst>
                <a:ext uri="{FF2B5EF4-FFF2-40B4-BE49-F238E27FC236}">
                  <a16:creationId xmlns:a16="http://schemas.microsoft.com/office/drawing/2014/main" id="{0D02F120-3F76-4099-9DDA-DB7A1862E6F3}"/>
                </a:ext>
              </a:extLst>
            </p:cNvPr>
            <p:cNvSpPr/>
            <p:nvPr/>
          </p:nvSpPr>
          <p:spPr>
            <a:xfrm>
              <a:off x="8096169" y="4348016"/>
              <a:ext cx="309755" cy="191985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2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989" name="Hexagon 3988">
              <a:extLst>
                <a:ext uri="{FF2B5EF4-FFF2-40B4-BE49-F238E27FC236}">
                  <a16:creationId xmlns:a16="http://schemas.microsoft.com/office/drawing/2014/main" id="{D446AC13-4C2E-4507-B7A6-8526088AD08B}"/>
                </a:ext>
              </a:extLst>
            </p:cNvPr>
            <p:cNvSpPr/>
            <p:nvPr/>
          </p:nvSpPr>
          <p:spPr>
            <a:xfrm>
              <a:off x="7857550" y="4268357"/>
              <a:ext cx="309755" cy="17217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2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990" name="Hexagon 3989">
              <a:extLst>
                <a:ext uri="{FF2B5EF4-FFF2-40B4-BE49-F238E27FC236}">
                  <a16:creationId xmlns:a16="http://schemas.microsoft.com/office/drawing/2014/main" id="{D5D54667-82FE-4EB9-9CE1-641146AB5AB1}"/>
                </a:ext>
              </a:extLst>
            </p:cNvPr>
            <p:cNvSpPr/>
            <p:nvPr/>
          </p:nvSpPr>
          <p:spPr>
            <a:xfrm>
              <a:off x="7848908" y="4630236"/>
              <a:ext cx="309755" cy="17217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2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991" name="Hexagon 3990">
              <a:extLst>
                <a:ext uri="{FF2B5EF4-FFF2-40B4-BE49-F238E27FC236}">
                  <a16:creationId xmlns:a16="http://schemas.microsoft.com/office/drawing/2014/main" id="{740E5174-0F3B-4310-AFCC-2068536EB0CE}"/>
                </a:ext>
              </a:extLst>
            </p:cNvPr>
            <p:cNvSpPr/>
            <p:nvPr/>
          </p:nvSpPr>
          <p:spPr>
            <a:xfrm>
              <a:off x="7377395" y="4625423"/>
              <a:ext cx="309755" cy="191985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2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992" name="Hexagon 3991">
              <a:extLst>
                <a:ext uri="{FF2B5EF4-FFF2-40B4-BE49-F238E27FC236}">
                  <a16:creationId xmlns:a16="http://schemas.microsoft.com/office/drawing/2014/main" id="{E93E10A4-110D-4CC2-A7B2-85EE0337634C}"/>
                </a:ext>
              </a:extLst>
            </p:cNvPr>
            <p:cNvSpPr/>
            <p:nvPr/>
          </p:nvSpPr>
          <p:spPr>
            <a:xfrm>
              <a:off x="7616945" y="4352668"/>
              <a:ext cx="309755" cy="17217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2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993" name="Hexagon 3992">
              <a:extLst>
                <a:ext uri="{FF2B5EF4-FFF2-40B4-BE49-F238E27FC236}">
                  <a16:creationId xmlns:a16="http://schemas.microsoft.com/office/drawing/2014/main" id="{2A16FE81-8AED-40A9-86CF-D115078DB834}"/>
                </a:ext>
              </a:extLst>
            </p:cNvPr>
            <p:cNvSpPr/>
            <p:nvPr/>
          </p:nvSpPr>
          <p:spPr>
            <a:xfrm>
              <a:off x="8798527" y="4439293"/>
              <a:ext cx="309755" cy="191985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2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994" name="Hexagon 3993">
              <a:extLst>
                <a:ext uri="{FF2B5EF4-FFF2-40B4-BE49-F238E27FC236}">
                  <a16:creationId xmlns:a16="http://schemas.microsoft.com/office/drawing/2014/main" id="{B47C2BDF-F93F-421D-8300-0316336B08B7}"/>
                </a:ext>
              </a:extLst>
            </p:cNvPr>
            <p:cNvSpPr/>
            <p:nvPr/>
          </p:nvSpPr>
          <p:spPr>
            <a:xfrm>
              <a:off x="8322275" y="4999862"/>
              <a:ext cx="309755" cy="17217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2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995" name="Hexagon 3994">
              <a:extLst>
                <a:ext uri="{FF2B5EF4-FFF2-40B4-BE49-F238E27FC236}">
                  <a16:creationId xmlns:a16="http://schemas.microsoft.com/office/drawing/2014/main" id="{F5871315-9C85-4761-8B56-BC99D2981BC6}"/>
                </a:ext>
              </a:extLst>
            </p:cNvPr>
            <p:cNvSpPr/>
            <p:nvPr/>
          </p:nvSpPr>
          <p:spPr>
            <a:xfrm>
              <a:off x="8567547" y="4910832"/>
              <a:ext cx="309755" cy="17217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2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996" name="Hexagon 3995">
              <a:extLst>
                <a:ext uri="{FF2B5EF4-FFF2-40B4-BE49-F238E27FC236}">
                  <a16:creationId xmlns:a16="http://schemas.microsoft.com/office/drawing/2014/main" id="{54075B6C-6C96-4E3B-AD2F-AA52144474FE}"/>
                </a:ext>
              </a:extLst>
            </p:cNvPr>
            <p:cNvSpPr/>
            <p:nvPr/>
          </p:nvSpPr>
          <p:spPr>
            <a:xfrm>
              <a:off x="8810150" y="5002468"/>
              <a:ext cx="309755" cy="17217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2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997" name="Hexagon 3996">
              <a:extLst>
                <a:ext uri="{FF2B5EF4-FFF2-40B4-BE49-F238E27FC236}">
                  <a16:creationId xmlns:a16="http://schemas.microsoft.com/office/drawing/2014/main" id="{5EF5F6E3-BBE9-4390-9FBF-1D61F7170120}"/>
                </a:ext>
              </a:extLst>
            </p:cNvPr>
            <p:cNvSpPr/>
            <p:nvPr/>
          </p:nvSpPr>
          <p:spPr>
            <a:xfrm>
              <a:off x="9043797" y="4910832"/>
              <a:ext cx="309755" cy="17217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2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998" name="Hexagon 3997">
              <a:extLst>
                <a:ext uri="{FF2B5EF4-FFF2-40B4-BE49-F238E27FC236}">
                  <a16:creationId xmlns:a16="http://schemas.microsoft.com/office/drawing/2014/main" id="{0435081D-FBAA-4BF4-A519-F1F4E36B3B24}"/>
                </a:ext>
              </a:extLst>
            </p:cNvPr>
            <p:cNvSpPr/>
            <p:nvPr/>
          </p:nvSpPr>
          <p:spPr>
            <a:xfrm>
              <a:off x="7612343" y="5091519"/>
              <a:ext cx="309755" cy="17217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2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999" name="Hexagon 3998">
              <a:extLst>
                <a:ext uri="{FF2B5EF4-FFF2-40B4-BE49-F238E27FC236}">
                  <a16:creationId xmlns:a16="http://schemas.microsoft.com/office/drawing/2014/main" id="{C542FD1C-450C-4A35-83A2-E576970027A5}"/>
                </a:ext>
              </a:extLst>
            </p:cNvPr>
            <p:cNvSpPr/>
            <p:nvPr/>
          </p:nvSpPr>
          <p:spPr>
            <a:xfrm>
              <a:off x="7857550" y="5003318"/>
              <a:ext cx="309755" cy="17217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2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4000" name="Hexagon 3999">
              <a:extLst>
                <a:ext uri="{FF2B5EF4-FFF2-40B4-BE49-F238E27FC236}">
                  <a16:creationId xmlns:a16="http://schemas.microsoft.com/office/drawing/2014/main" id="{AA2F8F08-EE0E-4E8C-8CAB-69D209F04466}"/>
                </a:ext>
              </a:extLst>
            </p:cNvPr>
            <p:cNvSpPr/>
            <p:nvPr/>
          </p:nvSpPr>
          <p:spPr>
            <a:xfrm>
              <a:off x="7620968" y="5267170"/>
              <a:ext cx="309755" cy="17217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2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4001" name="Hexagon 4000">
              <a:extLst>
                <a:ext uri="{FF2B5EF4-FFF2-40B4-BE49-F238E27FC236}">
                  <a16:creationId xmlns:a16="http://schemas.microsoft.com/office/drawing/2014/main" id="{3E0992BA-F87C-421B-BF96-1992428C8B79}"/>
                </a:ext>
              </a:extLst>
            </p:cNvPr>
            <p:cNvSpPr/>
            <p:nvPr/>
          </p:nvSpPr>
          <p:spPr>
            <a:xfrm>
              <a:off x="8333858" y="5371750"/>
              <a:ext cx="309755" cy="17217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2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4002" name="Hexagon 4001">
              <a:extLst>
                <a:ext uri="{FF2B5EF4-FFF2-40B4-BE49-F238E27FC236}">
                  <a16:creationId xmlns:a16="http://schemas.microsoft.com/office/drawing/2014/main" id="{A236A3A0-3BA8-447F-AD91-4DDD99DF4411}"/>
                </a:ext>
              </a:extLst>
            </p:cNvPr>
            <p:cNvSpPr/>
            <p:nvPr/>
          </p:nvSpPr>
          <p:spPr>
            <a:xfrm>
              <a:off x="7152513" y="5274813"/>
              <a:ext cx="309755" cy="17217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2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4003" name="Hexagon 4002">
              <a:extLst>
                <a:ext uri="{FF2B5EF4-FFF2-40B4-BE49-F238E27FC236}">
                  <a16:creationId xmlns:a16="http://schemas.microsoft.com/office/drawing/2014/main" id="{BE68C05F-0C71-4F87-ACD8-58071BDFEAA2}"/>
                </a:ext>
              </a:extLst>
            </p:cNvPr>
            <p:cNvSpPr/>
            <p:nvPr/>
          </p:nvSpPr>
          <p:spPr>
            <a:xfrm>
              <a:off x="7616945" y="5645219"/>
              <a:ext cx="309755" cy="17217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2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4004" name="Hexagon 4003">
              <a:extLst>
                <a:ext uri="{FF2B5EF4-FFF2-40B4-BE49-F238E27FC236}">
                  <a16:creationId xmlns:a16="http://schemas.microsoft.com/office/drawing/2014/main" id="{7CF9B457-4388-446D-B087-EBD31209D8CA}"/>
                </a:ext>
              </a:extLst>
            </p:cNvPr>
            <p:cNvSpPr/>
            <p:nvPr/>
          </p:nvSpPr>
          <p:spPr>
            <a:xfrm>
              <a:off x="7150764" y="6193499"/>
              <a:ext cx="309755" cy="17217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2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4005" name="Hexagon 4004">
              <a:extLst>
                <a:ext uri="{FF2B5EF4-FFF2-40B4-BE49-F238E27FC236}">
                  <a16:creationId xmlns:a16="http://schemas.microsoft.com/office/drawing/2014/main" id="{2C3FCDA1-1F2D-474D-9E02-2B61A9F1BD1B}"/>
                </a:ext>
              </a:extLst>
            </p:cNvPr>
            <p:cNvSpPr/>
            <p:nvPr/>
          </p:nvSpPr>
          <p:spPr>
            <a:xfrm>
              <a:off x="7387277" y="6478003"/>
              <a:ext cx="309755" cy="17217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2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4006" name="Hexagon 4005">
              <a:extLst>
                <a:ext uri="{FF2B5EF4-FFF2-40B4-BE49-F238E27FC236}">
                  <a16:creationId xmlns:a16="http://schemas.microsoft.com/office/drawing/2014/main" id="{EF42923F-FA48-4C62-B497-534B9A54D36D}"/>
                </a:ext>
              </a:extLst>
            </p:cNvPr>
            <p:cNvSpPr/>
            <p:nvPr/>
          </p:nvSpPr>
          <p:spPr>
            <a:xfrm>
              <a:off x="7394420" y="6835785"/>
              <a:ext cx="309755" cy="17217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2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4007" name="Hexagon 4006">
              <a:extLst>
                <a:ext uri="{FF2B5EF4-FFF2-40B4-BE49-F238E27FC236}">
                  <a16:creationId xmlns:a16="http://schemas.microsoft.com/office/drawing/2014/main" id="{30061708-7493-430E-A29D-727E50937046}"/>
                </a:ext>
              </a:extLst>
            </p:cNvPr>
            <p:cNvSpPr/>
            <p:nvPr/>
          </p:nvSpPr>
          <p:spPr>
            <a:xfrm>
              <a:off x="7863220" y="6656622"/>
              <a:ext cx="309755" cy="17217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2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4008" name="Hexagon 4007">
              <a:extLst>
                <a:ext uri="{FF2B5EF4-FFF2-40B4-BE49-F238E27FC236}">
                  <a16:creationId xmlns:a16="http://schemas.microsoft.com/office/drawing/2014/main" id="{1EE2E08C-3CCB-47A8-901E-8100D9467772}"/>
                </a:ext>
              </a:extLst>
            </p:cNvPr>
            <p:cNvSpPr/>
            <p:nvPr/>
          </p:nvSpPr>
          <p:spPr>
            <a:xfrm>
              <a:off x="7626792" y="6744804"/>
              <a:ext cx="309755" cy="17217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2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4009" name="Hexagon 4008">
              <a:extLst>
                <a:ext uri="{FF2B5EF4-FFF2-40B4-BE49-F238E27FC236}">
                  <a16:creationId xmlns:a16="http://schemas.microsoft.com/office/drawing/2014/main" id="{BFF00D72-4C39-4F8A-B1DE-DAF9867C9619}"/>
                </a:ext>
              </a:extLst>
            </p:cNvPr>
            <p:cNvSpPr/>
            <p:nvPr/>
          </p:nvSpPr>
          <p:spPr>
            <a:xfrm>
              <a:off x="6673814" y="6931399"/>
              <a:ext cx="309755" cy="17217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2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4010" name="Hexagon 4009">
              <a:extLst>
                <a:ext uri="{FF2B5EF4-FFF2-40B4-BE49-F238E27FC236}">
                  <a16:creationId xmlns:a16="http://schemas.microsoft.com/office/drawing/2014/main" id="{4DEDCE3D-C4F7-46D4-B0A0-B1C58B97053B}"/>
                </a:ext>
              </a:extLst>
            </p:cNvPr>
            <p:cNvSpPr/>
            <p:nvPr/>
          </p:nvSpPr>
          <p:spPr>
            <a:xfrm>
              <a:off x="6442137" y="6845310"/>
              <a:ext cx="309755" cy="17217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2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4011" name="Hexagon 4010">
              <a:extLst>
                <a:ext uri="{FF2B5EF4-FFF2-40B4-BE49-F238E27FC236}">
                  <a16:creationId xmlns:a16="http://schemas.microsoft.com/office/drawing/2014/main" id="{D1F42241-6769-449D-A23D-B77110908095}"/>
                </a:ext>
              </a:extLst>
            </p:cNvPr>
            <p:cNvSpPr/>
            <p:nvPr/>
          </p:nvSpPr>
          <p:spPr>
            <a:xfrm>
              <a:off x="6203805" y="6742711"/>
              <a:ext cx="309755" cy="17217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2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4012" name="Hexagon 4011">
              <a:extLst>
                <a:ext uri="{FF2B5EF4-FFF2-40B4-BE49-F238E27FC236}">
                  <a16:creationId xmlns:a16="http://schemas.microsoft.com/office/drawing/2014/main" id="{D7E69CCA-7B52-4EF0-B780-624A5DDAF587}"/>
                </a:ext>
              </a:extLst>
            </p:cNvPr>
            <p:cNvSpPr/>
            <p:nvPr/>
          </p:nvSpPr>
          <p:spPr>
            <a:xfrm>
              <a:off x="5956714" y="6654344"/>
              <a:ext cx="309755" cy="17217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2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4013" name="Hexagon 4012">
              <a:extLst>
                <a:ext uri="{FF2B5EF4-FFF2-40B4-BE49-F238E27FC236}">
                  <a16:creationId xmlns:a16="http://schemas.microsoft.com/office/drawing/2014/main" id="{099A10DF-DA70-47B7-BF5D-2DEE22B49FF6}"/>
                </a:ext>
              </a:extLst>
            </p:cNvPr>
            <p:cNvSpPr/>
            <p:nvPr/>
          </p:nvSpPr>
          <p:spPr>
            <a:xfrm>
              <a:off x="8336299" y="5924389"/>
              <a:ext cx="309755" cy="17217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2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4014" name="Hexagon 4013">
              <a:extLst>
                <a:ext uri="{FF2B5EF4-FFF2-40B4-BE49-F238E27FC236}">
                  <a16:creationId xmlns:a16="http://schemas.microsoft.com/office/drawing/2014/main" id="{2DBB871E-97F2-4DD4-89DD-417B3121929D}"/>
                </a:ext>
              </a:extLst>
            </p:cNvPr>
            <p:cNvSpPr/>
            <p:nvPr/>
          </p:nvSpPr>
          <p:spPr>
            <a:xfrm>
              <a:off x="8569592" y="5833715"/>
              <a:ext cx="309755" cy="17217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2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4015" name="Hexagon 4014">
              <a:extLst>
                <a:ext uri="{FF2B5EF4-FFF2-40B4-BE49-F238E27FC236}">
                  <a16:creationId xmlns:a16="http://schemas.microsoft.com/office/drawing/2014/main" id="{FAA7EB20-55F6-4A2A-84F7-5F13360AA562}"/>
                </a:ext>
              </a:extLst>
            </p:cNvPr>
            <p:cNvSpPr/>
            <p:nvPr/>
          </p:nvSpPr>
          <p:spPr>
            <a:xfrm>
              <a:off x="8802885" y="5924389"/>
              <a:ext cx="309755" cy="17217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2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4016" name="Hexagon 4015">
              <a:extLst>
                <a:ext uri="{FF2B5EF4-FFF2-40B4-BE49-F238E27FC236}">
                  <a16:creationId xmlns:a16="http://schemas.microsoft.com/office/drawing/2014/main" id="{ACD17458-B9A5-4D76-BCBF-3677EE2BF007}"/>
                </a:ext>
              </a:extLst>
            </p:cNvPr>
            <p:cNvSpPr/>
            <p:nvPr/>
          </p:nvSpPr>
          <p:spPr>
            <a:xfrm>
              <a:off x="9993935" y="5074796"/>
              <a:ext cx="309755" cy="191985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2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846" name="Hexagon 3845">
              <a:extLst>
                <a:ext uri="{FF2B5EF4-FFF2-40B4-BE49-F238E27FC236}">
                  <a16:creationId xmlns:a16="http://schemas.microsoft.com/office/drawing/2014/main" id="{BD0C86AD-9ADB-4E21-80CA-B712051AD124}"/>
                </a:ext>
              </a:extLst>
            </p:cNvPr>
            <p:cNvSpPr/>
            <p:nvPr/>
          </p:nvSpPr>
          <p:spPr>
            <a:xfrm>
              <a:off x="8322275" y="3163757"/>
              <a:ext cx="309755" cy="17217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2">
                <a:lumMod val="75000"/>
              </a:schemeClr>
            </a:solidFill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</p:grpSp>
      <p:grpSp>
        <p:nvGrpSpPr>
          <p:cNvPr id="112" name="瞭望塔">
            <a:extLst>
              <a:ext uri="{FF2B5EF4-FFF2-40B4-BE49-F238E27FC236}">
                <a16:creationId xmlns:a16="http://schemas.microsoft.com/office/drawing/2014/main" id="{F731CE99-E157-47F7-A900-2792DB08CB89}"/>
              </a:ext>
            </a:extLst>
          </p:cNvPr>
          <p:cNvGrpSpPr/>
          <p:nvPr/>
        </p:nvGrpSpPr>
        <p:grpSpPr>
          <a:xfrm>
            <a:off x="984352" y="2233784"/>
            <a:ext cx="10736162" cy="5880786"/>
            <a:chOff x="984352" y="2233784"/>
            <a:chExt cx="10736162" cy="5880786"/>
          </a:xfrm>
        </p:grpSpPr>
        <p:sp>
          <p:nvSpPr>
            <p:cNvPr id="4017" name="Hexagon 4016">
              <a:extLst>
                <a:ext uri="{FF2B5EF4-FFF2-40B4-BE49-F238E27FC236}">
                  <a16:creationId xmlns:a16="http://schemas.microsoft.com/office/drawing/2014/main" id="{4A9767D7-424F-4786-9C5B-4FF4D140295C}"/>
                </a:ext>
              </a:extLst>
            </p:cNvPr>
            <p:cNvSpPr/>
            <p:nvPr/>
          </p:nvSpPr>
          <p:spPr>
            <a:xfrm>
              <a:off x="984352" y="6188870"/>
              <a:ext cx="334860" cy="182954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bg1">
                <a:lumMod val="65000"/>
              </a:schemeClr>
            </a:solidFill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4018" name="Hexagon 4017">
              <a:extLst>
                <a:ext uri="{FF2B5EF4-FFF2-40B4-BE49-F238E27FC236}">
                  <a16:creationId xmlns:a16="http://schemas.microsoft.com/office/drawing/2014/main" id="{A7E80F26-3CA5-4716-8574-72EA34D1F7D3}"/>
                </a:ext>
              </a:extLst>
            </p:cNvPr>
            <p:cNvSpPr/>
            <p:nvPr/>
          </p:nvSpPr>
          <p:spPr>
            <a:xfrm>
              <a:off x="5952221" y="7944561"/>
              <a:ext cx="321759" cy="170009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1587" name="Hexagon 1586">
              <a:extLst>
                <a:ext uri="{FF2B5EF4-FFF2-40B4-BE49-F238E27FC236}">
                  <a16:creationId xmlns:a16="http://schemas.microsoft.com/office/drawing/2014/main" id="{189BAD26-FC83-492E-8A3A-C3D10A2A25DB}"/>
                </a:ext>
              </a:extLst>
            </p:cNvPr>
            <p:cNvSpPr/>
            <p:nvPr/>
          </p:nvSpPr>
          <p:spPr>
            <a:xfrm>
              <a:off x="9263110" y="7013804"/>
              <a:ext cx="319040" cy="170009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20000"/>
                <a:lumOff val="80000"/>
              </a:schemeClr>
            </a:solidFill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1593" name="Hexagon 1592">
              <a:extLst>
                <a:ext uri="{FF2B5EF4-FFF2-40B4-BE49-F238E27FC236}">
                  <a16:creationId xmlns:a16="http://schemas.microsoft.com/office/drawing/2014/main" id="{BFDD011B-7449-4B27-9AEC-735C06F317F0}"/>
                </a:ext>
              </a:extLst>
            </p:cNvPr>
            <p:cNvSpPr/>
            <p:nvPr/>
          </p:nvSpPr>
          <p:spPr>
            <a:xfrm>
              <a:off x="9032903" y="3071777"/>
              <a:ext cx="319040" cy="170009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1591" name="Hexagon 1590">
              <a:extLst>
                <a:ext uri="{FF2B5EF4-FFF2-40B4-BE49-F238E27FC236}">
                  <a16:creationId xmlns:a16="http://schemas.microsoft.com/office/drawing/2014/main" id="{B6D93C61-A768-4FF3-BDD2-5866B1289090}"/>
                </a:ext>
              </a:extLst>
            </p:cNvPr>
            <p:cNvSpPr/>
            <p:nvPr/>
          </p:nvSpPr>
          <p:spPr>
            <a:xfrm>
              <a:off x="2616704" y="2233784"/>
              <a:ext cx="321759" cy="170009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1592" name="Hexagon 1591">
              <a:extLst>
                <a:ext uri="{FF2B5EF4-FFF2-40B4-BE49-F238E27FC236}">
                  <a16:creationId xmlns:a16="http://schemas.microsoft.com/office/drawing/2014/main" id="{1C0B2971-358B-46A0-AC82-F5AEE8151739}"/>
                </a:ext>
              </a:extLst>
            </p:cNvPr>
            <p:cNvSpPr/>
            <p:nvPr/>
          </p:nvSpPr>
          <p:spPr>
            <a:xfrm>
              <a:off x="11422830" y="3622901"/>
              <a:ext cx="297684" cy="182337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</p:grpSp>
      <p:grpSp>
        <p:nvGrpSpPr>
          <p:cNvPr id="3" name="2">
            <a:extLst>
              <a:ext uri="{FF2B5EF4-FFF2-40B4-BE49-F238E27FC236}">
                <a16:creationId xmlns:a16="http://schemas.microsoft.com/office/drawing/2014/main" id="{544B33CE-C498-41FD-899A-4C1C833309C4}"/>
              </a:ext>
            </a:extLst>
          </p:cNvPr>
          <p:cNvGrpSpPr/>
          <p:nvPr/>
        </p:nvGrpSpPr>
        <p:grpSpPr>
          <a:xfrm>
            <a:off x="1222153" y="1402465"/>
            <a:ext cx="11687180" cy="9388597"/>
            <a:chOff x="1222153" y="1402465"/>
            <a:chExt cx="11687180" cy="9388597"/>
          </a:xfrm>
        </p:grpSpPr>
        <p:sp>
          <p:nvSpPr>
            <p:cNvPr id="626" name="Hexagon 625">
              <a:extLst>
                <a:ext uri="{FF2B5EF4-FFF2-40B4-BE49-F238E27FC236}">
                  <a16:creationId xmlns:a16="http://schemas.microsoft.com/office/drawing/2014/main" id="{7E60FA52-D612-450D-A46A-F8A40F473E79}"/>
                </a:ext>
              </a:extLst>
            </p:cNvPr>
            <p:cNvSpPr/>
            <p:nvPr/>
          </p:nvSpPr>
          <p:spPr>
            <a:xfrm>
              <a:off x="1224316" y="1683876"/>
              <a:ext cx="30175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558" name="Hexagon 2557">
              <a:extLst>
                <a:ext uri="{FF2B5EF4-FFF2-40B4-BE49-F238E27FC236}">
                  <a16:creationId xmlns:a16="http://schemas.microsoft.com/office/drawing/2014/main" id="{DD66AAE5-A90E-472F-9B24-574E45339D57}"/>
                </a:ext>
              </a:extLst>
            </p:cNvPr>
            <p:cNvSpPr/>
            <p:nvPr/>
          </p:nvSpPr>
          <p:spPr>
            <a:xfrm>
              <a:off x="1222153" y="1498206"/>
              <a:ext cx="30175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559" name="Hexagon 2558">
              <a:extLst>
                <a:ext uri="{FF2B5EF4-FFF2-40B4-BE49-F238E27FC236}">
                  <a16:creationId xmlns:a16="http://schemas.microsoft.com/office/drawing/2014/main" id="{4F41B05C-1565-4D79-848E-D2F744C41D3A}"/>
                </a:ext>
              </a:extLst>
            </p:cNvPr>
            <p:cNvSpPr/>
            <p:nvPr/>
          </p:nvSpPr>
          <p:spPr>
            <a:xfrm>
              <a:off x="1459086" y="1771297"/>
              <a:ext cx="30175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560" name="Hexagon 2559">
              <a:extLst>
                <a:ext uri="{FF2B5EF4-FFF2-40B4-BE49-F238E27FC236}">
                  <a16:creationId xmlns:a16="http://schemas.microsoft.com/office/drawing/2014/main" id="{7A498DA7-EA53-4AD6-9246-4FE4A8EDE0E5}"/>
                </a:ext>
              </a:extLst>
            </p:cNvPr>
            <p:cNvSpPr/>
            <p:nvPr/>
          </p:nvSpPr>
          <p:spPr>
            <a:xfrm>
              <a:off x="1456923" y="1585627"/>
              <a:ext cx="30175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561" name="Hexagon 2560">
              <a:extLst>
                <a:ext uri="{FF2B5EF4-FFF2-40B4-BE49-F238E27FC236}">
                  <a16:creationId xmlns:a16="http://schemas.microsoft.com/office/drawing/2014/main" id="{C730F420-76C8-48E5-A15B-DA3D67F47353}"/>
                </a:ext>
              </a:extLst>
            </p:cNvPr>
            <p:cNvSpPr/>
            <p:nvPr/>
          </p:nvSpPr>
          <p:spPr>
            <a:xfrm>
              <a:off x="1459753" y="1957325"/>
              <a:ext cx="30175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562" name="Hexagon 2561">
              <a:extLst>
                <a:ext uri="{FF2B5EF4-FFF2-40B4-BE49-F238E27FC236}">
                  <a16:creationId xmlns:a16="http://schemas.microsoft.com/office/drawing/2014/main" id="{35E39DB2-03E8-4CF4-9EBE-F00E508E4BD4}"/>
                </a:ext>
              </a:extLst>
            </p:cNvPr>
            <p:cNvSpPr/>
            <p:nvPr/>
          </p:nvSpPr>
          <p:spPr>
            <a:xfrm>
              <a:off x="1690810" y="1862884"/>
              <a:ext cx="30175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563" name="Hexagon 2562">
              <a:extLst>
                <a:ext uri="{FF2B5EF4-FFF2-40B4-BE49-F238E27FC236}">
                  <a16:creationId xmlns:a16="http://schemas.microsoft.com/office/drawing/2014/main" id="{2B110BF3-C5EA-4D80-9D7C-9E0AB8D530D5}"/>
                </a:ext>
              </a:extLst>
            </p:cNvPr>
            <p:cNvSpPr/>
            <p:nvPr/>
          </p:nvSpPr>
          <p:spPr>
            <a:xfrm>
              <a:off x="1689399" y="1492289"/>
              <a:ext cx="30175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564" name="Hexagon 2563">
              <a:extLst>
                <a:ext uri="{FF2B5EF4-FFF2-40B4-BE49-F238E27FC236}">
                  <a16:creationId xmlns:a16="http://schemas.microsoft.com/office/drawing/2014/main" id="{9C861419-290D-40BB-825B-F9791453B981}"/>
                </a:ext>
              </a:extLst>
            </p:cNvPr>
            <p:cNvSpPr/>
            <p:nvPr/>
          </p:nvSpPr>
          <p:spPr>
            <a:xfrm>
              <a:off x="1920509" y="1771193"/>
              <a:ext cx="30175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565" name="Hexagon 2564">
              <a:extLst>
                <a:ext uri="{FF2B5EF4-FFF2-40B4-BE49-F238E27FC236}">
                  <a16:creationId xmlns:a16="http://schemas.microsoft.com/office/drawing/2014/main" id="{1C895998-AEF4-4DCE-87A2-A584C2876369}"/>
                </a:ext>
              </a:extLst>
            </p:cNvPr>
            <p:cNvSpPr/>
            <p:nvPr/>
          </p:nvSpPr>
          <p:spPr>
            <a:xfrm>
              <a:off x="1921176" y="1950078"/>
              <a:ext cx="30175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566" name="Hexagon 2565">
              <a:extLst>
                <a:ext uri="{FF2B5EF4-FFF2-40B4-BE49-F238E27FC236}">
                  <a16:creationId xmlns:a16="http://schemas.microsoft.com/office/drawing/2014/main" id="{FCC94809-A196-4B2E-82D9-330C5D2AD1EE}"/>
                </a:ext>
              </a:extLst>
            </p:cNvPr>
            <p:cNvSpPr/>
            <p:nvPr/>
          </p:nvSpPr>
          <p:spPr>
            <a:xfrm>
              <a:off x="1917912" y="1402465"/>
              <a:ext cx="30175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567" name="Hexagon 2566">
              <a:extLst>
                <a:ext uri="{FF2B5EF4-FFF2-40B4-BE49-F238E27FC236}">
                  <a16:creationId xmlns:a16="http://schemas.microsoft.com/office/drawing/2014/main" id="{51A83140-CB5D-4645-8A4F-26E6E7FB7BFC}"/>
                </a:ext>
              </a:extLst>
            </p:cNvPr>
            <p:cNvSpPr/>
            <p:nvPr/>
          </p:nvSpPr>
          <p:spPr>
            <a:xfrm>
              <a:off x="1920960" y="1583731"/>
              <a:ext cx="30175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568" name="Hexagon 2567">
              <a:extLst>
                <a:ext uri="{FF2B5EF4-FFF2-40B4-BE49-F238E27FC236}">
                  <a16:creationId xmlns:a16="http://schemas.microsoft.com/office/drawing/2014/main" id="{3DD9DDB1-2F1B-4733-9C3B-FB664B69B955}"/>
                </a:ext>
              </a:extLst>
            </p:cNvPr>
            <p:cNvSpPr/>
            <p:nvPr/>
          </p:nvSpPr>
          <p:spPr>
            <a:xfrm>
              <a:off x="2154494" y="1490099"/>
              <a:ext cx="30175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569" name="Hexagon 2568">
              <a:extLst>
                <a:ext uri="{FF2B5EF4-FFF2-40B4-BE49-F238E27FC236}">
                  <a16:creationId xmlns:a16="http://schemas.microsoft.com/office/drawing/2014/main" id="{8BAAA317-A6C6-4331-8B8A-5B29B04C6AD6}"/>
                </a:ext>
              </a:extLst>
            </p:cNvPr>
            <p:cNvSpPr/>
            <p:nvPr/>
          </p:nvSpPr>
          <p:spPr>
            <a:xfrm>
              <a:off x="2149460" y="1856794"/>
              <a:ext cx="30175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570" name="Hexagon 2569">
              <a:extLst>
                <a:ext uri="{FF2B5EF4-FFF2-40B4-BE49-F238E27FC236}">
                  <a16:creationId xmlns:a16="http://schemas.microsoft.com/office/drawing/2014/main" id="{2ABDD693-A9E0-4D2F-9644-E7B2F47CFC4E}"/>
                </a:ext>
              </a:extLst>
            </p:cNvPr>
            <p:cNvSpPr/>
            <p:nvPr/>
          </p:nvSpPr>
          <p:spPr>
            <a:xfrm>
              <a:off x="2150127" y="2038060"/>
              <a:ext cx="30175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571" name="Hexagon 2570">
              <a:extLst>
                <a:ext uri="{FF2B5EF4-FFF2-40B4-BE49-F238E27FC236}">
                  <a16:creationId xmlns:a16="http://schemas.microsoft.com/office/drawing/2014/main" id="{52D819B1-7AB7-44CD-A72E-8B7E92264FB3}"/>
                </a:ext>
              </a:extLst>
            </p:cNvPr>
            <p:cNvSpPr/>
            <p:nvPr/>
          </p:nvSpPr>
          <p:spPr>
            <a:xfrm>
              <a:off x="2381833" y="1947686"/>
              <a:ext cx="30175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572" name="Hexagon 2571">
              <a:extLst>
                <a:ext uri="{FF2B5EF4-FFF2-40B4-BE49-F238E27FC236}">
                  <a16:creationId xmlns:a16="http://schemas.microsoft.com/office/drawing/2014/main" id="{7375A439-5487-4800-9765-C7D6FAF99D98}"/>
                </a:ext>
              </a:extLst>
            </p:cNvPr>
            <p:cNvSpPr/>
            <p:nvPr/>
          </p:nvSpPr>
          <p:spPr>
            <a:xfrm>
              <a:off x="2389388" y="1402505"/>
              <a:ext cx="30175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573" name="Hexagon 2572">
              <a:extLst>
                <a:ext uri="{FF2B5EF4-FFF2-40B4-BE49-F238E27FC236}">
                  <a16:creationId xmlns:a16="http://schemas.microsoft.com/office/drawing/2014/main" id="{DA7FF837-A05D-4238-A1B2-5867C9DD0D2C}"/>
                </a:ext>
              </a:extLst>
            </p:cNvPr>
            <p:cNvSpPr/>
            <p:nvPr/>
          </p:nvSpPr>
          <p:spPr>
            <a:xfrm>
              <a:off x="2387674" y="1581390"/>
              <a:ext cx="30175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574" name="Hexagon 2573">
              <a:extLst>
                <a:ext uri="{FF2B5EF4-FFF2-40B4-BE49-F238E27FC236}">
                  <a16:creationId xmlns:a16="http://schemas.microsoft.com/office/drawing/2014/main" id="{9C07C61B-D8F5-427F-AE45-452BFAFAD8BE}"/>
                </a:ext>
              </a:extLst>
            </p:cNvPr>
            <p:cNvSpPr/>
            <p:nvPr/>
          </p:nvSpPr>
          <p:spPr>
            <a:xfrm>
              <a:off x="2622760" y="1493816"/>
              <a:ext cx="30175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575" name="Hexagon 2574">
              <a:extLst>
                <a:ext uri="{FF2B5EF4-FFF2-40B4-BE49-F238E27FC236}">
                  <a16:creationId xmlns:a16="http://schemas.microsoft.com/office/drawing/2014/main" id="{ADFB2633-8587-4EB3-BE5F-AB57B81BFD83}"/>
                </a:ext>
              </a:extLst>
            </p:cNvPr>
            <p:cNvSpPr/>
            <p:nvPr/>
          </p:nvSpPr>
          <p:spPr>
            <a:xfrm>
              <a:off x="2623427" y="1670320"/>
              <a:ext cx="30175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576" name="Hexagon 2575">
              <a:extLst>
                <a:ext uri="{FF2B5EF4-FFF2-40B4-BE49-F238E27FC236}">
                  <a16:creationId xmlns:a16="http://schemas.microsoft.com/office/drawing/2014/main" id="{840D6FEF-F36F-4A3C-AE87-D92DB39EBB3A}"/>
                </a:ext>
              </a:extLst>
            </p:cNvPr>
            <p:cNvSpPr/>
            <p:nvPr/>
          </p:nvSpPr>
          <p:spPr>
            <a:xfrm>
              <a:off x="2619400" y="1856658"/>
              <a:ext cx="30175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577" name="Hexagon 2576">
              <a:extLst>
                <a:ext uri="{FF2B5EF4-FFF2-40B4-BE49-F238E27FC236}">
                  <a16:creationId xmlns:a16="http://schemas.microsoft.com/office/drawing/2014/main" id="{75815A01-DB69-4C5A-8D89-6C6E351D729E}"/>
                </a:ext>
              </a:extLst>
            </p:cNvPr>
            <p:cNvSpPr/>
            <p:nvPr/>
          </p:nvSpPr>
          <p:spPr>
            <a:xfrm>
              <a:off x="2622448" y="2035543"/>
              <a:ext cx="30175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578" name="Hexagon 2577">
              <a:extLst>
                <a:ext uri="{FF2B5EF4-FFF2-40B4-BE49-F238E27FC236}">
                  <a16:creationId xmlns:a16="http://schemas.microsoft.com/office/drawing/2014/main" id="{D3099FBF-E3C5-44B1-990A-7C996D55FBD8}"/>
                </a:ext>
              </a:extLst>
            </p:cNvPr>
            <p:cNvSpPr/>
            <p:nvPr/>
          </p:nvSpPr>
          <p:spPr>
            <a:xfrm>
              <a:off x="2858509" y="1404488"/>
              <a:ext cx="30175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579" name="Hexagon 2578">
              <a:extLst>
                <a:ext uri="{FF2B5EF4-FFF2-40B4-BE49-F238E27FC236}">
                  <a16:creationId xmlns:a16="http://schemas.microsoft.com/office/drawing/2014/main" id="{94CE5D4D-63BC-48C2-80B9-2DF5E7E61305}"/>
                </a:ext>
              </a:extLst>
            </p:cNvPr>
            <p:cNvSpPr/>
            <p:nvPr/>
          </p:nvSpPr>
          <p:spPr>
            <a:xfrm>
              <a:off x="2861557" y="1583373"/>
              <a:ext cx="30175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580" name="Hexagon 2579">
              <a:extLst>
                <a:ext uri="{FF2B5EF4-FFF2-40B4-BE49-F238E27FC236}">
                  <a16:creationId xmlns:a16="http://schemas.microsoft.com/office/drawing/2014/main" id="{55857894-897D-485C-AAF3-91896D853375}"/>
                </a:ext>
              </a:extLst>
            </p:cNvPr>
            <p:cNvSpPr/>
            <p:nvPr/>
          </p:nvSpPr>
          <p:spPr>
            <a:xfrm>
              <a:off x="2857530" y="1764949"/>
              <a:ext cx="30175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581" name="Hexagon 2580">
              <a:extLst>
                <a:ext uri="{FF2B5EF4-FFF2-40B4-BE49-F238E27FC236}">
                  <a16:creationId xmlns:a16="http://schemas.microsoft.com/office/drawing/2014/main" id="{DD0C4D95-3059-4116-B356-D96A927EA363}"/>
                </a:ext>
              </a:extLst>
            </p:cNvPr>
            <p:cNvSpPr/>
            <p:nvPr/>
          </p:nvSpPr>
          <p:spPr>
            <a:xfrm>
              <a:off x="2858197" y="1946215"/>
              <a:ext cx="30175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582" name="Hexagon 2581">
              <a:extLst>
                <a:ext uri="{FF2B5EF4-FFF2-40B4-BE49-F238E27FC236}">
                  <a16:creationId xmlns:a16="http://schemas.microsoft.com/office/drawing/2014/main" id="{517936D0-C1AB-4670-B18A-6C17EA016373}"/>
                </a:ext>
              </a:extLst>
            </p:cNvPr>
            <p:cNvSpPr/>
            <p:nvPr/>
          </p:nvSpPr>
          <p:spPr>
            <a:xfrm>
              <a:off x="2860730" y="2127363"/>
              <a:ext cx="30175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583" name="Hexagon 2582">
              <a:extLst>
                <a:ext uri="{FF2B5EF4-FFF2-40B4-BE49-F238E27FC236}">
                  <a16:creationId xmlns:a16="http://schemas.microsoft.com/office/drawing/2014/main" id="{12EF796A-8E1F-4E2A-A02D-0C6A4059C0A6}"/>
                </a:ext>
              </a:extLst>
            </p:cNvPr>
            <p:cNvSpPr/>
            <p:nvPr/>
          </p:nvSpPr>
          <p:spPr>
            <a:xfrm>
              <a:off x="3097792" y="1679174"/>
              <a:ext cx="30175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584" name="Hexagon 2583">
              <a:extLst>
                <a:ext uri="{FF2B5EF4-FFF2-40B4-BE49-F238E27FC236}">
                  <a16:creationId xmlns:a16="http://schemas.microsoft.com/office/drawing/2014/main" id="{CE10E98D-0DC0-44E9-AE7C-5E7A5540442F}"/>
                </a:ext>
              </a:extLst>
            </p:cNvPr>
            <p:cNvSpPr/>
            <p:nvPr/>
          </p:nvSpPr>
          <p:spPr>
            <a:xfrm>
              <a:off x="3096146" y="1860750"/>
              <a:ext cx="30175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585" name="Hexagon 2584">
              <a:extLst>
                <a:ext uri="{FF2B5EF4-FFF2-40B4-BE49-F238E27FC236}">
                  <a16:creationId xmlns:a16="http://schemas.microsoft.com/office/drawing/2014/main" id="{C349A002-60E9-4803-9483-AEED84597EC2}"/>
                </a:ext>
              </a:extLst>
            </p:cNvPr>
            <p:cNvSpPr/>
            <p:nvPr/>
          </p:nvSpPr>
          <p:spPr>
            <a:xfrm>
              <a:off x="3094432" y="2042016"/>
              <a:ext cx="324928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587" name="Hexagon 2586">
              <a:extLst>
                <a:ext uri="{FF2B5EF4-FFF2-40B4-BE49-F238E27FC236}">
                  <a16:creationId xmlns:a16="http://schemas.microsoft.com/office/drawing/2014/main" id="{ACA1E9C2-71E7-4329-8C43-DDE5BF23E600}"/>
                </a:ext>
              </a:extLst>
            </p:cNvPr>
            <p:cNvSpPr/>
            <p:nvPr/>
          </p:nvSpPr>
          <p:spPr>
            <a:xfrm>
              <a:off x="2624802" y="2407759"/>
              <a:ext cx="30175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588" name="Hexagon 2587">
              <a:extLst>
                <a:ext uri="{FF2B5EF4-FFF2-40B4-BE49-F238E27FC236}">
                  <a16:creationId xmlns:a16="http://schemas.microsoft.com/office/drawing/2014/main" id="{1221DBB1-065D-44EF-A55A-3AE646F814E9}"/>
                </a:ext>
              </a:extLst>
            </p:cNvPr>
            <p:cNvSpPr/>
            <p:nvPr/>
          </p:nvSpPr>
          <p:spPr>
            <a:xfrm>
              <a:off x="2625469" y="2584263"/>
              <a:ext cx="30175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589" name="Hexagon 2588">
              <a:extLst>
                <a:ext uri="{FF2B5EF4-FFF2-40B4-BE49-F238E27FC236}">
                  <a16:creationId xmlns:a16="http://schemas.microsoft.com/office/drawing/2014/main" id="{777D990E-0878-44CC-90CE-2C6C414B525C}"/>
                </a:ext>
              </a:extLst>
            </p:cNvPr>
            <p:cNvSpPr/>
            <p:nvPr/>
          </p:nvSpPr>
          <p:spPr>
            <a:xfrm>
              <a:off x="2623823" y="2770601"/>
              <a:ext cx="30175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590" name="Hexagon 2589">
              <a:extLst>
                <a:ext uri="{FF2B5EF4-FFF2-40B4-BE49-F238E27FC236}">
                  <a16:creationId xmlns:a16="http://schemas.microsoft.com/office/drawing/2014/main" id="{2193E828-7980-483B-A638-6B9CBB806B8B}"/>
                </a:ext>
              </a:extLst>
            </p:cNvPr>
            <p:cNvSpPr/>
            <p:nvPr/>
          </p:nvSpPr>
          <p:spPr>
            <a:xfrm>
              <a:off x="2629252" y="2959010"/>
              <a:ext cx="30175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591" name="Hexagon 2590">
              <a:extLst>
                <a:ext uri="{FF2B5EF4-FFF2-40B4-BE49-F238E27FC236}">
                  <a16:creationId xmlns:a16="http://schemas.microsoft.com/office/drawing/2014/main" id="{EA9F6D8F-504D-4B54-B8B0-76D7067EC0D5}"/>
                </a:ext>
              </a:extLst>
            </p:cNvPr>
            <p:cNvSpPr/>
            <p:nvPr/>
          </p:nvSpPr>
          <p:spPr>
            <a:xfrm>
              <a:off x="2634166" y="3144920"/>
              <a:ext cx="30175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592" name="Hexagon 2591">
              <a:extLst>
                <a:ext uri="{FF2B5EF4-FFF2-40B4-BE49-F238E27FC236}">
                  <a16:creationId xmlns:a16="http://schemas.microsoft.com/office/drawing/2014/main" id="{2ACE8CF0-2E4C-4B61-9726-4049884E4AE8}"/>
                </a:ext>
              </a:extLst>
            </p:cNvPr>
            <p:cNvSpPr/>
            <p:nvPr/>
          </p:nvSpPr>
          <p:spPr>
            <a:xfrm>
              <a:off x="2398659" y="3046739"/>
              <a:ext cx="30175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593" name="Hexagon 2592">
              <a:extLst>
                <a:ext uri="{FF2B5EF4-FFF2-40B4-BE49-F238E27FC236}">
                  <a16:creationId xmlns:a16="http://schemas.microsoft.com/office/drawing/2014/main" id="{843E39F8-7448-42E9-B61B-2030DB6F6896}"/>
                </a:ext>
              </a:extLst>
            </p:cNvPr>
            <p:cNvSpPr/>
            <p:nvPr/>
          </p:nvSpPr>
          <p:spPr>
            <a:xfrm>
              <a:off x="2396430" y="3230268"/>
              <a:ext cx="30175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594" name="Hexagon 2593">
              <a:extLst>
                <a:ext uri="{FF2B5EF4-FFF2-40B4-BE49-F238E27FC236}">
                  <a16:creationId xmlns:a16="http://schemas.microsoft.com/office/drawing/2014/main" id="{8F3A952F-AA95-4650-92E0-D5C077E49EE7}"/>
                </a:ext>
              </a:extLst>
            </p:cNvPr>
            <p:cNvSpPr/>
            <p:nvPr/>
          </p:nvSpPr>
          <p:spPr>
            <a:xfrm>
              <a:off x="2161544" y="3136558"/>
              <a:ext cx="30175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595" name="Hexagon 2594">
              <a:extLst>
                <a:ext uri="{FF2B5EF4-FFF2-40B4-BE49-F238E27FC236}">
                  <a16:creationId xmlns:a16="http://schemas.microsoft.com/office/drawing/2014/main" id="{1AE0CCE6-D9B6-4BE9-8C41-A657B4AF6832}"/>
                </a:ext>
              </a:extLst>
            </p:cNvPr>
            <p:cNvSpPr/>
            <p:nvPr/>
          </p:nvSpPr>
          <p:spPr>
            <a:xfrm>
              <a:off x="2164077" y="3320087"/>
              <a:ext cx="30175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596" name="Hexagon 2595">
              <a:extLst>
                <a:ext uri="{FF2B5EF4-FFF2-40B4-BE49-F238E27FC236}">
                  <a16:creationId xmlns:a16="http://schemas.microsoft.com/office/drawing/2014/main" id="{CBAF2069-17B9-42DB-8DE5-417D510FB68D}"/>
                </a:ext>
              </a:extLst>
            </p:cNvPr>
            <p:cNvSpPr/>
            <p:nvPr/>
          </p:nvSpPr>
          <p:spPr>
            <a:xfrm>
              <a:off x="1931087" y="3417385"/>
              <a:ext cx="30175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597" name="Hexagon 2596">
              <a:extLst>
                <a:ext uri="{FF2B5EF4-FFF2-40B4-BE49-F238E27FC236}">
                  <a16:creationId xmlns:a16="http://schemas.microsoft.com/office/drawing/2014/main" id="{4ECF6E45-CF67-43E5-8967-00C012CAB1E2}"/>
                </a:ext>
              </a:extLst>
            </p:cNvPr>
            <p:cNvSpPr/>
            <p:nvPr/>
          </p:nvSpPr>
          <p:spPr>
            <a:xfrm>
              <a:off x="1931239" y="3603295"/>
              <a:ext cx="30175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598" name="Hexagon 2597">
              <a:extLst>
                <a:ext uri="{FF2B5EF4-FFF2-40B4-BE49-F238E27FC236}">
                  <a16:creationId xmlns:a16="http://schemas.microsoft.com/office/drawing/2014/main" id="{EDA61C17-DCD6-48E7-8A26-35CDF67882E2}"/>
                </a:ext>
              </a:extLst>
            </p:cNvPr>
            <p:cNvSpPr/>
            <p:nvPr/>
          </p:nvSpPr>
          <p:spPr>
            <a:xfrm>
              <a:off x="2862710" y="2311156"/>
              <a:ext cx="30175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599" name="Hexagon 2598">
              <a:extLst>
                <a:ext uri="{FF2B5EF4-FFF2-40B4-BE49-F238E27FC236}">
                  <a16:creationId xmlns:a16="http://schemas.microsoft.com/office/drawing/2014/main" id="{BBE8B276-82C9-4E7B-B182-B2C81AD2C1F5}"/>
                </a:ext>
              </a:extLst>
            </p:cNvPr>
            <p:cNvSpPr/>
            <p:nvPr/>
          </p:nvSpPr>
          <p:spPr>
            <a:xfrm>
              <a:off x="2862111" y="2686723"/>
              <a:ext cx="319124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600" name="Hexagon 2599">
              <a:extLst>
                <a:ext uri="{FF2B5EF4-FFF2-40B4-BE49-F238E27FC236}">
                  <a16:creationId xmlns:a16="http://schemas.microsoft.com/office/drawing/2014/main" id="{82AB6D25-C0C6-4074-8C17-743DA8046496}"/>
                </a:ext>
              </a:extLst>
            </p:cNvPr>
            <p:cNvSpPr/>
            <p:nvPr/>
          </p:nvSpPr>
          <p:spPr>
            <a:xfrm>
              <a:off x="2860465" y="2865918"/>
              <a:ext cx="320770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601" name="Hexagon 2600">
              <a:extLst>
                <a:ext uri="{FF2B5EF4-FFF2-40B4-BE49-F238E27FC236}">
                  <a16:creationId xmlns:a16="http://schemas.microsoft.com/office/drawing/2014/main" id="{DD84DF40-EABA-4884-9CE5-53FFDDDE4BB4}"/>
                </a:ext>
              </a:extLst>
            </p:cNvPr>
            <p:cNvSpPr/>
            <p:nvPr/>
          </p:nvSpPr>
          <p:spPr>
            <a:xfrm>
              <a:off x="2868274" y="3051946"/>
              <a:ext cx="318523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602" name="Hexagon 2601">
              <a:extLst>
                <a:ext uri="{FF2B5EF4-FFF2-40B4-BE49-F238E27FC236}">
                  <a16:creationId xmlns:a16="http://schemas.microsoft.com/office/drawing/2014/main" id="{4C6A04C3-D50C-43A8-B4DC-19118DB01B57}"/>
                </a:ext>
              </a:extLst>
            </p:cNvPr>
            <p:cNvSpPr/>
            <p:nvPr/>
          </p:nvSpPr>
          <p:spPr>
            <a:xfrm>
              <a:off x="1463925" y="3973509"/>
              <a:ext cx="30175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603" name="Hexagon 2602">
              <a:extLst>
                <a:ext uri="{FF2B5EF4-FFF2-40B4-BE49-F238E27FC236}">
                  <a16:creationId xmlns:a16="http://schemas.microsoft.com/office/drawing/2014/main" id="{166192FA-7F3C-4442-BC23-9DB97DD0853A}"/>
                </a:ext>
              </a:extLst>
            </p:cNvPr>
            <p:cNvSpPr/>
            <p:nvPr/>
          </p:nvSpPr>
          <p:spPr>
            <a:xfrm>
              <a:off x="1464077" y="4157038"/>
              <a:ext cx="30175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604" name="Hexagon 2603">
              <a:extLst>
                <a:ext uri="{FF2B5EF4-FFF2-40B4-BE49-F238E27FC236}">
                  <a16:creationId xmlns:a16="http://schemas.microsoft.com/office/drawing/2014/main" id="{BD86CADA-D38D-4E6F-BBD0-90A835E5361C}"/>
                </a:ext>
              </a:extLst>
            </p:cNvPr>
            <p:cNvSpPr/>
            <p:nvPr/>
          </p:nvSpPr>
          <p:spPr>
            <a:xfrm>
              <a:off x="1695396" y="3694958"/>
              <a:ext cx="30175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605" name="Hexagon 2604">
              <a:extLst>
                <a:ext uri="{FF2B5EF4-FFF2-40B4-BE49-F238E27FC236}">
                  <a16:creationId xmlns:a16="http://schemas.microsoft.com/office/drawing/2014/main" id="{800F7BF2-F48F-4BC1-A4F8-15AB8DB57FA5}"/>
                </a:ext>
              </a:extLst>
            </p:cNvPr>
            <p:cNvSpPr/>
            <p:nvPr/>
          </p:nvSpPr>
          <p:spPr>
            <a:xfrm>
              <a:off x="1697929" y="3880868"/>
              <a:ext cx="30175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606" name="Hexagon 2605">
              <a:extLst>
                <a:ext uri="{FF2B5EF4-FFF2-40B4-BE49-F238E27FC236}">
                  <a16:creationId xmlns:a16="http://schemas.microsoft.com/office/drawing/2014/main" id="{A82E0940-3764-41F6-8D9F-DA94B1679FF2}"/>
                </a:ext>
              </a:extLst>
            </p:cNvPr>
            <p:cNvSpPr/>
            <p:nvPr/>
          </p:nvSpPr>
          <p:spPr>
            <a:xfrm>
              <a:off x="1696938" y="4069500"/>
              <a:ext cx="30175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607" name="Hexagon 2606">
              <a:extLst>
                <a:ext uri="{FF2B5EF4-FFF2-40B4-BE49-F238E27FC236}">
                  <a16:creationId xmlns:a16="http://schemas.microsoft.com/office/drawing/2014/main" id="{26836232-F86A-452A-AB40-111BAD15E76C}"/>
                </a:ext>
              </a:extLst>
            </p:cNvPr>
            <p:cNvSpPr/>
            <p:nvPr/>
          </p:nvSpPr>
          <p:spPr>
            <a:xfrm>
              <a:off x="1699471" y="4250648"/>
              <a:ext cx="30175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608" name="Hexagon 2607">
              <a:extLst>
                <a:ext uri="{FF2B5EF4-FFF2-40B4-BE49-F238E27FC236}">
                  <a16:creationId xmlns:a16="http://schemas.microsoft.com/office/drawing/2014/main" id="{01C9967F-18D7-4190-91DB-4F1AEDD873DB}"/>
                </a:ext>
              </a:extLst>
            </p:cNvPr>
            <p:cNvSpPr/>
            <p:nvPr/>
          </p:nvSpPr>
          <p:spPr>
            <a:xfrm>
              <a:off x="1700754" y="4437353"/>
              <a:ext cx="30175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609" name="Hexagon 2608">
              <a:extLst>
                <a:ext uri="{FF2B5EF4-FFF2-40B4-BE49-F238E27FC236}">
                  <a16:creationId xmlns:a16="http://schemas.microsoft.com/office/drawing/2014/main" id="{B6B2BA53-100E-4289-A734-6314B4732E90}"/>
                </a:ext>
              </a:extLst>
            </p:cNvPr>
            <p:cNvSpPr/>
            <p:nvPr/>
          </p:nvSpPr>
          <p:spPr>
            <a:xfrm>
              <a:off x="1708049" y="4623263"/>
              <a:ext cx="30175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610" name="Hexagon 2609">
              <a:extLst>
                <a:ext uri="{FF2B5EF4-FFF2-40B4-BE49-F238E27FC236}">
                  <a16:creationId xmlns:a16="http://schemas.microsoft.com/office/drawing/2014/main" id="{9CA8E003-EAAA-43A6-87A0-51B28A83BED0}"/>
                </a:ext>
              </a:extLst>
            </p:cNvPr>
            <p:cNvSpPr/>
            <p:nvPr/>
          </p:nvSpPr>
          <p:spPr>
            <a:xfrm>
              <a:off x="1931347" y="3794567"/>
              <a:ext cx="30175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611" name="Hexagon 2610">
              <a:extLst>
                <a:ext uri="{FF2B5EF4-FFF2-40B4-BE49-F238E27FC236}">
                  <a16:creationId xmlns:a16="http://schemas.microsoft.com/office/drawing/2014/main" id="{1D7F7141-85F3-432A-BCE5-D1C7D9E1396C}"/>
                </a:ext>
              </a:extLst>
            </p:cNvPr>
            <p:cNvSpPr/>
            <p:nvPr/>
          </p:nvSpPr>
          <p:spPr>
            <a:xfrm>
              <a:off x="1933880" y="3975715"/>
              <a:ext cx="30175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612" name="Hexagon 2611">
              <a:extLst>
                <a:ext uri="{FF2B5EF4-FFF2-40B4-BE49-F238E27FC236}">
                  <a16:creationId xmlns:a16="http://schemas.microsoft.com/office/drawing/2014/main" id="{ED378054-E2FE-4D86-A7E8-E8868828226C}"/>
                </a:ext>
              </a:extLst>
            </p:cNvPr>
            <p:cNvSpPr/>
            <p:nvPr/>
          </p:nvSpPr>
          <p:spPr>
            <a:xfrm>
              <a:off x="1932889" y="4164347"/>
              <a:ext cx="30175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613" name="Hexagon 2612">
              <a:extLst>
                <a:ext uri="{FF2B5EF4-FFF2-40B4-BE49-F238E27FC236}">
                  <a16:creationId xmlns:a16="http://schemas.microsoft.com/office/drawing/2014/main" id="{2205C02C-CA48-41AE-863A-1ECD9956B09F}"/>
                </a:ext>
              </a:extLst>
            </p:cNvPr>
            <p:cNvSpPr/>
            <p:nvPr/>
          </p:nvSpPr>
          <p:spPr>
            <a:xfrm>
              <a:off x="1935422" y="4345495"/>
              <a:ext cx="30175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614" name="Hexagon 2613">
              <a:extLst>
                <a:ext uri="{FF2B5EF4-FFF2-40B4-BE49-F238E27FC236}">
                  <a16:creationId xmlns:a16="http://schemas.microsoft.com/office/drawing/2014/main" id="{8CBD2460-DE8E-4C6F-98A6-3920CF26DDA2}"/>
                </a:ext>
              </a:extLst>
            </p:cNvPr>
            <p:cNvSpPr/>
            <p:nvPr/>
          </p:nvSpPr>
          <p:spPr>
            <a:xfrm>
              <a:off x="2164722" y="3700268"/>
              <a:ext cx="30175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615" name="Hexagon 2614">
              <a:extLst>
                <a:ext uri="{FF2B5EF4-FFF2-40B4-BE49-F238E27FC236}">
                  <a16:creationId xmlns:a16="http://schemas.microsoft.com/office/drawing/2014/main" id="{E3B9316E-DADF-469F-BB6C-ADAFA52EF51C}"/>
                </a:ext>
              </a:extLst>
            </p:cNvPr>
            <p:cNvSpPr/>
            <p:nvPr/>
          </p:nvSpPr>
          <p:spPr>
            <a:xfrm>
              <a:off x="2167211" y="3889159"/>
              <a:ext cx="30175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616" name="Hexagon 2615">
              <a:extLst>
                <a:ext uri="{FF2B5EF4-FFF2-40B4-BE49-F238E27FC236}">
                  <a16:creationId xmlns:a16="http://schemas.microsoft.com/office/drawing/2014/main" id="{4ABB123D-DD5C-4D55-BDDF-08250935FC62}"/>
                </a:ext>
              </a:extLst>
            </p:cNvPr>
            <p:cNvSpPr/>
            <p:nvPr/>
          </p:nvSpPr>
          <p:spPr>
            <a:xfrm>
              <a:off x="2167363" y="4072688"/>
              <a:ext cx="30175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617" name="Hexagon 2616">
              <a:extLst>
                <a:ext uri="{FF2B5EF4-FFF2-40B4-BE49-F238E27FC236}">
                  <a16:creationId xmlns:a16="http://schemas.microsoft.com/office/drawing/2014/main" id="{4DFA8213-1FD8-4808-93DE-5B463EF0F867}"/>
                </a:ext>
              </a:extLst>
            </p:cNvPr>
            <p:cNvSpPr/>
            <p:nvPr/>
          </p:nvSpPr>
          <p:spPr>
            <a:xfrm>
              <a:off x="2168753" y="4251796"/>
              <a:ext cx="30175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618" name="Hexagon 2617">
              <a:extLst>
                <a:ext uri="{FF2B5EF4-FFF2-40B4-BE49-F238E27FC236}">
                  <a16:creationId xmlns:a16="http://schemas.microsoft.com/office/drawing/2014/main" id="{D2B01210-4BC2-4B13-9C43-C9B9D825B42B}"/>
                </a:ext>
              </a:extLst>
            </p:cNvPr>
            <p:cNvSpPr/>
            <p:nvPr/>
          </p:nvSpPr>
          <p:spPr>
            <a:xfrm>
              <a:off x="2404765" y="3614582"/>
              <a:ext cx="30175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619" name="Hexagon 2618">
              <a:extLst>
                <a:ext uri="{FF2B5EF4-FFF2-40B4-BE49-F238E27FC236}">
                  <a16:creationId xmlns:a16="http://schemas.microsoft.com/office/drawing/2014/main" id="{42949EBF-C02E-41CA-A0AE-B8868AF2C12A}"/>
                </a:ext>
              </a:extLst>
            </p:cNvPr>
            <p:cNvSpPr/>
            <p:nvPr/>
          </p:nvSpPr>
          <p:spPr>
            <a:xfrm>
              <a:off x="2400155" y="3800492"/>
              <a:ext cx="30175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620" name="Hexagon 2619">
              <a:extLst>
                <a:ext uri="{FF2B5EF4-FFF2-40B4-BE49-F238E27FC236}">
                  <a16:creationId xmlns:a16="http://schemas.microsoft.com/office/drawing/2014/main" id="{D6BD4552-4DBD-45FA-BEDF-762C65D9CD85}"/>
                </a:ext>
              </a:extLst>
            </p:cNvPr>
            <p:cNvSpPr/>
            <p:nvPr/>
          </p:nvSpPr>
          <p:spPr>
            <a:xfrm>
              <a:off x="2400263" y="3987002"/>
              <a:ext cx="30175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621" name="Hexagon 2620">
              <a:extLst>
                <a:ext uri="{FF2B5EF4-FFF2-40B4-BE49-F238E27FC236}">
                  <a16:creationId xmlns:a16="http://schemas.microsoft.com/office/drawing/2014/main" id="{11433AEB-1E0D-45C3-B285-BCBC1F41A504}"/>
                </a:ext>
              </a:extLst>
            </p:cNvPr>
            <p:cNvSpPr/>
            <p:nvPr/>
          </p:nvSpPr>
          <p:spPr>
            <a:xfrm>
              <a:off x="2402796" y="4168150"/>
              <a:ext cx="30175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622" name="Hexagon 2621">
              <a:extLst>
                <a:ext uri="{FF2B5EF4-FFF2-40B4-BE49-F238E27FC236}">
                  <a16:creationId xmlns:a16="http://schemas.microsoft.com/office/drawing/2014/main" id="{61370FF7-A3E0-4AE9-A6A3-EC23242C4511}"/>
                </a:ext>
              </a:extLst>
            </p:cNvPr>
            <p:cNvSpPr/>
            <p:nvPr/>
          </p:nvSpPr>
          <p:spPr>
            <a:xfrm>
              <a:off x="2404186" y="4352020"/>
              <a:ext cx="30175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623" name="Hexagon 2622">
              <a:extLst>
                <a:ext uri="{FF2B5EF4-FFF2-40B4-BE49-F238E27FC236}">
                  <a16:creationId xmlns:a16="http://schemas.microsoft.com/office/drawing/2014/main" id="{D56EE218-4210-43EC-8DF1-76296B62BDC2}"/>
                </a:ext>
              </a:extLst>
            </p:cNvPr>
            <p:cNvSpPr/>
            <p:nvPr/>
          </p:nvSpPr>
          <p:spPr>
            <a:xfrm>
              <a:off x="2404338" y="4537930"/>
              <a:ext cx="30175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625" name="Hexagon 2624">
              <a:extLst>
                <a:ext uri="{FF2B5EF4-FFF2-40B4-BE49-F238E27FC236}">
                  <a16:creationId xmlns:a16="http://schemas.microsoft.com/office/drawing/2014/main" id="{41F2B006-578B-4428-AF14-FC5A94165182}"/>
                </a:ext>
              </a:extLst>
            </p:cNvPr>
            <p:cNvSpPr/>
            <p:nvPr/>
          </p:nvSpPr>
          <p:spPr>
            <a:xfrm>
              <a:off x="2411344" y="4909521"/>
              <a:ext cx="30175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626" name="Hexagon 2625">
              <a:extLst>
                <a:ext uri="{FF2B5EF4-FFF2-40B4-BE49-F238E27FC236}">
                  <a16:creationId xmlns:a16="http://schemas.microsoft.com/office/drawing/2014/main" id="{3BE9C414-895C-4F66-BDB0-705978DB96AB}"/>
                </a:ext>
              </a:extLst>
            </p:cNvPr>
            <p:cNvSpPr/>
            <p:nvPr/>
          </p:nvSpPr>
          <p:spPr>
            <a:xfrm>
              <a:off x="2413877" y="5093050"/>
              <a:ext cx="30175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627" name="Hexagon 2626">
              <a:extLst>
                <a:ext uri="{FF2B5EF4-FFF2-40B4-BE49-F238E27FC236}">
                  <a16:creationId xmlns:a16="http://schemas.microsoft.com/office/drawing/2014/main" id="{EC6EC4DA-BF6A-4363-B091-5DC16A015FFE}"/>
                </a:ext>
              </a:extLst>
            </p:cNvPr>
            <p:cNvSpPr/>
            <p:nvPr/>
          </p:nvSpPr>
          <p:spPr>
            <a:xfrm>
              <a:off x="2170775" y="4633862"/>
              <a:ext cx="30175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628" name="Hexagon 2627">
              <a:extLst>
                <a:ext uri="{FF2B5EF4-FFF2-40B4-BE49-F238E27FC236}">
                  <a16:creationId xmlns:a16="http://schemas.microsoft.com/office/drawing/2014/main" id="{61C648E3-F4D6-4212-8B44-D6122F33233F}"/>
                </a:ext>
              </a:extLst>
            </p:cNvPr>
            <p:cNvSpPr/>
            <p:nvPr/>
          </p:nvSpPr>
          <p:spPr>
            <a:xfrm>
              <a:off x="2173308" y="4822153"/>
              <a:ext cx="30175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629" name="Hexagon 2628">
              <a:extLst>
                <a:ext uri="{FF2B5EF4-FFF2-40B4-BE49-F238E27FC236}">
                  <a16:creationId xmlns:a16="http://schemas.microsoft.com/office/drawing/2014/main" id="{444BD519-0706-49F1-87D1-52F6F9299F6A}"/>
                </a:ext>
              </a:extLst>
            </p:cNvPr>
            <p:cNvSpPr/>
            <p:nvPr/>
          </p:nvSpPr>
          <p:spPr>
            <a:xfrm>
              <a:off x="2174162" y="5007493"/>
              <a:ext cx="30175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630" name="Hexagon 2629">
              <a:extLst>
                <a:ext uri="{FF2B5EF4-FFF2-40B4-BE49-F238E27FC236}">
                  <a16:creationId xmlns:a16="http://schemas.microsoft.com/office/drawing/2014/main" id="{C7B27218-FA0C-4D19-8C39-BE093B997F91}"/>
                </a:ext>
              </a:extLst>
            </p:cNvPr>
            <p:cNvSpPr/>
            <p:nvPr/>
          </p:nvSpPr>
          <p:spPr>
            <a:xfrm>
              <a:off x="2182695" y="5193744"/>
              <a:ext cx="30175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631" name="Hexagon 2630">
              <a:extLst>
                <a:ext uri="{FF2B5EF4-FFF2-40B4-BE49-F238E27FC236}">
                  <a16:creationId xmlns:a16="http://schemas.microsoft.com/office/drawing/2014/main" id="{7DA2B651-D7DD-41CC-B304-1A863E5D0D1D}"/>
                </a:ext>
              </a:extLst>
            </p:cNvPr>
            <p:cNvSpPr/>
            <p:nvPr/>
          </p:nvSpPr>
          <p:spPr>
            <a:xfrm>
              <a:off x="2180466" y="5379654"/>
              <a:ext cx="30175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632" name="Hexagon 2631">
              <a:extLst>
                <a:ext uri="{FF2B5EF4-FFF2-40B4-BE49-F238E27FC236}">
                  <a16:creationId xmlns:a16="http://schemas.microsoft.com/office/drawing/2014/main" id="{E70BFE90-F686-4CAB-A8AC-F6263EEBEB57}"/>
                </a:ext>
              </a:extLst>
            </p:cNvPr>
            <p:cNvSpPr/>
            <p:nvPr/>
          </p:nvSpPr>
          <p:spPr>
            <a:xfrm>
              <a:off x="1938487" y="4722964"/>
              <a:ext cx="30175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633" name="Hexagon 2632">
              <a:extLst>
                <a:ext uri="{FF2B5EF4-FFF2-40B4-BE49-F238E27FC236}">
                  <a16:creationId xmlns:a16="http://schemas.microsoft.com/office/drawing/2014/main" id="{7E438413-F446-4DDE-89FA-2070060B6126}"/>
                </a:ext>
              </a:extLst>
            </p:cNvPr>
            <p:cNvSpPr/>
            <p:nvPr/>
          </p:nvSpPr>
          <p:spPr>
            <a:xfrm>
              <a:off x="1938639" y="4908874"/>
              <a:ext cx="30175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634" name="Hexagon 2633">
              <a:extLst>
                <a:ext uri="{FF2B5EF4-FFF2-40B4-BE49-F238E27FC236}">
                  <a16:creationId xmlns:a16="http://schemas.microsoft.com/office/drawing/2014/main" id="{AECA6FFA-69AA-4209-823F-9B90958334DD}"/>
                </a:ext>
              </a:extLst>
            </p:cNvPr>
            <p:cNvSpPr/>
            <p:nvPr/>
          </p:nvSpPr>
          <p:spPr>
            <a:xfrm>
              <a:off x="1944255" y="5096595"/>
              <a:ext cx="30175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635" name="Hexagon 2634">
              <a:extLst>
                <a:ext uri="{FF2B5EF4-FFF2-40B4-BE49-F238E27FC236}">
                  <a16:creationId xmlns:a16="http://schemas.microsoft.com/office/drawing/2014/main" id="{449A3B0A-2B3E-4D53-88B2-018ABEF6DF88}"/>
                </a:ext>
              </a:extLst>
            </p:cNvPr>
            <p:cNvSpPr/>
            <p:nvPr/>
          </p:nvSpPr>
          <p:spPr>
            <a:xfrm>
              <a:off x="1945645" y="5280465"/>
              <a:ext cx="30175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636" name="Hexagon 2635">
              <a:extLst>
                <a:ext uri="{FF2B5EF4-FFF2-40B4-BE49-F238E27FC236}">
                  <a16:creationId xmlns:a16="http://schemas.microsoft.com/office/drawing/2014/main" id="{FDCFE4ED-A741-454A-AA67-C963946A5E71}"/>
                </a:ext>
              </a:extLst>
            </p:cNvPr>
            <p:cNvSpPr/>
            <p:nvPr/>
          </p:nvSpPr>
          <p:spPr>
            <a:xfrm>
              <a:off x="1945797" y="5466375"/>
              <a:ext cx="30175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637" name="Hexagon 2636">
              <a:extLst>
                <a:ext uri="{FF2B5EF4-FFF2-40B4-BE49-F238E27FC236}">
                  <a16:creationId xmlns:a16="http://schemas.microsoft.com/office/drawing/2014/main" id="{E1FFD968-7413-4846-B13D-99E34EBAB039}"/>
                </a:ext>
              </a:extLst>
            </p:cNvPr>
            <p:cNvSpPr/>
            <p:nvPr/>
          </p:nvSpPr>
          <p:spPr>
            <a:xfrm>
              <a:off x="1708811" y="5366248"/>
              <a:ext cx="30175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638" name="Hexagon 2637">
              <a:extLst>
                <a:ext uri="{FF2B5EF4-FFF2-40B4-BE49-F238E27FC236}">
                  <a16:creationId xmlns:a16="http://schemas.microsoft.com/office/drawing/2014/main" id="{BDB0815C-C2A6-40AD-82F1-B7ACA1B4CF67}"/>
                </a:ext>
              </a:extLst>
            </p:cNvPr>
            <p:cNvSpPr/>
            <p:nvPr/>
          </p:nvSpPr>
          <p:spPr>
            <a:xfrm>
              <a:off x="1945645" y="5654639"/>
              <a:ext cx="30175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639" name="Hexagon 2638">
              <a:extLst>
                <a:ext uri="{FF2B5EF4-FFF2-40B4-BE49-F238E27FC236}">
                  <a16:creationId xmlns:a16="http://schemas.microsoft.com/office/drawing/2014/main" id="{E9749560-4718-4854-88C7-14CD626171F6}"/>
                </a:ext>
              </a:extLst>
            </p:cNvPr>
            <p:cNvSpPr/>
            <p:nvPr/>
          </p:nvSpPr>
          <p:spPr>
            <a:xfrm>
              <a:off x="1945797" y="5840549"/>
              <a:ext cx="30175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640" name="Hexagon 2639">
              <a:extLst>
                <a:ext uri="{FF2B5EF4-FFF2-40B4-BE49-F238E27FC236}">
                  <a16:creationId xmlns:a16="http://schemas.microsoft.com/office/drawing/2014/main" id="{FBE5F892-883F-4601-B855-CF5CCF1749E0}"/>
                </a:ext>
              </a:extLst>
            </p:cNvPr>
            <p:cNvSpPr/>
            <p:nvPr/>
          </p:nvSpPr>
          <p:spPr>
            <a:xfrm>
              <a:off x="1713012" y="5548561"/>
              <a:ext cx="30175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641" name="Hexagon 2640">
              <a:extLst>
                <a:ext uri="{FF2B5EF4-FFF2-40B4-BE49-F238E27FC236}">
                  <a16:creationId xmlns:a16="http://schemas.microsoft.com/office/drawing/2014/main" id="{215428C6-29E0-4629-BEC4-192ECD065B72}"/>
                </a:ext>
              </a:extLst>
            </p:cNvPr>
            <p:cNvSpPr/>
            <p:nvPr/>
          </p:nvSpPr>
          <p:spPr>
            <a:xfrm>
              <a:off x="1709640" y="5737193"/>
              <a:ext cx="30175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642" name="Hexagon 2641">
              <a:extLst>
                <a:ext uri="{FF2B5EF4-FFF2-40B4-BE49-F238E27FC236}">
                  <a16:creationId xmlns:a16="http://schemas.microsoft.com/office/drawing/2014/main" id="{58873D54-C324-4AEC-BACE-24C06D6114CD}"/>
                </a:ext>
              </a:extLst>
            </p:cNvPr>
            <p:cNvSpPr/>
            <p:nvPr/>
          </p:nvSpPr>
          <p:spPr>
            <a:xfrm>
              <a:off x="1712173" y="5923103"/>
              <a:ext cx="30175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643" name="Hexagon 2642">
              <a:extLst>
                <a:ext uri="{FF2B5EF4-FFF2-40B4-BE49-F238E27FC236}">
                  <a16:creationId xmlns:a16="http://schemas.microsoft.com/office/drawing/2014/main" id="{6382A924-5681-4814-8DE1-D9EF4FA06BB3}"/>
                </a:ext>
              </a:extLst>
            </p:cNvPr>
            <p:cNvSpPr/>
            <p:nvPr/>
          </p:nvSpPr>
          <p:spPr>
            <a:xfrm>
              <a:off x="1712021" y="6104224"/>
              <a:ext cx="30175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644" name="Hexagon 2643">
              <a:extLst>
                <a:ext uri="{FF2B5EF4-FFF2-40B4-BE49-F238E27FC236}">
                  <a16:creationId xmlns:a16="http://schemas.microsoft.com/office/drawing/2014/main" id="{86F28016-D824-422C-A4B5-CCA3EAB8422B}"/>
                </a:ext>
              </a:extLst>
            </p:cNvPr>
            <p:cNvSpPr/>
            <p:nvPr/>
          </p:nvSpPr>
          <p:spPr>
            <a:xfrm>
              <a:off x="1714554" y="6282991"/>
              <a:ext cx="30175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645" name="Hexagon 2644">
              <a:extLst>
                <a:ext uri="{FF2B5EF4-FFF2-40B4-BE49-F238E27FC236}">
                  <a16:creationId xmlns:a16="http://schemas.microsoft.com/office/drawing/2014/main" id="{1C906E09-606E-49BA-AFF9-97A79625A4FF}"/>
                </a:ext>
              </a:extLst>
            </p:cNvPr>
            <p:cNvSpPr/>
            <p:nvPr/>
          </p:nvSpPr>
          <p:spPr>
            <a:xfrm>
              <a:off x="1476032" y="6375523"/>
              <a:ext cx="30175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646" name="Hexagon 2645">
              <a:extLst>
                <a:ext uri="{FF2B5EF4-FFF2-40B4-BE49-F238E27FC236}">
                  <a16:creationId xmlns:a16="http://schemas.microsoft.com/office/drawing/2014/main" id="{D42F0632-3B9F-425D-B529-A1E14D78B08C}"/>
                </a:ext>
              </a:extLst>
            </p:cNvPr>
            <p:cNvSpPr/>
            <p:nvPr/>
          </p:nvSpPr>
          <p:spPr>
            <a:xfrm>
              <a:off x="1244869" y="5912605"/>
              <a:ext cx="30175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647" name="Hexagon 2646">
              <a:extLst>
                <a:ext uri="{FF2B5EF4-FFF2-40B4-BE49-F238E27FC236}">
                  <a16:creationId xmlns:a16="http://schemas.microsoft.com/office/drawing/2014/main" id="{D331E019-178B-4F16-9023-242AF3458CA2}"/>
                </a:ext>
              </a:extLst>
            </p:cNvPr>
            <p:cNvSpPr/>
            <p:nvPr/>
          </p:nvSpPr>
          <p:spPr>
            <a:xfrm>
              <a:off x="1244717" y="6093726"/>
              <a:ext cx="30175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648" name="Hexagon 2647">
              <a:extLst>
                <a:ext uri="{FF2B5EF4-FFF2-40B4-BE49-F238E27FC236}">
                  <a16:creationId xmlns:a16="http://schemas.microsoft.com/office/drawing/2014/main" id="{2D0CACF6-AD42-4985-86F8-72F1000EE46B}"/>
                </a:ext>
              </a:extLst>
            </p:cNvPr>
            <p:cNvSpPr/>
            <p:nvPr/>
          </p:nvSpPr>
          <p:spPr>
            <a:xfrm>
              <a:off x="1475496" y="6008887"/>
              <a:ext cx="30175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649" name="Hexagon 2648">
              <a:extLst>
                <a:ext uri="{FF2B5EF4-FFF2-40B4-BE49-F238E27FC236}">
                  <a16:creationId xmlns:a16="http://schemas.microsoft.com/office/drawing/2014/main" id="{E37AB76F-D06E-4B18-9EA9-F25328813FC1}"/>
                </a:ext>
              </a:extLst>
            </p:cNvPr>
            <p:cNvSpPr/>
            <p:nvPr/>
          </p:nvSpPr>
          <p:spPr>
            <a:xfrm>
              <a:off x="1475344" y="6190008"/>
              <a:ext cx="30175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650" name="Hexagon 2649">
              <a:extLst>
                <a:ext uri="{FF2B5EF4-FFF2-40B4-BE49-F238E27FC236}">
                  <a16:creationId xmlns:a16="http://schemas.microsoft.com/office/drawing/2014/main" id="{2D8FC517-864B-491A-AFF2-05D1DB94E58B}"/>
                </a:ext>
              </a:extLst>
            </p:cNvPr>
            <p:cNvSpPr/>
            <p:nvPr/>
          </p:nvSpPr>
          <p:spPr>
            <a:xfrm>
              <a:off x="1477654" y="5641757"/>
              <a:ext cx="30175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651" name="Hexagon 2650">
              <a:extLst>
                <a:ext uri="{FF2B5EF4-FFF2-40B4-BE49-F238E27FC236}">
                  <a16:creationId xmlns:a16="http://schemas.microsoft.com/office/drawing/2014/main" id="{308BDAFE-36C6-40FD-AADD-FEFF5FD041B7}"/>
                </a:ext>
              </a:extLst>
            </p:cNvPr>
            <p:cNvSpPr/>
            <p:nvPr/>
          </p:nvSpPr>
          <p:spPr>
            <a:xfrm>
              <a:off x="1477502" y="5822878"/>
              <a:ext cx="30175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652" name="Hexagon 2651">
              <a:extLst>
                <a:ext uri="{FF2B5EF4-FFF2-40B4-BE49-F238E27FC236}">
                  <a16:creationId xmlns:a16="http://schemas.microsoft.com/office/drawing/2014/main" id="{9A027A7D-F82E-45E5-87B8-1AAF39326349}"/>
                </a:ext>
              </a:extLst>
            </p:cNvPr>
            <p:cNvSpPr/>
            <p:nvPr/>
          </p:nvSpPr>
          <p:spPr>
            <a:xfrm>
              <a:off x="2868393" y="3427729"/>
              <a:ext cx="324748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653" name="Hexagon 2652">
              <a:extLst>
                <a:ext uri="{FF2B5EF4-FFF2-40B4-BE49-F238E27FC236}">
                  <a16:creationId xmlns:a16="http://schemas.microsoft.com/office/drawing/2014/main" id="{75384287-BA14-418D-90F8-DBF87603C9F2}"/>
                </a:ext>
              </a:extLst>
            </p:cNvPr>
            <p:cNvSpPr/>
            <p:nvPr/>
          </p:nvSpPr>
          <p:spPr>
            <a:xfrm>
              <a:off x="2878655" y="3616245"/>
              <a:ext cx="30175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654" name="Hexagon 2653">
              <a:extLst>
                <a:ext uri="{FF2B5EF4-FFF2-40B4-BE49-F238E27FC236}">
                  <a16:creationId xmlns:a16="http://schemas.microsoft.com/office/drawing/2014/main" id="{DBA83383-C502-49AB-BD1F-BC38A606A676}"/>
                </a:ext>
              </a:extLst>
            </p:cNvPr>
            <p:cNvSpPr/>
            <p:nvPr/>
          </p:nvSpPr>
          <p:spPr>
            <a:xfrm>
              <a:off x="2641944" y="3709019"/>
              <a:ext cx="30175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655" name="Hexagon 2654">
              <a:extLst>
                <a:ext uri="{FF2B5EF4-FFF2-40B4-BE49-F238E27FC236}">
                  <a16:creationId xmlns:a16="http://schemas.microsoft.com/office/drawing/2014/main" id="{2E3C8346-22CC-422E-9ED2-DBADB0D63E08}"/>
                </a:ext>
              </a:extLst>
            </p:cNvPr>
            <p:cNvSpPr/>
            <p:nvPr/>
          </p:nvSpPr>
          <p:spPr>
            <a:xfrm>
              <a:off x="2634953" y="3890167"/>
              <a:ext cx="30175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656" name="Hexagon 2655">
              <a:extLst>
                <a:ext uri="{FF2B5EF4-FFF2-40B4-BE49-F238E27FC236}">
                  <a16:creationId xmlns:a16="http://schemas.microsoft.com/office/drawing/2014/main" id="{D10AA94F-4CFC-4555-B11A-51811DBF8F1C}"/>
                </a:ext>
              </a:extLst>
            </p:cNvPr>
            <p:cNvSpPr/>
            <p:nvPr/>
          </p:nvSpPr>
          <p:spPr>
            <a:xfrm>
              <a:off x="2873836" y="3985146"/>
              <a:ext cx="30175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657" name="Hexagon 2656">
              <a:extLst>
                <a:ext uri="{FF2B5EF4-FFF2-40B4-BE49-F238E27FC236}">
                  <a16:creationId xmlns:a16="http://schemas.microsoft.com/office/drawing/2014/main" id="{2B8DE025-5CAC-474A-862D-919500DF70CE}"/>
                </a:ext>
              </a:extLst>
            </p:cNvPr>
            <p:cNvSpPr/>
            <p:nvPr/>
          </p:nvSpPr>
          <p:spPr>
            <a:xfrm>
              <a:off x="2871607" y="4168675"/>
              <a:ext cx="30175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658" name="Hexagon 2657">
              <a:extLst>
                <a:ext uri="{FF2B5EF4-FFF2-40B4-BE49-F238E27FC236}">
                  <a16:creationId xmlns:a16="http://schemas.microsoft.com/office/drawing/2014/main" id="{5707E722-3E7A-4BBC-9E2E-DAE988B2BBBD}"/>
                </a:ext>
              </a:extLst>
            </p:cNvPr>
            <p:cNvSpPr/>
            <p:nvPr/>
          </p:nvSpPr>
          <p:spPr>
            <a:xfrm>
              <a:off x="2869334" y="4357566"/>
              <a:ext cx="30175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659" name="Hexagon 2658">
              <a:extLst>
                <a:ext uri="{FF2B5EF4-FFF2-40B4-BE49-F238E27FC236}">
                  <a16:creationId xmlns:a16="http://schemas.microsoft.com/office/drawing/2014/main" id="{C63D8BD7-4EC3-4F2B-94E5-8EEC1320836B}"/>
                </a:ext>
              </a:extLst>
            </p:cNvPr>
            <p:cNvSpPr/>
            <p:nvPr/>
          </p:nvSpPr>
          <p:spPr>
            <a:xfrm>
              <a:off x="2867105" y="4538714"/>
              <a:ext cx="30175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660" name="Hexagon 2659">
              <a:extLst>
                <a:ext uri="{FF2B5EF4-FFF2-40B4-BE49-F238E27FC236}">
                  <a16:creationId xmlns:a16="http://schemas.microsoft.com/office/drawing/2014/main" id="{60F76974-24FE-45DC-A413-A1F1BBDE07D6}"/>
                </a:ext>
              </a:extLst>
            </p:cNvPr>
            <p:cNvSpPr/>
            <p:nvPr/>
          </p:nvSpPr>
          <p:spPr>
            <a:xfrm>
              <a:off x="2640336" y="4263560"/>
              <a:ext cx="30175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661" name="Hexagon 2660">
              <a:extLst>
                <a:ext uri="{FF2B5EF4-FFF2-40B4-BE49-F238E27FC236}">
                  <a16:creationId xmlns:a16="http://schemas.microsoft.com/office/drawing/2014/main" id="{D50D68F0-59CF-420F-AEE7-A3EDA4D7FE16}"/>
                </a:ext>
              </a:extLst>
            </p:cNvPr>
            <p:cNvSpPr/>
            <p:nvPr/>
          </p:nvSpPr>
          <p:spPr>
            <a:xfrm>
              <a:off x="2638107" y="4451851"/>
              <a:ext cx="30175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662" name="Hexagon 2661">
              <a:extLst>
                <a:ext uri="{FF2B5EF4-FFF2-40B4-BE49-F238E27FC236}">
                  <a16:creationId xmlns:a16="http://schemas.microsoft.com/office/drawing/2014/main" id="{16CC25F8-B3C2-446F-B89E-4357D6CAAD12}"/>
                </a:ext>
              </a:extLst>
            </p:cNvPr>
            <p:cNvSpPr/>
            <p:nvPr/>
          </p:nvSpPr>
          <p:spPr>
            <a:xfrm>
              <a:off x="2638215" y="4638361"/>
              <a:ext cx="30175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663" name="Hexagon 2662">
              <a:extLst>
                <a:ext uri="{FF2B5EF4-FFF2-40B4-BE49-F238E27FC236}">
                  <a16:creationId xmlns:a16="http://schemas.microsoft.com/office/drawing/2014/main" id="{B7B560A5-87EC-42A4-ADE7-10184918A16B}"/>
                </a:ext>
              </a:extLst>
            </p:cNvPr>
            <p:cNvSpPr/>
            <p:nvPr/>
          </p:nvSpPr>
          <p:spPr>
            <a:xfrm>
              <a:off x="2640748" y="4819509"/>
              <a:ext cx="30175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664" name="Hexagon 2663">
              <a:extLst>
                <a:ext uri="{FF2B5EF4-FFF2-40B4-BE49-F238E27FC236}">
                  <a16:creationId xmlns:a16="http://schemas.microsoft.com/office/drawing/2014/main" id="{CA6C6C21-DD9B-48E8-97B2-CE8C405B4585}"/>
                </a:ext>
              </a:extLst>
            </p:cNvPr>
            <p:cNvSpPr/>
            <p:nvPr/>
          </p:nvSpPr>
          <p:spPr>
            <a:xfrm>
              <a:off x="2641944" y="5007318"/>
              <a:ext cx="30175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665" name="Hexagon 2664">
              <a:extLst>
                <a:ext uri="{FF2B5EF4-FFF2-40B4-BE49-F238E27FC236}">
                  <a16:creationId xmlns:a16="http://schemas.microsoft.com/office/drawing/2014/main" id="{62D63133-7E8F-439D-89FF-58EDC28103CA}"/>
                </a:ext>
              </a:extLst>
            </p:cNvPr>
            <p:cNvSpPr/>
            <p:nvPr/>
          </p:nvSpPr>
          <p:spPr>
            <a:xfrm>
              <a:off x="3106735" y="4075970"/>
              <a:ext cx="309967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666" name="Hexagon 2665">
              <a:extLst>
                <a:ext uri="{FF2B5EF4-FFF2-40B4-BE49-F238E27FC236}">
                  <a16:creationId xmlns:a16="http://schemas.microsoft.com/office/drawing/2014/main" id="{6745D196-C852-47FB-8C75-F7C926BD4027}"/>
                </a:ext>
              </a:extLst>
            </p:cNvPr>
            <p:cNvSpPr/>
            <p:nvPr/>
          </p:nvSpPr>
          <p:spPr>
            <a:xfrm>
              <a:off x="3102125" y="4261880"/>
              <a:ext cx="325883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667" name="Hexagon 2666">
              <a:extLst>
                <a:ext uri="{FF2B5EF4-FFF2-40B4-BE49-F238E27FC236}">
                  <a16:creationId xmlns:a16="http://schemas.microsoft.com/office/drawing/2014/main" id="{0E25FCA4-D359-47B2-A748-F9C04A999390}"/>
                </a:ext>
              </a:extLst>
            </p:cNvPr>
            <p:cNvSpPr/>
            <p:nvPr/>
          </p:nvSpPr>
          <p:spPr>
            <a:xfrm>
              <a:off x="3112570" y="4447673"/>
              <a:ext cx="313058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693" name="Hexagon 2692">
              <a:extLst>
                <a:ext uri="{FF2B5EF4-FFF2-40B4-BE49-F238E27FC236}">
                  <a16:creationId xmlns:a16="http://schemas.microsoft.com/office/drawing/2014/main" id="{D38C6084-3AB1-406E-AAC0-5A9962A94B3E}"/>
                </a:ext>
              </a:extLst>
            </p:cNvPr>
            <p:cNvSpPr/>
            <p:nvPr/>
          </p:nvSpPr>
          <p:spPr>
            <a:xfrm>
              <a:off x="2644853" y="5921254"/>
              <a:ext cx="308634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694" name="Hexagon 2693">
              <a:extLst>
                <a:ext uri="{FF2B5EF4-FFF2-40B4-BE49-F238E27FC236}">
                  <a16:creationId xmlns:a16="http://schemas.microsoft.com/office/drawing/2014/main" id="{2F025D1F-827F-405E-A059-5A0D8F379D7A}"/>
                </a:ext>
              </a:extLst>
            </p:cNvPr>
            <p:cNvSpPr/>
            <p:nvPr/>
          </p:nvSpPr>
          <p:spPr>
            <a:xfrm>
              <a:off x="2887665" y="6019923"/>
              <a:ext cx="30175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695" name="Hexagon 2694">
              <a:extLst>
                <a:ext uri="{FF2B5EF4-FFF2-40B4-BE49-F238E27FC236}">
                  <a16:creationId xmlns:a16="http://schemas.microsoft.com/office/drawing/2014/main" id="{374C1831-20BF-4F49-955B-66CA399C7E8C}"/>
                </a:ext>
              </a:extLst>
            </p:cNvPr>
            <p:cNvSpPr/>
            <p:nvPr/>
          </p:nvSpPr>
          <p:spPr>
            <a:xfrm>
              <a:off x="2885263" y="5825378"/>
              <a:ext cx="30175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696" name="Hexagon 2695">
              <a:extLst>
                <a:ext uri="{FF2B5EF4-FFF2-40B4-BE49-F238E27FC236}">
                  <a16:creationId xmlns:a16="http://schemas.microsoft.com/office/drawing/2014/main" id="{98C3CD73-8E0C-4F60-BD87-A4AB5451591F}"/>
                </a:ext>
              </a:extLst>
            </p:cNvPr>
            <p:cNvSpPr/>
            <p:nvPr/>
          </p:nvSpPr>
          <p:spPr>
            <a:xfrm>
              <a:off x="2883502" y="5644113"/>
              <a:ext cx="30175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697" name="Hexagon 2696">
              <a:extLst>
                <a:ext uri="{FF2B5EF4-FFF2-40B4-BE49-F238E27FC236}">
                  <a16:creationId xmlns:a16="http://schemas.microsoft.com/office/drawing/2014/main" id="{96C0EFA8-DD08-4C9C-A90A-C8FB16B52FF6}"/>
                </a:ext>
              </a:extLst>
            </p:cNvPr>
            <p:cNvSpPr/>
            <p:nvPr/>
          </p:nvSpPr>
          <p:spPr>
            <a:xfrm>
              <a:off x="3115001" y="5563227"/>
              <a:ext cx="30175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698" name="Hexagon 2697">
              <a:extLst>
                <a:ext uri="{FF2B5EF4-FFF2-40B4-BE49-F238E27FC236}">
                  <a16:creationId xmlns:a16="http://schemas.microsoft.com/office/drawing/2014/main" id="{5B6ED6CE-BC5A-4AD6-9817-1169BBA915FA}"/>
                </a:ext>
              </a:extLst>
            </p:cNvPr>
            <p:cNvSpPr/>
            <p:nvPr/>
          </p:nvSpPr>
          <p:spPr>
            <a:xfrm>
              <a:off x="3346972" y="5475341"/>
              <a:ext cx="30175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699" name="Hexagon 2698">
              <a:extLst>
                <a:ext uri="{FF2B5EF4-FFF2-40B4-BE49-F238E27FC236}">
                  <a16:creationId xmlns:a16="http://schemas.microsoft.com/office/drawing/2014/main" id="{1D88C212-A48C-465A-B4DB-3F0AB718256D}"/>
                </a:ext>
              </a:extLst>
            </p:cNvPr>
            <p:cNvSpPr/>
            <p:nvPr/>
          </p:nvSpPr>
          <p:spPr>
            <a:xfrm>
              <a:off x="3345211" y="5286933"/>
              <a:ext cx="30175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700" name="Hexagon 2699">
              <a:extLst>
                <a:ext uri="{FF2B5EF4-FFF2-40B4-BE49-F238E27FC236}">
                  <a16:creationId xmlns:a16="http://schemas.microsoft.com/office/drawing/2014/main" id="{2C79ABBC-B07C-4126-90E4-6D62F196D9CE}"/>
                </a:ext>
              </a:extLst>
            </p:cNvPr>
            <p:cNvSpPr/>
            <p:nvPr/>
          </p:nvSpPr>
          <p:spPr>
            <a:xfrm>
              <a:off x="3582412" y="5564775"/>
              <a:ext cx="319997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701" name="Hexagon 2700">
              <a:extLst>
                <a:ext uri="{FF2B5EF4-FFF2-40B4-BE49-F238E27FC236}">
                  <a16:creationId xmlns:a16="http://schemas.microsoft.com/office/drawing/2014/main" id="{556391FE-E2F3-4D63-8398-E73AA7B2CA30}"/>
                </a:ext>
              </a:extLst>
            </p:cNvPr>
            <p:cNvSpPr/>
            <p:nvPr/>
          </p:nvSpPr>
          <p:spPr>
            <a:xfrm>
              <a:off x="3583033" y="5378748"/>
              <a:ext cx="319998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702" name="Hexagon 2701">
              <a:extLst>
                <a:ext uri="{FF2B5EF4-FFF2-40B4-BE49-F238E27FC236}">
                  <a16:creationId xmlns:a16="http://schemas.microsoft.com/office/drawing/2014/main" id="{BD8F05F6-3610-4231-BEF5-3B1BA5CE7ECB}"/>
                </a:ext>
              </a:extLst>
            </p:cNvPr>
            <p:cNvSpPr/>
            <p:nvPr/>
          </p:nvSpPr>
          <p:spPr>
            <a:xfrm>
              <a:off x="3809881" y="5276539"/>
              <a:ext cx="333378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703" name="Hexagon 2702">
              <a:extLst>
                <a:ext uri="{FF2B5EF4-FFF2-40B4-BE49-F238E27FC236}">
                  <a16:creationId xmlns:a16="http://schemas.microsoft.com/office/drawing/2014/main" id="{E8D21B8D-616B-4F81-B6AD-4934FED9FAF5}"/>
                </a:ext>
              </a:extLst>
            </p:cNvPr>
            <p:cNvSpPr/>
            <p:nvPr/>
          </p:nvSpPr>
          <p:spPr>
            <a:xfrm>
              <a:off x="3126257" y="6295297"/>
              <a:ext cx="30175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704" name="Hexagon 2703">
              <a:extLst>
                <a:ext uri="{FF2B5EF4-FFF2-40B4-BE49-F238E27FC236}">
                  <a16:creationId xmlns:a16="http://schemas.microsoft.com/office/drawing/2014/main" id="{C6F2C575-3144-4D62-ADF9-9472502A0AB2}"/>
                </a:ext>
              </a:extLst>
            </p:cNvPr>
            <p:cNvSpPr/>
            <p:nvPr/>
          </p:nvSpPr>
          <p:spPr>
            <a:xfrm>
              <a:off x="3119093" y="6110276"/>
              <a:ext cx="30175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705" name="Hexagon 2704">
              <a:extLst>
                <a:ext uri="{FF2B5EF4-FFF2-40B4-BE49-F238E27FC236}">
                  <a16:creationId xmlns:a16="http://schemas.microsoft.com/office/drawing/2014/main" id="{37D5A177-1662-417E-A56D-BB9D32D573E5}"/>
                </a:ext>
              </a:extLst>
            </p:cNvPr>
            <p:cNvSpPr/>
            <p:nvPr/>
          </p:nvSpPr>
          <p:spPr>
            <a:xfrm>
              <a:off x="3114951" y="5921868"/>
              <a:ext cx="30175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706" name="Hexagon 2705">
              <a:extLst>
                <a:ext uri="{FF2B5EF4-FFF2-40B4-BE49-F238E27FC236}">
                  <a16:creationId xmlns:a16="http://schemas.microsoft.com/office/drawing/2014/main" id="{A6432503-9536-4F70-995B-DA74A6472B9A}"/>
                </a:ext>
              </a:extLst>
            </p:cNvPr>
            <p:cNvSpPr/>
            <p:nvPr/>
          </p:nvSpPr>
          <p:spPr>
            <a:xfrm>
              <a:off x="3115556" y="6839355"/>
              <a:ext cx="30175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707" name="Hexagon 2706">
              <a:extLst>
                <a:ext uri="{FF2B5EF4-FFF2-40B4-BE49-F238E27FC236}">
                  <a16:creationId xmlns:a16="http://schemas.microsoft.com/office/drawing/2014/main" id="{25023F94-9C96-41FA-A088-52C8419DAA1E}"/>
                </a:ext>
              </a:extLst>
            </p:cNvPr>
            <p:cNvSpPr/>
            <p:nvPr/>
          </p:nvSpPr>
          <p:spPr>
            <a:xfrm>
              <a:off x="3119504" y="6658305"/>
              <a:ext cx="30175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708" name="Hexagon 2707">
              <a:extLst>
                <a:ext uri="{FF2B5EF4-FFF2-40B4-BE49-F238E27FC236}">
                  <a16:creationId xmlns:a16="http://schemas.microsoft.com/office/drawing/2014/main" id="{36CAD709-A20D-47B7-B7FC-7F5302E16E9C}"/>
                </a:ext>
              </a:extLst>
            </p:cNvPr>
            <p:cNvSpPr/>
            <p:nvPr/>
          </p:nvSpPr>
          <p:spPr>
            <a:xfrm>
              <a:off x="3120124" y="6472278"/>
              <a:ext cx="30175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709" name="Hexagon 2708">
              <a:extLst>
                <a:ext uri="{FF2B5EF4-FFF2-40B4-BE49-F238E27FC236}">
                  <a16:creationId xmlns:a16="http://schemas.microsoft.com/office/drawing/2014/main" id="{06EEA7BF-CA6A-4701-B0FA-C2013B5CFE4D}"/>
                </a:ext>
              </a:extLst>
            </p:cNvPr>
            <p:cNvSpPr/>
            <p:nvPr/>
          </p:nvSpPr>
          <p:spPr>
            <a:xfrm>
              <a:off x="3351564" y="6202787"/>
              <a:ext cx="30175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710" name="Hexagon 2709">
              <a:extLst>
                <a:ext uri="{FF2B5EF4-FFF2-40B4-BE49-F238E27FC236}">
                  <a16:creationId xmlns:a16="http://schemas.microsoft.com/office/drawing/2014/main" id="{ACB7E494-9621-496F-BCBD-1CEA296BE69C}"/>
                </a:ext>
              </a:extLst>
            </p:cNvPr>
            <p:cNvSpPr/>
            <p:nvPr/>
          </p:nvSpPr>
          <p:spPr>
            <a:xfrm>
              <a:off x="3355282" y="6011983"/>
              <a:ext cx="311141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711" name="Hexagon 2710">
              <a:extLst>
                <a:ext uri="{FF2B5EF4-FFF2-40B4-BE49-F238E27FC236}">
                  <a16:creationId xmlns:a16="http://schemas.microsoft.com/office/drawing/2014/main" id="{58CF4A5D-ACB0-4B5B-87FB-1F664B3D526D}"/>
                </a:ext>
              </a:extLst>
            </p:cNvPr>
            <p:cNvSpPr/>
            <p:nvPr/>
          </p:nvSpPr>
          <p:spPr>
            <a:xfrm>
              <a:off x="3358284" y="5825956"/>
              <a:ext cx="319996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712" name="Hexagon 2711">
              <a:extLst>
                <a:ext uri="{FF2B5EF4-FFF2-40B4-BE49-F238E27FC236}">
                  <a16:creationId xmlns:a16="http://schemas.microsoft.com/office/drawing/2014/main" id="{55628D12-8267-4DD3-B6E5-BAAF26AD077A}"/>
                </a:ext>
              </a:extLst>
            </p:cNvPr>
            <p:cNvSpPr/>
            <p:nvPr/>
          </p:nvSpPr>
          <p:spPr>
            <a:xfrm>
              <a:off x="3356314" y="6385890"/>
              <a:ext cx="30175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713" name="Hexagon 2712">
              <a:extLst>
                <a:ext uri="{FF2B5EF4-FFF2-40B4-BE49-F238E27FC236}">
                  <a16:creationId xmlns:a16="http://schemas.microsoft.com/office/drawing/2014/main" id="{A6B01D27-B8AD-4588-A908-038376500409}"/>
                </a:ext>
              </a:extLst>
            </p:cNvPr>
            <p:cNvSpPr/>
            <p:nvPr/>
          </p:nvSpPr>
          <p:spPr>
            <a:xfrm>
              <a:off x="3590861" y="6296580"/>
              <a:ext cx="30175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714" name="Hexagon 2713">
              <a:extLst>
                <a:ext uri="{FF2B5EF4-FFF2-40B4-BE49-F238E27FC236}">
                  <a16:creationId xmlns:a16="http://schemas.microsoft.com/office/drawing/2014/main" id="{C3C42D78-385A-46EB-B13D-D706F55F3324}"/>
                </a:ext>
              </a:extLst>
            </p:cNvPr>
            <p:cNvSpPr/>
            <p:nvPr/>
          </p:nvSpPr>
          <p:spPr>
            <a:xfrm>
              <a:off x="3589490" y="6485466"/>
              <a:ext cx="30175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715" name="Hexagon 2714">
              <a:extLst>
                <a:ext uri="{FF2B5EF4-FFF2-40B4-BE49-F238E27FC236}">
                  <a16:creationId xmlns:a16="http://schemas.microsoft.com/office/drawing/2014/main" id="{F599E739-AB6B-4A03-86B5-7584BC2BF36C}"/>
                </a:ext>
              </a:extLst>
            </p:cNvPr>
            <p:cNvSpPr/>
            <p:nvPr/>
          </p:nvSpPr>
          <p:spPr>
            <a:xfrm>
              <a:off x="3345210" y="6938264"/>
              <a:ext cx="312855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716" name="Hexagon 2715">
              <a:extLst>
                <a:ext uri="{FF2B5EF4-FFF2-40B4-BE49-F238E27FC236}">
                  <a16:creationId xmlns:a16="http://schemas.microsoft.com/office/drawing/2014/main" id="{AE2CC6B2-7EFA-426A-A049-97503952FDE9}"/>
                </a:ext>
              </a:extLst>
            </p:cNvPr>
            <p:cNvSpPr/>
            <p:nvPr/>
          </p:nvSpPr>
          <p:spPr>
            <a:xfrm>
              <a:off x="3358662" y="6751582"/>
              <a:ext cx="30175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717" name="Hexagon 2716">
              <a:extLst>
                <a:ext uri="{FF2B5EF4-FFF2-40B4-BE49-F238E27FC236}">
                  <a16:creationId xmlns:a16="http://schemas.microsoft.com/office/drawing/2014/main" id="{08C07DF3-3E59-47A8-855F-748CA8D1678A}"/>
                </a:ext>
              </a:extLst>
            </p:cNvPr>
            <p:cNvSpPr/>
            <p:nvPr/>
          </p:nvSpPr>
          <p:spPr>
            <a:xfrm>
              <a:off x="3594264" y="6836346"/>
              <a:ext cx="30175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718" name="Hexagon 2717">
              <a:extLst>
                <a:ext uri="{FF2B5EF4-FFF2-40B4-BE49-F238E27FC236}">
                  <a16:creationId xmlns:a16="http://schemas.microsoft.com/office/drawing/2014/main" id="{016A4F85-08DC-48A5-B8E9-0168C5A39F64}"/>
                </a:ext>
              </a:extLst>
            </p:cNvPr>
            <p:cNvSpPr/>
            <p:nvPr/>
          </p:nvSpPr>
          <p:spPr>
            <a:xfrm>
              <a:off x="3832186" y="6566573"/>
              <a:ext cx="30175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719" name="Hexagon 2718">
              <a:extLst>
                <a:ext uri="{FF2B5EF4-FFF2-40B4-BE49-F238E27FC236}">
                  <a16:creationId xmlns:a16="http://schemas.microsoft.com/office/drawing/2014/main" id="{5423DDE7-BC2C-40CD-8E16-93C32A536A79}"/>
                </a:ext>
              </a:extLst>
            </p:cNvPr>
            <p:cNvSpPr/>
            <p:nvPr/>
          </p:nvSpPr>
          <p:spPr>
            <a:xfrm>
              <a:off x="3822641" y="6388696"/>
              <a:ext cx="30175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720" name="Hexagon 2719">
              <a:extLst>
                <a:ext uri="{FF2B5EF4-FFF2-40B4-BE49-F238E27FC236}">
                  <a16:creationId xmlns:a16="http://schemas.microsoft.com/office/drawing/2014/main" id="{1050842A-D43E-4AE7-A51D-81E20A8415F2}"/>
                </a:ext>
              </a:extLst>
            </p:cNvPr>
            <p:cNvSpPr/>
            <p:nvPr/>
          </p:nvSpPr>
          <p:spPr>
            <a:xfrm>
              <a:off x="3823261" y="6195526"/>
              <a:ext cx="319998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721" name="Hexagon 2720">
              <a:extLst>
                <a:ext uri="{FF2B5EF4-FFF2-40B4-BE49-F238E27FC236}">
                  <a16:creationId xmlns:a16="http://schemas.microsoft.com/office/drawing/2014/main" id="{26C13072-94FA-44FF-8D12-DC11B35EB63D}"/>
                </a:ext>
              </a:extLst>
            </p:cNvPr>
            <p:cNvSpPr/>
            <p:nvPr/>
          </p:nvSpPr>
          <p:spPr>
            <a:xfrm>
              <a:off x="3826053" y="6760222"/>
              <a:ext cx="30175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722" name="Hexagon 2721">
              <a:extLst>
                <a:ext uri="{FF2B5EF4-FFF2-40B4-BE49-F238E27FC236}">
                  <a16:creationId xmlns:a16="http://schemas.microsoft.com/office/drawing/2014/main" id="{5304229E-41C8-4B59-8984-B6E2EE49D4B8}"/>
                </a:ext>
              </a:extLst>
            </p:cNvPr>
            <p:cNvSpPr/>
            <p:nvPr/>
          </p:nvSpPr>
          <p:spPr>
            <a:xfrm>
              <a:off x="4065682" y="6290980"/>
              <a:ext cx="311664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723" name="Hexagon 2722">
              <a:extLst>
                <a:ext uri="{FF2B5EF4-FFF2-40B4-BE49-F238E27FC236}">
                  <a16:creationId xmlns:a16="http://schemas.microsoft.com/office/drawing/2014/main" id="{64D4CF4F-79D2-4FA9-BFAA-1A5BB54847D8}"/>
                </a:ext>
              </a:extLst>
            </p:cNvPr>
            <p:cNvSpPr/>
            <p:nvPr/>
          </p:nvSpPr>
          <p:spPr>
            <a:xfrm>
              <a:off x="4065703" y="7023996"/>
              <a:ext cx="30175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724" name="Hexagon 2723">
              <a:extLst>
                <a:ext uri="{FF2B5EF4-FFF2-40B4-BE49-F238E27FC236}">
                  <a16:creationId xmlns:a16="http://schemas.microsoft.com/office/drawing/2014/main" id="{C6A0489A-796F-417A-A894-A677B4C3763C}"/>
                </a:ext>
              </a:extLst>
            </p:cNvPr>
            <p:cNvSpPr/>
            <p:nvPr/>
          </p:nvSpPr>
          <p:spPr>
            <a:xfrm>
              <a:off x="4065682" y="6843737"/>
              <a:ext cx="30175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725" name="Hexagon 2724">
              <a:extLst>
                <a:ext uri="{FF2B5EF4-FFF2-40B4-BE49-F238E27FC236}">
                  <a16:creationId xmlns:a16="http://schemas.microsoft.com/office/drawing/2014/main" id="{DCD10EF2-0864-4C95-AE42-66944F92F78A}"/>
                </a:ext>
              </a:extLst>
            </p:cNvPr>
            <p:cNvSpPr/>
            <p:nvPr/>
          </p:nvSpPr>
          <p:spPr>
            <a:xfrm>
              <a:off x="4059159" y="6657710"/>
              <a:ext cx="30175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726" name="Hexagon 2725">
              <a:extLst>
                <a:ext uri="{FF2B5EF4-FFF2-40B4-BE49-F238E27FC236}">
                  <a16:creationId xmlns:a16="http://schemas.microsoft.com/office/drawing/2014/main" id="{B53F9542-8C5D-4DB0-8C13-00AD893F101A}"/>
                </a:ext>
              </a:extLst>
            </p:cNvPr>
            <p:cNvSpPr/>
            <p:nvPr/>
          </p:nvSpPr>
          <p:spPr>
            <a:xfrm>
              <a:off x="4059570" y="7210501"/>
              <a:ext cx="30175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727" name="Hexagon 2726">
              <a:extLst>
                <a:ext uri="{FF2B5EF4-FFF2-40B4-BE49-F238E27FC236}">
                  <a16:creationId xmlns:a16="http://schemas.microsoft.com/office/drawing/2014/main" id="{F369195B-F8B9-4745-8D0F-98FB4413C011}"/>
                </a:ext>
              </a:extLst>
            </p:cNvPr>
            <p:cNvSpPr/>
            <p:nvPr/>
          </p:nvSpPr>
          <p:spPr>
            <a:xfrm>
              <a:off x="4303604" y="6745232"/>
              <a:ext cx="32492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728" name="Hexagon 2727">
              <a:extLst>
                <a:ext uri="{FF2B5EF4-FFF2-40B4-BE49-F238E27FC236}">
                  <a16:creationId xmlns:a16="http://schemas.microsoft.com/office/drawing/2014/main" id="{CD693426-C83D-46C2-9DEF-A12023C958A3}"/>
                </a:ext>
              </a:extLst>
            </p:cNvPr>
            <p:cNvSpPr/>
            <p:nvPr/>
          </p:nvSpPr>
          <p:spPr>
            <a:xfrm>
              <a:off x="4304289" y="6563662"/>
              <a:ext cx="324923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729" name="Hexagon 2728">
              <a:extLst>
                <a:ext uri="{FF2B5EF4-FFF2-40B4-BE49-F238E27FC236}">
                  <a16:creationId xmlns:a16="http://schemas.microsoft.com/office/drawing/2014/main" id="{6FEF023D-2381-429C-96DB-7D74D076927B}"/>
                </a:ext>
              </a:extLst>
            </p:cNvPr>
            <p:cNvSpPr/>
            <p:nvPr/>
          </p:nvSpPr>
          <p:spPr>
            <a:xfrm>
              <a:off x="4300096" y="6374937"/>
              <a:ext cx="329117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730" name="Hexagon 2729">
              <a:extLst>
                <a:ext uri="{FF2B5EF4-FFF2-40B4-BE49-F238E27FC236}">
                  <a16:creationId xmlns:a16="http://schemas.microsoft.com/office/drawing/2014/main" id="{34982291-DA64-4242-836D-46CB85297A88}"/>
                </a:ext>
              </a:extLst>
            </p:cNvPr>
            <p:cNvSpPr/>
            <p:nvPr/>
          </p:nvSpPr>
          <p:spPr>
            <a:xfrm>
              <a:off x="4300720" y="6928314"/>
              <a:ext cx="310217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732" name="Hexagon 2731">
              <a:extLst>
                <a:ext uri="{FF2B5EF4-FFF2-40B4-BE49-F238E27FC236}">
                  <a16:creationId xmlns:a16="http://schemas.microsoft.com/office/drawing/2014/main" id="{9D320C63-B30A-40CD-855B-4731F7C44D37}"/>
                </a:ext>
              </a:extLst>
            </p:cNvPr>
            <p:cNvSpPr/>
            <p:nvPr/>
          </p:nvSpPr>
          <p:spPr>
            <a:xfrm>
              <a:off x="4298111" y="7301861"/>
              <a:ext cx="30175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733" name="Hexagon 2732">
              <a:extLst>
                <a:ext uri="{FF2B5EF4-FFF2-40B4-BE49-F238E27FC236}">
                  <a16:creationId xmlns:a16="http://schemas.microsoft.com/office/drawing/2014/main" id="{A9852335-42DF-488A-A5ED-B6E737ACC983}"/>
                </a:ext>
              </a:extLst>
            </p:cNvPr>
            <p:cNvSpPr/>
            <p:nvPr/>
          </p:nvSpPr>
          <p:spPr>
            <a:xfrm>
              <a:off x="4552455" y="7019226"/>
              <a:ext cx="30175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734" name="Hexagon 2733">
              <a:extLst>
                <a:ext uri="{FF2B5EF4-FFF2-40B4-BE49-F238E27FC236}">
                  <a16:creationId xmlns:a16="http://schemas.microsoft.com/office/drawing/2014/main" id="{9825044B-9D6F-48EB-9C6E-FB0E2C1C21D9}"/>
                </a:ext>
              </a:extLst>
            </p:cNvPr>
            <p:cNvSpPr/>
            <p:nvPr/>
          </p:nvSpPr>
          <p:spPr>
            <a:xfrm>
              <a:off x="4544868" y="6837714"/>
              <a:ext cx="310514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735" name="Hexagon 2734">
              <a:extLst>
                <a:ext uri="{FF2B5EF4-FFF2-40B4-BE49-F238E27FC236}">
                  <a16:creationId xmlns:a16="http://schemas.microsoft.com/office/drawing/2014/main" id="{0A25B577-950C-466F-8B4C-5FBDC93A38EA}"/>
                </a:ext>
              </a:extLst>
            </p:cNvPr>
            <p:cNvSpPr/>
            <p:nvPr/>
          </p:nvSpPr>
          <p:spPr>
            <a:xfrm>
              <a:off x="4544868" y="6654447"/>
              <a:ext cx="30175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736" name="Hexagon 2735">
              <a:extLst>
                <a:ext uri="{FF2B5EF4-FFF2-40B4-BE49-F238E27FC236}">
                  <a16:creationId xmlns:a16="http://schemas.microsoft.com/office/drawing/2014/main" id="{FE2487EF-84C6-4DCD-B335-1594A8E69470}"/>
                </a:ext>
              </a:extLst>
            </p:cNvPr>
            <p:cNvSpPr/>
            <p:nvPr/>
          </p:nvSpPr>
          <p:spPr>
            <a:xfrm>
              <a:off x="4544868" y="7209044"/>
              <a:ext cx="30175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737" name="Hexagon 2736">
              <a:extLst>
                <a:ext uri="{FF2B5EF4-FFF2-40B4-BE49-F238E27FC236}">
                  <a16:creationId xmlns:a16="http://schemas.microsoft.com/office/drawing/2014/main" id="{ABA6B7C3-4E8D-4412-A31D-42455DC2F32B}"/>
                </a:ext>
              </a:extLst>
            </p:cNvPr>
            <p:cNvSpPr/>
            <p:nvPr/>
          </p:nvSpPr>
          <p:spPr>
            <a:xfrm>
              <a:off x="4783184" y="7106996"/>
              <a:ext cx="30175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738" name="Hexagon 2737">
              <a:extLst>
                <a:ext uri="{FF2B5EF4-FFF2-40B4-BE49-F238E27FC236}">
                  <a16:creationId xmlns:a16="http://schemas.microsoft.com/office/drawing/2014/main" id="{200291B3-094C-442F-A95F-4008B2619D97}"/>
                </a:ext>
              </a:extLst>
            </p:cNvPr>
            <p:cNvSpPr/>
            <p:nvPr/>
          </p:nvSpPr>
          <p:spPr>
            <a:xfrm>
              <a:off x="4789237" y="6928806"/>
              <a:ext cx="30175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739" name="Hexagon 2738">
              <a:extLst>
                <a:ext uri="{FF2B5EF4-FFF2-40B4-BE49-F238E27FC236}">
                  <a16:creationId xmlns:a16="http://schemas.microsoft.com/office/drawing/2014/main" id="{602FB558-A967-45F7-947F-1C3A40BC1990}"/>
                </a:ext>
              </a:extLst>
            </p:cNvPr>
            <p:cNvSpPr/>
            <p:nvPr/>
          </p:nvSpPr>
          <p:spPr>
            <a:xfrm>
              <a:off x="5011625" y="7208040"/>
              <a:ext cx="30175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740" name="Hexagon 2739">
              <a:extLst>
                <a:ext uri="{FF2B5EF4-FFF2-40B4-BE49-F238E27FC236}">
                  <a16:creationId xmlns:a16="http://schemas.microsoft.com/office/drawing/2014/main" id="{D0B45DDD-1759-4DEB-BEF2-234C44E3DEED}"/>
                </a:ext>
              </a:extLst>
            </p:cNvPr>
            <p:cNvSpPr/>
            <p:nvPr/>
          </p:nvSpPr>
          <p:spPr>
            <a:xfrm>
              <a:off x="5238360" y="7483227"/>
              <a:ext cx="324124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741" name="Hexagon 2740">
              <a:extLst>
                <a:ext uri="{FF2B5EF4-FFF2-40B4-BE49-F238E27FC236}">
                  <a16:creationId xmlns:a16="http://schemas.microsoft.com/office/drawing/2014/main" id="{7C394337-7BEC-4AA1-82D5-5E2C0EA466D2}"/>
                </a:ext>
              </a:extLst>
            </p:cNvPr>
            <p:cNvSpPr/>
            <p:nvPr/>
          </p:nvSpPr>
          <p:spPr>
            <a:xfrm>
              <a:off x="5246587" y="7294848"/>
              <a:ext cx="30175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742" name="Hexagon 2741">
              <a:extLst>
                <a:ext uri="{FF2B5EF4-FFF2-40B4-BE49-F238E27FC236}">
                  <a16:creationId xmlns:a16="http://schemas.microsoft.com/office/drawing/2014/main" id="{5FF4516A-B51A-4787-A9E4-8BA428DF1A50}"/>
                </a:ext>
              </a:extLst>
            </p:cNvPr>
            <p:cNvSpPr/>
            <p:nvPr/>
          </p:nvSpPr>
          <p:spPr>
            <a:xfrm>
              <a:off x="5484138" y="7579908"/>
              <a:ext cx="30175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743" name="Hexagon 2742">
              <a:extLst>
                <a:ext uri="{FF2B5EF4-FFF2-40B4-BE49-F238E27FC236}">
                  <a16:creationId xmlns:a16="http://schemas.microsoft.com/office/drawing/2014/main" id="{3C573B10-446C-44F3-AC8F-1D659B16FF9C}"/>
                </a:ext>
              </a:extLst>
            </p:cNvPr>
            <p:cNvSpPr/>
            <p:nvPr/>
          </p:nvSpPr>
          <p:spPr>
            <a:xfrm>
              <a:off x="5484138" y="7397855"/>
              <a:ext cx="30175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744" name="Hexagon 2743">
              <a:extLst>
                <a:ext uri="{FF2B5EF4-FFF2-40B4-BE49-F238E27FC236}">
                  <a16:creationId xmlns:a16="http://schemas.microsoft.com/office/drawing/2014/main" id="{B984DA28-CC0E-40B5-8476-F0511E8D7827}"/>
                </a:ext>
              </a:extLst>
            </p:cNvPr>
            <p:cNvSpPr/>
            <p:nvPr/>
          </p:nvSpPr>
          <p:spPr>
            <a:xfrm>
              <a:off x="5956586" y="7752105"/>
              <a:ext cx="30175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745" name="Hexagon 2744">
              <a:extLst>
                <a:ext uri="{FF2B5EF4-FFF2-40B4-BE49-F238E27FC236}">
                  <a16:creationId xmlns:a16="http://schemas.microsoft.com/office/drawing/2014/main" id="{74CF5927-9D27-4BF2-BC95-9356AEBFF750}"/>
                </a:ext>
              </a:extLst>
            </p:cNvPr>
            <p:cNvSpPr/>
            <p:nvPr/>
          </p:nvSpPr>
          <p:spPr>
            <a:xfrm>
              <a:off x="5972589" y="8124696"/>
              <a:ext cx="30175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746" name="Hexagon 2745">
              <a:extLst>
                <a:ext uri="{FF2B5EF4-FFF2-40B4-BE49-F238E27FC236}">
                  <a16:creationId xmlns:a16="http://schemas.microsoft.com/office/drawing/2014/main" id="{2644367F-C186-4DD7-8750-BAFF43169BF1}"/>
                </a:ext>
              </a:extLst>
            </p:cNvPr>
            <p:cNvSpPr/>
            <p:nvPr/>
          </p:nvSpPr>
          <p:spPr>
            <a:xfrm>
              <a:off x="6208580" y="8025376"/>
              <a:ext cx="30175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747" name="Hexagon 2746">
              <a:extLst>
                <a:ext uri="{FF2B5EF4-FFF2-40B4-BE49-F238E27FC236}">
                  <a16:creationId xmlns:a16="http://schemas.microsoft.com/office/drawing/2014/main" id="{6788431A-09E3-4801-9B92-7C7D358056F5}"/>
                </a:ext>
              </a:extLst>
            </p:cNvPr>
            <p:cNvSpPr/>
            <p:nvPr/>
          </p:nvSpPr>
          <p:spPr>
            <a:xfrm>
              <a:off x="6200239" y="7846859"/>
              <a:ext cx="314855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748" name="Hexagon 2747">
              <a:extLst>
                <a:ext uri="{FF2B5EF4-FFF2-40B4-BE49-F238E27FC236}">
                  <a16:creationId xmlns:a16="http://schemas.microsoft.com/office/drawing/2014/main" id="{CC91D6B7-C1BF-4F63-9301-C2A767F5963D}"/>
                </a:ext>
              </a:extLst>
            </p:cNvPr>
            <p:cNvSpPr/>
            <p:nvPr/>
          </p:nvSpPr>
          <p:spPr>
            <a:xfrm>
              <a:off x="6441677" y="7940497"/>
              <a:ext cx="30175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749" name="Hexagon 2748">
              <a:extLst>
                <a:ext uri="{FF2B5EF4-FFF2-40B4-BE49-F238E27FC236}">
                  <a16:creationId xmlns:a16="http://schemas.microsoft.com/office/drawing/2014/main" id="{8DEFC152-A54D-4ECF-8D17-EC6ADE45EE48}"/>
                </a:ext>
              </a:extLst>
            </p:cNvPr>
            <p:cNvSpPr/>
            <p:nvPr/>
          </p:nvSpPr>
          <p:spPr>
            <a:xfrm>
              <a:off x="6438201" y="7749427"/>
              <a:ext cx="313470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750" name="Hexagon 2749">
              <a:extLst>
                <a:ext uri="{FF2B5EF4-FFF2-40B4-BE49-F238E27FC236}">
                  <a16:creationId xmlns:a16="http://schemas.microsoft.com/office/drawing/2014/main" id="{0ADE6AFA-FD8F-4121-B0D5-5C16F2B0A29C}"/>
                </a:ext>
              </a:extLst>
            </p:cNvPr>
            <p:cNvSpPr/>
            <p:nvPr/>
          </p:nvSpPr>
          <p:spPr>
            <a:xfrm>
              <a:off x="6436009" y="8126917"/>
              <a:ext cx="313469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751" name="Hexagon 2750">
              <a:extLst>
                <a:ext uri="{FF2B5EF4-FFF2-40B4-BE49-F238E27FC236}">
                  <a16:creationId xmlns:a16="http://schemas.microsoft.com/office/drawing/2014/main" id="{7BDEB9F4-117B-487A-83AE-C7DB4EAEA237}"/>
                </a:ext>
              </a:extLst>
            </p:cNvPr>
            <p:cNvSpPr/>
            <p:nvPr/>
          </p:nvSpPr>
          <p:spPr>
            <a:xfrm>
              <a:off x="7622069" y="8023881"/>
              <a:ext cx="30175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752" name="Hexagon 2751">
              <a:extLst>
                <a:ext uri="{FF2B5EF4-FFF2-40B4-BE49-F238E27FC236}">
                  <a16:creationId xmlns:a16="http://schemas.microsoft.com/office/drawing/2014/main" id="{A4812DDB-EA97-4325-A0EB-377EF2075242}"/>
                </a:ext>
              </a:extLst>
            </p:cNvPr>
            <p:cNvSpPr/>
            <p:nvPr/>
          </p:nvSpPr>
          <p:spPr>
            <a:xfrm>
              <a:off x="7622069" y="7837010"/>
              <a:ext cx="30175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753" name="Hexagon 2752">
              <a:extLst>
                <a:ext uri="{FF2B5EF4-FFF2-40B4-BE49-F238E27FC236}">
                  <a16:creationId xmlns:a16="http://schemas.microsoft.com/office/drawing/2014/main" id="{EEB65517-727B-4EAA-8D09-6270386D8556}"/>
                </a:ext>
              </a:extLst>
            </p:cNvPr>
            <p:cNvSpPr/>
            <p:nvPr/>
          </p:nvSpPr>
          <p:spPr>
            <a:xfrm>
              <a:off x="7619768" y="7651210"/>
              <a:ext cx="30175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754" name="Hexagon 2753">
              <a:extLst>
                <a:ext uri="{FF2B5EF4-FFF2-40B4-BE49-F238E27FC236}">
                  <a16:creationId xmlns:a16="http://schemas.microsoft.com/office/drawing/2014/main" id="{ECD25BD4-2F8B-48BA-BBD3-586139AD544B}"/>
                </a:ext>
              </a:extLst>
            </p:cNvPr>
            <p:cNvSpPr/>
            <p:nvPr/>
          </p:nvSpPr>
          <p:spPr>
            <a:xfrm>
              <a:off x="7619768" y="7465410"/>
              <a:ext cx="30175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755" name="Hexagon 2754">
              <a:extLst>
                <a:ext uri="{FF2B5EF4-FFF2-40B4-BE49-F238E27FC236}">
                  <a16:creationId xmlns:a16="http://schemas.microsoft.com/office/drawing/2014/main" id="{E56C5A00-6C17-402C-80FC-6B287A866F68}"/>
                </a:ext>
              </a:extLst>
            </p:cNvPr>
            <p:cNvSpPr/>
            <p:nvPr/>
          </p:nvSpPr>
          <p:spPr>
            <a:xfrm>
              <a:off x="7851821" y="7935830"/>
              <a:ext cx="30175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756" name="Hexagon 2755">
              <a:extLst>
                <a:ext uri="{FF2B5EF4-FFF2-40B4-BE49-F238E27FC236}">
                  <a16:creationId xmlns:a16="http://schemas.microsoft.com/office/drawing/2014/main" id="{3E370E38-7C53-4010-9183-B25617C1AC7E}"/>
                </a:ext>
              </a:extLst>
            </p:cNvPr>
            <p:cNvSpPr/>
            <p:nvPr/>
          </p:nvSpPr>
          <p:spPr>
            <a:xfrm>
              <a:off x="7847139" y="7747649"/>
              <a:ext cx="30175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757" name="Hexagon 2756">
              <a:extLst>
                <a:ext uri="{FF2B5EF4-FFF2-40B4-BE49-F238E27FC236}">
                  <a16:creationId xmlns:a16="http://schemas.microsoft.com/office/drawing/2014/main" id="{923CA153-16E8-4DA2-BC11-0129FE37962D}"/>
                </a:ext>
              </a:extLst>
            </p:cNvPr>
            <p:cNvSpPr/>
            <p:nvPr/>
          </p:nvSpPr>
          <p:spPr>
            <a:xfrm>
              <a:off x="7847139" y="7561849"/>
              <a:ext cx="30175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758" name="Hexagon 2757">
              <a:extLst>
                <a:ext uri="{FF2B5EF4-FFF2-40B4-BE49-F238E27FC236}">
                  <a16:creationId xmlns:a16="http://schemas.microsoft.com/office/drawing/2014/main" id="{02BB2F05-F028-45C2-82B5-0C045D618B66}"/>
                </a:ext>
              </a:extLst>
            </p:cNvPr>
            <p:cNvSpPr/>
            <p:nvPr/>
          </p:nvSpPr>
          <p:spPr>
            <a:xfrm>
              <a:off x="8084690" y="7652158"/>
              <a:ext cx="30175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759" name="Hexagon 2758">
              <a:extLst>
                <a:ext uri="{FF2B5EF4-FFF2-40B4-BE49-F238E27FC236}">
                  <a16:creationId xmlns:a16="http://schemas.microsoft.com/office/drawing/2014/main" id="{9DD38ABA-6368-410E-BD55-D0EB41C215F5}"/>
                </a:ext>
              </a:extLst>
            </p:cNvPr>
            <p:cNvSpPr/>
            <p:nvPr/>
          </p:nvSpPr>
          <p:spPr>
            <a:xfrm>
              <a:off x="8084690" y="7466358"/>
              <a:ext cx="30175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760" name="Hexagon 2759">
              <a:extLst>
                <a:ext uri="{FF2B5EF4-FFF2-40B4-BE49-F238E27FC236}">
                  <a16:creationId xmlns:a16="http://schemas.microsoft.com/office/drawing/2014/main" id="{4A713849-B104-4C62-9693-FCD8AE25E19C}"/>
                </a:ext>
              </a:extLst>
            </p:cNvPr>
            <p:cNvSpPr/>
            <p:nvPr/>
          </p:nvSpPr>
          <p:spPr>
            <a:xfrm>
              <a:off x="8086002" y="8212387"/>
              <a:ext cx="30175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761" name="Hexagon 2760">
              <a:extLst>
                <a:ext uri="{FF2B5EF4-FFF2-40B4-BE49-F238E27FC236}">
                  <a16:creationId xmlns:a16="http://schemas.microsoft.com/office/drawing/2014/main" id="{DE029A44-2347-4664-8266-4C594515A265}"/>
                </a:ext>
              </a:extLst>
            </p:cNvPr>
            <p:cNvSpPr/>
            <p:nvPr/>
          </p:nvSpPr>
          <p:spPr>
            <a:xfrm>
              <a:off x="8086002" y="8031349"/>
              <a:ext cx="30175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762" name="Hexagon 2761">
              <a:extLst>
                <a:ext uri="{FF2B5EF4-FFF2-40B4-BE49-F238E27FC236}">
                  <a16:creationId xmlns:a16="http://schemas.microsoft.com/office/drawing/2014/main" id="{53CFC92D-BB1A-442A-B3C2-8F34D9303B07}"/>
                </a:ext>
              </a:extLst>
            </p:cNvPr>
            <p:cNvSpPr/>
            <p:nvPr/>
          </p:nvSpPr>
          <p:spPr>
            <a:xfrm>
              <a:off x="8089833" y="8760636"/>
              <a:ext cx="30175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763" name="Hexagon 2762">
              <a:extLst>
                <a:ext uri="{FF2B5EF4-FFF2-40B4-BE49-F238E27FC236}">
                  <a16:creationId xmlns:a16="http://schemas.microsoft.com/office/drawing/2014/main" id="{DA56A98D-5D6E-4AB5-9B39-C81E0DBDA8A4}"/>
                </a:ext>
              </a:extLst>
            </p:cNvPr>
            <p:cNvSpPr/>
            <p:nvPr/>
          </p:nvSpPr>
          <p:spPr>
            <a:xfrm>
              <a:off x="8089833" y="8576146"/>
              <a:ext cx="30175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764" name="Hexagon 2763">
              <a:extLst>
                <a:ext uri="{FF2B5EF4-FFF2-40B4-BE49-F238E27FC236}">
                  <a16:creationId xmlns:a16="http://schemas.microsoft.com/office/drawing/2014/main" id="{85882E1C-F9A8-4D7A-BC95-517F1880D4B3}"/>
                </a:ext>
              </a:extLst>
            </p:cNvPr>
            <p:cNvSpPr/>
            <p:nvPr/>
          </p:nvSpPr>
          <p:spPr>
            <a:xfrm>
              <a:off x="8087532" y="8392727"/>
              <a:ext cx="30175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765" name="Hexagon 2764">
              <a:extLst>
                <a:ext uri="{FF2B5EF4-FFF2-40B4-BE49-F238E27FC236}">
                  <a16:creationId xmlns:a16="http://schemas.microsoft.com/office/drawing/2014/main" id="{CA0E6B92-3E78-411A-A493-89023D444356}"/>
                </a:ext>
              </a:extLst>
            </p:cNvPr>
            <p:cNvSpPr/>
            <p:nvPr/>
          </p:nvSpPr>
          <p:spPr>
            <a:xfrm>
              <a:off x="7859471" y="8854892"/>
              <a:ext cx="30175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766" name="Hexagon 2765">
              <a:extLst>
                <a:ext uri="{FF2B5EF4-FFF2-40B4-BE49-F238E27FC236}">
                  <a16:creationId xmlns:a16="http://schemas.microsoft.com/office/drawing/2014/main" id="{203D3B07-76B0-4071-B20F-E6037255B46B}"/>
                </a:ext>
              </a:extLst>
            </p:cNvPr>
            <p:cNvSpPr/>
            <p:nvPr/>
          </p:nvSpPr>
          <p:spPr>
            <a:xfrm>
              <a:off x="7859471" y="8670402"/>
              <a:ext cx="30175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767" name="Hexagon 2766">
              <a:extLst>
                <a:ext uri="{FF2B5EF4-FFF2-40B4-BE49-F238E27FC236}">
                  <a16:creationId xmlns:a16="http://schemas.microsoft.com/office/drawing/2014/main" id="{4EC597A1-7395-48BA-8C97-E95679135C6F}"/>
                </a:ext>
              </a:extLst>
            </p:cNvPr>
            <p:cNvSpPr/>
            <p:nvPr/>
          </p:nvSpPr>
          <p:spPr>
            <a:xfrm>
              <a:off x="8103479" y="9314360"/>
              <a:ext cx="30175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768" name="Hexagon 2767">
              <a:extLst>
                <a:ext uri="{FF2B5EF4-FFF2-40B4-BE49-F238E27FC236}">
                  <a16:creationId xmlns:a16="http://schemas.microsoft.com/office/drawing/2014/main" id="{5224473D-463F-41A0-BA65-3FE809FC5BB8}"/>
                </a:ext>
              </a:extLst>
            </p:cNvPr>
            <p:cNvSpPr/>
            <p:nvPr/>
          </p:nvSpPr>
          <p:spPr>
            <a:xfrm>
              <a:off x="8093955" y="9132251"/>
              <a:ext cx="30175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769" name="Hexagon 2768">
              <a:extLst>
                <a:ext uri="{FF2B5EF4-FFF2-40B4-BE49-F238E27FC236}">
                  <a16:creationId xmlns:a16="http://schemas.microsoft.com/office/drawing/2014/main" id="{2EDFC867-6272-4B69-8266-2FAB93DD57AF}"/>
                </a:ext>
              </a:extLst>
            </p:cNvPr>
            <p:cNvSpPr/>
            <p:nvPr/>
          </p:nvSpPr>
          <p:spPr>
            <a:xfrm>
              <a:off x="8330243" y="9410819"/>
              <a:ext cx="30175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770" name="Hexagon 2769">
              <a:extLst>
                <a:ext uri="{FF2B5EF4-FFF2-40B4-BE49-F238E27FC236}">
                  <a16:creationId xmlns:a16="http://schemas.microsoft.com/office/drawing/2014/main" id="{506E2CD3-4751-4437-8B25-26B4D2C1EA45}"/>
                </a:ext>
              </a:extLst>
            </p:cNvPr>
            <p:cNvSpPr/>
            <p:nvPr/>
          </p:nvSpPr>
          <p:spPr>
            <a:xfrm>
              <a:off x="8320719" y="9041696"/>
              <a:ext cx="30175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771" name="Hexagon 2770">
              <a:extLst>
                <a:ext uri="{FF2B5EF4-FFF2-40B4-BE49-F238E27FC236}">
                  <a16:creationId xmlns:a16="http://schemas.microsoft.com/office/drawing/2014/main" id="{D48D9260-08AF-4423-B4F7-9F3E0945061D}"/>
                </a:ext>
              </a:extLst>
            </p:cNvPr>
            <p:cNvSpPr/>
            <p:nvPr/>
          </p:nvSpPr>
          <p:spPr>
            <a:xfrm>
              <a:off x="8563143" y="8951629"/>
              <a:ext cx="30175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772" name="Hexagon 2771">
              <a:extLst>
                <a:ext uri="{FF2B5EF4-FFF2-40B4-BE49-F238E27FC236}">
                  <a16:creationId xmlns:a16="http://schemas.microsoft.com/office/drawing/2014/main" id="{BBB0DE0E-BCC5-4F57-BA78-C9AE9157EC78}"/>
                </a:ext>
              </a:extLst>
            </p:cNvPr>
            <p:cNvSpPr/>
            <p:nvPr/>
          </p:nvSpPr>
          <p:spPr>
            <a:xfrm>
              <a:off x="8559831" y="9507021"/>
              <a:ext cx="326434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773" name="Hexagon 2772">
              <a:extLst>
                <a:ext uri="{FF2B5EF4-FFF2-40B4-BE49-F238E27FC236}">
                  <a16:creationId xmlns:a16="http://schemas.microsoft.com/office/drawing/2014/main" id="{917C60CA-EB18-48A0-A5D3-A7EC242A0A4E}"/>
                </a:ext>
              </a:extLst>
            </p:cNvPr>
            <p:cNvSpPr/>
            <p:nvPr/>
          </p:nvSpPr>
          <p:spPr>
            <a:xfrm>
              <a:off x="8559830" y="9322531"/>
              <a:ext cx="326435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774" name="Hexagon 2773">
              <a:extLst>
                <a:ext uri="{FF2B5EF4-FFF2-40B4-BE49-F238E27FC236}">
                  <a16:creationId xmlns:a16="http://schemas.microsoft.com/office/drawing/2014/main" id="{C651A880-ACBE-4A58-9BE3-53F49C30A69A}"/>
                </a:ext>
              </a:extLst>
            </p:cNvPr>
            <p:cNvSpPr/>
            <p:nvPr/>
          </p:nvSpPr>
          <p:spPr>
            <a:xfrm>
              <a:off x="8552768" y="9134350"/>
              <a:ext cx="316830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775" name="Hexagon 2774">
              <a:extLst>
                <a:ext uri="{FF2B5EF4-FFF2-40B4-BE49-F238E27FC236}">
                  <a16:creationId xmlns:a16="http://schemas.microsoft.com/office/drawing/2014/main" id="{2AB3F306-D34C-41F1-976C-502D24D9BA1D}"/>
                </a:ext>
              </a:extLst>
            </p:cNvPr>
            <p:cNvSpPr/>
            <p:nvPr/>
          </p:nvSpPr>
          <p:spPr>
            <a:xfrm>
              <a:off x="8789110" y="9045042"/>
              <a:ext cx="326436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776" name="Hexagon 2775">
              <a:extLst>
                <a:ext uri="{FF2B5EF4-FFF2-40B4-BE49-F238E27FC236}">
                  <a16:creationId xmlns:a16="http://schemas.microsoft.com/office/drawing/2014/main" id="{10F77C3F-3877-4CBB-8094-14688159C44F}"/>
                </a:ext>
              </a:extLst>
            </p:cNvPr>
            <p:cNvSpPr/>
            <p:nvPr/>
          </p:nvSpPr>
          <p:spPr>
            <a:xfrm>
              <a:off x="8318378" y="8116816"/>
              <a:ext cx="30175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777" name="Hexagon 2776">
              <a:extLst>
                <a:ext uri="{FF2B5EF4-FFF2-40B4-BE49-F238E27FC236}">
                  <a16:creationId xmlns:a16="http://schemas.microsoft.com/office/drawing/2014/main" id="{B166B91A-5E8D-4C15-8C41-DED5E32C7B6B}"/>
                </a:ext>
              </a:extLst>
            </p:cNvPr>
            <p:cNvSpPr/>
            <p:nvPr/>
          </p:nvSpPr>
          <p:spPr>
            <a:xfrm>
              <a:off x="8318378" y="7935778"/>
              <a:ext cx="30175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778" name="Hexagon 2777">
              <a:extLst>
                <a:ext uri="{FF2B5EF4-FFF2-40B4-BE49-F238E27FC236}">
                  <a16:creationId xmlns:a16="http://schemas.microsoft.com/office/drawing/2014/main" id="{F4C74F40-654A-4600-9B02-FC4450B59661}"/>
                </a:ext>
              </a:extLst>
            </p:cNvPr>
            <p:cNvSpPr/>
            <p:nvPr/>
          </p:nvSpPr>
          <p:spPr>
            <a:xfrm>
              <a:off x="8322209" y="8665065"/>
              <a:ext cx="30175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779" name="Hexagon 2778">
              <a:extLst>
                <a:ext uri="{FF2B5EF4-FFF2-40B4-BE49-F238E27FC236}">
                  <a16:creationId xmlns:a16="http://schemas.microsoft.com/office/drawing/2014/main" id="{66A824B6-3A69-46D7-91BC-2F73AAE8B0C5}"/>
                </a:ext>
              </a:extLst>
            </p:cNvPr>
            <p:cNvSpPr/>
            <p:nvPr/>
          </p:nvSpPr>
          <p:spPr>
            <a:xfrm>
              <a:off x="8322209" y="8480575"/>
              <a:ext cx="30175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780" name="Hexagon 2779">
              <a:extLst>
                <a:ext uri="{FF2B5EF4-FFF2-40B4-BE49-F238E27FC236}">
                  <a16:creationId xmlns:a16="http://schemas.microsoft.com/office/drawing/2014/main" id="{F3F9DC9B-A8DC-47D6-AC0C-418CBEDB029D}"/>
                </a:ext>
              </a:extLst>
            </p:cNvPr>
            <p:cNvSpPr/>
            <p:nvPr/>
          </p:nvSpPr>
          <p:spPr>
            <a:xfrm>
              <a:off x="8319908" y="8297156"/>
              <a:ext cx="30175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781" name="Hexagon 2780">
              <a:extLst>
                <a:ext uri="{FF2B5EF4-FFF2-40B4-BE49-F238E27FC236}">
                  <a16:creationId xmlns:a16="http://schemas.microsoft.com/office/drawing/2014/main" id="{E8D5E8A2-FD2B-4F9B-85DE-07D0117712D1}"/>
                </a:ext>
              </a:extLst>
            </p:cNvPr>
            <p:cNvSpPr/>
            <p:nvPr/>
          </p:nvSpPr>
          <p:spPr>
            <a:xfrm>
              <a:off x="8318895" y="7559627"/>
              <a:ext cx="30175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782" name="Hexagon 2781">
              <a:extLst>
                <a:ext uri="{FF2B5EF4-FFF2-40B4-BE49-F238E27FC236}">
                  <a16:creationId xmlns:a16="http://schemas.microsoft.com/office/drawing/2014/main" id="{F8386532-7647-4873-9233-A346384512A4}"/>
                </a:ext>
              </a:extLst>
            </p:cNvPr>
            <p:cNvSpPr/>
            <p:nvPr/>
          </p:nvSpPr>
          <p:spPr>
            <a:xfrm>
              <a:off x="8318895" y="7373827"/>
              <a:ext cx="30175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783" name="Hexagon 2782">
              <a:extLst>
                <a:ext uri="{FF2B5EF4-FFF2-40B4-BE49-F238E27FC236}">
                  <a16:creationId xmlns:a16="http://schemas.microsoft.com/office/drawing/2014/main" id="{1FF647BE-14AF-472D-B9EB-2EFC30625450}"/>
                </a:ext>
              </a:extLst>
            </p:cNvPr>
            <p:cNvSpPr/>
            <p:nvPr/>
          </p:nvSpPr>
          <p:spPr>
            <a:xfrm>
              <a:off x="8320425" y="7744729"/>
              <a:ext cx="30175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784" name="Hexagon 2783">
              <a:extLst>
                <a:ext uri="{FF2B5EF4-FFF2-40B4-BE49-F238E27FC236}">
                  <a16:creationId xmlns:a16="http://schemas.microsoft.com/office/drawing/2014/main" id="{05929708-9778-430E-8BB8-B6B70E04FE65}"/>
                </a:ext>
              </a:extLst>
            </p:cNvPr>
            <p:cNvSpPr/>
            <p:nvPr/>
          </p:nvSpPr>
          <p:spPr>
            <a:xfrm>
              <a:off x="8556000" y="8760496"/>
              <a:ext cx="30175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785" name="Hexagon 2784">
              <a:extLst>
                <a:ext uri="{FF2B5EF4-FFF2-40B4-BE49-F238E27FC236}">
                  <a16:creationId xmlns:a16="http://schemas.microsoft.com/office/drawing/2014/main" id="{40674D0A-52DD-45F1-939E-B8CD5F498668}"/>
                </a:ext>
              </a:extLst>
            </p:cNvPr>
            <p:cNvSpPr/>
            <p:nvPr/>
          </p:nvSpPr>
          <p:spPr>
            <a:xfrm>
              <a:off x="8553699" y="8027897"/>
              <a:ext cx="30175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786" name="Hexagon 2785">
              <a:extLst>
                <a:ext uri="{FF2B5EF4-FFF2-40B4-BE49-F238E27FC236}">
                  <a16:creationId xmlns:a16="http://schemas.microsoft.com/office/drawing/2014/main" id="{56833FB7-7370-40C1-B87F-ACF486E1782A}"/>
                </a:ext>
              </a:extLst>
            </p:cNvPr>
            <p:cNvSpPr/>
            <p:nvPr/>
          </p:nvSpPr>
          <p:spPr>
            <a:xfrm>
              <a:off x="8553699" y="7846859"/>
              <a:ext cx="30175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787" name="Hexagon 2786">
              <a:extLst>
                <a:ext uri="{FF2B5EF4-FFF2-40B4-BE49-F238E27FC236}">
                  <a16:creationId xmlns:a16="http://schemas.microsoft.com/office/drawing/2014/main" id="{A34F0A11-8436-40BB-AE98-E5FB40718137}"/>
                </a:ext>
              </a:extLst>
            </p:cNvPr>
            <p:cNvSpPr/>
            <p:nvPr/>
          </p:nvSpPr>
          <p:spPr>
            <a:xfrm>
              <a:off x="8557530" y="8576146"/>
              <a:ext cx="30175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788" name="Hexagon 2787">
              <a:extLst>
                <a:ext uri="{FF2B5EF4-FFF2-40B4-BE49-F238E27FC236}">
                  <a16:creationId xmlns:a16="http://schemas.microsoft.com/office/drawing/2014/main" id="{64DD89BB-1AD2-4AE3-B4B8-1625ED3D0028}"/>
                </a:ext>
              </a:extLst>
            </p:cNvPr>
            <p:cNvSpPr/>
            <p:nvPr/>
          </p:nvSpPr>
          <p:spPr>
            <a:xfrm>
              <a:off x="8557530" y="8391656"/>
              <a:ext cx="30175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789" name="Hexagon 2788">
              <a:extLst>
                <a:ext uri="{FF2B5EF4-FFF2-40B4-BE49-F238E27FC236}">
                  <a16:creationId xmlns:a16="http://schemas.microsoft.com/office/drawing/2014/main" id="{EBA97AFD-61AA-4C94-91E9-501344DBFEF9}"/>
                </a:ext>
              </a:extLst>
            </p:cNvPr>
            <p:cNvSpPr/>
            <p:nvPr/>
          </p:nvSpPr>
          <p:spPr>
            <a:xfrm>
              <a:off x="8555229" y="8212999"/>
              <a:ext cx="30175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790" name="Hexagon 2789">
              <a:extLst>
                <a:ext uri="{FF2B5EF4-FFF2-40B4-BE49-F238E27FC236}">
                  <a16:creationId xmlns:a16="http://schemas.microsoft.com/office/drawing/2014/main" id="{EBE8F4C6-C204-4A95-ABBA-EFED98BDD903}"/>
                </a:ext>
              </a:extLst>
            </p:cNvPr>
            <p:cNvSpPr/>
            <p:nvPr/>
          </p:nvSpPr>
          <p:spPr>
            <a:xfrm>
              <a:off x="8555746" y="7658191"/>
              <a:ext cx="30175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791" name="Hexagon 2790">
              <a:extLst>
                <a:ext uri="{FF2B5EF4-FFF2-40B4-BE49-F238E27FC236}">
                  <a16:creationId xmlns:a16="http://schemas.microsoft.com/office/drawing/2014/main" id="{E074A5A8-7CF7-43CA-83F8-1EDB0FB1E6C0}"/>
                </a:ext>
              </a:extLst>
            </p:cNvPr>
            <p:cNvSpPr/>
            <p:nvPr/>
          </p:nvSpPr>
          <p:spPr>
            <a:xfrm>
              <a:off x="8551406" y="7276545"/>
              <a:ext cx="30175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792" name="Hexagon 2791">
              <a:extLst>
                <a:ext uri="{FF2B5EF4-FFF2-40B4-BE49-F238E27FC236}">
                  <a16:creationId xmlns:a16="http://schemas.microsoft.com/office/drawing/2014/main" id="{BB1E534C-4B8E-4B3E-9605-BAAEAD6D9A57}"/>
                </a:ext>
              </a:extLst>
            </p:cNvPr>
            <p:cNvSpPr/>
            <p:nvPr/>
          </p:nvSpPr>
          <p:spPr>
            <a:xfrm>
              <a:off x="8558549" y="7090745"/>
              <a:ext cx="30175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793" name="Hexagon 2792">
              <a:extLst>
                <a:ext uri="{FF2B5EF4-FFF2-40B4-BE49-F238E27FC236}">
                  <a16:creationId xmlns:a16="http://schemas.microsoft.com/office/drawing/2014/main" id="{BA7C2282-5CDE-4A3C-A5C6-F01D909BCD90}"/>
                </a:ext>
              </a:extLst>
            </p:cNvPr>
            <p:cNvSpPr/>
            <p:nvPr/>
          </p:nvSpPr>
          <p:spPr>
            <a:xfrm>
              <a:off x="8788779" y="8123377"/>
              <a:ext cx="30175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794" name="Hexagon 2793">
              <a:extLst>
                <a:ext uri="{FF2B5EF4-FFF2-40B4-BE49-F238E27FC236}">
                  <a16:creationId xmlns:a16="http://schemas.microsoft.com/office/drawing/2014/main" id="{200F59C1-780C-4552-A957-5C627029BC3B}"/>
                </a:ext>
              </a:extLst>
            </p:cNvPr>
            <p:cNvSpPr/>
            <p:nvPr/>
          </p:nvSpPr>
          <p:spPr>
            <a:xfrm>
              <a:off x="8788779" y="7939958"/>
              <a:ext cx="30175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795" name="Hexagon 2794">
              <a:extLst>
                <a:ext uri="{FF2B5EF4-FFF2-40B4-BE49-F238E27FC236}">
                  <a16:creationId xmlns:a16="http://schemas.microsoft.com/office/drawing/2014/main" id="{61967394-C1FC-41B0-9874-6DC528E89BE3}"/>
                </a:ext>
              </a:extLst>
            </p:cNvPr>
            <p:cNvSpPr/>
            <p:nvPr/>
          </p:nvSpPr>
          <p:spPr>
            <a:xfrm>
              <a:off x="8794991" y="8669245"/>
              <a:ext cx="30175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796" name="Hexagon 2795">
              <a:extLst>
                <a:ext uri="{FF2B5EF4-FFF2-40B4-BE49-F238E27FC236}">
                  <a16:creationId xmlns:a16="http://schemas.microsoft.com/office/drawing/2014/main" id="{539EB541-69C5-4AFE-AFD6-2D3043699824}"/>
                </a:ext>
              </a:extLst>
            </p:cNvPr>
            <p:cNvSpPr/>
            <p:nvPr/>
          </p:nvSpPr>
          <p:spPr>
            <a:xfrm>
              <a:off x="8794991" y="8484755"/>
              <a:ext cx="30175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797" name="Hexagon 2796">
              <a:extLst>
                <a:ext uri="{FF2B5EF4-FFF2-40B4-BE49-F238E27FC236}">
                  <a16:creationId xmlns:a16="http://schemas.microsoft.com/office/drawing/2014/main" id="{727B01C4-804D-4418-AF46-406FC93B39D6}"/>
                </a:ext>
              </a:extLst>
            </p:cNvPr>
            <p:cNvSpPr/>
            <p:nvPr/>
          </p:nvSpPr>
          <p:spPr>
            <a:xfrm>
              <a:off x="8797452" y="8306098"/>
              <a:ext cx="30175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798" name="Hexagon 2797">
              <a:extLst>
                <a:ext uri="{FF2B5EF4-FFF2-40B4-BE49-F238E27FC236}">
                  <a16:creationId xmlns:a16="http://schemas.microsoft.com/office/drawing/2014/main" id="{58F0DE51-EB79-4DDE-8A22-6285B7269B41}"/>
                </a:ext>
              </a:extLst>
            </p:cNvPr>
            <p:cNvSpPr/>
            <p:nvPr/>
          </p:nvSpPr>
          <p:spPr>
            <a:xfrm>
              <a:off x="8790826" y="7748909"/>
              <a:ext cx="30175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799" name="Hexagon 2798">
              <a:extLst>
                <a:ext uri="{FF2B5EF4-FFF2-40B4-BE49-F238E27FC236}">
                  <a16:creationId xmlns:a16="http://schemas.microsoft.com/office/drawing/2014/main" id="{9A3403C2-8B94-4E82-8AEA-9A0BD17DE57D}"/>
                </a:ext>
              </a:extLst>
            </p:cNvPr>
            <p:cNvSpPr/>
            <p:nvPr/>
          </p:nvSpPr>
          <p:spPr>
            <a:xfrm>
              <a:off x="8787001" y="7369085"/>
              <a:ext cx="30175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800" name="Hexagon 2799">
              <a:extLst>
                <a:ext uri="{FF2B5EF4-FFF2-40B4-BE49-F238E27FC236}">
                  <a16:creationId xmlns:a16="http://schemas.microsoft.com/office/drawing/2014/main" id="{B3473678-ED55-4300-94AF-0D82E4B5F15D}"/>
                </a:ext>
              </a:extLst>
            </p:cNvPr>
            <p:cNvSpPr/>
            <p:nvPr/>
          </p:nvSpPr>
          <p:spPr>
            <a:xfrm>
              <a:off x="8784620" y="7183285"/>
              <a:ext cx="30175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801" name="Hexagon 2800">
              <a:extLst>
                <a:ext uri="{FF2B5EF4-FFF2-40B4-BE49-F238E27FC236}">
                  <a16:creationId xmlns:a16="http://schemas.microsoft.com/office/drawing/2014/main" id="{29BC133D-079B-4A03-B624-235295340615}"/>
                </a:ext>
              </a:extLst>
            </p:cNvPr>
            <p:cNvSpPr/>
            <p:nvPr/>
          </p:nvSpPr>
          <p:spPr>
            <a:xfrm>
              <a:off x="8796191" y="7004141"/>
              <a:ext cx="30175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802" name="Hexagon 2801">
              <a:extLst>
                <a:ext uri="{FF2B5EF4-FFF2-40B4-BE49-F238E27FC236}">
                  <a16:creationId xmlns:a16="http://schemas.microsoft.com/office/drawing/2014/main" id="{F379BA1D-17ED-42CE-A296-D2EEF44DD506}"/>
                </a:ext>
              </a:extLst>
            </p:cNvPr>
            <p:cNvSpPr/>
            <p:nvPr/>
          </p:nvSpPr>
          <p:spPr>
            <a:xfrm>
              <a:off x="9036490" y="8767389"/>
              <a:ext cx="30175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803" name="Hexagon 2802">
              <a:extLst>
                <a:ext uri="{FF2B5EF4-FFF2-40B4-BE49-F238E27FC236}">
                  <a16:creationId xmlns:a16="http://schemas.microsoft.com/office/drawing/2014/main" id="{A5ED7C26-837D-408B-B74D-2C8009CBEB8D}"/>
                </a:ext>
              </a:extLst>
            </p:cNvPr>
            <p:cNvSpPr/>
            <p:nvPr/>
          </p:nvSpPr>
          <p:spPr>
            <a:xfrm>
              <a:off x="9031728" y="8578137"/>
              <a:ext cx="30175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804" name="Hexagon 2803">
              <a:extLst>
                <a:ext uri="{FF2B5EF4-FFF2-40B4-BE49-F238E27FC236}">
                  <a16:creationId xmlns:a16="http://schemas.microsoft.com/office/drawing/2014/main" id="{6B769E8D-A580-41F6-9D11-20E08A325BFB}"/>
                </a:ext>
              </a:extLst>
            </p:cNvPr>
            <p:cNvSpPr/>
            <p:nvPr/>
          </p:nvSpPr>
          <p:spPr>
            <a:xfrm>
              <a:off x="9036570" y="8397099"/>
              <a:ext cx="30175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805" name="Hexagon 2804">
              <a:extLst>
                <a:ext uri="{FF2B5EF4-FFF2-40B4-BE49-F238E27FC236}">
                  <a16:creationId xmlns:a16="http://schemas.microsoft.com/office/drawing/2014/main" id="{99BE4162-1780-4FB2-8229-7F28FAAC089F}"/>
                </a:ext>
              </a:extLst>
            </p:cNvPr>
            <p:cNvSpPr/>
            <p:nvPr/>
          </p:nvSpPr>
          <p:spPr>
            <a:xfrm>
              <a:off x="9022923" y="7468192"/>
              <a:ext cx="30175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806" name="Hexagon 2805">
              <a:extLst>
                <a:ext uri="{FF2B5EF4-FFF2-40B4-BE49-F238E27FC236}">
                  <a16:creationId xmlns:a16="http://schemas.microsoft.com/office/drawing/2014/main" id="{897ABBA8-F05E-4150-8EC0-91B0186001E5}"/>
                </a:ext>
              </a:extLst>
            </p:cNvPr>
            <p:cNvSpPr/>
            <p:nvPr/>
          </p:nvSpPr>
          <p:spPr>
            <a:xfrm>
              <a:off x="9027685" y="7280011"/>
              <a:ext cx="30175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807" name="Hexagon 2806">
              <a:extLst>
                <a:ext uri="{FF2B5EF4-FFF2-40B4-BE49-F238E27FC236}">
                  <a16:creationId xmlns:a16="http://schemas.microsoft.com/office/drawing/2014/main" id="{5B7A57D5-A46A-4650-B207-8EF810A88FF4}"/>
                </a:ext>
              </a:extLst>
            </p:cNvPr>
            <p:cNvSpPr/>
            <p:nvPr/>
          </p:nvSpPr>
          <p:spPr>
            <a:xfrm>
              <a:off x="9026754" y="8023584"/>
              <a:ext cx="30175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808" name="Hexagon 2807">
              <a:extLst>
                <a:ext uri="{FF2B5EF4-FFF2-40B4-BE49-F238E27FC236}">
                  <a16:creationId xmlns:a16="http://schemas.microsoft.com/office/drawing/2014/main" id="{0BBC2654-6D54-4DF9-B863-7D24C9C3F252}"/>
                </a:ext>
              </a:extLst>
            </p:cNvPr>
            <p:cNvSpPr/>
            <p:nvPr/>
          </p:nvSpPr>
          <p:spPr>
            <a:xfrm>
              <a:off x="9026754" y="7839094"/>
              <a:ext cx="30175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809" name="Hexagon 2808">
              <a:extLst>
                <a:ext uri="{FF2B5EF4-FFF2-40B4-BE49-F238E27FC236}">
                  <a16:creationId xmlns:a16="http://schemas.microsoft.com/office/drawing/2014/main" id="{E3BC29C0-64B5-4EA4-98FB-E11BA2E82908}"/>
                </a:ext>
              </a:extLst>
            </p:cNvPr>
            <p:cNvSpPr/>
            <p:nvPr/>
          </p:nvSpPr>
          <p:spPr>
            <a:xfrm>
              <a:off x="9024453" y="7655675"/>
              <a:ext cx="30175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810" name="Hexagon 2809">
              <a:extLst>
                <a:ext uri="{FF2B5EF4-FFF2-40B4-BE49-F238E27FC236}">
                  <a16:creationId xmlns:a16="http://schemas.microsoft.com/office/drawing/2014/main" id="{EB2D2E22-08CF-4A4E-BE89-C2E12385B0BE}"/>
                </a:ext>
              </a:extLst>
            </p:cNvPr>
            <p:cNvSpPr/>
            <p:nvPr/>
          </p:nvSpPr>
          <p:spPr>
            <a:xfrm>
              <a:off x="9032113" y="7096105"/>
              <a:ext cx="30175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811" name="Hexagon 2810">
              <a:extLst>
                <a:ext uri="{FF2B5EF4-FFF2-40B4-BE49-F238E27FC236}">
                  <a16:creationId xmlns:a16="http://schemas.microsoft.com/office/drawing/2014/main" id="{C796C95A-0045-4697-9B68-3DE6D2EFD714}"/>
                </a:ext>
              </a:extLst>
            </p:cNvPr>
            <p:cNvSpPr/>
            <p:nvPr/>
          </p:nvSpPr>
          <p:spPr>
            <a:xfrm>
              <a:off x="9273164" y="8672684"/>
              <a:ext cx="30175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812" name="Hexagon 2811">
              <a:extLst>
                <a:ext uri="{FF2B5EF4-FFF2-40B4-BE49-F238E27FC236}">
                  <a16:creationId xmlns:a16="http://schemas.microsoft.com/office/drawing/2014/main" id="{B2BE8097-A2D0-418D-A3B2-7DE6C884EFB4}"/>
                </a:ext>
              </a:extLst>
            </p:cNvPr>
            <p:cNvSpPr/>
            <p:nvPr/>
          </p:nvSpPr>
          <p:spPr>
            <a:xfrm>
              <a:off x="9278007" y="8489265"/>
              <a:ext cx="30175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813" name="Hexagon 2812">
              <a:extLst>
                <a:ext uri="{FF2B5EF4-FFF2-40B4-BE49-F238E27FC236}">
                  <a16:creationId xmlns:a16="http://schemas.microsoft.com/office/drawing/2014/main" id="{4073B918-3C89-4A8B-AD95-317E9348A118}"/>
                </a:ext>
              </a:extLst>
            </p:cNvPr>
            <p:cNvSpPr/>
            <p:nvPr/>
          </p:nvSpPr>
          <p:spPr>
            <a:xfrm>
              <a:off x="9264584" y="7559024"/>
              <a:ext cx="30175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814" name="Hexagon 2813">
              <a:extLst>
                <a:ext uri="{FF2B5EF4-FFF2-40B4-BE49-F238E27FC236}">
                  <a16:creationId xmlns:a16="http://schemas.microsoft.com/office/drawing/2014/main" id="{D06D110A-4A12-4ABA-AC0F-D85792B351C8}"/>
                </a:ext>
              </a:extLst>
            </p:cNvPr>
            <p:cNvSpPr/>
            <p:nvPr/>
          </p:nvSpPr>
          <p:spPr>
            <a:xfrm>
              <a:off x="9262203" y="7373224"/>
              <a:ext cx="30175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815" name="Hexagon 2814">
              <a:extLst>
                <a:ext uri="{FF2B5EF4-FFF2-40B4-BE49-F238E27FC236}">
                  <a16:creationId xmlns:a16="http://schemas.microsoft.com/office/drawing/2014/main" id="{7D8DF343-B156-4C82-9C0A-99D78C0DC625}"/>
                </a:ext>
              </a:extLst>
            </p:cNvPr>
            <p:cNvSpPr/>
            <p:nvPr/>
          </p:nvSpPr>
          <p:spPr>
            <a:xfrm>
              <a:off x="9263653" y="8109654"/>
              <a:ext cx="30175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816" name="Hexagon 2815">
              <a:extLst>
                <a:ext uri="{FF2B5EF4-FFF2-40B4-BE49-F238E27FC236}">
                  <a16:creationId xmlns:a16="http://schemas.microsoft.com/office/drawing/2014/main" id="{C9A6A7FE-A93C-4F66-A0F6-A459FE7E9497}"/>
                </a:ext>
              </a:extLst>
            </p:cNvPr>
            <p:cNvSpPr/>
            <p:nvPr/>
          </p:nvSpPr>
          <p:spPr>
            <a:xfrm>
              <a:off x="9261272" y="7932307"/>
              <a:ext cx="30175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818" name="Hexagon 2817">
              <a:extLst>
                <a:ext uri="{FF2B5EF4-FFF2-40B4-BE49-F238E27FC236}">
                  <a16:creationId xmlns:a16="http://schemas.microsoft.com/office/drawing/2014/main" id="{3404DDFE-6DD9-4674-B627-7569E48663DC}"/>
                </a:ext>
              </a:extLst>
            </p:cNvPr>
            <p:cNvSpPr/>
            <p:nvPr/>
          </p:nvSpPr>
          <p:spPr>
            <a:xfrm>
              <a:off x="9271393" y="7189318"/>
              <a:ext cx="30175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819" name="Hexagon 2818">
              <a:extLst>
                <a:ext uri="{FF2B5EF4-FFF2-40B4-BE49-F238E27FC236}">
                  <a16:creationId xmlns:a16="http://schemas.microsoft.com/office/drawing/2014/main" id="{CE6F9D55-5B76-4A84-B959-E65F89EDAC38}"/>
                </a:ext>
              </a:extLst>
            </p:cNvPr>
            <p:cNvSpPr/>
            <p:nvPr/>
          </p:nvSpPr>
          <p:spPr>
            <a:xfrm>
              <a:off x="9500945" y="8022596"/>
              <a:ext cx="315704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820" name="Hexagon 2819">
              <a:extLst>
                <a:ext uri="{FF2B5EF4-FFF2-40B4-BE49-F238E27FC236}">
                  <a16:creationId xmlns:a16="http://schemas.microsoft.com/office/drawing/2014/main" id="{B99B48FD-A1CD-4E31-A687-9D378194078D}"/>
                </a:ext>
              </a:extLst>
            </p:cNvPr>
            <p:cNvSpPr/>
            <p:nvPr/>
          </p:nvSpPr>
          <p:spPr>
            <a:xfrm>
              <a:off x="9500944" y="7834415"/>
              <a:ext cx="317751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821" name="Hexagon 2820">
              <a:extLst>
                <a:ext uri="{FF2B5EF4-FFF2-40B4-BE49-F238E27FC236}">
                  <a16:creationId xmlns:a16="http://schemas.microsoft.com/office/drawing/2014/main" id="{EA04E015-F58C-4351-8AEE-546B32E7300C}"/>
                </a:ext>
              </a:extLst>
            </p:cNvPr>
            <p:cNvSpPr/>
            <p:nvPr/>
          </p:nvSpPr>
          <p:spPr>
            <a:xfrm>
              <a:off x="9511919" y="8582750"/>
              <a:ext cx="30175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822" name="Hexagon 2821">
              <a:extLst>
                <a:ext uri="{FF2B5EF4-FFF2-40B4-BE49-F238E27FC236}">
                  <a16:creationId xmlns:a16="http://schemas.microsoft.com/office/drawing/2014/main" id="{1F5AEB83-12E0-4509-94DA-15303EC9FFA1}"/>
                </a:ext>
              </a:extLst>
            </p:cNvPr>
            <p:cNvSpPr/>
            <p:nvPr/>
          </p:nvSpPr>
          <p:spPr>
            <a:xfrm>
              <a:off x="9509538" y="8391117"/>
              <a:ext cx="30175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823" name="Hexagon 2822">
              <a:extLst>
                <a:ext uri="{FF2B5EF4-FFF2-40B4-BE49-F238E27FC236}">
                  <a16:creationId xmlns:a16="http://schemas.microsoft.com/office/drawing/2014/main" id="{D336C56B-7091-473C-95BD-1AE81AE5E8EC}"/>
                </a:ext>
              </a:extLst>
            </p:cNvPr>
            <p:cNvSpPr/>
            <p:nvPr/>
          </p:nvSpPr>
          <p:spPr>
            <a:xfrm>
              <a:off x="9502475" y="8210079"/>
              <a:ext cx="314174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824" name="Hexagon 2823">
              <a:extLst>
                <a:ext uri="{FF2B5EF4-FFF2-40B4-BE49-F238E27FC236}">
                  <a16:creationId xmlns:a16="http://schemas.microsoft.com/office/drawing/2014/main" id="{B5299A5A-A7B8-4997-B211-A52B68E78899}"/>
                </a:ext>
              </a:extLst>
            </p:cNvPr>
            <p:cNvSpPr/>
            <p:nvPr/>
          </p:nvSpPr>
          <p:spPr>
            <a:xfrm>
              <a:off x="9500611" y="7655271"/>
              <a:ext cx="33028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825" name="Hexagon 2824">
              <a:extLst>
                <a:ext uri="{FF2B5EF4-FFF2-40B4-BE49-F238E27FC236}">
                  <a16:creationId xmlns:a16="http://schemas.microsoft.com/office/drawing/2014/main" id="{FE585C73-88C7-42D2-BD7C-8EF07F13C7DC}"/>
                </a:ext>
              </a:extLst>
            </p:cNvPr>
            <p:cNvSpPr/>
            <p:nvPr/>
          </p:nvSpPr>
          <p:spPr>
            <a:xfrm>
              <a:off x="9498564" y="7471940"/>
              <a:ext cx="315704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826" name="Hexagon 2825">
              <a:extLst>
                <a:ext uri="{FF2B5EF4-FFF2-40B4-BE49-F238E27FC236}">
                  <a16:creationId xmlns:a16="http://schemas.microsoft.com/office/drawing/2014/main" id="{4E15B974-FB5F-432D-B12C-F09795C2C70C}"/>
                </a:ext>
              </a:extLst>
            </p:cNvPr>
            <p:cNvSpPr/>
            <p:nvPr/>
          </p:nvSpPr>
          <p:spPr>
            <a:xfrm>
              <a:off x="9500945" y="7295664"/>
              <a:ext cx="315704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827" name="Hexagon 2826">
              <a:extLst>
                <a:ext uri="{FF2B5EF4-FFF2-40B4-BE49-F238E27FC236}">
                  <a16:creationId xmlns:a16="http://schemas.microsoft.com/office/drawing/2014/main" id="{7179A040-1A91-456B-94FA-B193E294C0F6}"/>
                </a:ext>
              </a:extLst>
            </p:cNvPr>
            <p:cNvSpPr/>
            <p:nvPr/>
          </p:nvSpPr>
          <p:spPr>
            <a:xfrm>
              <a:off x="9514897" y="7106996"/>
              <a:ext cx="30175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828" name="Hexagon 2827">
              <a:extLst>
                <a:ext uri="{FF2B5EF4-FFF2-40B4-BE49-F238E27FC236}">
                  <a16:creationId xmlns:a16="http://schemas.microsoft.com/office/drawing/2014/main" id="{0D894194-2677-4966-85CD-F7B0703A6E42}"/>
                </a:ext>
              </a:extLst>
            </p:cNvPr>
            <p:cNvSpPr/>
            <p:nvPr/>
          </p:nvSpPr>
          <p:spPr>
            <a:xfrm>
              <a:off x="9751614" y="7203408"/>
              <a:ext cx="30175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829" name="Hexagon 2828">
              <a:extLst>
                <a:ext uri="{FF2B5EF4-FFF2-40B4-BE49-F238E27FC236}">
                  <a16:creationId xmlns:a16="http://schemas.microsoft.com/office/drawing/2014/main" id="{B84FF53D-049E-4D92-9DB4-08ED484D56DC}"/>
                </a:ext>
              </a:extLst>
            </p:cNvPr>
            <p:cNvSpPr/>
            <p:nvPr/>
          </p:nvSpPr>
          <p:spPr>
            <a:xfrm>
              <a:off x="9749688" y="8489517"/>
              <a:ext cx="308440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830" name="Hexagon 2829">
              <a:extLst>
                <a:ext uri="{FF2B5EF4-FFF2-40B4-BE49-F238E27FC236}">
                  <a16:creationId xmlns:a16="http://schemas.microsoft.com/office/drawing/2014/main" id="{DCB4420C-A951-43FF-87CA-7BE1E70E79DD}"/>
                </a:ext>
              </a:extLst>
            </p:cNvPr>
            <p:cNvSpPr/>
            <p:nvPr/>
          </p:nvSpPr>
          <p:spPr>
            <a:xfrm>
              <a:off x="9735146" y="8110539"/>
              <a:ext cx="33028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831" name="Hexagon 2830">
              <a:extLst>
                <a:ext uri="{FF2B5EF4-FFF2-40B4-BE49-F238E27FC236}">
                  <a16:creationId xmlns:a16="http://schemas.microsoft.com/office/drawing/2014/main" id="{9DCD0D10-138B-4649-83AD-605F33162C88}"/>
                </a:ext>
              </a:extLst>
            </p:cNvPr>
            <p:cNvSpPr/>
            <p:nvPr/>
          </p:nvSpPr>
          <p:spPr>
            <a:xfrm>
              <a:off x="9737527" y="7928793"/>
              <a:ext cx="33028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832" name="Hexagon 2831">
              <a:extLst>
                <a:ext uri="{FF2B5EF4-FFF2-40B4-BE49-F238E27FC236}">
                  <a16:creationId xmlns:a16="http://schemas.microsoft.com/office/drawing/2014/main" id="{2C15A826-521C-4C39-8B17-BEE723682F6A}"/>
                </a:ext>
              </a:extLst>
            </p:cNvPr>
            <p:cNvSpPr/>
            <p:nvPr/>
          </p:nvSpPr>
          <p:spPr>
            <a:xfrm>
              <a:off x="9984277" y="8575935"/>
              <a:ext cx="30175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833" name="Hexagon 2832">
              <a:extLst>
                <a:ext uri="{FF2B5EF4-FFF2-40B4-BE49-F238E27FC236}">
                  <a16:creationId xmlns:a16="http://schemas.microsoft.com/office/drawing/2014/main" id="{DEFEA083-5551-43C9-BA38-235655AF1879}"/>
                </a:ext>
              </a:extLst>
            </p:cNvPr>
            <p:cNvSpPr/>
            <p:nvPr/>
          </p:nvSpPr>
          <p:spPr>
            <a:xfrm>
              <a:off x="9986658" y="8389064"/>
              <a:ext cx="30175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834" name="Hexagon 2833">
              <a:extLst>
                <a:ext uri="{FF2B5EF4-FFF2-40B4-BE49-F238E27FC236}">
                  <a16:creationId xmlns:a16="http://schemas.microsoft.com/office/drawing/2014/main" id="{603B5C52-EC18-4290-AD05-58A09CD45541}"/>
                </a:ext>
              </a:extLst>
            </p:cNvPr>
            <p:cNvSpPr/>
            <p:nvPr/>
          </p:nvSpPr>
          <p:spPr>
            <a:xfrm>
              <a:off x="10223971" y="8482702"/>
              <a:ext cx="320087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835" name="Hexagon 2834">
              <a:extLst>
                <a:ext uri="{FF2B5EF4-FFF2-40B4-BE49-F238E27FC236}">
                  <a16:creationId xmlns:a16="http://schemas.microsoft.com/office/drawing/2014/main" id="{889E8AAF-CCA3-469D-8FAD-0EA1831F6486}"/>
                </a:ext>
              </a:extLst>
            </p:cNvPr>
            <p:cNvSpPr/>
            <p:nvPr/>
          </p:nvSpPr>
          <p:spPr>
            <a:xfrm>
              <a:off x="9282112" y="10145872"/>
              <a:ext cx="30175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836" name="Hexagon 2835">
              <a:extLst>
                <a:ext uri="{FF2B5EF4-FFF2-40B4-BE49-F238E27FC236}">
                  <a16:creationId xmlns:a16="http://schemas.microsoft.com/office/drawing/2014/main" id="{1AD2757F-DC7F-42DE-9CCD-079D7CB72009}"/>
                </a:ext>
              </a:extLst>
            </p:cNvPr>
            <p:cNvSpPr/>
            <p:nvPr/>
          </p:nvSpPr>
          <p:spPr>
            <a:xfrm>
              <a:off x="9279731" y="9959001"/>
              <a:ext cx="30175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837" name="Hexagon 2836">
              <a:extLst>
                <a:ext uri="{FF2B5EF4-FFF2-40B4-BE49-F238E27FC236}">
                  <a16:creationId xmlns:a16="http://schemas.microsoft.com/office/drawing/2014/main" id="{3C0A68F9-7FD7-4F18-82FC-4AE7886DBF15}"/>
                </a:ext>
              </a:extLst>
            </p:cNvPr>
            <p:cNvSpPr/>
            <p:nvPr/>
          </p:nvSpPr>
          <p:spPr>
            <a:xfrm>
              <a:off x="9286956" y="9773201"/>
              <a:ext cx="30175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838" name="Hexagon 2837">
              <a:extLst>
                <a:ext uri="{FF2B5EF4-FFF2-40B4-BE49-F238E27FC236}">
                  <a16:creationId xmlns:a16="http://schemas.microsoft.com/office/drawing/2014/main" id="{50D3EFA4-98A8-44AC-9637-0666165BE182}"/>
                </a:ext>
              </a:extLst>
            </p:cNvPr>
            <p:cNvSpPr/>
            <p:nvPr/>
          </p:nvSpPr>
          <p:spPr>
            <a:xfrm>
              <a:off x="9523825" y="10239981"/>
              <a:ext cx="30175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839" name="Hexagon 2838">
              <a:extLst>
                <a:ext uri="{FF2B5EF4-FFF2-40B4-BE49-F238E27FC236}">
                  <a16:creationId xmlns:a16="http://schemas.microsoft.com/office/drawing/2014/main" id="{6F8F06A2-00F5-4A1E-AF42-BB39AAAE7F4F}"/>
                </a:ext>
              </a:extLst>
            </p:cNvPr>
            <p:cNvSpPr/>
            <p:nvPr/>
          </p:nvSpPr>
          <p:spPr>
            <a:xfrm>
              <a:off x="9519064" y="10053110"/>
              <a:ext cx="30175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840" name="Hexagon 2839">
              <a:extLst>
                <a:ext uri="{FF2B5EF4-FFF2-40B4-BE49-F238E27FC236}">
                  <a16:creationId xmlns:a16="http://schemas.microsoft.com/office/drawing/2014/main" id="{D9673E5C-E368-4E8C-8C31-8F1C2BCC7B5C}"/>
                </a:ext>
              </a:extLst>
            </p:cNvPr>
            <p:cNvSpPr/>
            <p:nvPr/>
          </p:nvSpPr>
          <p:spPr>
            <a:xfrm>
              <a:off x="9521526" y="9867310"/>
              <a:ext cx="30175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841" name="Hexagon 2840">
              <a:extLst>
                <a:ext uri="{FF2B5EF4-FFF2-40B4-BE49-F238E27FC236}">
                  <a16:creationId xmlns:a16="http://schemas.microsoft.com/office/drawing/2014/main" id="{5924DFD9-7927-4571-9A5D-08537362B05E}"/>
                </a:ext>
              </a:extLst>
            </p:cNvPr>
            <p:cNvSpPr/>
            <p:nvPr/>
          </p:nvSpPr>
          <p:spPr>
            <a:xfrm>
              <a:off x="9519145" y="9673718"/>
              <a:ext cx="30175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842" name="Hexagon 2841">
              <a:extLst>
                <a:ext uri="{FF2B5EF4-FFF2-40B4-BE49-F238E27FC236}">
                  <a16:creationId xmlns:a16="http://schemas.microsoft.com/office/drawing/2014/main" id="{AE046BFE-C96A-46DA-84A5-3B6EB52E1305}"/>
                </a:ext>
              </a:extLst>
            </p:cNvPr>
            <p:cNvSpPr/>
            <p:nvPr/>
          </p:nvSpPr>
          <p:spPr>
            <a:xfrm>
              <a:off x="9766565" y="10141458"/>
              <a:ext cx="30175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843" name="Hexagon 2842">
              <a:extLst>
                <a:ext uri="{FF2B5EF4-FFF2-40B4-BE49-F238E27FC236}">
                  <a16:creationId xmlns:a16="http://schemas.microsoft.com/office/drawing/2014/main" id="{D26D8F9C-4BCC-4D8D-B2C5-D24B8C2EE8E0}"/>
                </a:ext>
              </a:extLst>
            </p:cNvPr>
            <p:cNvSpPr/>
            <p:nvPr/>
          </p:nvSpPr>
          <p:spPr>
            <a:xfrm>
              <a:off x="9754660" y="9954587"/>
              <a:ext cx="30175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844" name="Hexagon 2843">
              <a:extLst>
                <a:ext uri="{FF2B5EF4-FFF2-40B4-BE49-F238E27FC236}">
                  <a16:creationId xmlns:a16="http://schemas.microsoft.com/office/drawing/2014/main" id="{38C4B277-7CCB-4EFC-B8E6-9BA2CEFC0FF9}"/>
                </a:ext>
              </a:extLst>
            </p:cNvPr>
            <p:cNvSpPr/>
            <p:nvPr/>
          </p:nvSpPr>
          <p:spPr>
            <a:xfrm>
              <a:off x="9760055" y="9579591"/>
              <a:ext cx="30175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845" name="Hexagon 2844">
              <a:extLst>
                <a:ext uri="{FF2B5EF4-FFF2-40B4-BE49-F238E27FC236}">
                  <a16:creationId xmlns:a16="http://schemas.microsoft.com/office/drawing/2014/main" id="{38BF8988-EC09-41C7-ABD1-B56FAC6B4838}"/>
                </a:ext>
              </a:extLst>
            </p:cNvPr>
            <p:cNvSpPr/>
            <p:nvPr/>
          </p:nvSpPr>
          <p:spPr>
            <a:xfrm>
              <a:off x="9760055" y="9407891"/>
              <a:ext cx="30175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846" name="Hexagon 2845">
              <a:extLst>
                <a:ext uri="{FF2B5EF4-FFF2-40B4-BE49-F238E27FC236}">
                  <a16:creationId xmlns:a16="http://schemas.microsoft.com/office/drawing/2014/main" id="{7200792E-D4E9-40A7-9EF4-776C1F0DF759}"/>
                </a:ext>
              </a:extLst>
            </p:cNvPr>
            <p:cNvSpPr/>
            <p:nvPr/>
          </p:nvSpPr>
          <p:spPr>
            <a:xfrm>
              <a:off x="9992368" y="10043207"/>
              <a:ext cx="30175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847" name="Hexagon 2846">
              <a:extLst>
                <a:ext uri="{FF2B5EF4-FFF2-40B4-BE49-F238E27FC236}">
                  <a16:creationId xmlns:a16="http://schemas.microsoft.com/office/drawing/2014/main" id="{F3D16170-65E6-4C3C-868D-CC269CD86BFA}"/>
                </a:ext>
              </a:extLst>
            </p:cNvPr>
            <p:cNvSpPr/>
            <p:nvPr/>
          </p:nvSpPr>
          <p:spPr>
            <a:xfrm>
              <a:off x="9987606" y="9858717"/>
              <a:ext cx="30175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848" name="Hexagon 2847">
              <a:extLst>
                <a:ext uri="{FF2B5EF4-FFF2-40B4-BE49-F238E27FC236}">
                  <a16:creationId xmlns:a16="http://schemas.microsoft.com/office/drawing/2014/main" id="{BDD28163-8235-4CD9-816B-05192EA3FF8C}"/>
                </a:ext>
              </a:extLst>
            </p:cNvPr>
            <p:cNvSpPr/>
            <p:nvPr/>
          </p:nvSpPr>
          <p:spPr>
            <a:xfrm>
              <a:off x="9985305" y="9670536"/>
              <a:ext cx="30175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849" name="Hexagon 2848">
              <a:extLst>
                <a:ext uri="{FF2B5EF4-FFF2-40B4-BE49-F238E27FC236}">
                  <a16:creationId xmlns:a16="http://schemas.microsoft.com/office/drawing/2014/main" id="{F219F692-9D05-481A-B1E5-601CB1BBD8A0}"/>
                </a:ext>
              </a:extLst>
            </p:cNvPr>
            <p:cNvSpPr/>
            <p:nvPr/>
          </p:nvSpPr>
          <p:spPr>
            <a:xfrm>
              <a:off x="9980543" y="9481706"/>
              <a:ext cx="30175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850" name="Hexagon 2849">
              <a:extLst>
                <a:ext uri="{FF2B5EF4-FFF2-40B4-BE49-F238E27FC236}">
                  <a16:creationId xmlns:a16="http://schemas.microsoft.com/office/drawing/2014/main" id="{7F731ECD-E46D-4C35-B74F-81F15155D615}"/>
                </a:ext>
              </a:extLst>
            </p:cNvPr>
            <p:cNvSpPr/>
            <p:nvPr/>
          </p:nvSpPr>
          <p:spPr>
            <a:xfrm>
              <a:off x="9995062" y="9317769"/>
              <a:ext cx="30175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852" name="Hexagon 2851">
              <a:extLst>
                <a:ext uri="{FF2B5EF4-FFF2-40B4-BE49-F238E27FC236}">
                  <a16:creationId xmlns:a16="http://schemas.microsoft.com/office/drawing/2014/main" id="{868500C1-8228-4DC4-B207-4062852A64B5}"/>
                </a:ext>
              </a:extLst>
            </p:cNvPr>
            <p:cNvSpPr/>
            <p:nvPr/>
          </p:nvSpPr>
          <p:spPr>
            <a:xfrm>
              <a:off x="10219795" y="9762847"/>
              <a:ext cx="30175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853" name="Hexagon 2852">
              <a:extLst>
                <a:ext uri="{FF2B5EF4-FFF2-40B4-BE49-F238E27FC236}">
                  <a16:creationId xmlns:a16="http://schemas.microsoft.com/office/drawing/2014/main" id="{703076D5-2314-4F1C-AA2E-8A35C3C061E3}"/>
                </a:ext>
              </a:extLst>
            </p:cNvPr>
            <p:cNvSpPr/>
            <p:nvPr/>
          </p:nvSpPr>
          <p:spPr>
            <a:xfrm>
              <a:off x="10217414" y="9574017"/>
              <a:ext cx="30175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854" name="Hexagon 2853">
              <a:extLst>
                <a:ext uri="{FF2B5EF4-FFF2-40B4-BE49-F238E27FC236}">
                  <a16:creationId xmlns:a16="http://schemas.microsoft.com/office/drawing/2014/main" id="{098AC144-3990-4B4A-826C-036EC781DF20}"/>
                </a:ext>
              </a:extLst>
            </p:cNvPr>
            <p:cNvSpPr/>
            <p:nvPr/>
          </p:nvSpPr>
          <p:spPr>
            <a:xfrm>
              <a:off x="10226876" y="9410819"/>
              <a:ext cx="30175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855" name="Hexagon 2854">
              <a:extLst>
                <a:ext uri="{FF2B5EF4-FFF2-40B4-BE49-F238E27FC236}">
                  <a16:creationId xmlns:a16="http://schemas.microsoft.com/office/drawing/2014/main" id="{C7B68067-E305-4DA3-9039-F7E6FA9C6DB7}"/>
                </a:ext>
              </a:extLst>
            </p:cNvPr>
            <p:cNvSpPr/>
            <p:nvPr/>
          </p:nvSpPr>
          <p:spPr>
            <a:xfrm>
              <a:off x="10235880" y="10326719"/>
              <a:ext cx="30175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856" name="Hexagon 2855">
              <a:extLst>
                <a:ext uri="{FF2B5EF4-FFF2-40B4-BE49-F238E27FC236}">
                  <a16:creationId xmlns:a16="http://schemas.microsoft.com/office/drawing/2014/main" id="{613C447B-5158-44D7-A187-645CD86C2F6E}"/>
                </a:ext>
              </a:extLst>
            </p:cNvPr>
            <p:cNvSpPr/>
            <p:nvPr/>
          </p:nvSpPr>
          <p:spPr>
            <a:xfrm>
              <a:off x="10228737" y="10137467"/>
              <a:ext cx="30175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857" name="Hexagon 2856">
              <a:extLst>
                <a:ext uri="{FF2B5EF4-FFF2-40B4-BE49-F238E27FC236}">
                  <a16:creationId xmlns:a16="http://schemas.microsoft.com/office/drawing/2014/main" id="{E5A1ED50-2A1D-41FD-8B2B-9E3BC89873F0}"/>
                </a:ext>
              </a:extLst>
            </p:cNvPr>
            <p:cNvSpPr/>
            <p:nvPr/>
          </p:nvSpPr>
          <p:spPr>
            <a:xfrm>
              <a:off x="10473093" y="10417654"/>
              <a:ext cx="30175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858" name="Hexagon 2857">
              <a:extLst>
                <a:ext uri="{FF2B5EF4-FFF2-40B4-BE49-F238E27FC236}">
                  <a16:creationId xmlns:a16="http://schemas.microsoft.com/office/drawing/2014/main" id="{46B8CDAB-0E81-4CE9-8BD2-5D3264A2F9ED}"/>
                </a:ext>
              </a:extLst>
            </p:cNvPr>
            <p:cNvSpPr/>
            <p:nvPr/>
          </p:nvSpPr>
          <p:spPr>
            <a:xfrm>
              <a:off x="10463569" y="10233164"/>
              <a:ext cx="30175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859" name="Hexagon 2858">
              <a:extLst>
                <a:ext uri="{FF2B5EF4-FFF2-40B4-BE49-F238E27FC236}">
                  <a16:creationId xmlns:a16="http://schemas.microsoft.com/office/drawing/2014/main" id="{8BEB3212-8BEF-4D04-93A5-2B32D9EA94E3}"/>
                </a:ext>
              </a:extLst>
            </p:cNvPr>
            <p:cNvSpPr/>
            <p:nvPr/>
          </p:nvSpPr>
          <p:spPr>
            <a:xfrm>
              <a:off x="10463649" y="10044983"/>
              <a:ext cx="30175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860" name="Hexagon 2859">
              <a:extLst>
                <a:ext uri="{FF2B5EF4-FFF2-40B4-BE49-F238E27FC236}">
                  <a16:creationId xmlns:a16="http://schemas.microsoft.com/office/drawing/2014/main" id="{0AB5613E-1974-4FA4-9555-C43236B7AB3C}"/>
                </a:ext>
              </a:extLst>
            </p:cNvPr>
            <p:cNvSpPr/>
            <p:nvPr/>
          </p:nvSpPr>
          <p:spPr>
            <a:xfrm>
              <a:off x="10456506" y="9856153"/>
              <a:ext cx="30175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861" name="Hexagon 2860">
              <a:extLst>
                <a:ext uri="{FF2B5EF4-FFF2-40B4-BE49-F238E27FC236}">
                  <a16:creationId xmlns:a16="http://schemas.microsoft.com/office/drawing/2014/main" id="{3799A02D-18CA-4618-B170-4ACA3752D287}"/>
                </a:ext>
              </a:extLst>
            </p:cNvPr>
            <p:cNvSpPr/>
            <p:nvPr/>
          </p:nvSpPr>
          <p:spPr>
            <a:xfrm>
              <a:off x="10452683" y="9479033"/>
              <a:ext cx="30175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862" name="Hexagon 2861">
              <a:extLst>
                <a:ext uri="{FF2B5EF4-FFF2-40B4-BE49-F238E27FC236}">
                  <a16:creationId xmlns:a16="http://schemas.microsoft.com/office/drawing/2014/main" id="{56AD642A-B004-4AED-B14B-6C09883BE2BB}"/>
                </a:ext>
              </a:extLst>
            </p:cNvPr>
            <p:cNvSpPr/>
            <p:nvPr/>
          </p:nvSpPr>
          <p:spPr>
            <a:xfrm>
              <a:off x="10465593" y="9311191"/>
              <a:ext cx="30175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865" name="Hexagon 2864">
              <a:extLst>
                <a:ext uri="{FF2B5EF4-FFF2-40B4-BE49-F238E27FC236}">
                  <a16:creationId xmlns:a16="http://schemas.microsoft.com/office/drawing/2014/main" id="{592183A1-2C80-4BCB-8CF7-137584B116C2}"/>
                </a:ext>
              </a:extLst>
            </p:cNvPr>
            <p:cNvSpPr/>
            <p:nvPr/>
          </p:nvSpPr>
          <p:spPr>
            <a:xfrm>
              <a:off x="10697196" y="10136928"/>
              <a:ext cx="30175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866" name="Hexagon 2865">
              <a:extLst>
                <a:ext uri="{FF2B5EF4-FFF2-40B4-BE49-F238E27FC236}">
                  <a16:creationId xmlns:a16="http://schemas.microsoft.com/office/drawing/2014/main" id="{2B5B8DEE-AA78-4AA8-AB53-029B3ABBB5FE}"/>
                </a:ext>
              </a:extLst>
            </p:cNvPr>
            <p:cNvSpPr/>
            <p:nvPr/>
          </p:nvSpPr>
          <p:spPr>
            <a:xfrm>
              <a:off x="10694815" y="9948098"/>
              <a:ext cx="30175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867" name="Hexagon 2866">
              <a:extLst>
                <a:ext uri="{FF2B5EF4-FFF2-40B4-BE49-F238E27FC236}">
                  <a16:creationId xmlns:a16="http://schemas.microsoft.com/office/drawing/2014/main" id="{39EE6642-279D-4037-B92F-75175359377E}"/>
                </a:ext>
              </a:extLst>
            </p:cNvPr>
            <p:cNvSpPr/>
            <p:nvPr/>
          </p:nvSpPr>
          <p:spPr>
            <a:xfrm>
              <a:off x="10692636" y="9764624"/>
              <a:ext cx="30175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869" name="Hexagon 2868">
              <a:extLst>
                <a:ext uri="{FF2B5EF4-FFF2-40B4-BE49-F238E27FC236}">
                  <a16:creationId xmlns:a16="http://schemas.microsoft.com/office/drawing/2014/main" id="{C7F823AB-9C38-4440-9506-3901EA8F4780}"/>
                </a:ext>
              </a:extLst>
            </p:cNvPr>
            <p:cNvSpPr/>
            <p:nvPr/>
          </p:nvSpPr>
          <p:spPr>
            <a:xfrm>
              <a:off x="10699375" y="9395296"/>
              <a:ext cx="30175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870" name="Hexagon 2869">
              <a:extLst>
                <a:ext uri="{FF2B5EF4-FFF2-40B4-BE49-F238E27FC236}">
                  <a16:creationId xmlns:a16="http://schemas.microsoft.com/office/drawing/2014/main" id="{41823AF0-98CF-4DDC-A140-563B28F32317}"/>
                </a:ext>
              </a:extLst>
            </p:cNvPr>
            <p:cNvSpPr/>
            <p:nvPr/>
          </p:nvSpPr>
          <p:spPr>
            <a:xfrm>
              <a:off x="10697196" y="9231091"/>
              <a:ext cx="30175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871" name="Hexagon 2870">
              <a:extLst>
                <a:ext uri="{FF2B5EF4-FFF2-40B4-BE49-F238E27FC236}">
                  <a16:creationId xmlns:a16="http://schemas.microsoft.com/office/drawing/2014/main" id="{BEE65D27-1B03-487B-8242-83F37EB6ED0A}"/>
                </a:ext>
              </a:extLst>
            </p:cNvPr>
            <p:cNvSpPr/>
            <p:nvPr/>
          </p:nvSpPr>
          <p:spPr>
            <a:xfrm>
              <a:off x="10709021" y="10511980"/>
              <a:ext cx="30175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872" name="Hexagon 2871">
              <a:extLst>
                <a:ext uri="{FF2B5EF4-FFF2-40B4-BE49-F238E27FC236}">
                  <a16:creationId xmlns:a16="http://schemas.microsoft.com/office/drawing/2014/main" id="{BF6E476D-BF79-4AA3-8D3B-3570CBB7EFD9}"/>
                </a:ext>
              </a:extLst>
            </p:cNvPr>
            <p:cNvSpPr/>
            <p:nvPr/>
          </p:nvSpPr>
          <p:spPr>
            <a:xfrm>
              <a:off x="10701878" y="10325109"/>
              <a:ext cx="30175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873" name="Hexagon 2872">
              <a:extLst>
                <a:ext uri="{FF2B5EF4-FFF2-40B4-BE49-F238E27FC236}">
                  <a16:creationId xmlns:a16="http://schemas.microsoft.com/office/drawing/2014/main" id="{86D4C757-55E0-40AE-A028-98F65B0C4D87}"/>
                </a:ext>
              </a:extLst>
            </p:cNvPr>
            <p:cNvSpPr/>
            <p:nvPr/>
          </p:nvSpPr>
          <p:spPr>
            <a:xfrm>
              <a:off x="10943853" y="10608182"/>
              <a:ext cx="30175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874" name="Hexagon 2873">
              <a:extLst>
                <a:ext uri="{FF2B5EF4-FFF2-40B4-BE49-F238E27FC236}">
                  <a16:creationId xmlns:a16="http://schemas.microsoft.com/office/drawing/2014/main" id="{FD1A15D7-9D82-4706-A77B-0136CCA19D33}"/>
                </a:ext>
              </a:extLst>
            </p:cNvPr>
            <p:cNvSpPr/>
            <p:nvPr/>
          </p:nvSpPr>
          <p:spPr>
            <a:xfrm>
              <a:off x="10936710" y="10421311"/>
              <a:ext cx="30175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875" name="Hexagon 2874">
              <a:extLst>
                <a:ext uri="{FF2B5EF4-FFF2-40B4-BE49-F238E27FC236}">
                  <a16:creationId xmlns:a16="http://schemas.microsoft.com/office/drawing/2014/main" id="{CCF21A91-8F13-43E7-B95A-D4BFCD04405E}"/>
                </a:ext>
              </a:extLst>
            </p:cNvPr>
            <p:cNvSpPr/>
            <p:nvPr/>
          </p:nvSpPr>
          <p:spPr>
            <a:xfrm>
              <a:off x="10928883" y="9851400"/>
              <a:ext cx="30175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876" name="Hexagon 2875">
              <a:extLst>
                <a:ext uri="{FF2B5EF4-FFF2-40B4-BE49-F238E27FC236}">
                  <a16:creationId xmlns:a16="http://schemas.microsoft.com/office/drawing/2014/main" id="{A78354D4-2A74-476D-A5C9-CD8054F00DAB}"/>
                </a:ext>
              </a:extLst>
            </p:cNvPr>
            <p:cNvSpPr/>
            <p:nvPr/>
          </p:nvSpPr>
          <p:spPr>
            <a:xfrm>
              <a:off x="10938334" y="9674289"/>
              <a:ext cx="30175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877" name="Hexagon 2876">
              <a:extLst>
                <a:ext uri="{FF2B5EF4-FFF2-40B4-BE49-F238E27FC236}">
                  <a16:creationId xmlns:a16="http://schemas.microsoft.com/office/drawing/2014/main" id="{BEDA6151-2534-4FD8-A1FD-A804B0EC0DB9}"/>
                </a:ext>
              </a:extLst>
            </p:cNvPr>
            <p:cNvSpPr/>
            <p:nvPr/>
          </p:nvSpPr>
          <p:spPr>
            <a:xfrm>
              <a:off x="10928403" y="9498007"/>
              <a:ext cx="30175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878" name="Hexagon 2877">
              <a:extLst>
                <a:ext uri="{FF2B5EF4-FFF2-40B4-BE49-F238E27FC236}">
                  <a16:creationId xmlns:a16="http://schemas.microsoft.com/office/drawing/2014/main" id="{C68565DE-8CB1-4C48-8736-490012E74A54}"/>
                </a:ext>
              </a:extLst>
            </p:cNvPr>
            <p:cNvSpPr/>
            <p:nvPr/>
          </p:nvSpPr>
          <p:spPr>
            <a:xfrm>
              <a:off x="10925647" y="9327247"/>
              <a:ext cx="30175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879" name="Hexagon 2878">
              <a:extLst>
                <a:ext uri="{FF2B5EF4-FFF2-40B4-BE49-F238E27FC236}">
                  <a16:creationId xmlns:a16="http://schemas.microsoft.com/office/drawing/2014/main" id="{A3A5B329-A6A5-4BBE-99E4-E08A8F5DC723}"/>
                </a:ext>
              </a:extLst>
            </p:cNvPr>
            <p:cNvSpPr/>
            <p:nvPr/>
          </p:nvSpPr>
          <p:spPr>
            <a:xfrm>
              <a:off x="10929420" y="9138783"/>
              <a:ext cx="30175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880" name="Hexagon 2879">
              <a:extLst>
                <a:ext uri="{FF2B5EF4-FFF2-40B4-BE49-F238E27FC236}">
                  <a16:creationId xmlns:a16="http://schemas.microsoft.com/office/drawing/2014/main" id="{F9DC0BDE-C07F-434C-9C6F-5EE3C2D05C81}"/>
                </a:ext>
              </a:extLst>
            </p:cNvPr>
            <p:cNvSpPr/>
            <p:nvPr/>
          </p:nvSpPr>
          <p:spPr>
            <a:xfrm>
              <a:off x="10931184" y="10039581"/>
              <a:ext cx="30175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881" name="Hexagon 2880">
              <a:extLst>
                <a:ext uri="{FF2B5EF4-FFF2-40B4-BE49-F238E27FC236}">
                  <a16:creationId xmlns:a16="http://schemas.microsoft.com/office/drawing/2014/main" id="{11A443E0-D4CD-489B-A66A-5DCE021A17D0}"/>
                </a:ext>
              </a:extLst>
            </p:cNvPr>
            <p:cNvSpPr/>
            <p:nvPr/>
          </p:nvSpPr>
          <p:spPr>
            <a:xfrm>
              <a:off x="11177741" y="10319808"/>
              <a:ext cx="30175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882" name="Hexagon 2881">
              <a:extLst>
                <a:ext uri="{FF2B5EF4-FFF2-40B4-BE49-F238E27FC236}">
                  <a16:creationId xmlns:a16="http://schemas.microsoft.com/office/drawing/2014/main" id="{A4D984BA-09BC-4C8F-897B-D8E8A2D4FFF7}"/>
                </a:ext>
              </a:extLst>
            </p:cNvPr>
            <p:cNvSpPr/>
            <p:nvPr/>
          </p:nvSpPr>
          <p:spPr>
            <a:xfrm>
              <a:off x="11168217" y="10135740"/>
              <a:ext cx="30175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883" name="Hexagon 2882">
              <a:extLst>
                <a:ext uri="{FF2B5EF4-FFF2-40B4-BE49-F238E27FC236}">
                  <a16:creationId xmlns:a16="http://schemas.microsoft.com/office/drawing/2014/main" id="{BBEEEBD0-3478-4FE6-B9B1-9844BF062AD9}"/>
                </a:ext>
              </a:extLst>
            </p:cNvPr>
            <p:cNvSpPr/>
            <p:nvPr/>
          </p:nvSpPr>
          <p:spPr>
            <a:xfrm>
              <a:off x="11166038" y="9947504"/>
              <a:ext cx="30175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884" name="Hexagon 2883">
              <a:extLst>
                <a:ext uri="{FF2B5EF4-FFF2-40B4-BE49-F238E27FC236}">
                  <a16:creationId xmlns:a16="http://schemas.microsoft.com/office/drawing/2014/main" id="{2477F8D6-537F-4769-8162-891B56CCFFAE}"/>
                </a:ext>
              </a:extLst>
            </p:cNvPr>
            <p:cNvSpPr/>
            <p:nvPr/>
          </p:nvSpPr>
          <p:spPr>
            <a:xfrm>
              <a:off x="11174438" y="9763441"/>
              <a:ext cx="30175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885" name="Hexagon 2884">
              <a:extLst>
                <a:ext uri="{FF2B5EF4-FFF2-40B4-BE49-F238E27FC236}">
                  <a16:creationId xmlns:a16="http://schemas.microsoft.com/office/drawing/2014/main" id="{CCA65EF4-480E-44F2-8247-17A1AAC41F9B}"/>
                </a:ext>
              </a:extLst>
            </p:cNvPr>
            <p:cNvSpPr/>
            <p:nvPr/>
          </p:nvSpPr>
          <p:spPr>
            <a:xfrm>
              <a:off x="11179997" y="9583884"/>
              <a:ext cx="30175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886" name="Hexagon 2885">
              <a:extLst>
                <a:ext uri="{FF2B5EF4-FFF2-40B4-BE49-F238E27FC236}">
                  <a16:creationId xmlns:a16="http://schemas.microsoft.com/office/drawing/2014/main" id="{0B5A2E81-BE5B-4AFA-BE56-F7BBD4E9461D}"/>
                </a:ext>
              </a:extLst>
            </p:cNvPr>
            <p:cNvSpPr/>
            <p:nvPr/>
          </p:nvSpPr>
          <p:spPr>
            <a:xfrm>
              <a:off x="11184804" y="10507989"/>
              <a:ext cx="30175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887" name="Hexagon 2886">
              <a:extLst>
                <a:ext uri="{FF2B5EF4-FFF2-40B4-BE49-F238E27FC236}">
                  <a16:creationId xmlns:a16="http://schemas.microsoft.com/office/drawing/2014/main" id="{597C28CA-62C2-40CD-8B99-71842A9AD01C}"/>
                </a:ext>
              </a:extLst>
            </p:cNvPr>
            <p:cNvSpPr/>
            <p:nvPr/>
          </p:nvSpPr>
          <p:spPr>
            <a:xfrm>
              <a:off x="11157871" y="9222962"/>
              <a:ext cx="30175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888" name="Hexagon 2887">
              <a:extLst>
                <a:ext uri="{FF2B5EF4-FFF2-40B4-BE49-F238E27FC236}">
                  <a16:creationId xmlns:a16="http://schemas.microsoft.com/office/drawing/2014/main" id="{512F438A-5FDA-4587-99AD-A33A00C93FC0}"/>
                </a:ext>
              </a:extLst>
            </p:cNvPr>
            <p:cNvSpPr/>
            <p:nvPr/>
          </p:nvSpPr>
          <p:spPr>
            <a:xfrm>
              <a:off x="11170423" y="9041393"/>
              <a:ext cx="30175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889" name="Hexagon 2888">
              <a:extLst>
                <a:ext uri="{FF2B5EF4-FFF2-40B4-BE49-F238E27FC236}">
                  <a16:creationId xmlns:a16="http://schemas.microsoft.com/office/drawing/2014/main" id="{A13F0811-E5D8-4B13-978A-2297CB53A33B}"/>
                </a:ext>
              </a:extLst>
            </p:cNvPr>
            <p:cNvSpPr/>
            <p:nvPr/>
          </p:nvSpPr>
          <p:spPr>
            <a:xfrm>
              <a:off x="11174541" y="8851936"/>
              <a:ext cx="30175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890" name="Hexagon 2889">
              <a:extLst>
                <a:ext uri="{FF2B5EF4-FFF2-40B4-BE49-F238E27FC236}">
                  <a16:creationId xmlns:a16="http://schemas.microsoft.com/office/drawing/2014/main" id="{DFCED8D1-5EF3-43EC-97C8-01E7DD04D4E3}"/>
                </a:ext>
              </a:extLst>
            </p:cNvPr>
            <p:cNvSpPr/>
            <p:nvPr/>
          </p:nvSpPr>
          <p:spPr>
            <a:xfrm>
              <a:off x="11408203" y="10046651"/>
              <a:ext cx="30175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891" name="Hexagon 2890">
              <a:extLst>
                <a:ext uri="{FF2B5EF4-FFF2-40B4-BE49-F238E27FC236}">
                  <a16:creationId xmlns:a16="http://schemas.microsoft.com/office/drawing/2014/main" id="{720C2D8D-357F-4BFC-B98A-DC137E982B95}"/>
                </a:ext>
              </a:extLst>
            </p:cNvPr>
            <p:cNvSpPr/>
            <p:nvPr/>
          </p:nvSpPr>
          <p:spPr>
            <a:xfrm>
              <a:off x="11410976" y="9858450"/>
              <a:ext cx="30175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892" name="Hexagon 2891">
              <a:extLst>
                <a:ext uri="{FF2B5EF4-FFF2-40B4-BE49-F238E27FC236}">
                  <a16:creationId xmlns:a16="http://schemas.microsoft.com/office/drawing/2014/main" id="{792F15F3-C75F-4A85-8B44-23944478758D}"/>
                </a:ext>
              </a:extLst>
            </p:cNvPr>
            <p:cNvSpPr/>
            <p:nvPr/>
          </p:nvSpPr>
          <p:spPr>
            <a:xfrm>
              <a:off x="11404563" y="9679941"/>
              <a:ext cx="30175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893" name="Hexagon 2892">
              <a:extLst>
                <a:ext uri="{FF2B5EF4-FFF2-40B4-BE49-F238E27FC236}">
                  <a16:creationId xmlns:a16="http://schemas.microsoft.com/office/drawing/2014/main" id="{39826229-31F8-415B-9128-C51BBB1C0BE6}"/>
                </a:ext>
              </a:extLst>
            </p:cNvPr>
            <p:cNvSpPr/>
            <p:nvPr/>
          </p:nvSpPr>
          <p:spPr>
            <a:xfrm>
              <a:off x="11414565" y="9494001"/>
              <a:ext cx="30175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894" name="Hexagon 2893">
              <a:extLst>
                <a:ext uri="{FF2B5EF4-FFF2-40B4-BE49-F238E27FC236}">
                  <a16:creationId xmlns:a16="http://schemas.microsoft.com/office/drawing/2014/main" id="{901E4B75-0773-4625-A4B0-A92639A675FE}"/>
                </a:ext>
              </a:extLst>
            </p:cNvPr>
            <p:cNvSpPr/>
            <p:nvPr/>
          </p:nvSpPr>
          <p:spPr>
            <a:xfrm>
              <a:off x="11404563" y="9314360"/>
              <a:ext cx="30175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895" name="Hexagon 2894">
              <a:extLst>
                <a:ext uri="{FF2B5EF4-FFF2-40B4-BE49-F238E27FC236}">
                  <a16:creationId xmlns:a16="http://schemas.microsoft.com/office/drawing/2014/main" id="{BCA92C17-1044-4AF9-BBB2-D3FA97D734EB}"/>
                </a:ext>
              </a:extLst>
            </p:cNvPr>
            <p:cNvSpPr/>
            <p:nvPr/>
          </p:nvSpPr>
          <p:spPr>
            <a:xfrm>
              <a:off x="11404743" y="9136555"/>
              <a:ext cx="310895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896" name="Hexagon 2895">
              <a:extLst>
                <a:ext uri="{FF2B5EF4-FFF2-40B4-BE49-F238E27FC236}">
                  <a16:creationId xmlns:a16="http://schemas.microsoft.com/office/drawing/2014/main" id="{DDBDF2BC-BD53-45EC-A0D5-48C75CCA0967}"/>
                </a:ext>
              </a:extLst>
            </p:cNvPr>
            <p:cNvSpPr/>
            <p:nvPr/>
          </p:nvSpPr>
          <p:spPr>
            <a:xfrm>
              <a:off x="11420028" y="10412179"/>
              <a:ext cx="30175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897" name="Hexagon 2896">
              <a:extLst>
                <a:ext uri="{FF2B5EF4-FFF2-40B4-BE49-F238E27FC236}">
                  <a16:creationId xmlns:a16="http://schemas.microsoft.com/office/drawing/2014/main" id="{384B5325-D515-499D-B4FB-C72C0A139F0B}"/>
                </a:ext>
              </a:extLst>
            </p:cNvPr>
            <p:cNvSpPr/>
            <p:nvPr/>
          </p:nvSpPr>
          <p:spPr>
            <a:xfrm>
              <a:off x="11412885" y="10225308"/>
              <a:ext cx="30175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898" name="Hexagon 2897">
              <a:extLst>
                <a:ext uri="{FF2B5EF4-FFF2-40B4-BE49-F238E27FC236}">
                  <a16:creationId xmlns:a16="http://schemas.microsoft.com/office/drawing/2014/main" id="{E28D6301-B004-4B89-8798-8BE6F981E150}"/>
                </a:ext>
              </a:extLst>
            </p:cNvPr>
            <p:cNvSpPr/>
            <p:nvPr/>
          </p:nvSpPr>
          <p:spPr>
            <a:xfrm>
              <a:off x="11397336" y="8943376"/>
              <a:ext cx="326436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899" name="Hexagon 2898">
              <a:extLst>
                <a:ext uri="{FF2B5EF4-FFF2-40B4-BE49-F238E27FC236}">
                  <a16:creationId xmlns:a16="http://schemas.microsoft.com/office/drawing/2014/main" id="{74204070-74C1-4B53-9D83-0D2A883D41A6}"/>
                </a:ext>
              </a:extLst>
            </p:cNvPr>
            <p:cNvSpPr/>
            <p:nvPr/>
          </p:nvSpPr>
          <p:spPr>
            <a:xfrm>
              <a:off x="11420028" y="8766811"/>
              <a:ext cx="30175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902" name="Hexagon 2901">
              <a:extLst>
                <a:ext uri="{FF2B5EF4-FFF2-40B4-BE49-F238E27FC236}">
                  <a16:creationId xmlns:a16="http://schemas.microsoft.com/office/drawing/2014/main" id="{C4EED3AC-4878-4622-9B9C-D5712308A062}"/>
                </a:ext>
              </a:extLst>
            </p:cNvPr>
            <p:cNvSpPr/>
            <p:nvPr/>
          </p:nvSpPr>
          <p:spPr>
            <a:xfrm>
              <a:off x="11645019" y="10143433"/>
              <a:ext cx="30175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903" name="Hexagon 2902">
              <a:extLst>
                <a:ext uri="{FF2B5EF4-FFF2-40B4-BE49-F238E27FC236}">
                  <a16:creationId xmlns:a16="http://schemas.microsoft.com/office/drawing/2014/main" id="{DE2CB2BB-C9F3-4572-8EAA-3E4B0E5871D9}"/>
                </a:ext>
              </a:extLst>
            </p:cNvPr>
            <p:cNvSpPr/>
            <p:nvPr/>
          </p:nvSpPr>
          <p:spPr>
            <a:xfrm>
              <a:off x="11647223" y="9957608"/>
              <a:ext cx="30175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904" name="Hexagon 2903">
              <a:extLst>
                <a:ext uri="{FF2B5EF4-FFF2-40B4-BE49-F238E27FC236}">
                  <a16:creationId xmlns:a16="http://schemas.microsoft.com/office/drawing/2014/main" id="{B05BC9FD-73DB-4D84-912A-F8951B13E7A6}"/>
                </a:ext>
              </a:extLst>
            </p:cNvPr>
            <p:cNvSpPr/>
            <p:nvPr/>
          </p:nvSpPr>
          <p:spPr>
            <a:xfrm>
              <a:off x="11640667" y="9591563"/>
              <a:ext cx="310896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905" name="Hexagon 2904">
              <a:extLst>
                <a:ext uri="{FF2B5EF4-FFF2-40B4-BE49-F238E27FC236}">
                  <a16:creationId xmlns:a16="http://schemas.microsoft.com/office/drawing/2014/main" id="{998FB6F9-0446-4256-AEDC-9BBC920CC3AE}"/>
                </a:ext>
              </a:extLst>
            </p:cNvPr>
            <p:cNvSpPr/>
            <p:nvPr/>
          </p:nvSpPr>
          <p:spPr>
            <a:xfrm>
              <a:off x="11640793" y="9407796"/>
              <a:ext cx="310896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906" name="Hexagon 2905">
              <a:extLst>
                <a:ext uri="{FF2B5EF4-FFF2-40B4-BE49-F238E27FC236}">
                  <a16:creationId xmlns:a16="http://schemas.microsoft.com/office/drawing/2014/main" id="{42FD07AB-DD5B-4F90-A154-3481E2161027}"/>
                </a:ext>
              </a:extLst>
            </p:cNvPr>
            <p:cNvSpPr/>
            <p:nvPr/>
          </p:nvSpPr>
          <p:spPr>
            <a:xfrm>
              <a:off x="11634282" y="9226636"/>
              <a:ext cx="310896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907" name="Hexagon 2906">
              <a:extLst>
                <a:ext uri="{FF2B5EF4-FFF2-40B4-BE49-F238E27FC236}">
                  <a16:creationId xmlns:a16="http://schemas.microsoft.com/office/drawing/2014/main" id="{50EC0391-CAFB-4885-9FD0-D2F859F3E02C}"/>
                </a:ext>
              </a:extLst>
            </p:cNvPr>
            <p:cNvSpPr/>
            <p:nvPr/>
          </p:nvSpPr>
          <p:spPr>
            <a:xfrm>
              <a:off x="11656371" y="8855172"/>
              <a:ext cx="310896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967" name="Hexagon 2966">
              <a:extLst>
                <a:ext uri="{FF2B5EF4-FFF2-40B4-BE49-F238E27FC236}">
                  <a16:creationId xmlns:a16="http://schemas.microsoft.com/office/drawing/2014/main" id="{79FD5ED3-120A-4F40-A2A0-3776F8E397A3}"/>
                </a:ext>
              </a:extLst>
            </p:cNvPr>
            <p:cNvSpPr/>
            <p:nvPr/>
          </p:nvSpPr>
          <p:spPr>
            <a:xfrm>
              <a:off x="11647223" y="8673267"/>
              <a:ext cx="310896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972" name="Hexagon 2971">
              <a:extLst>
                <a:ext uri="{FF2B5EF4-FFF2-40B4-BE49-F238E27FC236}">
                  <a16:creationId xmlns:a16="http://schemas.microsoft.com/office/drawing/2014/main" id="{D837F351-914B-4827-B8C0-052B5D838838}"/>
                </a:ext>
              </a:extLst>
            </p:cNvPr>
            <p:cNvSpPr/>
            <p:nvPr/>
          </p:nvSpPr>
          <p:spPr>
            <a:xfrm>
              <a:off x="10942338" y="8580569"/>
              <a:ext cx="310896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973" name="Hexagon 2972">
              <a:extLst>
                <a:ext uri="{FF2B5EF4-FFF2-40B4-BE49-F238E27FC236}">
                  <a16:creationId xmlns:a16="http://schemas.microsoft.com/office/drawing/2014/main" id="{1AE37D1B-3474-4337-B591-CC54B50D6F1B}"/>
                </a:ext>
              </a:extLst>
            </p:cNvPr>
            <p:cNvSpPr/>
            <p:nvPr/>
          </p:nvSpPr>
          <p:spPr>
            <a:xfrm>
              <a:off x="10927566" y="8391262"/>
              <a:ext cx="310896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974" name="Hexagon 2973">
              <a:extLst>
                <a:ext uri="{FF2B5EF4-FFF2-40B4-BE49-F238E27FC236}">
                  <a16:creationId xmlns:a16="http://schemas.microsoft.com/office/drawing/2014/main" id="{7D884BB2-F961-4891-9A82-6A3847D5F261}"/>
                </a:ext>
              </a:extLst>
            </p:cNvPr>
            <p:cNvSpPr/>
            <p:nvPr/>
          </p:nvSpPr>
          <p:spPr>
            <a:xfrm>
              <a:off x="11175660" y="8495933"/>
              <a:ext cx="310896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975" name="Hexagon 2974">
              <a:extLst>
                <a:ext uri="{FF2B5EF4-FFF2-40B4-BE49-F238E27FC236}">
                  <a16:creationId xmlns:a16="http://schemas.microsoft.com/office/drawing/2014/main" id="{8FE9A5EA-CB84-4E09-B3FD-4BC3DB90D9D3}"/>
                </a:ext>
              </a:extLst>
            </p:cNvPr>
            <p:cNvSpPr/>
            <p:nvPr/>
          </p:nvSpPr>
          <p:spPr>
            <a:xfrm>
              <a:off x="11415954" y="8397233"/>
              <a:ext cx="310896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976" name="Hexagon 2975">
              <a:extLst>
                <a:ext uri="{FF2B5EF4-FFF2-40B4-BE49-F238E27FC236}">
                  <a16:creationId xmlns:a16="http://schemas.microsoft.com/office/drawing/2014/main" id="{FC7A3833-BF2A-4901-99E0-09820900CEBB}"/>
                </a:ext>
              </a:extLst>
            </p:cNvPr>
            <p:cNvSpPr/>
            <p:nvPr/>
          </p:nvSpPr>
          <p:spPr>
            <a:xfrm>
              <a:off x="11656248" y="8491373"/>
              <a:ext cx="310896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977" name="Hexagon 2976">
              <a:extLst>
                <a:ext uri="{FF2B5EF4-FFF2-40B4-BE49-F238E27FC236}">
                  <a16:creationId xmlns:a16="http://schemas.microsoft.com/office/drawing/2014/main" id="{FAED656D-948A-4859-A469-2769D0E4B72A}"/>
                </a:ext>
              </a:extLst>
            </p:cNvPr>
            <p:cNvSpPr/>
            <p:nvPr/>
          </p:nvSpPr>
          <p:spPr>
            <a:xfrm>
              <a:off x="11887517" y="8586038"/>
              <a:ext cx="310896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978" name="Hexagon 2977">
              <a:extLst>
                <a:ext uri="{FF2B5EF4-FFF2-40B4-BE49-F238E27FC236}">
                  <a16:creationId xmlns:a16="http://schemas.microsoft.com/office/drawing/2014/main" id="{C551F73B-7DD5-431E-8E06-339137A6340D}"/>
                </a:ext>
              </a:extLst>
            </p:cNvPr>
            <p:cNvSpPr/>
            <p:nvPr/>
          </p:nvSpPr>
          <p:spPr>
            <a:xfrm>
              <a:off x="11887517" y="8765467"/>
              <a:ext cx="310896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979" name="Hexagon 2978">
              <a:extLst>
                <a:ext uri="{FF2B5EF4-FFF2-40B4-BE49-F238E27FC236}">
                  <a16:creationId xmlns:a16="http://schemas.microsoft.com/office/drawing/2014/main" id="{3B928DE2-A51D-4602-8CBB-4FDC17BDA828}"/>
                </a:ext>
              </a:extLst>
            </p:cNvPr>
            <p:cNvSpPr/>
            <p:nvPr/>
          </p:nvSpPr>
          <p:spPr>
            <a:xfrm>
              <a:off x="11879276" y="8950934"/>
              <a:ext cx="310896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980" name="Hexagon 2979">
              <a:extLst>
                <a:ext uri="{FF2B5EF4-FFF2-40B4-BE49-F238E27FC236}">
                  <a16:creationId xmlns:a16="http://schemas.microsoft.com/office/drawing/2014/main" id="{19978C01-4155-4238-B122-6408A8558FA7}"/>
                </a:ext>
              </a:extLst>
            </p:cNvPr>
            <p:cNvSpPr/>
            <p:nvPr/>
          </p:nvSpPr>
          <p:spPr>
            <a:xfrm>
              <a:off x="11876142" y="9135867"/>
              <a:ext cx="310896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981" name="Hexagon 2980">
              <a:extLst>
                <a:ext uri="{FF2B5EF4-FFF2-40B4-BE49-F238E27FC236}">
                  <a16:creationId xmlns:a16="http://schemas.microsoft.com/office/drawing/2014/main" id="{05686249-63D6-4019-848F-D2C2843EE2A8}"/>
                </a:ext>
              </a:extLst>
            </p:cNvPr>
            <p:cNvSpPr/>
            <p:nvPr/>
          </p:nvSpPr>
          <p:spPr>
            <a:xfrm>
              <a:off x="11879706" y="9311467"/>
              <a:ext cx="310896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982" name="Hexagon 2981">
              <a:extLst>
                <a:ext uri="{FF2B5EF4-FFF2-40B4-BE49-F238E27FC236}">
                  <a16:creationId xmlns:a16="http://schemas.microsoft.com/office/drawing/2014/main" id="{6828BEE0-0F1C-4BAB-A6FE-6B9441B3C87E}"/>
                </a:ext>
              </a:extLst>
            </p:cNvPr>
            <p:cNvSpPr/>
            <p:nvPr/>
          </p:nvSpPr>
          <p:spPr>
            <a:xfrm>
              <a:off x="11883844" y="9500649"/>
              <a:ext cx="310896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983" name="Hexagon 2982">
              <a:extLst>
                <a:ext uri="{FF2B5EF4-FFF2-40B4-BE49-F238E27FC236}">
                  <a16:creationId xmlns:a16="http://schemas.microsoft.com/office/drawing/2014/main" id="{B2885BC2-E910-4AEC-8B09-CB48D3791001}"/>
                </a:ext>
              </a:extLst>
            </p:cNvPr>
            <p:cNvSpPr/>
            <p:nvPr/>
          </p:nvSpPr>
          <p:spPr>
            <a:xfrm>
              <a:off x="11871574" y="9692785"/>
              <a:ext cx="310896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984" name="Hexagon 2983">
              <a:extLst>
                <a:ext uri="{FF2B5EF4-FFF2-40B4-BE49-F238E27FC236}">
                  <a16:creationId xmlns:a16="http://schemas.microsoft.com/office/drawing/2014/main" id="{4ED8EACF-5095-4F8C-91E0-5D18D1418161}"/>
                </a:ext>
              </a:extLst>
            </p:cNvPr>
            <p:cNvSpPr/>
            <p:nvPr/>
          </p:nvSpPr>
          <p:spPr>
            <a:xfrm>
              <a:off x="11875138" y="9868385"/>
              <a:ext cx="310896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985" name="Hexagon 2984">
              <a:extLst>
                <a:ext uri="{FF2B5EF4-FFF2-40B4-BE49-F238E27FC236}">
                  <a16:creationId xmlns:a16="http://schemas.microsoft.com/office/drawing/2014/main" id="{8BE53FC6-F063-4EC4-BC25-4408DD1EBD44}"/>
                </a:ext>
              </a:extLst>
            </p:cNvPr>
            <p:cNvSpPr/>
            <p:nvPr/>
          </p:nvSpPr>
          <p:spPr>
            <a:xfrm>
              <a:off x="11879276" y="10057567"/>
              <a:ext cx="310896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986" name="Hexagon 2985">
              <a:extLst>
                <a:ext uri="{FF2B5EF4-FFF2-40B4-BE49-F238E27FC236}">
                  <a16:creationId xmlns:a16="http://schemas.microsoft.com/office/drawing/2014/main" id="{52D538F6-7B75-45A7-B7B7-9C4E30F0277B}"/>
                </a:ext>
              </a:extLst>
            </p:cNvPr>
            <p:cNvSpPr/>
            <p:nvPr/>
          </p:nvSpPr>
          <p:spPr>
            <a:xfrm>
              <a:off x="12111388" y="9603233"/>
              <a:ext cx="310896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987" name="Hexagon 2986">
              <a:extLst>
                <a:ext uri="{FF2B5EF4-FFF2-40B4-BE49-F238E27FC236}">
                  <a16:creationId xmlns:a16="http://schemas.microsoft.com/office/drawing/2014/main" id="{47E5297B-C478-4333-8A2A-5CB6A70DA04A}"/>
                </a:ext>
              </a:extLst>
            </p:cNvPr>
            <p:cNvSpPr/>
            <p:nvPr/>
          </p:nvSpPr>
          <p:spPr>
            <a:xfrm>
              <a:off x="12114952" y="9778833"/>
              <a:ext cx="310896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988" name="Hexagon 2987">
              <a:extLst>
                <a:ext uri="{FF2B5EF4-FFF2-40B4-BE49-F238E27FC236}">
                  <a16:creationId xmlns:a16="http://schemas.microsoft.com/office/drawing/2014/main" id="{36428B7B-6904-47F2-9DC7-E8C8340F3095}"/>
                </a:ext>
              </a:extLst>
            </p:cNvPr>
            <p:cNvSpPr/>
            <p:nvPr/>
          </p:nvSpPr>
          <p:spPr>
            <a:xfrm>
              <a:off x="12119090" y="9968015"/>
              <a:ext cx="310896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989" name="Hexagon 2988">
              <a:extLst>
                <a:ext uri="{FF2B5EF4-FFF2-40B4-BE49-F238E27FC236}">
                  <a16:creationId xmlns:a16="http://schemas.microsoft.com/office/drawing/2014/main" id="{C1B9F903-7C13-4217-9F98-331E2566C54B}"/>
                </a:ext>
              </a:extLst>
            </p:cNvPr>
            <p:cNvSpPr/>
            <p:nvPr/>
          </p:nvSpPr>
          <p:spPr>
            <a:xfrm>
              <a:off x="12350628" y="9509905"/>
              <a:ext cx="310896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990" name="Hexagon 2989">
              <a:extLst>
                <a:ext uri="{FF2B5EF4-FFF2-40B4-BE49-F238E27FC236}">
                  <a16:creationId xmlns:a16="http://schemas.microsoft.com/office/drawing/2014/main" id="{4711CC26-B803-4B88-B587-6392D8F87270}"/>
                </a:ext>
              </a:extLst>
            </p:cNvPr>
            <p:cNvSpPr/>
            <p:nvPr/>
          </p:nvSpPr>
          <p:spPr>
            <a:xfrm>
              <a:off x="12354192" y="9685505"/>
              <a:ext cx="310896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991" name="Hexagon 2990">
              <a:extLst>
                <a:ext uri="{FF2B5EF4-FFF2-40B4-BE49-F238E27FC236}">
                  <a16:creationId xmlns:a16="http://schemas.microsoft.com/office/drawing/2014/main" id="{27B81225-793B-4320-936D-BB1836A120C3}"/>
                </a:ext>
              </a:extLst>
            </p:cNvPr>
            <p:cNvSpPr/>
            <p:nvPr/>
          </p:nvSpPr>
          <p:spPr>
            <a:xfrm>
              <a:off x="12358330" y="9874687"/>
              <a:ext cx="310896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992" name="Hexagon 2991">
              <a:extLst>
                <a:ext uri="{FF2B5EF4-FFF2-40B4-BE49-F238E27FC236}">
                  <a16:creationId xmlns:a16="http://schemas.microsoft.com/office/drawing/2014/main" id="{7D79EF9E-C6EF-420F-B8BF-BDE229A3E1C8}"/>
                </a:ext>
              </a:extLst>
            </p:cNvPr>
            <p:cNvSpPr/>
            <p:nvPr/>
          </p:nvSpPr>
          <p:spPr>
            <a:xfrm>
              <a:off x="12359053" y="8957749"/>
              <a:ext cx="310896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993" name="Hexagon 2992">
              <a:extLst>
                <a:ext uri="{FF2B5EF4-FFF2-40B4-BE49-F238E27FC236}">
                  <a16:creationId xmlns:a16="http://schemas.microsoft.com/office/drawing/2014/main" id="{776E9B50-8BE9-47D2-B2C5-51ED5D6CDDDB}"/>
                </a:ext>
              </a:extLst>
            </p:cNvPr>
            <p:cNvSpPr/>
            <p:nvPr/>
          </p:nvSpPr>
          <p:spPr>
            <a:xfrm>
              <a:off x="12362617" y="9133349"/>
              <a:ext cx="310896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994" name="Hexagon 2993">
              <a:extLst>
                <a:ext uri="{FF2B5EF4-FFF2-40B4-BE49-F238E27FC236}">
                  <a16:creationId xmlns:a16="http://schemas.microsoft.com/office/drawing/2014/main" id="{56623D94-9048-41E1-8886-9DD543FBDC13}"/>
                </a:ext>
              </a:extLst>
            </p:cNvPr>
            <p:cNvSpPr/>
            <p:nvPr/>
          </p:nvSpPr>
          <p:spPr>
            <a:xfrm>
              <a:off x="12366755" y="9322531"/>
              <a:ext cx="310896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995" name="Hexagon 2994">
              <a:extLst>
                <a:ext uri="{FF2B5EF4-FFF2-40B4-BE49-F238E27FC236}">
                  <a16:creationId xmlns:a16="http://schemas.microsoft.com/office/drawing/2014/main" id="{AFC2280F-0E27-4589-B6DE-504989D3F041}"/>
                </a:ext>
              </a:extLst>
            </p:cNvPr>
            <p:cNvSpPr/>
            <p:nvPr/>
          </p:nvSpPr>
          <p:spPr>
            <a:xfrm>
              <a:off x="12119090" y="9043651"/>
              <a:ext cx="310896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996" name="Hexagon 2995">
              <a:extLst>
                <a:ext uri="{FF2B5EF4-FFF2-40B4-BE49-F238E27FC236}">
                  <a16:creationId xmlns:a16="http://schemas.microsoft.com/office/drawing/2014/main" id="{B5690215-2B4C-4375-8E7D-3B73496DDED1}"/>
                </a:ext>
              </a:extLst>
            </p:cNvPr>
            <p:cNvSpPr/>
            <p:nvPr/>
          </p:nvSpPr>
          <p:spPr>
            <a:xfrm>
              <a:off x="12121757" y="8861401"/>
              <a:ext cx="310896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997" name="Hexagon 2996">
              <a:extLst>
                <a:ext uri="{FF2B5EF4-FFF2-40B4-BE49-F238E27FC236}">
                  <a16:creationId xmlns:a16="http://schemas.microsoft.com/office/drawing/2014/main" id="{1AE359B6-7060-4803-BF59-D13954A72868}"/>
                </a:ext>
              </a:extLst>
            </p:cNvPr>
            <p:cNvSpPr/>
            <p:nvPr/>
          </p:nvSpPr>
          <p:spPr>
            <a:xfrm>
              <a:off x="12355631" y="8767789"/>
              <a:ext cx="310896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998" name="Hexagon 2997">
              <a:extLst>
                <a:ext uri="{FF2B5EF4-FFF2-40B4-BE49-F238E27FC236}">
                  <a16:creationId xmlns:a16="http://schemas.microsoft.com/office/drawing/2014/main" id="{AF371875-7C06-4A6F-B041-95D2DE3FE803}"/>
                </a:ext>
              </a:extLst>
            </p:cNvPr>
            <p:cNvSpPr/>
            <p:nvPr/>
          </p:nvSpPr>
          <p:spPr>
            <a:xfrm>
              <a:off x="12595276" y="9222901"/>
              <a:ext cx="310896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999" name="Hexagon 2998">
              <a:extLst>
                <a:ext uri="{FF2B5EF4-FFF2-40B4-BE49-F238E27FC236}">
                  <a16:creationId xmlns:a16="http://schemas.microsoft.com/office/drawing/2014/main" id="{83E8F622-3793-4734-815C-FDA4EDBA64BF}"/>
                </a:ext>
              </a:extLst>
            </p:cNvPr>
            <p:cNvSpPr/>
            <p:nvPr/>
          </p:nvSpPr>
          <p:spPr>
            <a:xfrm>
              <a:off x="12598437" y="9415581"/>
              <a:ext cx="310896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1525" name="Hexagon 1524">
              <a:extLst>
                <a:ext uri="{FF2B5EF4-FFF2-40B4-BE49-F238E27FC236}">
                  <a16:creationId xmlns:a16="http://schemas.microsoft.com/office/drawing/2014/main" id="{369073A6-C785-4608-9872-9E8AF0D5BB63}"/>
                </a:ext>
              </a:extLst>
            </p:cNvPr>
            <p:cNvSpPr/>
            <p:nvPr/>
          </p:nvSpPr>
          <p:spPr>
            <a:xfrm>
              <a:off x="5722475" y="8041353"/>
              <a:ext cx="30175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586" name="Hexagon 2585">
              <a:extLst>
                <a:ext uri="{FF2B5EF4-FFF2-40B4-BE49-F238E27FC236}">
                  <a16:creationId xmlns:a16="http://schemas.microsoft.com/office/drawing/2014/main" id="{AA31D610-4182-4B0C-8EB3-E1939F1A6672}"/>
                </a:ext>
              </a:extLst>
            </p:cNvPr>
            <p:cNvSpPr/>
            <p:nvPr/>
          </p:nvSpPr>
          <p:spPr>
            <a:xfrm>
              <a:off x="3332531" y="1955564"/>
              <a:ext cx="325984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40000"/>
                <a:lumOff val="60000"/>
              </a:schemeClr>
            </a:solidFill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624" name="Hexagon 2623">
              <a:extLst>
                <a:ext uri="{FF2B5EF4-FFF2-40B4-BE49-F238E27FC236}">
                  <a16:creationId xmlns:a16="http://schemas.microsoft.com/office/drawing/2014/main" id="{49F03A93-E467-4E1B-AD12-48AC134A4F3B}"/>
                </a:ext>
              </a:extLst>
            </p:cNvPr>
            <p:cNvSpPr/>
            <p:nvPr/>
          </p:nvSpPr>
          <p:spPr>
            <a:xfrm>
              <a:off x="2409954" y="4725651"/>
              <a:ext cx="30175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40000"/>
                <a:lumOff val="60000"/>
              </a:schemeClr>
            </a:solidFill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731" name="Hexagon 2730">
              <a:extLst>
                <a:ext uri="{FF2B5EF4-FFF2-40B4-BE49-F238E27FC236}">
                  <a16:creationId xmlns:a16="http://schemas.microsoft.com/office/drawing/2014/main" id="{6D07B604-89E9-486E-9506-CD2B739EB196}"/>
                </a:ext>
              </a:extLst>
            </p:cNvPr>
            <p:cNvSpPr/>
            <p:nvPr/>
          </p:nvSpPr>
          <p:spPr>
            <a:xfrm>
              <a:off x="4303277" y="7114819"/>
              <a:ext cx="316849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40000"/>
                <a:lumOff val="60000"/>
              </a:schemeClr>
            </a:solidFill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817" name="Hexagon 2816">
              <a:extLst>
                <a:ext uri="{FF2B5EF4-FFF2-40B4-BE49-F238E27FC236}">
                  <a16:creationId xmlns:a16="http://schemas.microsoft.com/office/drawing/2014/main" id="{0DBBA1F3-906C-448F-83E7-2A02271CA9D2}"/>
                </a:ext>
              </a:extLst>
            </p:cNvPr>
            <p:cNvSpPr/>
            <p:nvPr/>
          </p:nvSpPr>
          <p:spPr>
            <a:xfrm>
              <a:off x="9263733" y="7746507"/>
              <a:ext cx="30175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40000"/>
                <a:lumOff val="60000"/>
              </a:schemeClr>
            </a:solidFill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868" name="Hexagon 2867">
              <a:extLst>
                <a:ext uri="{FF2B5EF4-FFF2-40B4-BE49-F238E27FC236}">
                  <a16:creationId xmlns:a16="http://schemas.microsoft.com/office/drawing/2014/main" id="{92A790B7-3AA8-4519-A91C-71D3F6BF2F9A}"/>
                </a:ext>
              </a:extLst>
            </p:cNvPr>
            <p:cNvSpPr/>
            <p:nvPr/>
          </p:nvSpPr>
          <p:spPr>
            <a:xfrm>
              <a:off x="10688872" y="9579591"/>
              <a:ext cx="30175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40000"/>
                <a:lumOff val="60000"/>
              </a:schemeClr>
            </a:solidFill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</p:grpSp>
      <p:grpSp>
        <p:nvGrpSpPr>
          <p:cNvPr id="2910" name="组合 2909" hidden="1">
            <a:extLst>
              <a:ext uri="{FF2B5EF4-FFF2-40B4-BE49-F238E27FC236}">
                <a16:creationId xmlns:a16="http://schemas.microsoft.com/office/drawing/2014/main" id="{4F76BE32-44D1-498D-8716-489892E0740B}"/>
              </a:ext>
            </a:extLst>
          </p:cNvPr>
          <p:cNvGrpSpPr/>
          <p:nvPr/>
        </p:nvGrpSpPr>
        <p:grpSpPr>
          <a:xfrm>
            <a:off x="-404673" y="349939"/>
            <a:ext cx="13014352" cy="10489635"/>
            <a:chOff x="-221793" y="212779"/>
            <a:chExt cx="13014352" cy="10489635"/>
          </a:xfrm>
        </p:grpSpPr>
        <p:cxnSp>
          <p:nvCxnSpPr>
            <p:cNvPr id="2911" name="Straight Connector 452">
              <a:extLst>
                <a:ext uri="{FF2B5EF4-FFF2-40B4-BE49-F238E27FC236}">
                  <a16:creationId xmlns:a16="http://schemas.microsoft.com/office/drawing/2014/main" id="{C6000FCF-FF4C-4026-AC5A-8DFF13AE82F4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69949" y="9414283"/>
              <a:ext cx="1894418" cy="736169"/>
            </a:xfrm>
            <a:prstGeom prst="line">
              <a:avLst/>
            </a:prstGeom>
            <a:ln w="38100">
              <a:solidFill>
                <a:schemeClr val="tx1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12" name="Straight Connector 452">
              <a:extLst>
                <a:ext uri="{FF2B5EF4-FFF2-40B4-BE49-F238E27FC236}">
                  <a16:creationId xmlns:a16="http://schemas.microsoft.com/office/drawing/2014/main" id="{945C4E6F-4A75-465E-9D1E-1372BC9B00EE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2564367" y="8753451"/>
              <a:ext cx="1657350" cy="662244"/>
            </a:xfrm>
            <a:prstGeom prst="line">
              <a:avLst/>
            </a:prstGeom>
            <a:ln w="38100">
              <a:solidFill>
                <a:schemeClr val="tx1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13" name="Straight Connector 452">
              <a:extLst>
                <a:ext uri="{FF2B5EF4-FFF2-40B4-BE49-F238E27FC236}">
                  <a16:creationId xmlns:a16="http://schemas.microsoft.com/office/drawing/2014/main" id="{7F963925-E06D-431B-BCDB-245365F9EC7D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4221716" y="8571417"/>
              <a:ext cx="0" cy="182034"/>
            </a:xfrm>
            <a:prstGeom prst="line">
              <a:avLst/>
            </a:prstGeom>
            <a:ln w="38100">
              <a:solidFill>
                <a:schemeClr val="tx1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14" name="Straight Connector 452">
              <a:extLst>
                <a:ext uri="{FF2B5EF4-FFF2-40B4-BE49-F238E27FC236}">
                  <a16:creationId xmlns:a16="http://schemas.microsoft.com/office/drawing/2014/main" id="{F1704716-D957-4397-8ADC-858322169A11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3980416" y="7953351"/>
              <a:ext cx="29633" cy="541866"/>
            </a:xfrm>
            <a:prstGeom prst="line">
              <a:avLst/>
            </a:prstGeom>
            <a:ln w="28575" cap="flat" cmpd="sng" algn="ctr">
              <a:solidFill>
                <a:schemeClr val="accent4"/>
              </a:solidFill>
              <a:prstDash val="dash"/>
              <a:round/>
              <a:headEnd type="none" w="med" len="med"/>
              <a:tailEnd type="non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tx1"/>
            </a:fontRef>
          </p:style>
        </p:cxnSp>
        <p:cxnSp>
          <p:nvCxnSpPr>
            <p:cNvPr id="2915" name="Straight Connector 452">
              <a:extLst>
                <a:ext uri="{FF2B5EF4-FFF2-40B4-BE49-F238E27FC236}">
                  <a16:creationId xmlns:a16="http://schemas.microsoft.com/office/drawing/2014/main" id="{64015B1F-3FD1-4F6D-A467-04BC33A3822A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4010049" y="8495217"/>
              <a:ext cx="211667" cy="76200"/>
            </a:xfrm>
            <a:prstGeom prst="line">
              <a:avLst/>
            </a:prstGeom>
            <a:ln w="38100">
              <a:solidFill>
                <a:schemeClr val="tx1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16" name="Straight Connector 452">
              <a:extLst>
                <a:ext uri="{FF2B5EF4-FFF2-40B4-BE49-F238E27FC236}">
                  <a16:creationId xmlns:a16="http://schemas.microsoft.com/office/drawing/2014/main" id="{2BCDD034-F0D7-4879-8091-4BBDF4EE9A52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3980416" y="7580818"/>
              <a:ext cx="1" cy="372533"/>
            </a:xfrm>
            <a:prstGeom prst="line">
              <a:avLst/>
            </a:prstGeom>
            <a:ln w="38100">
              <a:solidFill>
                <a:srgbClr val="00B0F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17" name="Straight Connector 452">
              <a:extLst>
                <a:ext uri="{FF2B5EF4-FFF2-40B4-BE49-F238E27FC236}">
                  <a16:creationId xmlns:a16="http://schemas.microsoft.com/office/drawing/2014/main" id="{8EA88703-B037-43FA-B015-A6839D698C85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3741153" y="7500588"/>
              <a:ext cx="239262" cy="97164"/>
            </a:xfrm>
            <a:prstGeom prst="line">
              <a:avLst/>
            </a:prstGeom>
            <a:ln w="38100">
              <a:solidFill>
                <a:srgbClr val="00B0F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18" name="Straight Connector 452">
              <a:extLst>
                <a:ext uri="{FF2B5EF4-FFF2-40B4-BE49-F238E27FC236}">
                  <a16:creationId xmlns:a16="http://schemas.microsoft.com/office/drawing/2014/main" id="{1B5BE7D7-5CB1-400C-91F5-33424D92D4D5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3741153" y="7309884"/>
              <a:ext cx="1" cy="182107"/>
            </a:xfrm>
            <a:prstGeom prst="line">
              <a:avLst/>
            </a:prstGeom>
            <a:ln w="38100">
              <a:solidFill>
                <a:srgbClr val="00B0F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19" name="Straight Connector 452">
              <a:extLst>
                <a:ext uri="{FF2B5EF4-FFF2-40B4-BE49-F238E27FC236}">
                  <a16:creationId xmlns:a16="http://schemas.microsoft.com/office/drawing/2014/main" id="{E2787133-0995-4B9E-9D56-62032D0F3E88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3514749" y="7214532"/>
              <a:ext cx="226406" cy="98781"/>
            </a:xfrm>
            <a:prstGeom prst="line">
              <a:avLst/>
            </a:prstGeom>
            <a:ln w="38100">
              <a:solidFill>
                <a:srgbClr val="00B0F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20" name="Straight Connector 452">
              <a:extLst>
                <a:ext uri="{FF2B5EF4-FFF2-40B4-BE49-F238E27FC236}">
                  <a16:creationId xmlns:a16="http://schemas.microsoft.com/office/drawing/2014/main" id="{A3B0DA25-C294-43F2-A473-7D7378994ECF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3514749" y="7039315"/>
              <a:ext cx="0" cy="175219"/>
            </a:xfrm>
            <a:prstGeom prst="line">
              <a:avLst/>
            </a:prstGeom>
            <a:ln w="38100">
              <a:solidFill>
                <a:srgbClr val="00B0F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21" name="Straight Connector 452">
              <a:extLst>
                <a:ext uri="{FF2B5EF4-FFF2-40B4-BE49-F238E27FC236}">
                  <a16:creationId xmlns:a16="http://schemas.microsoft.com/office/drawing/2014/main" id="{07663556-7F13-4BB0-9523-F4CD6251C396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3528762" y="6747552"/>
              <a:ext cx="692954" cy="291763"/>
            </a:xfrm>
            <a:prstGeom prst="line">
              <a:avLst/>
            </a:prstGeom>
            <a:ln w="38100">
              <a:solidFill>
                <a:srgbClr val="00B0F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22" name="Straight Connector 452">
              <a:extLst>
                <a:ext uri="{FF2B5EF4-FFF2-40B4-BE49-F238E27FC236}">
                  <a16:creationId xmlns:a16="http://schemas.microsoft.com/office/drawing/2014/main" id="{8849D425-4B6C-4EF8-9E51-AD7D1CE71438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4212658" y="6549656"/>
              <a:ext cx="0" cy="197897"/>
            </a:xfrm>
            <a:prstGeom prst="line">
              <a:avLst/>
            </a:prstGeom>
            <a:ln w="38100">
              <a:solidFill>
                <a:srgbClr val="00B0F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23" name="Straight Connector 452">
              <a:extLst>
                <a:ext uri="{FF2B5EF4-FFF2-40B4-BE49-F238E27FC236}">
                  <a16:creationId xmlns:a16="http://schemas.microsoft.com/office/drawing/2014/main" id="{328B8A77-6A43-43C6-9FEC-834F8C365B74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3514749" y="6294474"/>
              <a:ext cx="706967" cy="297135"/>
            </a:xfrm>
            <a:prstGeom prst="line">
              <a:avLst/>
            </a:prstGeom>
            <a:ln w="38100">
              <a:solidFill>
                <a:srgbClr val="00B0F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24" name="Straight Connector 452">
              <a:extLst>
                <a:ext uri="{FF2B5EF4-FFF2-40B4-BE49-F238E27FC236}">
                  <a16:creationId xmlns:a16="http://schemas.microsoft.com/office/drawing/2014/main" id="{67FF96F9-E55A-4DBD-BF27-2BA44E5C4074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3494567" y="5768163"/>
              <a:ext cx="1" cy="530710"/>
            </a:xfrm>
            <a:prstGeom prst="line">
              <a:avLst/>
            </a:prstGeom>
            <a:ln w="38100">
              <a:solidFill>
                <a:srgbClr val="00B0F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25" name="Straight Connector 452">
              <a:extLst>
                <a:ext uri="{FF2B5EF4-FFF2-40B4-BE49-F238E27FC236}">
                  <a16:creationId xmlns:a16="http://schemas.microsoft.com/office/drawing/2014/main" id="{1CF74F3C-2109-4D38-A9B9-A51CD8482C2D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3494568" y="5651205"/>
              <a:ext cx="246585" cy="116958"/>
            </a:xfrm>
            <a:prstGeom prst="line">
              <a:avLst/>
            </a:prstGeom>
            <a:ln w="38100">
              <a:solidFill>
                <a:srgbClr val="00B0F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26" name="Straight Connector 452">
              <a:extLst>
                <a:ext uri="{FF2B5EF4-FFF2-40B4-BE49-F238E27FC236}">
                  <a16:creationId xmlns:a16="http://schemas.microsoft.com/office/drawing/2014/main" id="{F7A91F85-F9A6-4F46-8859-E9C2AC2237CF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3733830" y="5546786"/>
              <a:ext cx="246585" cy="116958"/>
            </a:xfrm>
            <a:prstGeom prst="line">
              <a:avLst/>
            </a:prstGeom>
            <a:ln w="38100">
              <a:solidFill>
                <a:srgbClr val="00B0F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27" name="Straight Connector 452">
              <a:extLst>
                <a:ext uri="{FF2B5EF4-FFF2-40B4-BE49-F238E27FC236}">
                  <a16:creationId xmlns:a16="http://schemas.microsoft.com/office/drawing/2014/main" id="{385F5356-DA04-4102-BA1E-7B9D9725F374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3733830" y="5470586"/>
              <a:ext cx="232243" cy="78562"/>
            </a:xfrm>
            <a:prstGeom prst="line">
              <a:avLst/>
            </a:prstGeom>
            <a:ln w="38100">
              <a:solidFill>
                <a:srgbClr val="00B0F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28" name="Straight Connector 452">
              <a:extLst>
                <a:ext uri="{FF2B5EF4-FFF2-40B4-BE49-F238E27FC236}">
                  <a16:creationId xmlns:a16="http://schemas.microsoft.com/office/drawing/2014/main" id="{CB07A6B0-815C-41D8-B1A6-67A05ECA58C7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3761005" y="5114987"/>
              <a:ext cx="1" cy="361700"/>
            </a:xfrm>
            <a:prstGeom prst="line">
              <a:avLst/>
            </a:prstGeom>
            <a:ln w="38100">
              <a:solidFill>
                <a:srgbClr val="00B0F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29" name="Straight Connector 452">
              <a:extLst>
                <a:ext uri="{FF2B5EF4-FFF2-40B4-BE49-F238E27FC236}">
                  <a16:creationId xmlns:a16="http://schemas.microsoft.com/office/drawing/2014/main" id="{DBFEE9E6-22A3-42B5-9235-B9FD87ED40F1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3763464" y="4645123"/>
              <a:ext cx="231768" cy="465666"/>
            </a:xfrm>
            <a:prstGeom prst="line">
              <a:avLst/>
            </a:prstGeom>
            <a:ln w="9525" cap="flat" cmpd="sng" algn="ctr">
              <a:solidFill>
                <a:schemeClr val="accent4"/>
              </a:solidFill>
              <a:prstDash val="dash"/>
              <a:round/>
              <a:headEnd type="none" w="med" len="med"/>
              <a:tailEnd type="non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tx1"/>
            </a:fontRef>
          </p:style>
        </p:cxnSp>
        <p:cxnSp>
          <p:nvCxnSpPr>
            <p:cNvPr id="2930" name="Straight Connector 452">
              <a:extLst>
                <a:ext uri="{FF2B5EF4-FFF2-40B4-BE49-F238E27FC236}">
                  <a16:creationId xmlns:a16="http://schemas.microsoft.com/office/drawing/2014/main" id="{93119F4F-ADE5-4570-81D9-C74DE1F14288}"/>
                </a:ext>
              </a:extLst>
            </p:cNvPr>
            <p:cNvCxnSpPr>
              <a:cxnSpLocks/>
            </p:cNvCxnSpPr>
            <p:nvPr/>
          </p:nvCxnSpPr>
          <p:spPr>
            <a:xfrm>
              <a:off x="3741153" y="1406617"/>
              <a:ext cx="274687" cy="100395"/>
            </a:xfrm>
            <a:prstGeom prst="line">
              <a:avLst/>
            </a:prstGeom>
            <a:ln w="38100">
              <a:solidFill>
                <a:srgbClr val="00B0F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31" name="Straight Connector 452">
              <a:extLst>
                <a:ext uri="{FF2B5EF4-FFF2-40B4-BE49-F238E27FC236}">
                  <a16:creationId xmlns:a16="http://schemas.microsoft.com/office/drawing/2014/main" id="{ED315717-10CB-42ED-AB21-3F122449F81F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4218022" y="1128135"/>
              <a:ext cx="680226" cy="263148"/>
            </a:xfrm>
            <a:prstGeom prst="line">
              <a:avLst/>
            </a:prstGeom>
            <a:ln w="38100" cap="flat" cmpd="sng" algn="ctr">
              <a:solidFill>
                <a:schemeClr val="accent4"/>
              </a:solidFill>
              <a:prstDash val="dash"/>
              <a:round/>
              <a:headEnd type="none" w="med" len="med"/>
              <a:tailEnd type="non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tx1"/>
            </a:fontRef>
          </p:style>
        </p:cxnSp>
        <p:cxnSp>
          <p:nvCxnSpPr>
            <p:cNvPr id="2932" name="Straight Connector 452">
              <a:extLst>
                <a:ext uri="{FF2B5EF4-FFF2-40B4-BE49-F238E27FC236}">
                  <a16:creationId xmlns:a16="http://schemas.microsoft.com/office/drawing/2014/main" id="{EC012F37-FC98-4E3C-A980-1262434EC8B6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3225800" y="1421889"/>
              <a:ext cx="552185" cy="187180"/>
            </a:xfrm>
            <a:prstGeom prst="line">
              <a:avLst/>
            </a:prstGeom>
            <a:ln w="38100">
              <a:solidFill>
                <a:srgbClr val="00B0F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33" name="Straight Connector 452">
              <a:extLst>
                <a:ext uri="{FF2B5EF4-FFF2-40B4-BE49-F238E27FC236}">
                  <a16:creationId xmlns:a16="http://schemas.microsoft.com/office/drawing/2014/main" id="{B1DADE3F-CE49-4AC0-8BEB-BB9D90F8C95A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3252659" y="1594853"/>
              <a:ext cx="0" cy="545096"/>
            </a:xfrm>
            <a:prstGeom prst="line">
              <a:avLst/>
            </a:prstGeom>
            <a:ln w="38100">
              <a:solidFill>
                <a:srgbClr val="00B0F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34" name="Straight Connector 452">
              <a:extLst>
                <a:ext uri="{FF2B5EF4-FFF2-40B4-BE49-F238E27FC236}">
                  <a16:creationId xmlns:a16="http://schemas.microsoft.com/office/drawing/2014/main" id="{8D3E4E69-2865-481A-8B26-212E223B5EBD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3022600" y="2139951"/>
              <a:ext cx="230059" cy="86509"/>
            </a:xfrm>
            <a:prstGeom prst="line">
              <a:avLst/>
            </a:prstGeom>
            <a:ln w="38100">
              <a:solidFill>
                <a:srgbClr val="00B0F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35" name="Straight Connector 452">
              <a:extLst>
                <a:ext uri="{FF2B5EF4-FFF2-40B4-BE49-F238E27FC236}">
                  <a16:creationId xmlns:a16="http://schemas.microsoft.com/office/drawing/2014/main" id="{EAD62F6B-5475-4874-842C-D7E504B25859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3022600" y="2226460"/>
              <a:ext cx="0" cy="1316841"/>
            </a:xfrm>
            <a:prstGeom prst="line">
              <a:avLst/>
            </a:prstGeom>
            <a:ln w="38100">
              <a:solidFill>
                <a:srgbClr val="00B0F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36" name="Straight Connector 452">
              <a:extLst>
                <a:ext uri="{FF2B5EF4-FFF2-40B4-BE49-F238E27FC236}">
                  <a16:creationId xmlns:a16="http://schemas.microsoft.com/office/drawing/2014/main" id="{478B67CD-D812-4A59-A396-421835C160A8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757936" y="3543300"/>
              <a:ext cx="264664" cy="78568"/>
            </a:xfrm>
            <a:prstGeom prst="line">
              <a:avLst/>
            </a:prstGeom>
            <a:ln w="38100">
              <a:solidFill>
                <a:srgbClr val="00B0F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37" name="Straight Connector 452">
              <a:extLst>
                <a:ext uri="{FF2B5EF4-FFF2-40B4-BE49-F238E27FC236}">
                  <a16:creationId xmlns:a16="http://schemas.microsoft.com/office/drawing/2014/main" id="{7C905121-45FE-4785-9E12-3064240F67B8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3980416" y="7591086"/>
              <a:ext cx="935664" cy="367532"/>
            </a:xfrm>
            <a:prstGeom prst="line">
              <a:avLst/>
            </a:prstGeom>
            <a:ln w="38100">
              <a:solidFill>
                <a:schemeClr val="accent2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38" name="Straight Connector 452">
              <a:extLst>
                <a:ext uri="{FF2B5EF4-FFF2-40B4-BE49-F238E27FC236}">
                  <a16:creationId xmlns:a16="http://schemas.microsoft.com/office/drawing/2014/main" id="{B9E5F9AB-6FDD-452C-BE4E-50D3A44C87C1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4880944" y="7597054"/>
              <a:ext cx="776905" cy="276946"/>
            </a:xfrm>
            <a:prstGeom prst="line">
              <a:avLst/>
            </a:prstGeom>
            <a:ln w="38100">
              <a:solidFill>
                <a:schemeClr val="accent2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39" name="Straight Connector 452">
              <a:extLst>
                <a:ext uri="{FF2B5EF4-FFF2-40B4-BE49-F238E27FC236}">
                  <a16:creationId xmlns:a16="http://schemas.microsoft.com/office/drawing/2014/main" id="{969E0E8D-273D-4396-89D0-7A70642F596A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628171" y="7870801"/>
              <a:ext cx="1" cy="161949"/>
            </a:xfrm>
            <a:prstGeom prst="line">
              <a:avLst/>
            </a:prstGeom>
            <a:ln w="38100">
              <a:solidFill>
                <a:schemeClr val="accent2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40" name="Straight Connector 452">
              <a:extLst>
                <a:ext uri="{FF2B5EF4-FFF2-40B4-BE49-F238E27FC236}">
                  <a16:creationId xmlns:a16="http://schemas.microsoft.com/office/drawing/2014/main" id="{8ECD2A1F-0E6B-437F-90D4-12C8D85923EE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5626556" y="8047543"/>
              <a:ext cx="262105" cy="108153"/>
            </a:xfrm>
            <a:prstGeom prst="line">
              <a:avLst/>
            </a:prstGeom>
            <a:ln w="38100">
              <a:solidFill>
                <a:schemeClr val="accent2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41" name="Straight Connector 452">
              <a:extLst>
                <a:ext uri="{FF2B5EF4-FFF2-40B4-BE49-F238E27FC236}">
                  <a16:creationId xmlns:a16="http://schemas.microsoft.com/office/drawing/2014/main" id="{5B5DA824-2844-4B8C-B00A-B71ADC2F04D3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5882977" y="8028748"/>
              <a:ext cx="230683" cy="126947"/>
            </a:xfrm>
            <a:prstGeom prst="line">
              <a:avLst/>
            </a:prstGeom>
            <a:ln w="38100">
              <a:solidFill>
                <a:schemeClr val="accent2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42" name="Straight Connector 452">
              <a:extLst>
                <a:ext uri="{FF2B5EF4-FFF2-40B4-BE49-F238E27FC236}">
                  <a16:creationId xmlns:a16="http://schemas.microsoft.com/office/drawing/2014/main" id="{384391AD-FFA0-4172-9C54-DD0C0A6E228A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831953" y="7676708"/>
              <a:ext cx="724252" cy="292543"/>
            </a:xfrm>
            <a:prstGeom prst="line">
              <a:avLst/>
            </a:prstGeom>
            <a:ln w="38100" cap="flat" cmpd="sng" algn="ctr">
              <a:solidFill>
                <a:schemeClr val="accent2"/>
              </a:solidFill>
              <a:prstDash val="dash"/>
              <a:round/>
              <a:headEnd type="none" w="med" len="med"/>
              <a:tailEnd type="non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tx1"/>
            </a:fontRef>
          </p:style>
        </p:cxnSp>
        <p:cxnSp>
          <p:nvCxnSpPr>
            <p:cNvPr id="2943" name="Straight Connector 452">
              <a:extLst>
                <a:ext uri="{FF2B5EF4-FFF2-40B4-BE49-F238E27FC236}">
                  <a16:creationId xmlns:a16="http://schemas.microsoft.com/office/drawing/2014/main" id="{F960C93A-3EB8-43D6-8C88-BC3E0542F643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7556206" y="7660786"/>
              <a:ext cx="450700" cy="183995"/>
            </a:xfrm>
            <a:prstGeom prst="line">
              <a:avLst/>
            </a:prstGeom>
            <a:ln w="38100">
              <a:solidFill>
                <a:schemeClr val="accent2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44" name="Straight Connector 452">
              <a:extLst>
                <a:ext uri="{FF2B5EF4-FFF2-40B4-BE49-F238E27FC236}">
                  <a16:creationId xmlns:a16="http://schemas.microsoft.com/office/drawing/2014/main" id="{FBEA9D43-1F95-4921-8F72-D96EC1DFE32E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8006906" y="7870801"/>
              <a:ext cx="0" cy="353484"/>
            </a:xfrm>
            <a:prstGeom prst="line">
              <a:avLst/>
            </a:prstGeom>
            <a:ln w="38100">
              <a:solidFill>
                <a:schemeClr val="accent2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45" name="Straight Connector 452">
              <a:extLst>
                <a:ext uri="{FF2B5EF4-FFF2-40B4-BE49-F238E27FC236}">
                  <a16:creationId xmlns:a16="http://schemas.microsoft.com/office/drawing/2014/main" id="{6B6C4ECD-C296-4AD4-9E57-579C68E8B522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8014584" y="8179833"/>
              <a:ext cx="215016" cy="113562"/>
            </a:xfrm>
            <a:prstGeom prst="line">
              <a:avLst/>
            </a:prstGeom>
            <a:ln w="38100">
              <a:solidFill>
                <a:schemeClr val="accent2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46" name="Straight Connector 452">
              <a:extLst>
                <a:ext uri="{FF2B5EF4-FFF2-40B4-BE49-F238E27FC236}">
                  <a16:creationId xmlns:a16="http://schemas.microsoft.com/office/drawing/2014/main" id="{832A510A-1B1C-419D-AD53-EFB14F5DB1A3}"/>
                </a:ext>
              </a:extLst>
            </p:cNvPr>
            <p:cNvCxnSpPr>
              <a:cxnSpLocks/>
            </p:cNvCxnSpPr>
            <p:nvPr/>
          </p:nvCxnSpPr>
          <p:spPr>
            <a:xfrm>
              <a:off x="9646241" y="7935418"/>
              <a:ext cx="4749" cy="556337"/>
            </a:xfrm>
            <a:prstGeom prst="line">
              <a:avLst/>
            </a:prstGeom>
            <a:ln w="38100">
              <a:solidFill>
                <a:schemeClr val="accent2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47" name="Straight Connector 452">
              <a:extLst>
                <a:ext uri="{FF2B5EF4-FFF2-40B4-BE49-F238E27FC236}">
                  <a16:creationId xmlns:a16="http://schemas.microsoft.com/office/drawing/2014/main" id="{0047C1FE-2AED-479D-8238-51744A753BD6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9905264" y="7282774"/>
              <a:ext cx="17834" cy="185250"/>
            </a:xfrm>
            <a:prstGeom prst="line">
              <a:avLst/>
            </a:prstGeom>
            <a:ln w="38100">
              <a:solidFill>
                <a:schemeClr val="accent2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56" name="Straight Connector 452">
              <a:extLst>
                <a:ext uri="{FF2B5EF4-FFF2-40B4-BE49-F238E27FC236}">
                  <a16:creationId xmlns:a16="http://schemas.microsoft.com/office/drawing/2014/main" id="{F33EF079-46D2-4921-9CC6-D7655D7DE914}"/>
                </a:ext>
              </a:extLst>
            </p:cNvPr>
            <p:cNvCxnSpPr>
              <a:cxnSpLocks/>
            </p:cNvCxnSpPr>
            <p:nvPr/>
          </p:nvCxnSpPr>
          <p:spPr>
            <a:xfrm>
              <a:off x="10147058" y="6304221"/>
              <a:ext cx="0" cy="959702"/>
            </a:xfrm>
            <a:prstGeom prst="line">
              <a:avLst/>
            </a:prstGeom>
            <a:ln w="38100">
              <a:solidFill>
                <a:schemeClr val="accent2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57" name="Straight Connector 452">
              <a:extLst>
                <a:ext uri="{FF2B5EF4-FFF2-40B4-BE49-F238E27FC236}">
                  <a16:creationId xmlns:a16="http://schemas.microsoft.com/office/drawing/2014/main" id="{B0F11444-0191-4E8C-814C-555A41299510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0150549" y="6110177"/>
              <a:ext cx="446567" cy="184297"/>
            </a:xfrm>
            <a:prstGeom prst="line">
              <a:avLst/>
            </a:prstGeom>
            <a:ln w="38100">
              <a:solidFill>
                <a:schemeClr val="accent2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58" name="Straight Connector 452">
              <a:extLst>
                <a:ext uri="{FF2B5EF4-FFF2-40B4-BE49-F238E27FC236}">
                  <a16:creationId xmlns:a16="http://schemas.microsoft.com/office/drawing/2014/main" id="{3E109C0B-87F9-4502-8EAC-E0496302B732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0593574" y="5709684"/>
              <a:ext cx="244547" cy="400493"/>
            </a:xfrm>
            <a:prstGeom prst="line">
              <a:avLst/>
            </a:prstGeom>
            <a:ln w="34925" cap="flat" cmpd="sng" algn="ctr">
              <a:solidFill>
                <a:srgbClr val="FFFF00"/>
              </a:solidFill>
              <a:prstDash val="dash"/>
              <a:round/>
              <a:headEnd type="none" w="med" len="med"/>
              <a:tailEnd type="non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tx1"/>
            </a:fontRef>
          </p:style>
        </p:cxnSp>
        <p:cxnSp>
          <p:nvCxnSpPr>
            <p:cNvPr id="2959" name="Straight Connector 452">
              <a:extLst>
                <a:ext uri="{FF2B5EF4-FFF2-40B4-BE49-F238E27FC236}">
                  <a16:creationId xmlns:a16="http://schemas.microsoft.com/office/drawing/2014/main" id="{98F0B2B0-DD8E-4628-9EBD-EBD450C6C715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0838122" y="5546786"/>
              <a:ext cx="226827" cy="116958"/>
            </a:xfrm>
            <a:prstGeom prst="line">
              <a:avLst/>
            </a:prstGeom>
            <a:ln w="38100">
              <a:solidFill>
                <a:schemeClr val="accent2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60" name="Straight Connector 452">
              <a:extLst>
                <a:ext uri="{FF2B5EF4-FFF2-40B4-BE49-F238E27FC236}">
                  <a16:creationId xmlns:a16="http://schemas.microsoft.com/office/drawing/2014/main" id="{68819C57-72AF-48BD-B941-6B4A6992BB87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11064950" y="5529066"/>
              <a:ext cx="493933" cy="207800"/>
            </a:xfrm>
            <a:prstGeom prst="line">
              <a:avLst/>
            </a:prstGeom>
            <a:ln w="38100">
              <a:solidFill>
                <a:schemeClr val="accent2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61" name="Straight Connector 452">
              <a:extLst>
                <a:ext uri="{FF2B5EF4-FFF2-40B4-BE49-F238E27FC236}">
                  <a16:creationId xmlns:a16="http://schemas.microsoft.com/office/drawing/2014/main" id="{4883625E-7321-455D-AB07-ECCADB5EAC51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1799503" y="5975407"/>
              <a:ext cx="1230" cy="559197"/>
            </a:xfrm>
            <a:prstGeom prst="line">
              <a:avLst/>
            </a:prstGeom>
            <a:ln w="38100">
              <a:solidFill>
                <a:schemeClr val="accent2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62" name="Straight Connector 452">
              <a:extLst>
                <a:ext uri="{FF2B5EF4-FFF2-40B4-BE49-F238E27FC236}">
                  <a16:creationId xmlns:a16="http://schemas.microsoft.com/office/drawing/2014/main" id="{87319A8D-EC58-49DC-B26A-5CF3F4007595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1064949" y="3459126"/>
              <a:ext cx="0" cy="2050741"/>
            </a:xfrm>
            <a:prstGeom prst="line">
              <a:avLst/>
            </a:prstGeom>
            <a:ln w="38100">
              <a:solidFill>
                <a:schemeClr val="accent2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63" name="Straight Connector 452">
              <a:extLst>
                <a:ext uri="{FF2B5EF4-FFF2-40B4-BE49-F238E27FC236}">
                  <a16:creationId xmlns:a16="http://schemas.microsoft.com/office/drawing/2014/main" id="{07F8A3C4-32D1-4396-9F14-0DC5FF430EAD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8229600" y="8293395"/>
              <a:ext cx="7677" cy="745806"/>
            </a:xfrm>
            <a:prstGeom prst="line">
              <a:avLst/>
            </a:prstGeom>
            <a:ln w="38100">
              <a:solidFill>
                <a:schemeClr val="accent2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64" name="Straight Connector 452">
              <a:extLst>
                <a:ext uri="{FF2B5EF4-FFF2-40B4-BE49-F238E27FC236}">
                  <a16:creationId xmlns:a16="http://schemas.microsoft.com/office/drawing/2014/main" id="{3E9F825E-5E52-46AF-AC8C-EE81DBB06D2E}"/>
                </a:ext>
              </a:extLst>
            </p:cNvPr>
            <p:cNvCxnSpPr>
              <a:cxnSpLocks/>
            </p:cNvCxnSpPr>
            <p:nvPr/>
          </p:nvCxnSpPr>
          <p:spPr>
            <a:xfrm>
              <a:off x="8244955" y="9039201"/>
              <a:ext cx="207338" cy="113562"/>
            </a:xfrm>
            <a:prstGeom prst="line">
              <a:avLst/>
            </a:prstGeom>
            <a:ln w="38100">
              <a:solidFill>
                <a:schemeClr val="accent2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65" name="Straight Connector 452">
              <a:extLst>
                <a:ext uri="{FF2B5EF4-FFF2-40B4-BE49-F238E27FC236}">
                  <a16:creationId xmlns:a16="http://schemas.microsoft.com/office/drawing/2014/main" id="{C883A0C6-6F9B-47B3-A8F5-613921D1EE5F}"/>
                </a:ext>
              </a:extLst>
            </p:cNvPr>
            <p:cNvCxnSpPr>
              <a:cxnSpLocks/>
            </p:cNvCxnSpPr>
            <p:nvPr/>
          </p:nvCxnSpPr>
          <p:spPr>
            <a:xfrm>
              <a:off x="8452293" y="9138488"/>
              <a:ext cx="7678" cy="142013"/>
            </a:xfrm>
            <a:prstGeom prst="line">
              <a:avLst/>
            </a:prstGeom>
            <a:ln w="38100">
              <a:solidFill>
                <a:schemeClr val="accent2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66" name="Straight Connector 452">
              <a:extLst>
                <a:ext uri="{FF2B5EF4-FFF2-40B4-BE49-F238E27FC236}">
                  <a16:creationId xmlns:a16="http://schemas.microsoft.com/office/drawing/2014/main" id="{D2C9557B-0280-48EE-B3DF-2ADB33CE7B9B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10391554" y="8772951"/>
              <a:ext cx="446567" cy="365538"/>
            </a:xfrm>
            <a:prstGeom prst="line">
              <a:avLst/>
            </a:prstGeom>
            <a:ln w="28575" cap="flat" cmpd="sng" algn="ctr">
              <a:solidFill>
                <a:schemeClr val="accent2"/>
              </a:solidFill>
              <a:prstDash val="dash"/>
              <a:round/>
              <a:headEnd type="none" w="med" len="med"/>
              <a:tailEnd type="non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tx1"/>
            </a:fontRef>
          </p:style>
        </p:cxnSp>
        <p:cxnSp>
          <p:nvCxnSpPr>
            <p:cNvPr id="2968" name="Straight Connector 452">
              <a:extLst>
                <a:ext uri="{FF2B5EF4-FFF2-40B4-BE49-F238E27FC236}">
                  <a16:creationId xmlns:a16="http://schemas.microsoft.com/office/drawing/2014/main" id="{88C77AEA-0897-4BC5-B01C-600C95ABBFFC}"/>
                </a:ext>
              </a:extLst>
            </p:cNvPr>
            <p:cNvCxnSpPr>
              <a:cxnSpLocks/>
            </p:cNvCxnSpPr>
            <p:nvPr/>
          </p:nvCxnSpPr>
          <p:spPr>
            <a:xfrm>
              <a:off x="10838121" y="9196103"/>
              <a:ext cx="0" cy="1060771"/>
            </a:xfrm>
            <a:prstGeom prst="line">
              <a:avLst/>
            </a:prstGeom>
            <a:ln w="38100">
              <a:solidFill>
                <a:schemeClr val="accent2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69" name="Straight Connector 452">
              <a:extLst>
                <a:ext uri="{FF2B5EF4-FFF2-40B4-BE49-F238E27FC236}">
                  <a16:creationId xmlns:a16="http://schemas.microsoft.com/office/drawing/2014/main" id="{7F774329-097B-404E-9831-D2CB0D460929}"/>
                </a:ext>
              </a:extLst>
            </p:cNvPr>
            <p:cNvCxnSpPr>
              <a:cxnSpLocks/>
            </p:cNvCxnSpPr>
            <p:nvPr/>
          </p:nvCxnSpPr>
          <p:spPr>
            <a:xfrm>
              <a:off x="10838121" y="10256874"/>
              <a:ext cx="226828" cy="0"/>
            </a:xfrm>
            <a:prstGeom prst="line">
              <a:avLst/>
            </a:prstGeom>
            <a:ln w="38100">
              <a:solidFill>
                <a:schemeClr val="accent2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70" name="Straight Connector 452">
              <a:extLst>
                <a:ext uri="{FF2B5EF4-FFF2-40B4-BE49-F238E27FC236}">
                  <a16:creationId xmlns:a16="http://schemas.microsoft.com/office/drawing/2014/main" id="{A5DC9AB3-B681-4974-96FC-08C7E72B574A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8459971" y="9024975"/>
              <a:ext cx="241155" cy="142013"/>
            </a:xfrm>
            <a:prstGeom prst="line">
              <a:avLst/>
            </a:prstGeom>
            <a:ln w="38100">
              <a:solidFill>
                <a:schemeClr val="accent2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71" name="Straight Connector 452">
              <a:extLst>
                <a:ext uri="{FF2B5EF4-FFF2-40B4-BE49-F238E27FC236}">
                  <a16:creationId xmlns:a16="http://schemas.microsoft.com/office/drawing/2014/main" id="{7B41B73B-F9F3-4994-99D3-C0D3DA124B92}"/>
                </a:ext>
              </a:extLst>
            </p:cNvPr>
            <p:cNvCxnSpPr>
              <a:cxnSpLocks/>
            </p:cNvCxnSpPr>
            <p:nvPr/>
          </p:nvCxnSpPr>
          <p:spPr>
            <a:xfrm>
              <a:off x="8711898" y="8855499"/>
              <a:ext cx="1" cy="167533"/>
            </a:xfrm>
            <a:prstGeom prst="line">
              <a:avLst/>
            </a:prstGeom>
            <a:ln w="38100">
              <a:solidFill>
                <a:schemeClr val="accent2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37" name="Straight Connector 452">
              <a:extLst>
                <a:ext uri="{FF2B5EF4-FFF2-40B4-BE49-F238E27FC236}">
                  <a16:creationId xmlns:a16="http://schemas.microsoft.com/office/drawing/2014/main" id="{549E8C6F-EB41-4C95-AD2E-28F1B9983CB8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8722673" y="8753451"/>
              <a:ext cx="230623" cy="83766"/>
            </a:xfrm>
            <a:prstGeom prst="line">
              <a:avLst/>
            </a:prstGeom>
            <a:ln w="38100">
              <a:solidFill>
                <a:schemeClr val="accent2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83" name="Straight Connector 452">
              <a:extLst>
                <a:ext uri="{FF2B5EF4-FFF2-40B4-BE49-F238E27FC236}">
                  <a16:creationId xmlns:a16="http://schemas.microsoft.com/office/drawing/2014/main" id="{8A7C58E7-529E-4199-A962-FE543317D37F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8927396" y="8494814"/>
              <a:ext cx="721446" cy="262273"/>
            </a:xfrm>
            <a:prstGeom prst="line">
              <a:avLst/>
            </a:prstGeom>
            <a:ln w="38100">
              <a:solidFill>
                <a:schemeClr val="accent2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84" name="Straight Connector 452">
              <a:extLst>
                <a:ext uri="{FF2B5EF4-FFF2-40B4-BE49-F238E27FC236}">
                  <a16:creationId xmlns:a16="http://schemas.microsoft.com/office/drawing/2014/main" id="{1924AED0-7498-4C4D-93FE-7B24BD4D40AB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9652460" y="8491951"/>
              <a:ext cx="717650" cy="261501"/>
            </a:xfrm>
            <a:prstGeom prst="line">
              <a:avLst/>
            </a:prstGeom>
            <a:ln w="38100">
              <a:solidFill>
                <a:schemeClr val="accent2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85" name="Straight Connector 452">
              <a:extLst>
                <a:ext uri="{FF2B5EF4-FFF2-40B4-BE49-F238E27FC236}">
                  <a16:creationId xmlns:a16="http://schemas.microsoft.com/office/drawing/2014/main" id="{8CAE7968-2E5F-4D96-BF37-362B26860D03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9638485" y="7549170"/>
              <a:ext cx="16221" cy="407514"/>
            </a:xfrm>
            <a:prstGeom prst="line">
              <a:avLst/>
            </a:prstGeom>
            <a:ln w="38100">
              <a:solidFill>
                <a:schemeClr val="accent2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09" name="Straight Connector 452">
              <a:extLst>
                <a:ext uri="{FF2B5EF4-FFF2-40B4-BE49-F238E27FC236}">
                  <a16:creationId xmlns:a16="http://schemas.microsoft.com/office/drawing/2014/main" id="{362F6233-0B05-4252-B209-52175F7031F7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9655852" y="7491991"/>
              <a:ext cx="228754" cy="54725"/>
            </a:xfrm>
            <a:prstGeom prst="line">
              <a:avLst/>
            </a:prstGeom>
            <a:ln w="38100">
              <a:solidFill>
                <a:schemeClr val="accent2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36" name="Straight Connector 452">
              <a:extLst>
                <a:ext uri="{FF2B5EF4-FFF2-40B4-BE49-F238E27FC236}">
                  <a16:creationId xmlns:a16="http://schemas.microsoft.com/office/drawing/2014/main" id="{183B8208-EE10-4678-B3DE-5F7917B0DD64}"/>
                </a:ext>
              </a:extLst>
            </p:cNvPr>
            <p:cNvCxnSpPr>
              <a:cxnSpLocks/>
            </p:cNvCxnSpPr>
            <p:nvPr/>
          </p:nvCxnSpPr>
          <p:spPr>
            <a:xfrm>
              <a:off x="2757936" y="3618929"/>
              <a:ext cx="531174" cy="192381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37" name="Straight Connector 452">
              <a:extLst>
                <a:ext uri="{FF2B5EF4-FFF2-40B4-BE49-F238E27FC236}">
                  <a16:creationId xmlns:a16="http://schemas.microsoft.com/office/drawing/2014/main" id="{DE403946-332E-4ED4-9C8D-DC5864C7CF6E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3263016" y="3443637"/>
              <a:ext cx="0" cy="349980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38" name="Straight Connector 452">
              <a:extLst>
                <a:ext uri="{FF2B5EF4-FFF2-40B4-BE49-F238E27FC236}">
                  <a16:creationId xmlns:a16="http://schemas.microsoft.com/office/drawing/2014/main" id="{4896F020-7747-4BDB-AF3C-24DDE824AA41}"/>
                </a:ext>
              </a:extLst>
            </p:cNvPr>
            <p:cNvCxnSpPr>
              <a:cxnSpLocks/>
            </p:cNvCxnSpPr>
            <p:nvPr/>
          </p:nvCxnSpPr>
          <p:spPr>
            <a:xfrm>
              <a:off x="3263016" y="3459126"/>
              <a:ext cx="265746" cy="84174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39" name="Straight Connector 452">
              <a:extLst>
                <a:ext uri="{FF2B5EF4-FFF2-40B4-BE49-F238E27FC236}">
                  <a16:creationId xmlns:a16="http://schemas.microsoft.com/office/drawing/2014/main" id="{58456569-598F-4BAE-A5ED-663361EA45F8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3515952" y="3433783"/>
              <a:ext cx="225201" cy="95442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21" name="Straight Connector 452">
              <a:extLst>
                <a:ext uri="{FF2B5EF4-FFF2-40B4-BE49-F238E27FC236}">
                  <a16:creationId xmlns:a16="http://schemas.microsoft.com/office/drawing/2014/main" id="{A1C9B1CD-5D6C-46FB-9FDC-D0E9BF37E0F6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3741153" y="3255105"/>
              <a:ext cx="19852" cy="180732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28" name="Straight Connector 452">
              <a:extLst>
                <a:ext uri="{FF2B5EF4-FFF2-40B4-BE49-F238E27FC236}">
                  <a16:creationId xmlns:a16="http://schemas.microsoft.com/office/drawing/2014/main" id="{917665C2-150C-48A5-A62F-874BB4C84DA0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3514749" y="3169605"/>
              <a:ext cx="243384" cy="99220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29" name="Straight Connector 452">
              <a:extLst>
                <a:ext uri="{FF2B5EF4-FFF2-40B4-BE49-F238E27FC236}">
                  <a16:creationId xmlns:a16="http://schemas.microsoft.com/office/drawing/2014/main" id="{EC7BB852-3FC9-4FD0-B922-F62C7E6DF862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3287265" y="3180135"/>
              <a:ext cx="238656" cy="66164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30" name="Straight Connector 452">
              <a:extLst>
                <a:ext uri="{FF2B5EF4-FFF2-40B4-BE49-F238E27FC236}">
                  <a16:creationId xmlns:a16="http://schemas.microsoft.com/office/drawing/2014/main" id="{1C4167B5-7D2E-4C6C-A397-F55CB80B33C9}"/>
                </a:ext>
              </a:extLst>
            </p:cNvPr>
            <p:cNvCxnSpPr>
              <a:cxnSpLocks/>
            </p:cNvCxnSpPr>
            <p:nvPr/>
          </p:nvCxnSpPr>
          <p:spPr>
            <a:xfrm>
              <a:off x="3262549" y="2339711"/>
              <a:ext cx="10672" cy="896058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31" name="Straight Connector 452">
              <a:extLst>
                <a:ext uri="{FF2B5EF4-FFF2-40B4-BE49-F238E27FC236}">
                  <a16:creationId xmlns:a16="http://schemas.microsoft.com/office/drawing/2014/main" id="{ADC3CF24-6E18-470E-A781-B506A3E41001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3257996" y="2328017"/>
              <a:ext cx="519989" cy="212153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32" name="Straight Connector 452">
              <a:extLst>
                <a:ext uri="{FF2B5EF4-FFF2-40B4-BE49-F238E27FC236}">
                  <a16:creationId xmlns:a16="http://schemas.microsoft.com/office/drawing/2014/main" id="{616D1B53-232B-4501-9F8F-7B2B7A7D1742}"/>
                </a:ext>
              </a:extLst>
            </p:cNvPr>
            <p:cNvCxnSpPr>
              <a:cxnSpLocks/>
            </p:cNvCxnSpPr>
            <p:nvPr/>
          </p:nvCxnSpPr>
          <p:spPr>
            <a:xfrm>
              <a:off x="3751079" y="2124613"/>
              <a:ext cx="1" cy="399256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33" name="Straight Connector 452">
              <a:extLst>
                <a:ext uri="{FF2B5EF4-FFF2-40B4-BE49-F238E27FC236}">
                  <a16:creationId xmlns:a16="http://schemas.microsoft.com/office/drawing/2014/main" id="{68E19C1D-A3A6-4CAC-95D0-E60BAAEFF9D8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3494567" y="2149183"/>
              <a:ext cx="236413" cy="94416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34" name="Straight Connector 452">
              <a:extLst>
                <a:ext uri="{FF2B5EF4-FFF2-40B4-BE49-F238E27FC236}">
                  <a16:creationId xmlns:a16="http://schemas.microsoft.com/office/drawing/2014/main" id="{08344480-072D-49A5-8F1B-C9211468E960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742628" y="1854800"/>
              <a:ext cx="240665" cy="121107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35" name="Straight Connector 452">
              <a:extLst>
                <a:ext uri="{FF2B5EF4-FFF2-40B4-BE49-F238E27FC236}">
                  <a16:creationId xmlns:a16="http://schemas.microsoft.com/office/drawing/2014/main" id="{AA138BE4-CBC0-4280-A12B-3BEF5DE5FDA4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3009311" y="1311274"/>
              <a:ext cx="985921" cy="356536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36" name="Straight Connector 452">
              <a:extLst>
                <a:ext uri="{FF2B5EF4-FFF2-40B4-BE49-F238E27FC236}">
                  <a16:creationId xmlns:a16="http://schemas.microsoft.com/office/drawing/2014/main" id="{E20ACB22-BCEF-4DB3-9B12-03FA2CDBE5F4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4006214" y="1384902"/>
              <a:ext cx="245982" cy="108767"/>
            </a:xfrm>
            <a:prstGeom prst="line">
              <a:avLst/>
            </a:prstGeom>
            <a:ln w="38100">
              <a:solidFill>
                <a:srgbClr val="00B0F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637" name="箭头: 上弧形 3636">
              <a:extLst>
                <a:ext uri="{FF2B5EF4-FFF2-40B4-BE49-F238E27FC236}">
                  <a16:creationId xmlns:a16="http://schemas.microsoft.com/office/drawing/2014/main" id="{CEE59956-3908-4546-A501-64B90CAF95F0}"/>
                </a:ext>
              </a:extLst>
            </p:cNvPr>
            <p:cNvSpPr/>
            <p:nvPr/>
          </p:nvSpPr>
          <p:spPr>
            <a:xfrm rot="20421026">
              <a:off x="3888130" y="826728"/>
              <a:ext cx="1383620" cy="549939"/>
            </a:xfrm>
            <a:prstGeom prst="curvedDownArrow">
              <a:avLst/>
            </a:prstGeom>
          </p:spPr>
          <p:style>
            <a:lnRef idx="2">
              <a:schemeClr val="accent2">
                <a:shade val="50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tx1"/>
                </a:solidFill>
              </a:endParaRPr>
            </a:p>
          </p:txBody>
        </p:sp>
        <p:cxnSp>
          <p:nvCxnSpPr>
            <p:cNvPr id="3638" name="Straight Connector 452">
              <a:extLst>
                <a:ext uri="{FF2B5EF4-FFF2-40B4-BE49-F238E27FC236}">
                  <a16:creationId xmlns:a16="http://schemas.microsoft.com/office/drawing/2014/main" id="{88A0D90A-3802-4D3B-834F-5165CD98FAD3}"/>
                </a:ext>
              </a:extLst>
            </p:cNvPr>
            <p:cNvCxnSpPr>
              <a:cxnSpLocks/>
            </p:cNvCxnSpPr>
            <p:nvPr/>
          </p:nvCxnSpPr>
          <p:spPr>
            <a:xfrm>
              <a:off x="11064949" y="3472631"/>
              <a:ext cx="492642" cy="234869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39" name="Straight Connector 452">
              <a:extLst>
                <a:ext uri="{FF2B5EF4-FFF2-40B4-BE49-F238E27FC236}">
                  <a16:creationId xmlns:a16="http://schemas.microsoft.com/office/drawing/2014/main" id="{F942A260-36A8-446C-A9F1-6D17143B5AE2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1551901" y="2994374"/>
              <a:ext cx="5696" cy="713126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40" name="Straight Connector 452">
              <a:extLst>
                <a:ext uri="{FF2B5EF4-FFF2-40B4-BE49-F238E27FC236}">
                  <a16:creationId xmlns:a16="http://schemas.microsoft.com/office/drawing/2014/main" id="{702203B3-C3C4-4A55-BF5B-2032790613C8}"/>
                </a:ext>
              </a:extLst>
            </p:cNvPr>
            <p:cNvCxnSpPr>
              <a:cxnSpLocks/>
            </p:cNvCxnSpPr>
            <p:nvPr/>
          </p:nvCxnSpPr>
          <p:spPr>
            <a:xfrm>
              <a:off x="11311270" y="2876940"/>
              <a:ext cx="240630" cy="120382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41" name="Straight Connector 452">
              <a:extLst>
                <a:ext uri="{FF2B5EF4-FFF2-40B4-BE49-F238E27FC236}">
                  <a16:creationId xmlns:a16="http://schemas.microsoft.com/office/drawing/2014/main" id="{8BC22F22-EA64-4310-A944-57AFA199EB7B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0891144" y="2880114"/>
              <a:ext cx="420125" cy="182489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42" name="Straight Connector 452">
              <a:extLst>
                <a:ext uri="{FF2B5EF4-FFF2-40B4-BE49-F238E27FC236}">
                  <a16:creationId xmlns:a16="http://schemas.microsoft.com/office/drawing/2014/main" id="{3CB55D98-59E6-46B3-A6CB-9C8919EAF496}"/>
                </a:ext>
              </a:extLst>
            </p:cNvPr>
            <p:cNvCxnSpPr>
              <a:cxnSpLocks/>
            </p:cNvCxnSpPr>
            <p:nvPr/>
          </p:nvCxnSpPr>
          <p:spPr>
            <a:xfrm>
              <a:off x="10370110" y="2876940"/>
              <a:ext cx="521033" cy="184394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43" name="Straight Connector 452">
              <a:extLst>
                <a:ext uri="{FF2B5EF4-FFF2-40B4-BE49-F238E27FC236}">
                  <a16:creationId xmlns:a16="http://schemas.microsoft.com/office/drawing/2014/main" id="{53589941-AFEF-4DCC-BC79-2E4404D995CE}"/>
                </a:ext>
              </a:extLst>
            </p:cNvPr>
            <p:cNvCxnSpPr>
              <a:cxnSpLocks/>
            </p:cNvCxnSpPr>
            <p:nvPr/>
          </p:nvCxnSpPr>
          <p:spPr>
            <a:xfrm>
              <a:off x="10376852" y="2697158"/>
              <a:ext cx="0" cy="180901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44" name="Straight Connector 452">
              <a:extLst>
                <a:ext uri="{FF2B5EF4-FFF2-40B4-BE49-F238E27FC236}">
                  <a16:creationId xmlns:a16="http://schemas.microsoft.com/office/drawing/2014/main" id="{83AFCE80-B52D-45C3-A3D7-9AE590CF85C7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0376852" y="2514600"/>
              <a:ext cx="461269" cy="182558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45" name="Straight Connector 452">
              <a:extLst>
                <a:ext uri="{FF2B5EF4-FFF2-40B4-BE49-F238E27FC236}">
                  <a16:creationId xmlns:a16="http://schemas.microsoft.com/office/drawing/2014/main" id="{71BBA28B-F760-463D-8F5E-510D2F83D60F}"/>
                </a:ext>
              </a:extLst>
            </p:cNvPr>
            <p:cNvCxnSpPr>
              <a:cxnSpLocks/>
            </p:cNvCxnSpPr>
            <p:nvPr/>
          </p:nvCxnSpPr>
          <p:spPr>
            <a:xfrm>
              <a:off x="10838121" y="2169383"/>
              <a:ext cx="0" cy="351701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46" name="Straight Connector 452">
              <a:extLst>
                <a:ext uri="{FF2B5EF4-FFF2-40B4-BE49-F238E27FC236}">
                  <a16:creationId xmlns:a16="http://schemas.microsoft.com/office/drawing/2014/main" id="{43007BD1-4306-4161-8C5D-833268CDB619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0630626" y="2172394"/>
              <a:ext cx="207495" cy="84628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47" name="Straight Connector 452">
              <a:extLst>
                <a:ext uri="{FF2B5EF4-FFF2-40B4-BE49-F238E27FC236}">
                  <a16:creationId xmlns:a16="http://schemas.microsoft.com/office/drawing/2014/main" id="{42DBF613-1E53-4040-8168-F5874AF634F3}"/>
                </a:ext>
              </a:extLst>
            </p:cNvPr>
            <p:cNvCxnSpPr>
              <a:cxnSpLocks/>
            </p:cNvCxnSpPr>
            <p:nvPr/>
          </p:nvCxnSpPr>
          <p:spPr>
            <a:xfrm>
              <a:off x="10127358" y="2056263"/>
              <a:ext cx="529788" cy="195781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48" name="Straight Connector 452">
              <a:extLst>
                <a:ext uri="{FF2B5EF4-FFF2-40B4-BE49-F238E27FC236}">
                  <a16:creationId xmlns:a16="http://schemas.microsoft.com/office/drawing/2014/main" id="{91023862-1670-49EB-863A-0899013822EB}"/>
                </a:ext>
              </a:extLst>
            </p:cNvPr>
            <p:cNvCxnSpPr>
              <a:cxnSpLocks/>
            </p:cNvCxnSpPr>
            <p:nvPr/>
          </p:nvCxnSpPr>
          <p:spPr>
            <a:xfrm>
              <a:off x="10147058" y="1859283"/>
              <a:ext cx="0" cy="205363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49" name="Straight Connector 452">
              <a:extLst>
                <a:ext uri="{FF2B5EF4-FFF2-40B4-BE49-F238E27FC236}">
                  <a16:creationId xmlns:a16="http://schemas.microsoft.com/office/drawing/2014/main" id="{11976E20-BA64-42DF-BC3A-CA529A87D690}"/>
                </a:ext>
              </a:extLst>
            </p:cNvPr>
            <p:cNvCxnSpPr>
              <a:cxnSpLocks/>
            </p:cNvCxnSpPr>
            <p:nvPr/>
          </p:nvCxnSpPr>
          <p:spPr>
            <a:xfrm>
              <a:off x="9675912" y="1701799"/>
              <a:ext cx="474705" cy="158761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50" name="Straight Connector 452">
              <a:extLst>
                <a:ext uri="{FF2B5EF4-FFF2-40B4-BE49-F238E27FC236}">
                  <a16:creationId xmlns:a16="http://schemas.microsoft.com/office/drawing/2014/main" id="{528913AF-E5EC-47A5-8F7F-0E6E3ACD5086}"/>
                </a:ext>
              </a:extLst>
            </p:cNvPr>
            <p:cNvCxnSpPr>
              <a:cxnSpLocks/>
            </p:cNvCxnSpPr>
            <p:nvPr/>
          </p:nvCxnSpPr>
          <p:spPr>
            <a:xfrm>
              <a:off x="9654706" y="1507012"/>
              <a:ext cx="8092" cy="195019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51" name="Straight Connector 452">
              <a:extLst>
                <a:ext uri="{FF2B5EF4-FFF2-40B4-BE49-F238E27FC236}">
                  <a16:creationId xmlns:a16="http://schemas.microsoft.com/office/drawing/2014/main" id="{0CF46634-4D02-42E1-B91A-BD3249BE70B9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9654687" y="1413799"/>
              <a:ext cx="240802" cy="127720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52" name="Straight Connector 452">
              <a:extLst>
                <a:ext uri="{FF2B5EF4-FFF2-40B4-BE49-F238E27FC236}">
                  <a16:creationId xmlns:a16="http://schemas.microsoft.com/office/drawing/2014/main" id="{E16008C1-DE99-421C-B2A4-B084BFD359AD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9905263" y="1421889"/>
              <a:ext cx="0" cy="209217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53" name="Straight Connector 452">
              <a:extLst>
                <a:ext uri="{FF2B5EF4-FFF2-40B4-BE49-F238E27FC236}">
                  <a16:creationId xmlns:a16="http://schemas.microsoft.com/office/drawing/2014/main" id="{A92BF9E8-FB04-409D-AE3C-411DD04D4CB0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9895489" y="1489542"/>
              <a:ext cx="251569" cy="118754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54" name="Straight Connector 452">
              <a:extLst>
                <a:ext uri="{FF2B5EF4-FFF2-40B4-BE49-F238E27FC236}">
                  <a16:creationId xmlns:a16="http://schemas.microsoft.com/office/drawing/2014/main" id="{94268CF9-80A2-4553-8D3F-5BA8A6FB760C}"/>
                </a:ext>
              </a:extLst>
            </p:cNvPr>
            <p:cNvCxnSpPr>
              <a:cxnSpLocks/>
            </p:cNvCxnSpPr>
            <p:nvPr/>
          </p:nvCxnSpPr>
          <p:spPr>
            <a:xfrm>
              <a:off x="10134984" y="1499388"/>
              <a:ext cx="15565" cy="197433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55" name="Straight Connector 452">
              <a:extLst>
                <a:ext uri="{FF2B5EF4-FFF2-40B4-BE49-F238E27FC236}">
                  <a16:creationId xmlns:a16="http://schemas.microsoft.com/office/drawing/2014/main" id="{BF9B652C-C23F-4E9A-80C4-76B2DED664DE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0158331" y="1252512"/>
              <a:ext cx="1152938" cy="438590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56" name="Straight Connector 452">
              <a:extLst>
                <a:ext uri="{FF2B5EF4-FFF2-40B4-BE49-F238E27FC236}">
                  <a16:creationId xmlns:a16="http://schemas.microsoft.com/office/drawing/2014/main" id="{DBC0F30D-F278-4488-9495-0C5D975C4142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1311269" y="1047045"/>
              <a:ext cx="7782" cy="205467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57" name="Straight Connector 452">
              <a:extLst>
                <a:ext uri="{FF2B5EF4-FFF2-40B4-BE49-F238E27FC236}">
                  <a16:creationId xmlns:a16="http://schemas.microsoft.com/office/drawing/2014/main" id="{5B038EC2-574F-41DE-988D-2734C7EA3FFB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11319051" y="1047044"/>
              <a:ext cx="711024" cy="275283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58" name="Straight Connector 452">
              <a:extLst>
                <a:ext uri="{FF2B5EF4-FFF2-40B4-BE49-F238E27FC236}">
                  <a16:creationId xmlns:a16="http://schemas.microsoft.com/office/drawing/2014/main" id="{F166C9F4-5160-44F4-BF52-98089289C4E3}"/>
                </a:ext>
              </a:extLst>
            </p:cNvPr>
            <p:cNvCxnSpPr>
              <a:cxnSpLocks/>
            </p:cNvCxnSpPr>
            <p:nvPr/>
          </p:nvCxnSpPr>
          <p:spPr>
            <a:xfrm>
              <a:off x="12037857" y="1127030"/>
              <a:ext cx="0" cy="174338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59" name="Straight Connector 452">
              <a:extLst>
                <a:ext uri="{FF2B5EF4-FFF2-40B4-BE49-F238E27FC236}">
                  <a16:creationId xmlns:a16="http://schemas.microsoft.com/office/drawing/2014/main" id="{B637D72A-7929-431E-B0E3-BEF2E3BCCF01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12031508" y="1127031"/>
              <a:ext cx="471642" cy="195296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60" name="Straight Connector 452">
              <a:extLst>
                <a:ext uri="{FF2B5EF4-FFF2-40B4-BE49-F238E27FC236}">
                  <a16:creationId xmlns:a16="http://schemas.microsoft.com/office/drawing/2014/main" id="{6C7F38FA-5CBB-411F-A7CD-B2F0D0443B79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2503150" y="1317436"/>
              <a:ext cx="0" cy="198043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61" name="Straight Connector 452">
              <a:extLst>
                <a:ext uri="{FF2B5EF4-FFF2-40B4-BE49-F238E27FC236}">
                  <a16:creationId xmlns:a16="http://schemas.microsoft.com/office/drawing/2014/main" id="{2E277149-D2AA-48CB-A1E2-01FC3C9A2FD5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12276854" y="1421890"/>
              <a:ext cx="226296" cy="85122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62" name="Straight Connector 452">
              <a:extLst>
                <a:ext uri="{FF2B5EF4-FFF2-40B4-BE49-F238E27FC236}">
                  <a16:creationId xmlns:a16="http://schemas.microsoft.com/office/drawing/2014/main" id="{87F82A50-9A0E-415A-8506-D1B4579706E0}"/>
                </a:ext>
              </a:extLst>
            </p:cNvPr>
            <p:cNvCxnSpPr>
              <a:cxnSpLocks/>
            </p:cNvCxnSpPr>
            <p:nvPr/>
          </p:nvCxnSpPr>
          <p:spPr>
            <a:xfrm>
              <a:off x="12283203" y="1427463"/>
              <a:ext cx="0" cy="189097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63" name="Straight Connector 452">
              <a:extLst>
                <a:ext uri="{FF2B5EF4-FFF2-40B4-BE49-F238E27FC236}">
                  <a16:creationId xmlns:a16="http://schemas.microsoft.com/office/drawing/2014/main" id="{D4829D6E-8139-4B5B-8BE8-5AEA73C21B78}"/>
                </a:ext>
              </a:extLst>
            </p:cNvPr>
            <p:cNvCxnSpPr>
              <a:cxnSpLocks/>
            </p:cNvCxnSpPr>
            <p:nvPr/>
          </p:nvCxnSpPr>
          <p:spPr>
            <a:xfrm>
              <a:off x="11557378" y="1332914"/>
              <a:ext cx="725826" cy="271607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64" name="Straight Connector 452">
              <a:extLst>
                <a:ext uri="{FF2B5EF4-FFF2-40B4-BE49-F238E27FC236}">
                  <a16:creationId xmlns:a16="http://schemas.microsoft.com/office/drawing/2014/main" id="{56109211-4F3A-42E0-9A3A-93FBD07EDD37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0376852" y="1343415"/>
              <a:ext cx="1199043" cy="436027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65" name="Straight Connector 452">
              <a:extLst>
                <a:ext uri="{FF2B5EF4-FFF2-40B4-BE49-F238E27FC236}">
                  <a16:creationId xmlns:a16="http://schemas.microsoft.com/office/drawing/2014/main" id="{8E939530-4806-4BE7-8F06-E9F1227EFC86}"/>
                </a:ext>
              </a:extLst>
            </p:cNvPr>
            <p:cNvCxnSpPr>
              <a:cxnSpLocks/>
            </p:cNvCxnSpPr>
            <p:nvPr/>
          </p:nvCxnSpPr>
          <p:spPr>
            <a:xfrm>
              <a:off x="10394638" y="1772852"/>
              <a:ext cx="0" cy="189097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66" name="Straight Connector 452">
              <a:extLst>
                <a:ext uri="{FF2B5EF4-FFF2-40B4-BE49-F238E27FC236}">
                  <a16:creationId xmlns:a16="http://schemas.microsoft.com/office/drawing/2014/main" id="{6F9358CD-37EB-4F28-9B63-DC5123BACB1C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0841832" y="1546846"/>
              <a:ext cx="729048" cy="253378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67" name="Straight Connector 452">
              <a:extLst>
                <a:ext uri="{FF2B5EF4-FFF2-40B4-BE49-F238E27FC236}">
                  <a16:creationId xmlns:a16="http://schemas.microsoft.com/office/drawing/2014/main" id="{9AFFA1D3-727E-4F6F-9B8B-D9DEB59C1C6D}"/>
                </a:ext>
              </a:extLst>
            </p:cNvPr>
            <p:cNvCxnSpPr>
              <a:cxnSpLocks/>
            </p:cNvCxnSpPr>
            <p:nvPr/>
          </p:nvCxnSpPr>
          <p:spPr>
            <a:xfrm>
              <a:off x="11566495" y="1537153"/>
              <a:ext cx="723454" cy="251459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68" name="Straight Connector 452">
              <a:extLst>
                <a:ext uri="{FF2B5EF4-FFF2-40B4-BE49-F238E27FC236}">
                  <a16:creationId xmlns:a16="http://schemas.microsoft.com/office/drawing/2014/main" id="{1E733B70-2108-4C6B-BD08-8E50F8D36C05}"/>
                </a:ext>
              </a:extLst>
            </p:cNvPr>
            <p:cNvCxnSpPr>
              <a:cxnSpLocks/>
            </p:cNvCxnSpPr>
            <p:nvPr/>
          </p:nvCxnSpPr>
          <p:spPr>
            <a:xfrm>
              <a:off x="10397262" y="1966960"/>
              <a:ext cx="241398" cy="111482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69" name="Straight Connector 452">
              <a:extLst>
                <a:ext uri="{FF2B5EF4-FFF2-40B4-BE49-F238E27FC236}">
                  <a16:creationId xmlns:a16="http://schemas.microsoft.com/office/drawing/2014/main" id="{3DF6F807-6BE0-4466-B2AB-A031F7122210}"/>
                </a:ext>
              </a:extLst>
            </p:cNvPr>
            <p:cNvCxnSpPr>
              <a:cxnSpLocks/>
            </p:cNvCxnSpPr>
            <p:nvPr/>
          </p:nvCxnSpPr>
          <p:spPr>
            <a:xfrm>
              <a:off x="10618205" y="1864188"/>
              <a:ext cx="12421" cy="214254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70" name="Straight Connector 452">
              <a:extLst>
                <a:ext uri="{FF2B5EF4-FFF2-40B4-BE49-F238E27FC236}">
                  <a16:creationId xmlns:a16="http://schemas.microsoft.com/office/drawing/2014/main" id="{967921F1-59A2-4A3E-BC58-3D4E6ADCB55B}"/>
                </a:ext>
              </a:extLst>
            </p:cNvPr>
            <p:cNvCxnSpPr>
              <a:cxnSpLocks/>
            </p:cNvCxnSpPr>
            <p:nvPr/>
          </p:nvCxnSpPr>
          <p:spPr>
            <a:xfrm>
              <a:off x="10593574" y="1877189"/>
              <a:ext cx="471375" cy="197436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71" name="Straight Connector 452">
              <a:extLst>
                <a:ext uri="{FF2B5EF4-FFF2-40B4-BE49-F238E27FC236}">
                  <a16:creationId xmlns:a16="http://schemas.microsoft.com/office/drawing/2014/main" id="{4607AA5F-DA75-4337-95B6-1E2687299314}"/>
                </a:ext>
              </a:extLst>
            </p:cNvPr>
            <p:cNvCxnSpPr>
              <a:cxnSpLocks/>
            </p:cNvCxnSpPr>
            <p:nvPr/>
          </p:nvCxnSpPr>
          <p:spPr>
            <a:xfrm>
              <a:off x="10851569" y="1797399"/>
              <a:ext cx="214379" cy="79407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72" name="Straight Connector 452">
              <a:extLst>
                <a:ext uri="{FF2B5EF4-FFF2-40B4-BE49-F238E27FC236}">
                  <a16:creationId xmlns:a16="http://schemas.microsoft.com/office/drawing/2014/main" id="{4DB8B5BD-9959-4CCF-A1E5-4B832428FFE7}"/>
                </a:ext>
              </a:extLst>
            </p:cNvPr>
            <p:cNvCxnSpPr>
              <a:cxnSpLocks/>
            </p:cNvCxnSpPr>
            <p:nvPr/>
          </p:nvCxnSpPr>
          <p:spPr>
            <a:xfrm>
              <a:off x="11064949" y="1864562"/>
              <a:ext cx="9737" cy="217738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73" name="Straight Connector 452">
              <a:extLst>
                <a:ext uri="{FF2B5EF4-FFF2-40B4-BE49-F238E27FC236}">
                  <a16:creationId xmlns:a16="http://schemas.microsoft.com/office/drawing/2014/main" id="{03EA5221-D0F7-4C1A-A2D3-2DE373CA78D7}"/>
                </a:ext>
              </a:extLst>
            </p:cNvPr>
            <p:cNvCxnSpPr>
              <a:cxnSpLocks/>
            </p:cNvCxnSpPr>
            <p:nvPr/>
          </p:nvCxnSpPr>
          <p:spPr>
            <a:xfrm>
              <a:off x="11566495" y="1537153"/>
              <a:ext cx="214379" cy="79407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74" name="Straight Connector 452">
              <a:extLst>
                <a:ext uri="{FF2B5EF4-FFF2-40B4-BE49-F238E27FC236}">
                  <a16:creationId xmlns:a16="http://schemas.microsoft.com/office/drawing/2014/main" id="{0A2E93E7-3EAE-4E8A-AB37-7CA3B864447C}"/>
                </a:ext>
              </a:extLst>
            </p:cNvPr>
            <p:cNvCxnSpPr>
              <a:cxnSpLocks/>
            </p:cNvCxnSpPr>
            <p:nvPr/>
          </p:nvCxnSpPr>
          <p:spPr>
            <a:xfrm>
              <a:off x="11566495" y="1701799"/>
              <a:ext cx="514380" cy="196503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75" name="Straight Connector 452">
              <a:extLst>
                <a:ext uri="{FF2B5EF4-FFF2-40B4-BE49-F238E27FC236}">
                  <a16:creationId xmlns:a16="http://schemas.microsoft.com/office/drawing/2014/main" id="{B6688DB3-1F41-4DA8-9660-56CC8DFB304E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2062689" y="1772852"/>
              <a:ext cx="236647" cy="125450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76" name="Straight Connector 452">
              <a:extLst>
                <a:ext uri="{FF2B5EF4-FFF2-40B4-BE49-F238E27FC236}">
                  <a16:creationId xmlns:a16="http://schemas.microsoft.com/office/drawing/2014/main" id="{772DCF17-2022-42F0-9F91-6A71007766C0}"/>
                </a:ext>
              </a:extLst>
            </p:cNvPr>
            <p:cNvCxnSpPr>
              <a:cxnSpLocks/>
            </p:cNvCxnSpPr>
            <p:nvPr/>
          </p:nvCxnSpPr>
          <p:spPr>
            <a:xfrm>
              <a:off x="11573388" y="1693303"/>
              <a:ext cx="7229" cy="192160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77" name="Straight Connector 452">
              <a:extLst>
                <a:ext uri="{FF2B5EF4-FFF2-40B4-BE49-F238E27FC236}">
                  <a16:creationId xmlns:a16="http://schemas.microsoft.com/office/drawing/2014/main" id="{DF72CD0F-64F8-41AE-AFED-2BE244BB9882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1355289" y="1791780"/>
              <a:ext cx="2133" cy="365690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78" name="Straight Connector 452">
              <a:extLst>
                <a:ext uri="{FF2B5EF4-FFF2-40B4-BE49-F238E27FC236}">
                  <a16:creationId xmlns:a16="http://schemas.microsoft.com/office/drawing/2014/main" id="{54C25BA5-53FB-494C-8252-47F71AEBC60A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1101206" y="2127691"/>
              <a:ext cx="256217" cy="137622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79" name="Straight Connector 452">
              <a:extLst>
                <a:ext uri="{FF2B5EF4-FFF2-40B4-BE49-F238E27FC236}">
                  <a16:creationId xmlns:a16="http://schemas.microsoft.com/office/drawing/2014/main" id="{C6625806-66FD-4DBC-87D1-34901DF925BA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1085982" y="2257249"/>
              <a:ext cx="1" cy="348464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80" name="Straight Connector 452">
              <a:extLst>
                <a:ext uri="{FF2B5EF4-FFF2-40B4-BE49-F238E27FC236}">
                  <a16:creationId xmlns:a16="http://schemas.microsoft.com/office/drawing/2014/main" id="{2A2989FF-CC5D-41C0-8FF0-EFC6FFE1A1CD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0630626" y="2614153"/>
              <a:ext cx="454853" cy="178691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81" name="Straight Connector 452">
              <a:extLst>
                <a:ext uri="{FF2B5EF4-FFF2-40B4-BE49-F238E27FC236}">
                  <a16:creationId xmlns:a16="http://schemas.microsoft.com/office/drawing/2014/main" id="{53CD816B-0C1F-4822-8DA1-5361001B8F70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10642299" y="2790330"/>
              <a:ext cx="215753" cy="70665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82" name="Straight Connector 452">
              <a:extLst>
                <a:ext uri="{FF2B5EF4-FFF2-40B4-BE49-F238E27FC236}">
                  <a16:creationId xmlns:a16="http://schemas.microsoft.com/office/drawing/2014/main" id="{3A0B50D3-7199-4AF7-83B5-08394DF60110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0860506" y="2697101"/>
              <a:ext cx="450763" cy="183012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83" name="Straight Connector 452">
              <a:extLst>
                <a:ext uri="{FF2B5EF4-FFF2-40B4-BE49-F238E27FC236}">
                  <a16:creationId xmlns:a16="http://schemas.microsoft.com/office/drawing/2014/main" id="{1F5C6566-9865-42E5-B8A3-347C640BC155}"/>
                </a:ext>
              </a:extLst>
            </p:cNvPr>
            <p:cNvCxnSpPr>
              <a:cxnSpLocks/>
            </p:cNvCxnSpPr>
            <p:nvPr/>
          </p:nvCxnSpPr>
          <p:spPr>
            <a:xfrm>
              <a:off x="11366539" y="1794024"/>
              <a:ext cx="194604" cy="91439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84" name="Straight Connector 452">
              <a:extLst>
                <a:ext uri="{FF2B5EF4-FFF2-40B4-BE49-F238E27FC236}">
                  <a16:creationId xmlns:a16="http://schemas.microsoft.com/office/drawing/2014/main" id="{48936DC3-B5B5-436C-9F4B-094645B0DB6F}"/>
                </a:ext>
              </a:extLst>
            </p:cNvPr>
            <p:cNvCxnSpPr>
              <a:cxnSpLocks/>
            </p:cNvCxnSpPr>
            <p:nvPr/>
          </p:nvCxnSpPr>
          <p:spPr>
            <a:xfrm>
              <a:off x="11328517" y="2328040"/>
              <a:ext cx="1" cy="367424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85" name="Straight Connector 452">
              <a:extLst>
                <a:ext uri="{FF2B5EF4-FFF2-40B4-BE49-F238E27FC236}">
                  <a16:creationId xmlns:a16="http://schemas.microsoft.com/office/drawing/2014/main" id="{8F8B9F03-B609-48D4-AFAD-B669C14DD95A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1319051" y="2243989"/>
              <a:ext cx="261566" cy="67016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86" name="Straight Connector 452">
              <a:extLst>
                <a:ext uri="{FF2B5EF4-FFF2-40B4-BE49-F238E27FC236}">
                  <a16:creationId xmlns:a16="http://schemas.microsoft.com/office/drawing/2014/main" id="{9C3736BA-2D28-4B6A-BDF4-B3772B0FD13F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11570880" y="2064646"/>
              <a:ext cx="8734" cy="179343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87" name="Straight Connector 452">
              <a:extLst>
                <a:ext uri="{FF2B5EF4-FFF2-40B4-BE49-F238E27FC236}">
                  <a16:creationId xmlns:a16="http://schemas.microsoft.com/office/drawing/2014/main" id="{BE23EE42-919D-420D-A32A-C74FE79CAA36}"/>
                </a:ext>
              </a:extLst>
            </p:cNvPr>
            <p:cNvCxnSpPr>
              <a:cxnSpLocks/>
            </p:cNvCxnSpPr>
            <p:nvPr/>
          </p:nvCxnSpPr>
          <p:spPr>
            <a:xfrm>
              <a:off x="11551900" y="2074625"/>
              <a:ext cx="257025" cy="81045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88" name="Straight Connector 452">
              <a:extLst>
                <a:ext uri="{FF2B5EF4-FFF2-40B4-BE49-F238E27FC236}">
                  <a16:creationId xmlns:a16="http://schemas.microsoft.com/office/drawing/2014/main" id="{047CACB1-F076-49D6-8D0C-A9D44EE5F1EE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1808925" y="2045486"/>
              <a:ext cx="228932" cy="110184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89" name="Straight Connector 452">
              <a:extLst>
                <a:ext uri="{FF2B5EF4-FFF2-40B4-BE49-F238E27FC236}">
                  <a16:creationId xmlns:a16="http://schemas.microsoft.com/office/drawing/2014/main" id="{44BE6E0B-57BE-43FD-A7CE-2338BBC105F4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12052617" y="2038999"/>
              <a:ext cx="2948" cy="196652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90" name="Straight Connector 452">
              <a:extLst>
                <a:ext uri="{FF2B5EF4-FFF2-40B4-BE49-F238E27FC236}">
                  <a16:creationId xmlns:a16="http://schemas.microsoft.com/office/drawing/2014/main" id="{0AF704CA-6B98-41BA-BB3C-935EEC59CE3F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1541975" y="2235651"/>
              <a:ext cx="495882" cy="222202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91" name="Straight Connector 452">
              <a:extLst>
                <a:ext uri="{FF2B5EF4-FFF2-40B4-BE49-F238E27FC236}">
                  <a16:creationId xmlns:a16="http://schemas.microsoft.com/office/drawing/2014/main" id="{53010033-6C50-4DDF-BD78-E0A200055BD0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1570880" y="2412819"/>
              <a:ext cx="495882" cy="222202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92" name="Straight Connector 452">
              <a:extLst>
                <a:ext uri="{FF2B5EF4-FFF2-40B4-BE49-F238E27FC236}">
                  <a16:creationId xmlns:a16="http://schemas.microsoft.com/office/drawing/2014/main" id="{1AEC61E1-4ED4-4B95-88AB-9716A02E4133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11559892" y="2440442"/>
              <a:ext cx="2948" cy="196652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93" name="Straight Connector 452">
              <a:extLst>
                <a:ext uri="{FF2B5EF4-FFF2-40B4-BE49-F238E27FC236}">
                  <a16:creationId xmlns:a16="http://schemas.microsoft.com/office/drawing/2014/main" id="{8EAE5CFD-96BE-4404-A4F3-ADDC71D274D5}"/>
                </a:ext>
              </a:extLst>
            </p:cNvPr>
            <p:cNvCxnSpPr>
              <a:cxnSpLocks/>
            </p:cNvCxnSpPr>
            <p:nvPr/>
          </p:nvCxnSpPr>
          <p:spPr>
            <a:xfrm>
              <a:off x="12060806" y="2418704"/>
              <a:ext cx="214003" cy="99575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94" name="Straight Connector 452">
              <a:extLst>
                <a:ext uri="{FF2B5EF4-FFF2-40B4-BE49-F238E27FC236}">
                  <a16:creationId xmlns:a16="http://schemas.microsoft.com/office/drawing/2014/main" id="{0435D177-6391-4C61-8122-CAA05F2C3796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1541149" y="2518279"/>
              <a:ext cx="741178" cy="274565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95" name="Straight Connector 452">
              <a:extLst>
                <a:ext uri="{FF2B5EF4-FFF2-40B4-BE49-F238E27FC236}">
                  <a16:creationId xmlns:a16="http://schemas.microsoft.com/office/drawing/2014/main" id="{D234699B-CE95-478B-B869-BAF47AA71AB4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1766939" y="2589987"/>
              <a:ext cx="781560" cy="297627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96" name="Straight Connector 452">
              <a:extLst>
                <a:ext uri="{FF2B5EF4-FFF2-40B4-BE49-F238E27FC236}">
                  <a16:creationId xmlns:a16="http://schemas.microsoft.com/office/drawing/2014/main" id="{50FDA88F-3CE3-4728-8189-D936B85EAAD7}"/>
                </a:ext>
              </a:extLst>
            </p:cNvPr>
            <p:cNvCxnSpPr>
              <a:cxnSpLocks/>
            </p:cNvCxnSpPr>
            <p:nvPr/>
          </p:nvCxnSpPr>
          <p:spPr>
            <a:xfrm>
              <a:off x="11541149" y="2786295"/>
              <a:ext cx="214003" cy="99575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97" name="Straight Connector 452">
              <a:extLst>
                <a:ext uri="{FF2B5EF4-FFF2-40B4-BE49-F238E27FC236}">
                  <a16:creationId xmlns:a16="http://schemas.microsoft.com/office/drawing/2014/main" id="{9AF4AC6F-0285-4B0C-9B6B-03C87B6309C6}"/>
                </a:ext>
              </a:extLst>
            </p:cNvPr>
            <p:cNvCxnSpPr>
              <a:cxnSpLocks/>
            </p:cNvCxnSpPr>
            <p:nvPr/>
          </p:nvCxnSpPr>
          <p:spPr>
            <a:xfrm>
              <a:off x="12547118" y="2583693"/>
              <a:ext cx="0" cy="223541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98" name="Straight Connector 452">
              <a:extLst>
                <a:ext uri="{FF2B5EF4-FFF2-40B4-BE49-F238E27FC236}">
                  <a16:creationId xmlns:a16="http://schemas.microsoft.com/office/drawing/2014/main" id="{B9B0D08B-87D7-4E44-BCE6-E3EBB4BD9C4B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2282327" y="2786426"/>
              <a:ext cx="252889" cy="105993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99" name="Straight Connector 452">
              <a:extLst>
                <a:ext uri="{FF2B5EF4-FFF2-40B4-BE49-F238E27FC236}">
                  <a16:creationId xmlns:a16="http://schemas.microsoft.com/office/drawing/2014/main" id="{918D9DFE-CD18-4E80-BCE0-1A1BE1ADBD6C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2299336" y="2878060"/>
              <a:ext cx="1916" cy="194891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00" name="Straight Connector 452">
              <a:extLst>
                <a:ext uri="{FF2B5EF4-FFF2-40B4-BE49-F238E27FC236}">
                  <a16:creationId xmlns:a16="http://schemas.microsoft.com/office/drawing/2014/main" id="{B3C722DD-470F-4426-AB8E-77A57DBB7D5A}"/>
                </a:ext>
              </a:extLst>
            </p:cNvPr>
            <p:cNvCxnSpPr>
              <a:cxnSpLocks/>
            </p:cNvCxnSpPr>
            <p:nvPr/>
          </p:nvCxnSpPr>
          <p:spPr>
            <a:xfrm>
              <a:off x="12052617" y="2975505"/>
              <a:ext cx="248635" cy="97447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01" name="Straight Connector 452">
              <a:extLst>
                <a:ext uri="{FF2B5EF4-FFF2-40B4-BE49-F238E27FC236}">
                  <a16:creationId xmlns:a16="http://schemas.microsoft.com/office/drawing/2014/main" id="{88D4D2A6-9BE1-4D05-9B35-D8B1CEA4B583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1780874" y="2975506"/>
              <a:ext cx="260590" cy="97445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02" name="Straight Connector 452">
              <a:extLst>
                <a:ext uri="{FF2B5EF4-FFF2-40B4-BE49-F238E27FC236}">
                  <a16:creationId xmlns:a16="http://schemas.microsoft.com/office/drawing/2014/main" id="{1A0CF74A-4375-434D-8992-13482A05E667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1797859" y="3354878"/>
              <a:ext cx="264379" cy="78905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03" name="Straight Connector 452">
              <a:extLst>
                <a:ext uri="{FF2B5EF4-FFF2-40B4-BE49-F238E27FC236}">
                  <a16:creationId xmlns:a16="http://schemas.microsoft.com/office/drawing/2014/main" id="{881CEBB6-B538-4186-ABE0-8EB84989BA4D}"/>
                </a:ext>
              </a:extLst>
            </p:cNvPr>
            <p:cNvCxnSpPr>
              <a:cxnSpLocks/>
            </p:cNvCxnSpPr>
            <p:nvPr/>
          </p:nvCxnSpPr>
          <p:spPr>
            <a:xfrm>
              <a:off x="11795913" y="3090821"/>
              <a:ext cx="248635" cy="97447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04" name="Straight Connector 452">
              <a:extLst>
                <a:ext uri="{FF2B5EF4-FFF2-40B4-BE49-F238E27FC236}">
                  <a16:creationId xmlns:a16="http://schemas.microsoft.com/office/drawing/2014/main" id="{99B5A270-3326-4FE9-8847-11EEA732295B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1768410" y="3188268"/>
              <a:ext cx="261665" cy="65222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05" name="Straight Connector 452">
              <a:extLst>
                <a:ext uri="{FF2B5EF4-FFF2-40B4-BE49-F238E27FC236}">
                  <a16:creationId xmlns:a16="http://schemas.microsoft.com/office/drawing/2014/main" id="{C127CDE3-4AFF-4644-B9F9-81424D5C8B4F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1785456" y="3240237"/>
              <a:ext cx="1916" cy="194891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06" name="Straight Connector 452">
              <a:extLst>
                <a:ext uri="{FF2B5EF4-FFF2-40B4-BE49-F238E27FC236}">
                  <a16:creationId xmlns:a16="http://schemas.microsoft.com/office/drawing/2014/main" id="{ABA59869-CF8E-4B2E-901A-05C6F7A113E1}"/>
                </a:ext>
              </a:extLst>
            </p:cNvPr>
            <p:cNvCxnSpPr>
              <a:cxnSpLocks/>
            </p:cNvCxnSpPr>
            <p:nvPr/>
          </p:nvCxnSpPr>
          <p:spPr>
            <a:xfrm>
              <a:off x="12044744" y="3366159"/>
              <a:ext cx="7873" cy="341341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07" name="Straight Connector 452">
              <a:extLst>
                <a:ext uri="{FF2B5EF4-FFF2-40B4-BE49-F238E27FC236}">
                  <a16:creationId xmlns:a16="http://schemas.microsoft.com/office/drawing/2014/main" id="{8F73894B-A323-4819-8251-7B1033A0D7EE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11802337" y="3627820"/>
              <a:ext cx="250596" cy="68861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08" name="Straight Connector 452">
              <a:extLst>
                <a:ext uri="{FF2B5EF4-FFF2-40B4-BE49-F238E27FC236}">
                  <a16:creationId xmlns:a16="http://schemas.microsoft.com/office/drawing/2014/main" id="{5E1C155D-0705-4305-84E4-49B20EF07AB9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1818821" y="3627820"/>
              <a:ext cx="0" cy="183490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09" name="Straight Connector 452">
              <a:extLst>
                <a:ext uri="{FF2B5EF4-FFF2-40B4-BE49-F238E27FC236}">
                  <a16:creationId xmlns:a16="http://schemas.microsoft.com/office/drawing/2014/main" id="{E06589AA-C717-48E3-ADC3-F4D6C142F0F7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11818821" y="3805973"/>
              <a:ext cx="225727" cy="121502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10" name="Straight Connector 452">
              <a:extLst>
                <a:ext uri="{FF2B5EF4-FFF2-40B4-BE49-F238E27FC236}">
                  <a16:creationId xmlns:a16="http://schemas.microsoft.com/office/drawing/2014/main" id="{1CF92097-C6D8-4435-9BAC-BC92D0B651F6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2030077" y="3793617"/>
              <a:ext cx="244732" cy="120637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11" name="Straight Connector 452">
              <a:extLst>
                <a:ext uri="{FF2B5EF4-FFF2-40B4-BE49-F238E27FC236}">
                  <a16:creationId xmlns:a16="http://schemas.microsoft.com/office/drawing/2014/main" id="{71FF6502-B975-4608-A963-BE2D36B21038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12264147" y="3788727"/>
              <a:ext cx="239003" cy="125527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12" name="Straight Connector 452">
              <a:extLst>
                <a:ext uri="{FF2B5EF4-FFF2-40B4-BE49-F238E27FC236}">
                  <a16:creationId xmlns:a16="http://schemas.microsoft.com/office/drawing/2014/main" id="{F26F081F-F11E-4308-B062-9B8638223E87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2503150" y="3889226"/>
              <a:ext cx="1" cy="216624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13" name="Straight Connector 452">
              <a:extLst>
                <a:ext uri="{FF2B5EF4-FFF2-40B4-BE49-F238E27FC236}">
                  <a16:creationId xmlns:a16="http://schemas.microsoft.com/office/drawing/2014/main" id="{44076D0E-30B7-4235-953B-174C029C4A9B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2282327" y="4074003"/>
              <a:ext cx="220823" cy="94802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14" name="Straight Connector 452">
              <a:extLst>
                <a:ext uri="{FF2B5EF4-FFF2-40B4-BE49-F238E27FC236}">
                  <a16:creationId xmlns:a16="http://schemas.microsoft.com/office/drawing/2014/main" id="{B03D6F02-1130-4B50-8616-EA4AA4EADEFD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2289949" y="3974425"/>
              <a:ext cx="0" cy="180849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15" name="Straight Connector 452">
              <a:extLst>
                <a:ext uri="{FF2B5EF4-FFF2-40B4-BE49-F238E27FC236}">
                  <a16:creationId xmlns:a16="http://schemas.microsoft.com/office/drawing/2014/main" id="{4220A395-90E2-41E8-A94C-A5E88C43B513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2044548" y="4011190"/>
              <a:ext cx="245401" cy="94661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16" name="Straight Connector 452">
              <a:extLst>
                <a:ext uri="{FF2B5EF4-FFF2-40B4-BE49-F238E27FC236}">
                  <a16:creationId xmlns:a16="http://schemas.microsoft.com/office/drawing/2014/main" id="{3D0F846A-5AF2-436F-857C-6A61D979EEE5}"/>
                </a:ext>
              </a:extLst>
            </p:cNvPr>
            <p:cNvCxnSpPr>
              <a:cxnSpLocks/>
            </p:cNvCxnSpPr>
            <p:nvPr/>
          </p:nvCxnSpPr>
          <p:spPr>
            <a:xfrm>
              <a:off x="11328517" y="3811310"/>
              <a:ext cx="716030" cy="282749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17" name="Straight Connector 452">
              <a:extLst>
                <a:ext uri="{FF2B5EF4-FFF2-40B4-BE49-F238E27FC236}">
                  <a16:creationId xmlns:a16="http://schemas.microsoft.com/office/drawing/2014/main" id="{C3437795-0591-4E4B-AE38-28128F464E42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1326174" y="3800505"/>
              <a:ext cx="1" cy="216624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18" name="Straight Connector 452">
              <a:extLst>
                <a:ext uri="{FF2B5EF4-FFF2-40B4-BE49-F238E27FC236}">
                  <a16:creationId xmlns:a16="http://schemas.microsoft.com/office/drawing/2014/main" id="{2EEF358F-2FD6-4D49-8A4D-6C52CC15F4A9}"/>
                </a:ext>
              </a:extLst>
            </p:cNvPr>
            <p:cNvCxnSpPr>
              <a:cxnSpLocks/>
            </p:cNvCxnSpPr>
            <p:nvPr/>
          </p:nvCxnSpPr>
          <p:spPr>
            <a:xfrm>
              <a:off x="11328517" y="3998798"/>
              <a:ext cx="716030" cy="282749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19" name="Straight Connector 452">
              <a:extLst>
                <a:ext uri="{FF2B5EF4-FFF2-40B4-BE49-F238E27FC236}">
                  <a16:creationId xmlns:a16="http://schemas.microsoft.com/office/drawing/2014/main" id="{CC44AC2D-64F1-4FC6-B422-01E0E1463FD9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2044546" y="4274088"/>
              <a:ext cx="1" cy="216624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20" name="Straight Connector 452">
              <a:extLst>
                <a:ext uri="{FF2B5EF4-FFF2-40B4-BE49-F238E27FC236}">
                  <a16:creationId xmlns:a16="http://schemas.microsoft.com/office/drawing/2014/main" id="{51700161-D781-4E0A-9B24-173FA31F688F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12045248" y="4467935"/>
              <a:ext cx="218899" cy="88902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21" name="Straight Connector 452">
              <a:extLst>
                <a:ext uri="{FF2B5EF4-FFF2-40B4-BE49-F238E27FC236}">
                  <a16:creationId xmlns:a16="http://schemas.microsoft.com/office/drawing/2014/main" id="{336C49AE-1D3E-4C37-83A7-BD633864FDE3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2282327" y="4541336"/>
              <a:ext cx="1" cy="207573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22" name="Straight Connector 452">
              <a:extLst>
                <a:ext uri="{FF2B5EF4-FFF2-40B4-BE49-F238E27FC236}">
                  <a16:creationId xmlns:a16="http://schemas.microsoft.com/office/drawing/2014/main" id="{96307B57-3EFF-464C-8D21-7DC7809372D1}"/>
                </a:ext>
              </a:extLst>
            </p:cNvPr>
            <p:cNvCxnSpPr>
              <a:cxnSpLocks/>
            </p:cNvCxnSpPr>
            <p:nvPr/>
          </p:nvCxnSpPr>
          <p:spPr>
            <a:xfrm>
              <a:off x="11808925" y="4539473"/>
              <a:ext cx="455222" cy="209436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23" name="Straight Connector 452">
              <a:extLst>
                <a:ext uri="{FF2B5EF4-FFF2-40B4-BE49-F238E27FC236}">
                  <a16:creationId xmlns:a16="http://schemas.microsoft.com/office/drawing/2014/main" id="{CD8018B0-7A54-4DA5-A29C-1A7CAC16BBD2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1795913" y="4335466"/>
              <a:ext cx="1" cy="207573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24" name="Straight Connector 452">
              <a:extLst>
                <a:ext uri="{FF2B5EF4-FFF2-40B4-BE49-F238E27FC236}">
                  <a16:creationId xmlns:a16="http://schemas.microsoft.com/office/drawing/2014/main" id="{D09B303E-D59E-48CD-BB5E-E0A7F4336804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11573388" y="4281547"/>
              <a:ext cx="221179" cy="72813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25" name="Straight Connector 452">
              <a:extLst>
                <a:ext uri="{FF2B5EF4-FFF2-40B4-BE49-F238E27FC236}">
                  <a16:creationId xmlns:a16="http://schemas.microsoft.com/office/drawing/2014/main" id="{6DD9119B-8B55-4FB9-9C52-49CD091E969B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1579614" y="4282425"/>
              <a:ext cx="1" cy="207573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26" name="Straight Connector 452">
              <a:extLst>
                <a:ext uri="{FF2B5EF4-FFF2-40B4-BE49-F238E27FC236}">
                  <a16:creationId xmlns:a16="http://schemas.microsoft.com/office/drawing/2014/main" id="{8AA1F0AB-7AF5-4635-9E66-4031F27CAFFA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10848651" y="4172685"/>
              <a:ext cx="717843" cy="314209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27" name="Straight Connector 452">
              <a:extLst>
                <a:ext uri="{FF2B5EF4-FFF2-40B4-BE49-F238E27FC236}">
                  <a16:creationId xmlns:a16="http://schemas.microsoft.com/office/drawing/2014/main" id="{82DEC5E4-67D6-44D2-8EA2-4F37290BD4D6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0842287" y="3632522"/>
              <a:ext cx="6076" cy="539789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28" name="Straight Connector 452">
              <a:extLst>
                <a:ext uri="{FF2B5EF4-FFF2-40B4-BE49-F238E27FC236}">
                  <a16:creationId xmlns:a16="http://schemas.microsoft.com/office/drawing/2014/main" id="{65646BF2-68AF-4CE4-A976-363E694AAB82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10636873" y="3544196"/>
              <a:ext cx="221179" cy="72813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29" name="Straight Connector 452">
              <a:extLst>
                <a:ext uri="{FF2B5EF4-FFF2-40B4-BE49-F238E27FC236}">
                  <a16:creationId xmlns:a16="http://schemas.microsoft.com/office/drawing/2014/main" id="{9EED0DBC-19FF-4546-952E-D6A2FCB69FEE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0628504" y="3519508"/>
              <a:ext cx="1" cy="216624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30" name="Straight Connector 452">
              <a:extLst>
                <a:ext uri="{FF2B5EF4-FFF2-40B4-BE49-F238E27FC236}">
                  <a16:creationId xmlns:a16="http://schemas.microsoft.com/office/drawing/2014/main" id="{CDF6AA46-31AD-4556-9185-F7010B72DB18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0396962" y="3707500"/>
              <a:ext cx="235552" cy="98473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31" name="Straight Connector 452">
              <a:extLst>
                <a:ext uri="{FF2B5EF4-FFF2-40B4-BE49-F238E27FC236}">
                  <a16:creationId xmlns:a16="http://schemas.microsoft.com/office/drawing/2014/main" id="{C9F3002A-0146-45F5-A33B-32EE5EB57FE9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10372395" y="3818962"/>
              <a:ext cx="221179" cy="72813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32" name="Straight Connector 452">
              <a:extLst>
                <a:ext uri="{FF2B5EF4-FFF2-40B4-BE49-F238E27FC236}">
                  <a16:creationId xmlns:a16="http://schemas.microsoft.com/office/drawing/2014/main" id="{898193CA-87CE-411A-8B7E-9CB370B12F19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0363873" y="3885274"/>
              <a:ext cx="200181" cy="112264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33" name="Straight Connector 452">
              <a:extLst>
                <a:ext uri="{FF2B5EF4-FFF2-40B4-BE49-F238E27FC236}">
                  <a16:creationId xmlns:a16="http://schemas.microsoft.com/office/drawing/2014/main" id="{59CC8E34-90AA-4EBD-BA92-9E72D301D862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10363874" y="4007833"/>
              <a:ext cx="229700" cy="86226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34" name="Straight Connector 452">
              <a:extLst>
                <a:ext uri="{FF2B5EF4-FFF2-40B4-BE49-F238E27FC236}">
                  <a16:creationId xmlns:a16="http://schemas.microsoft.com/office/drawing/2014/main" id="{219DDEAE-0CB1-47E7-9FFD-75411ED40240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0602064" y="4069953"/>
              <a:ext cx="1" cy="216624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35" name="Straight Connector 452">
              <a:extLst>
                <a:ext uri="{FF2B5EF4-FFF2-40B4-BE49-F238E27FC236}">
                  <a16:creationId xmlns:a16="http://schemas.microsoft.com/office/drawing/2014/main" id="{5D5FBDDF-2DC7-4D19-BB35-9279DE9ED9DD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10616470" y="4266662"/>
              <a:ext cx="221179" cy="72813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36" name="Straight Connector 452">
              <a:extLst>
                <a:ext uri="{FF2B5EF4-FFF2-40B4-BE49-F238E27FC236}">
                  <a16:creationId xmlns:a16="http://schemas.microsoft.com/office/drawing/2014/main" id="{5D5FF95A-2AAE-4219-AF2F-23E13236A4D1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10848242" y="4337223"/>
              <a:ext cx="7259" cy="409283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37" name="Straight Connector 452">
              <a:extLst>
                <a:ext uri="{FF2B5EF4-FFF2-40B4-BE49-F238E27FC236}">
                  <a16:creationId xmlns:a16="http://schemas.microsoft.com/office/drawing/2014/main" id="{EB1EE570-CCA9-4AC9-8DB8-2C8EAF5F4303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0593574" y="4733830"/>
              <a:ext cx="245401" cy="94661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38" name="Straight Connector 452">
              <a:extLst>
                <a:ext uri="{FF2B5EF4-FFF2-40B4-BE49-F238E27FC236}">
                  <a16:creationId xmlns:a16="http://schemas.microsoft.com/office/drawing/2014/main" id="{4AE337B4-BF29-425D-BEF1-F3442C302D1C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10611665" y="4822554"/>
              <a:ext cx="240206" cy="109574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39" name="Straight Connector 452">
              <a:extLst>
                <a:ext uri="{FF2B5EF4-FFF2-40B4-BE49-F238E27FC236}">
                  <a16:creationId xmlns:a16="http://schemas.microsoft.com/office/drawing/2014/main" id="{133693CE-6D8B-4F61-A616-98198B28EFD7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0823960" y="4732894"/>
              <a:ext cx="505177" cy="181925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40" name="Straight Connector 452">
              <a:extLst>
                <a:ext uri="{FF2B5EF4-FFF2-40B4-BE49-F238E27FC236}">
                  <a16:creationId xmlns:a16="http://schemas.microsoft.com/office/drawing/2014/main" id="{7D67E6FB-7357-479F-817A-E9D7658CA78C}"/>
                </a:ext>
              </a:extLst>
            </p:cNvPr>
            <p:cNvCxnSpPr>
              <a:cxnSpLocks/>
            </p:cNvCxnSpPr>
            <p:nvPr/>
          </p:nvCxnSpPr>
          <p:spPr>
            <a:xfrm>
              <a:off x="11308151" y="4544439"/>
              <a:ext cx="688220" cy="293264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41" name="Straight Connector 452">
              <a:extLst>
                <a:ext uri="{FF2B5EF4-FFF2-40B4-BE49-F238E27FC236}">
                  <a16:creationId xmlns:a16="http://schemas.microsoft.com/office/drawing/2014/main" id="{7FC08DEE-A274-493D-8841-4F32D27D5147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2022775" y="4820672"/>
              <a:ext cx="1" cy="207573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42" name="Straight Connector 452">
              <a:extLst>
                <a:ext uri="{FF2B5EF4-FFF2-40B4-BE49-F238E27FC236}">
                  <a16:creationId xmlns:a16="http://schemas.microsoft.com/office/drawing/2014/main" id="{DED19EDD-A40A-4E1A-B9E1-D4DA891CC34F}"/>
                </a:ext>
              </a:extLst>
            </p:cNvPr>
            <p:cNvCxnSpPr>
              <a:cxnSpLocks/>
            </p:cNvCxnSpPr>
            <p:nvPr/>
          </p:nvCxnSpPr>
          <p:spPr>
            <a:xfrm>
              <a:off x="11579752" y="4833436"/>
              <a:ext cx="413024" cy="175717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43" name="Straight Connector 452">
              <a:extLst>
                <a:ext uri="{FF2B5EF4-FFF2-40B4-BE49-F238E27FC236}">
                  <a16:creationId xmlns:a16="http://schemas.microsoft.com/office/drawing/2014/main" id="{A7CCF93C-1D25-4B36-89A8-92DAC7E08C81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1326174" y="4833623"/>
              <a:ext cx="240321" cy="98505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44" name="Straight Connector 452">
              <a:extLst>
                <a:ext uri="{FF2B5EF4-FFF2-40B4-BE49-F238E27FC236}">
                  <a16:creationId xmlns:a16="http://schemas.microsoft.com/office/drawing/2014/main" id="{84D078A1-C7E7-48F4-9F54-A23FCB9EB8CD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1317551" y="4907142"/>
              <a:ext cx="0" cy="371646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45" name="Straight Connector 452">
              <a:extLst>
                <a:ext uri="{FF2B5EF4-FFF2-40B4-BE49-F238E27FC236}">
                  <a16:creationId xmlns:a16="http://schemas.microsoft.com/office/drawing/2014/main" id="{804EE698-6F8E-4759-A4B5-069F966364BC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1311269" y="5093455"/>
              <a:ext cx="455670" cy="179889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46" name="Straight Connector 452">
              <a:extLst>
                <a:ext uri="{FF2B5EF4-FFF2-40B4-BE49-F238E27FC236}">
                  <a16:creationId xmlns:a16="http://schemas.microsoft.com/office/drawing/2014/main" id="{4DB3BF21-B53F-481E-A67B-FEB803EC7074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1796796" y="5088219"/>
              <a:ext cx="1" cy="207573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47" name="Straight Connector 452">
              <a:extLst>
                <a:ext uri="{FF2B5EF4-FFF2-40B4-BE49-F238E27FC236}">
                  <a16:creationId xmlns:a16="http://schemas.microsoft.com/office/drawing/2014/main" id="{F3F0F847-412A-45B9-B4A6-BB508DB74AC8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1338659" y="5279173"/>
              <a:ext cx="455670" cy="179889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48" name="Straight Connector 452">
              <a:extLst>
                <a:ext uri="{FF2B5EF4-FFF2-40B4-BE49-F238E27FC236}">
                  <a16:creationId xmlns:a16="http://schemas.microsoft.com/office/drawing/2014/main" id="{5B06F533-1F90-4C92-81E1-0397DC5C27FE}"/>
                </a:ext>
              </a:extLst>
            </p:cNvPr>
            <p:cNvCxnSpPr>
              <a:cxnSpLocks/>
            </p:cNvCxnSpPr>
            <p:nvPr/>
          </p:nvCxnSpPr>
          <p:spPr>
            <a:xfrm>
              <a:off x="11322226" y="5453941"/>
              <a:ext cx="257526" cy="104718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49" name="Straight Connector 452">
              <a:extLst>
                <a:ext uri="{FF2B5EF4-FFF2-40B4-BE49-F238E27FC236}">
                  <a16:creationId xmlns:a16="http://schemas.microsoft.com/office/drawing/2014/main" id="{7B35BF65-62EE-4E7A-BB2F-A9C13899779D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1584294" y="5459062"/>
              <a:ext cx="210035" cy="99598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50" name="Straight Connector 452">
              <a:extLst>
                <a:ext uri="{FF2B5EF4-FFF2-40B4-BE49-F238E27FC236}">
                  <a16:creationId xmlns:a16="http://schemas.microsoft.com/office/drawing/2014/main" id="{2D02F1F9-F9D1-42EB-9C93-5A4B3F95CEF5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1807196" y="5447288"/>
              <a:ext cx="3095" cy="362850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51" name="Straight Connector 452">
              <a:extLst>
                <a:ext uri="{FF2B5EF4-FFF2-40B4-BE49-F238E27FC236}">
                  <a16:creationId xmlns:a16="http://schemas.microsoft.com/office/drawing/2014/main" id="{6594355B-760F-4A7E-A410-5A68C62157D7}"/>
                </a:ext>
              </a:extLst>
            </p:cNvPr>
            <p:cNvCxnSpPr>
              <a:cxnSpLocks/>
            </p:cNvCxnSpPr>
            <p:nvPr/>
          </p:nvCxnSpPr>
          <p:spPr>
            <a:xfrm>
              <a:off x="12012512" y="5726088"/>
              <a:ext cx="262297" cy="100003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52" name="Straight Connector 452">
              <a:extLst>
                <a:ext uri="{FF2B5EF4-FFF2-40B4-BE49-F238E27FC236}">
                  <a16:creationId xmlns:a16="http://schemas.microsoft.com/office/drawing/2014/main" id="{8EA12A44-51E5-405C-B3F3-717469FAE846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2274809" y="5823850"/>
              <a:ext cx="1" cy="207573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53" name="Straight Connector 452">
              <a:extLst>
                <a:ext uri="{FF2B5EF4-FFF2-40B4-BE49-F238E27FC236}">
                  <a16:creationId xmlns:a16="http://schemas.microsoft.com/office/drawing/2014/main" id="{7AB7A4CC-E4FD-473F-92BB-60130F21494D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12044547" y="5902605"/>
              <a:ext cx="237780" cy="124359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54" name="Straight Connector 452">
              <a:extLst>
                <a:ext uri="{FF2B5EF4-FFF2-40B4-BE49-F238E27FC236}">
                  <a16:creationId xmlns:a16="http://schemas.microsoft.com/office/drawing/2014/main" id="{D42D09AD-57FA-4B09-AD63-6714E0DC815C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2047357" y="5944309"/>
              <a:ext cx="1" cy="538400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55" name="Straight Connector 452">
              <a:extLst>
                <a:ext uri="{FF2B5EF4-FFF2-40B4-BE49-F238E27FC236}">
                  <a16:creationId xmlns:a16="http://schemas.microsoft.com/office/drawing/2014/main" id="{F1F7DAF1-5367-4870-9D4F-CBA7C7B5F72C}"/>
                </a:ext>
              </a:extLst>
            </p:cNvPr>
            <p:cNvCxnSpPr>
              <a:cxnSpLocks/>
            </p:cNvCxnSpPr>
            <p:nvPr/>
          </p:nvCxnSpPr>
          <p:spPr>
            <a:xfrm>
              <a:off x="12033448" y="6467693"/>
              <a:ext cx="488819" cy="174396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56" name="Straight Connector 452">
              <a:extLst>
                <a:ext uri="{FF2B5EF4-FFF2-40B4-BE49-F238E27FC236}">
                  <a16:creationId xmlns:a16="http://schemas.microsoft.com/office/drawing/2014/main" id="{2AD2C808-B7E3-4A35-94E8-A69CFD52A097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2522266" y="6631803"/>
              <a:ext cx="1" cy="207573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57" name="Straight Connector 452">
              <a:extLst>
                <a:ext uri="{FF2B5EF4-FFF2-40B4-BE49-F238E27FC236}">
                  <a16:creationId xmlns:a16="http://schemas.microsoft.com/office/drawing/2014/main" id="{D6D199F0-E236-4365-8528-37DA1D83A283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12264147" y="6746822"/>
              <a:ext cx="245008" cy="84415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58" name="Straight Connector 452">
              <a:extLst>
                <a:ext uri="{FF2B5EF4-FFF2-40B4-BE49-F238E27FC236}">
                  <a16:creationId xmlns:a16="http://schemas.microsoft.com/office/drawing/2014/main" id="{1261987D-CD50-4EA8-8367-B45DE1854DE3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2280595" y="6767951"/>
              <a:ext cx="1" cy="207573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59" name="Straight Connector 452">
              <a:extLst>
                <a:ext uri="{FF2B5EF4-FFF2-40B4-BE49-F238E27FC236}">
                  <a16:creationId xmlns:a16="http://schemas.microsoft.com/office/drawing/2014/main" id="{0D2F25DC-F0F6-459D-8AAD-C2F908A7DEC4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1735076" y="6943162"/>
              <a:ext cx="554873" cy="191976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60" name="Straight Connector 452">
              <a:extLst>
                <a:ext uri="{FF2B5EF4-FFF2-40B4-BE49-F238E27FC236}">
                  <a16:creationId xmlns:a16="http://schemas.microsoft.com/office/drawing/2014/main" id="{BBF41947-6F17-4DB7-8360-DBB467621341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11559892" y="7023333"/>
              <a:ext cx="193064" cy="103787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61" name="Straight Connector 452">
              <a:extLst>
                <a:ext uri="{FF2B5EF4-FFF2-40B4-BE49-F238E27FC236}">
                  <a16:creationId xmlns:a16="http://schemas.microsoft.com/office/drawing/2014/main" id="{C9C2260D-6A26-40DC-8DAC-2721F1986BB7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1564790" y="6822741"/>
              <a:ext cx="1704" cy="192574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62" name="Straight Connector 452">
              <a:extLst>
                <a:ext uri="{FF2B5EF4-FFF2-40B4-BE49-F238E27FC236}">
                  <a16:creationId xmlns:a16="http://schemas.microsoft.com/office/drawing/2014/main" id="{54809C3D-117F-4C05-A098-89240527E3C3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11355289" y="6746822"/>
              <a:ext cx="216395" cy="96287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63" name="Straight Connector 452">
              <a:extLst>
                <a:ext uri="{FF2B5EF4-FFF2-40B4-BE49-F238E27FC236}">
                  <a16:creationId xmlns:a16="http://schemas.microsoft.com/office/drawing/2014/main" id="{3DEA0399-4C04-44C0-8B59-D39C11A5A315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11336406" y="6561088"/>
              <a:ext cx="1" cy="196569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64" name="Straight Connector 452">
              <a:extLst>
                <a:ext uri="{FF2B5EF4-FFF2-40B4-BE49-F238E27FC236}">
                  <a16:creationId xmlns:a16="http://schemas.microsoft.com/office/drawing/2014/main" id="{02269BF4-D857-450D-AFFA-2014C1422331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1336407" y="6454630"/>
              <a:ext cx="252573" cy="114702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65" name="Straight Connector 452">
              <a:extLst>
                <a:ext uri="{FF2B5EF4-FFF2-40B4-BE49-F238E27FC236}">
                  <a16:creationId xmlns:a16="http://schemas.microsoft.com/office/drawing/2014/main" id="{034FDDE7-5942-4034-AAD6-CA0FCA3E3E9B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11588979" y="6268014"/>
              <a:ext cx="1" cy="196569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66" name="Straight Connector 452">
              <a:extLst>
                <a:ext uri="{FF2B5EF4-FFF2-40B4-BE49-F238E27FC236}">
                  <a16:creationId xmlns:a16="http://schemas.microsoft.com/office/drawing/2014/main" id="{F397C7F4-281E-4462-8D40-76CED3C249B7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1101206" y="6263826"/>
              <a:ext cx="478546" cy="218883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67" name="Straight Connector 452">
              <a:extLst>
                <a:ext uri="{FF2B5EF4-FFF2-40B4-BE49-F238E27FC236}">
                  <a16:creationId xmlns:a16="http://schemas.microsoft.com/office/drawing/2014/main" id="{6149771A-49B6-42B5-8FED-349E0326E928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1088707" y="6468028"/>
              <a:ext cx="7310" cy="363209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68" name="Straight Connector 452">
              <a:extLst>
                <a:ext uri="{FF2B5EF4-FFF2-40B4-BE49-F238E27FC236}">
                  <a16:creationId xmlns:a16="http://schemas.microsoft.com/office/drawing/2014/main" id="{DD42E675-4722-49A0-8E6F-5ECC79D9C9C3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11088706" y="6814521"/>
              <a:ext cx="240431" cy="128641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69" name="Straight Connector 452">
              <a:extLst>
                <a:ext uri="{FF2B5EF4-FFF2-40B4-BE49-F238E27FC236}">
                  <a16:creationId xmlns:a16="http://schemas.microsoft.com/office/drawing/2014/main" id="{02F765DF-A448-47E8-AE60-554EC6F49112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1559892" y="7167635"/>
              <a:ext cx="0" cy="233302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70" name="Straight Connector 452">
              <a:extLst>
                <a:ext uri="{FF2B5EF4-FFF2-40B4-BE49-F238E27FC236}">
                  <a16:creationId xmlns:a16="http://schemas.microsoft.com/office/drawing/2014/main" id="{9A4720C7-D259-4EAE-8A48-2F10BB9832C0}"/>
                </a:ext>
              </a:extLst>
            </p:cNvPr>
            <p:cNvCxnSpPr>
              <a:cxnSpLocks/>
            </p:cNvCxnSpPr>
            <p:nvPr/>
          </p:nvCxnSpPr>
          <p:spPr>
            <a:xfrm>
              <a:off x="11319051" y="7284286"/>
              <a:ext cx="240841" cy="111198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71" name="Straight Connector 452">
              <a:extLst>
                <a:ext uri="{FF2B5EF4-FFF2-40B4-BE49-F238E27FC236}">
                  <a16:creationId xmlns:a16="http://schemas.microsoft.com/office/drawing/2014/main" id="{23BAB587-DFA2-4C79-B784-74A01AE7A340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1064949" y="7288928"/>
              <a:ext cx="245634" cy="97046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72" name="Straight Connector 452">
              <a:extLst>
                <a:ext uri="{FF2B5EF4-FFF2-40B4-BE49-F238E27FC236}">
                  <a16:creationId xmlns:a16="http://schemas.microsoft.com/office/drawing/2014/main" id="{6D2C6669-5187-4106-89A2-ECE1EBF0ACAE}"/>
                </a:ext>
              </a:extLst>
            </p:cNvPr>
            <p:cNvCxnSpPr>
              <a:cxnSpLocks/>
            </p:cNvCxnSpPr>
            <p:nvPr/>
          </p:nvCxnSpPr>
          <p:spPr>
            <a:xfrm>
              <a:off x="11083094" y="7380818"/>
              <a:ext cx="253312" cy="119770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73" name="Straight Connector 452">
              <a:extLst>
                <a:ext uri="{FF2B5EF4-FFF2-40B4-BE49-F238E27FC236}">
                  <a16:creationId xmlns:a16="http://schemas.microsoft.com/office/drawing/2014/main" id="{E332ECA2-9A73-4B2C-87EC-E1A673BB76BD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0657146" y="7479700"/>
              <a:ext cx="669028" cy="261550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74" name="Straight Connector 452">
              <a:extLst>
                <a:ext uri="{FF2B5EF4-FFF2-40B4-BE49-F238E27FC236}">
                  <a16:creationId xmlns:a16="http://schemas.microsoft.com/office/drawing/2014/main" id="{E4C82585-0D50-42D9-B484-7DFF818F7265}"/>
                </a:ext>
              </a:extLst>
            </p:cNvPr>
            <p:cNvCxnSpPr>
              <a:cxnSpLocks/>
            </p:cNvCxnSpPr>
            <p:nvPr/>
          </p:nvCxnSpPr>
          <p:spPr>
            <a:xfrm>
              <a:off x="10641006" y="7735527"/>
              <a:ext cx="423943" cy="216248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75" name="Straight Connector 452">
              <a:extLst>
                <a:ext uri="{FF2B5EF4-FFF2-40B4-BE49-F238E27FC236}">
                  <a16:creationId xmlns:a16="http://schemas.microsoft.com/office/drawing/2014/main" id="{255AD9B4-09E1-4234-9CFD-23AD3C10D7B5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0823960" y="7930892"/>
              <a:ext cx="240989" cy="116651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76" name="Straight Connector 452">
              <a:extLst>
                <a:ext uri="{FF2B5EF4-FFF2-40B4-BE49-F238E27FC236}">
                  <a16:creationId xmlns:a16="http://schemas.microsoft.com/office/drawing/2014/main" id="{8ED14048-1479-45EF-BD93-6FE3EECD3342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11288668" y="6903750"/>
              <a:ext cx="249304" cy="223174"/>
            </a:xfrm>
            <a:prstGeom prst="line">
              <a:avLst/>
            </a:prstGeom>
            <a:ln w="25400" cap="flat" cmpd="sng" algn="ctr">
              <a:solidFill>
                <a:srgbClr val="FFFF00"/>
              </a:solidFill>
              <a:prstDash val="dash"/>
              <a:round/>
              <a:headEnd type="none" w="med" len="med"/>
              <a:tailEnd type="non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tx1"/>
            </a:fontRef>
          </p:style>
        </p:cxnSp>
        <p:cxnSp>
          <p:nvCxnSpPr>
            <p:cNvPr id="3777" name="Straight Connector 452">
              <a:extLst>
                <a:ext uri="{FF2B5EF4-FFF2-40B4-BE49-F238E27FC236}">
                  <a16:creationId xmlns:a16="http://schemas.microsoft.com/office/drawing/2014/main" id="{9F07D969-A117-4EA5-A7A4-19C7B2F8EF7D}"/>
                </a:ext>
              </a:extLst>
            </p:cNvPr>
            <p:cNvCxnSpPr>
              <a:cxnSpLocks/>
            </p:cNvCxnSpPr>
            <p:nvPr/>
          </p:nvCxnSpPr>
          <p:spPr>
            <a:xfrm>
              <a:off x="10835093" y="8032750"/>
              <a:ext cx="491081" cy="194758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78" name="Straight Connector 452">
              <a:extLst>
                <a:ext uri="{FF2B5EF4-FFF2-40B4-BE49-F238E27FC236}">
                  <a16:creationId xmlns:a16="http://schemas.microsoft.com/office/drawing/2014/main" id="{CBFF0876-D1A5-44E4-B43A-D09640B52222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11323618" y="8209158"/>
              <a:ext cx="2556" cy="176017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79" name="Straight Connector 452">
              <a:extLst>
                <a:ext uri="{FF2B5EF4-FFF2-40B4-BE49-F238E27FC236}">
                  <a16:creationId xmlns:a16="http://schemas.microsoft.com/office/drawing/2014/main" id="{7BB35A73-6C35-4285-BFFC-E265D6651840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1092362" y="8397183"/>
              <a:ext cx="244044" cy="98034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80" name="Straight Connector 452">
              <a:extLst>
                <a:ext uri="{FF2B5EF4-FFF2-40B4-BE49-F238E27FC236}">
                  <a16:creationId xmlns:a16="http://schemas.microsoft.com/office/drawing/2014/main" id="{7B3B5F6F-C5EA-4882-B950-89B18ECAC3E7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1087377" y="8481297"/>
              <a:ext cx="1" cy="207573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81" name="Straight Connector 452">
              <a:extLst>
                <a:ext uri="{FF2B5EF4-FFF2-40B4-BE49-F238E27FC236}">
                  <a16:creationId xmlns:a16="http://schemas.microsoft.com/office/drawing/2014/main" id="{60867905-F1C4-48BD-B250-D775AAE46507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1064949" y="8504360"/>
              <a:ext cx="508439" cy="190326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82" name="Straight Connector 452">
              <a:extLst>
                <a:ext uri="{FF2B5EF4-FFF2-40B4-BE49-F238E27FC236}">
                  <a16:creationId xmlns:a16="http://schemas.microsoft.com/office/drawing/2014/main" id="{122B928A-9144-4681-9259-F3BC9F75D80D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1566494" y="7953351"/>
              <a:ext cx="0" cy="554051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83" name="Straight Connector 452">
              <a:extLst>
                <a:ext uri="{FF2B5EF4-FFF2-40B4-BE49-F238E27FC236}">
                  <a16:creationId xmlns:a16="http://schemas.microsoft.com/office/drawing/2014/main" id="{E8FE82E1-6531-4C4E-AA3B-F2A42F1FCBD9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1557378" y="7843651"/>
              <a:ext cx="261443" cy="105129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84" name="Straight Connector 452">
              <a:extLst>
                <a:ext uri="{FF2B5EF4-FFF2-40B4-BE49-F238E27FC236}">
                  <a16:creationId xmlns:a16="http://schemas.microsoft.com/office/drawing/2014/main" id="{9C1BCC3D-438B-4AE9-989D-B24690D3B9A3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1805008" y="7273074"/>
              <a:ext cx="4377" cy="566006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85" name="Straight Connector 452">
              <a:extLst>
                <a:ext uri="{FF2B5EF4-FFF2-40B4-BE49-F238E27FC236}">
                  <a16:creationId xmlns:a16="http://schemas.microsoft.com/office/drawing/2014/main" id="{2C69265B-A1A4-4246-8D60-D6F767513A4A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1800733" y="7208665"/>
              <a:ext cx="243813" cy="55258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86" name="Straight Connector 452">
              <a:extLst>
                <a:ext uri="{FF2B5EF4-FFF2-40B4-BE49-F238E27FC236}">
                  <a16:creationId xmlns:a16="http://schemas.microsoft.com/office/drawing/2014/main" id="{5D5483DC-40CF-404D-8E91-965A322F8A44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12055028" y="7208665"/>
              <a:ext cx="219781" cy="74109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87" name="Straight Connector 452">
              <a:extLst>
                <a:ext uri="{FF2B5EF4-FFF2-40B4-BE49-F238E27FC236}">
                  <a16:creationId xmlns:a16="http://schemas.microsoft.com/office/drawing/2014/main" id="{1113AC76-5B12-4E3F-84C4-037C0A583830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2062547" y="7282774"/>
              <a:ext cx="165847" cy="91638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88" name="Straight Connector 452">
              <a:extLst>
                <a:ext uri="{FF2B5EF4-FFF2-40B4-BE49-F238E27FC236}">
                  <a16:creationId xmlns:a16="http://schemas.microsoft.com/office/drawing/2014/main" id="{1B5696AB-0D1C-4736-82ED-5C61B412F654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2044546" y="7366478"/>
              <a:ext cx="20544" cy="224608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89" name="Straight Connector 452">
              <a:extLst>
                <a:ext uri="{FF2B5EF4-FFF2-40B4-BE49-F238E27FC236}">
                  <a16:creationId xmlns:a16="http://schemas.microsoft.com/office/drawing/2014/main" id="{D8C85AD8-8FEB-4A2D-9AA5-E72AF7CE3B99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2037459" y="7489528"/>
              <a:ext cx="226688" cy="91638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90" name="Straight Connector 452">
              <a:extLst>
                <a:ext uri="{FF2B5EF4-FFF2-40B4-BE49-F238E27FC236}">
                  <a16:creationId xmlns:a16="http://schemas.microsoft.com/office/drawing/2014/main" id="{C1A3A481-706D-4589-9CD7-27C742A32E9F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12247309" y="7497462"/>
              <a:ext cx="20020" cy="179246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91" name="Straight Connector 452">
              <a:extLst>
                <a:ext uri="{FF2B5EF4-FFF2-40B4-BE49-F238E27FC236}">
                  <a16:creationId xmlns:a16="http://schemas.microsoft.com/office/drawing/2014/main" id="{7765F8AC-540C-4F23-90F7-5A7CACDBDD4A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2051249" y="7669537"/>
              <a:ext cx="217087" cy="89623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92" name="Straight Connector 452">
              <a:extLst>
                <a:ext uri="{FF2B5EF4-FFF2-40B4-BE49-F238E27FC236}">
                  <a16:creationId xmlns:a16="http://schemas.microsoft.com/office/drawing/2014/main" id="{37CEE089-DD1D-46F7-A27D-1E1DE7C5BF11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12060743" y="7758991"/>
              <a:ext cx="194627" cy="63435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93" name="Straight Connector 452">
              <a:extLst>
                <a:ext uri="{FF2B5EF4-FFF2-40B4-BE49-F238E27FC236}">
                  <a16:creationId xmlns:a16="http://schemas.microsoft.com/office/drawing/2014/main" id="{DBF810B8-A915-4255-A318-1860C77B76B4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2264147" y="7767084"/>
              <a:ext cx="255547" cy="62022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94" name="Straight Connector 452">
              <a:extLst>
                <a:ext uri="{FF2B5EF4-FFF2-40B4-BE49-F238E27FC236}">
                  <a16:creationId xmlns:a16="http://schemas.microsoft.com/office/drawing/2014/main" id="{E7CB5099-EDC5-47CD-B5EA-4000D205CDD0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12503150" y="7773429"/>
              <a:ext cx="20020" cy="179246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95" name="Straight Connector 452">
              <a:extLst>
                <a:ext uri="{FF2B5EF4-FFF2-40B4-BE49-F238E27FC236}">
                  <a16:creationId xmlns:a16="http://schemas.microsoft.com/office/drawing/2014/main" id="{E78530C6-0817-49F3-9F64-61631A6BCB7B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2044546" y="7947152"/>
              <a:ext cx="456456" cy="184959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96" name="Straight Connector 452">
              <a:extLst>
                <a:ext uri="{FF2B5EF4-FFF2-40B4-BE49-F238E27FC236}">
                  <a16:creationId xmlns:a16="http://schemas.microsoft.com/office/drawing/2014/main" id="{208E00B7-9B25-4146-ADCE-45F3F49E6A70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11856622" y="8061544"/>
              <a:ext cx="194627" cy="63435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97" name="Straight Connector 452">
              <a:extLst>
                <a:ext uri="{FF2B5EF4-FFF2-40B4-BE49-F238E27FC236}">
                  <a16:creationId xmlns:a16="http://schemas.microsoft.com/office/drawing/2014/main" id="{B94B5684-A09B-4DB4-85FB-64710C091D74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1823685" y="8059182"/>
              <a:ext cx="2637" cy="193027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98" name="Straight Connector 452">
              <a:extLst>
                <a:ext uri="{FF2B5EF4-FFF2-40B4-BE49-F238E27FC236}">
                  <a16:creationId xmlns:a16="http://schemas.microsoft.com/office/drawing/2014/main" id="{03CFBA45-612E-4EC7-A601-6BAF5FD58EE0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11822916" y="8238800"/>
              <a:ext cx="194627" cy="63435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99" name="Straight Connector 452">
              <a:extLst>
                <a:ext uri="{FF2B5EF4-FFF2-40B4-BE49-F238E27FC236}">
                  <a16:creationId xmlns:a16="http://schemas.microsoft.com/office/drawing/2014/main" id="{7907EBE6-B4E5-492E-8D54-BB7A39F947AB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1797825" y="8325809"/>
              <a:ext cx="226688" cy="91638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00" name="Straight Connector 452">
              <a:extLst>
                <a:ext uri="{FF2B5EF4-FFF2-40B4-BE49-F238E27FC236}">
                  <a16:creationId xmlns:a16="http://schemas.microsoft.com/office/drawing/2014/main" id="{D8255294-1205-4592-AD05-D3D019405122}"/>
                </a:ext>
              </a:extLst>
            </p:cNvPr>
            <p:cNvCxnSpPr>
              <a:cxnSpLocks/>
            </p:cNvCxnSpPr>
            <p:nvPr/>
          </p:nvCxnSpPr>
          <p:spPr>
            <a:xfrm>
              <a:off x="11801443" y="8414703"/>
              <a:ext cx="21473" cy="203574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01" name="Straight Connector 452">
              <a:extLst>
                <a:ext uri="{FF2B5EF4-FFF2-40B4-BE49-F238E27FC236}">
                  <a16:creationId xmlns:a16="http://schemas.microsoft.com/office/drawing/2014/main" id="{23A16C34-01A3-460D-8E4C-B185E3E48373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11793843" y="8620147"/>
              <a:ext cx="733928" cy="250919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02" name="Straight Connector 452">
              <a:extLst>
                <a:ext uri="{FF2B5EF4-FFF2-40B4-BE49-F238E27FC236}">
                  <a16:creationId xmlns:a16="http://schemas.microsoft.com/office/drawing/2014/main" id="{B6A013FE-1E06-42C9-B249-7091FDA2D5CB}"/>
                </a:ext>
              </a:extLst>
            </p:cNvPr>
            <p:cNvCxnSpPr>
              <a:cxnSpLocks/>
            </p:cNvCxnSpPr>
            <p:nvPr/>
          </p:nvCxnSpPr>
          <p:spPr>
            <a:xfrm>
              <a:off x="12530792" y="8857641"/>
              <a:ext cx="4424" cy="556642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03" name="Straight Connector 452">
              <a:extLst>
                <a:ext uri="{FF2B5EF4-FFF2-40B4-BE49-F238E27FC236}">
                  <a16:creationId xmlns:a16="http://schemas.microsoft.com/office/drawing/2014/main" id="{649ADF7B-6306-442D-829E-2FAB37DD2B21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1793843" y="9520592"/>
              <a:ext cx="998716" cy="352443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04" name="Straight Connector 452">
              <a:extLst>
                <a:ext uri="{FF2B5EF4-FFF2-40B4-BE49-F238E27FC236}">
                  <a16:creationId xmlns:a16="http://schemas.microsoft.com/office/drawing/2014/main" id="{8702265F-2E7F-4EDB-BC9B-FE4B7CFD29A2}"/>
                </a:ext>
              </a:extLst>
            </p:cNvPr>
            <p:cNvCxnSpPr>
              <a:cxnSpLocks/>
            </p:cNvCxnSpPr>
            <p:nvPr/>
          </p:nvCxnSpPr>
          <p:spPr>
            <a:xfrm>
              <a:off x="11807196" y="9877246"/>
              <a:ext cx="222879" cy="91555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05" name="Straight Connector 452">
              <a:extLst>
                <a:ext uri="{FF2B5EF4-FFF2-40B4-BE49-F238E27FC236}">
                  <a16:creationId xmlns:a16="http://schemas.microsoft.com/office/drawing/2014/main" id="{E60ED972-5E4D-4369-8D86-1783B7181786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9426125" y="7030102"/>
              <a:ext cx="228562" cy="77117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06" name="Straight Connector 452">
              <a:extLst>
                <a:ext uri="{FF2B5EF4-FFF2-40B4-BE49-F238E27FC236}">
                  <a16:creationId xmlns:a16="http://schemas.microsoft.com/office/drawing/2014/main" id="{C2E71F62-21E6-4431-B013-6526D5F7F3D6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9927714" y="6193171"/>
              <a:ext cx="3429" cy="938505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07" name="Straight Connector 452">
              <a:extLst>
                <a:ext uri="{FF2B5EF4-FFF2-40B4-BE49-F238E27FC236}">
                  <a16:creationId xmlns:a16="http://schemas.microsoft.com/office/drawing/2014/main" id="{E5F5C763-C163-4FDD-980D-81980637D7A3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9930740" y="6119924"/>
              <a:ext cx="228562" cy="77117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08" name="Straight Connector 452">
              <a:extLst>
                <a:ext uri="{FF2B5EF4-FFF2-40B4-BE49-F238E27FC236}">
                  <a16:creationId xmlns:a16="http://schemas.microsoft.com/office/drawing/2014/main" id="{4A939C76-C855-4FF7-A3CC-76B44CDACF7C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9923098" y="5990595"/>
              <a:ext cx="214645" cy="108566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09" name="Straight Connector 452">
              <a:extLst>
                <a:ext uri="{FF2B5EF4-FFF2-40B4-BE49-F238E27FC236}">
                  <a16:creationId xmlns:a16="http://schemas.microsoft.com/office/drawing/2014/main" id="{7ED1DC7A-BB72-4840-96C2-CE8C97D27053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9669277" y="6221760"/>
              <a:ext cx="6393" cy="248888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10" name="Straight Connector 452">
              <a:extLst>
                <a:ext uri="{FF2B5EF4-FFF2-40B4-BE49-F238E27FC236}">
                  <a16:creationId xmlns:a16="http://schemas.microsoft.com/office/drawing/2014/main" id="{DDB14695-3BA9-414D-AD6A-78D3C923504B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9421610" y="6480657"/>
              <a:ext cx="254616" cy="67314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11" name="Straight Connector 452">
              <a:extLst>
                <a:ext uri="{FF2B5EF4-FFF2-40B4-BE49-F238E27FC236}">
                  <a16:creationId xmlns:a16="http://schemas.microsoft.com/office/drawing/2014/main" id="{A00CE55E-D6BF-4D86-A43A-F5939D2A01C7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9422268" y="6549339"/>
              <a:ext cx="232419" cy="104314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12" name="Straight Connector 452">
              <a:extLst>
                <a:ext uri="{FF2B5EF4-FFF2-40B4-BE49-F238E27FC236}">
                  <a16:creationId xmlns:a16="http://schemas.microsoft.com/office/drawing/2014/main" id="{DDE433CC-4799-40E8-83E0-FEACBD5F5C3C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9466399" y="6729967"/>
              <a:ext cx="214645" cy="108566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13" name="Straight Connector 452">
              <a:extLst>
                <a:ext uri="{FF2B5EF4-FFF2-40B4-BE49-F238E27FC236}">
                  <a16:creationId xmlns:a16="http://schemas.microsoft.com/office/drawing/2014/main" id="{ACDD5EF3-4057-4476-90CB-3518CCBBD499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9447763" y="6718665"/>
              <a:ext cx="6393" cy="248888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14" name="Straight Connector 452">
              <a:extLst>
                <a:ext uri="{FF2B5EF4-FFF2-40B4-BE49-F238E27FC236}">
                  <a16:creationId xmlns:a16="http://schemas.microsoft.com/office/drawing/2014/main" id="{1412ACEA-DAC6-4FF6-ABD2-406495CB43B3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8954693" y="6714175"/>
              <a:ext cx="492824" cy="228754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15" name="Straight Connector 452">
              <a:extLst>
                <a:ext uri="{FF2B5EF4-FFF2-40B4-BE49-F238E27FC236}">
                  <a16:creationId xmlns:a16="http://schemas.microsoft.com/office/drawing/2014/main" id="{5E95E136-4212-4E1E-A806-AE71AA485132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8961930" y="6697713"/>
              <a:ext cx="6393" cy="248888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16" name="Straight Connector 452">
              <a:extLst>
                <a:ext uri="{FF2B5EF4-FFF2-40B4-BE49-F238E27FC236}">
                  <a16:creationId xmlns:a16="http://schemas.microsoft.com/office/drawing/2014/main" id="{EEFDABFE-4A3F-41CA-9035-55EB14770798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8978165" y="6918486"/>
              <a:ext cx="214645" cy="108566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17" name="Straight Connector 452">
              <a:extLst>
                <a:ext uri="{FF2B5EF4-FFF2-40B4-BE49-F238E27FC236}">
                  <a16:creationId xmlns:a16="http://schemas.microsoft.com/office/drawing/2014/main" id="{0E775B68-6045-4D0B-8C5D-E6399C5972A7}"/>
                </a:ext>
              </a:extLst>
            </p:cNvPr>
            <p:cNvCxnSpPr>
              <a:cxnSpLocks/>
            </p:cNvCxnSpPr>
            <p:nvPr/>
          </p:nvCxnSpPr>
          <p:spPr>
            <a:xfrm>
              <a:off x="9186520" y="7027052"/>
              <a:ext cx="6391" cy="173027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18" name="Straight Connector 452">
              <a:extLst>
                <a:ext uri="{FF2B5EF4-FFF2-40B4-BE49-F238E27FC236}">
                  <a16:creationId xmlns:a16="http://schemas.microsoft.com/office/drawing/2014/main" id="{CE543D03-6A33-4202-AC97-B240E03ED4E1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8723131" y="7007828"/>
              <a:ext cx="472961" cy="177863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19" name="Straight Connector 452">
              <a:extLst>
                <a:ext uri="{FF2B5EF4-FFF2-40B4-BE49-F238E27FC236}">
                  <a16:creationId xmlns:a16="http://schemas.microsoft.com/office/drawing/2014/main" id="{9EE2A033-2F1D-4A2D-889E-16E9C2738200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8716172" y="7018519"/>
              <a:ext cx="3677" cy="167172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20" name="Straight Connector 452">
              <a:extLst>
                <a:ext uri="{FF2B5EF4-FFF2-40B4-BE49-F238E27FC236}">
                  <a16:creationId xmlns:a16="http://schemas.microsoft.com/office/drawing/2014/main" id="{73A4BC13-D88F-430C-ABBD-C0F7161EF0A1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1108844" y="9775371"/>
              <a:ext cx="479044" cy="175906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21" name="Straight Connector 452">
              <a:extLst>
                <a:ext uri="{FF2B5EF4-FFF2-40B4-BE49-F238E27FC236}">
                  <a16:creationId xmlns:a16="http://schemas.microsoft.com/office/drawing/2014/main" id="{EE0FE5E7-E845-4976-B567-3561CC1EAA8C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1101206" y="9944612"/>
              <a:ext cx="2176" cy="205840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22" name="Straight Connector 452">
              <a:extLst>
                <a:ext uri="{FF2B5EF4-FFF2-40B4-BE49-F238E27FC236}">
                  <a16:creationId xmlns:a16="http://schemas.microsoft.com/office/drawing/2014/main" id="{0E2338D3-B52C-4302-83C1-89990895E692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10430700" y="8585083"/>
              <a:ext cx="651693" cy="637793"/>
            </a:xfrm>
            <a:prstGeom prst="line">
              <a:avLst/>
            </a:prstGeom>
            <a:ln w="28575" cap="flat" cmpd="sng" algn="ctr">
              <a:solidFill>
                <a:srgbClr val="FFFF00"/>
              </a:solidFill>
              <a:prstDash val="dash"/>
              <a:round/>
              <a:headEnd type="none" w="med" len="med"/>
              <a:tailEnd type="non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tx1"/>
            </a:fontRef>
          </p:style>
        </p:cxnSp>
        <p:cxnSp>
          <p:nvCxnSpPr>
            <p:cNvPr id="3823" name="Straight Connector 452">
              <a:extLst>
                <a:ext uri="{FF2B5EF4-FFF2-40B4-BE49-F238E27FC236}">
                  <a16:creationId xmlns:a16="http://schemas.microsoft.com/office/drawing/2014/main" id="{E55C2713-E40E-47F7-B931-F7F6FA007E1D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9426125" y="7100036"/>
              <a:ext cx="21267" cy="1109074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24" name="Straight Connector 452">
              <a:extLst>
                <a:ext uri="{FF2B5EF4-FFF2-40B4-BE49-F238E27FC236}">
                  <a16:creationId xmlns:a16="http://schemas.microsoft.com/office/drawing/2014/main" id="{7AA609EB-DC95-420E-8E0D-1ECAAA7D58E7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9445165" y="8209158"/>
              <a:ext cx="966394" cy="380201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25" name="Straight Connector 452">
              <a:extLst>
                <a:ext uri="{FF2B5EF4-FFF2-40B4-BE49-F238E27FC236}">
                  <a16:creationId xmlns:a16="http://schemas.microsoft.com/office/drawing/2014/main" id="{D51B2ECA-157B-497D-A60F-14C35DD0E395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9668880" y="6005008"/>
              <a:ext cx="234315" cy="194432"/>
            </a:xfrm>
            <a:prstGeom prst="line">
              <a:avLst/>
            </a:prstGeom>
            <a:ln w="28575" cap="flat" cmpd="sng" algn="ctr">
              <a:solidFill>
                <a:srgbClr val="FFFF00"/>
              </a:solidFill>
              <a:prstDash val="dash"/>
              <a:round/>
              <a:headEnd type="none" w="med" len="med"/>
              <a:tailEnd type="non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tx1"/>
            </a:fontRef>
          </p:style>
        </p:cxnSp>
        <p:cxnSp>
          <p:nvCxnSpPr>
            <p:cNvPr id="3826" name="Straight Connector 452">
              <a:extLst>
                <a:ext uri="{FF2B5EF4-FFF2-40B4-BE49-F238E27FC236}">
                  <a16:creationId xmlns:a16="http://schemas.microsoft.com/office/drawing/2014/main" id="{82C8D227-5BBC-451D-8AC5-E1AE72DCF657}"/>
                </a:ext>
              </a:extLst>
            </p:cNvPr>
            <p:cNvCxnSpPr>
              <a:cxnSpLocks/>
            </p:cNvCxnSpPr>
            <p:nvPr/>
          </p:nvCxnSpPr>
          <p:spPr>
            <a:xfrm>
              <a:off x="2517375" y="1852527"/>
              <a:ext cx="244477" cy="108437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27" name="Straight Connector 452">
              <a:extLst>
                <a:ext uri="{FF2B5EF4-FFF2-40B4-BE49-F238E27FC236}">
                  <a16:creationId xmlns:a16="http://schemas.microsoft.com/office/drawing/2014/main" id="{0CA1C7C7-F306-4F28-B08E-525847E295E2}"/>
                </a:ext>
              </a:extLst>
            </p:cNvPr>
            <p:cNvCxnSpPr>
              <a:cxnSpLocks/>
            </p:cNvCxnSpPr>
            <p:nvPr/>
          </p:nvCxnSpPr>
          <p:spPr>
            <a:xfrm>
              <a:off x="2535871" y="1522011"/>
              <a:ext cx="0" cy="327994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28" name="Straight Connector 452">
              <a:extLst>
                <a:ext uri="{FF2B5EF4-FFF2-40B4-BE49-F238E27FC236}">
                  <a16:creationId xmlns:a16="http://schemas.microsoft.com/office/drawing/2014/main" id="{33CFFC3D-23FC-4B82-B5F5-AF17B40B0051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2079885" y="1515479"/>
              <a:ext cx="437490" cy="170529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29" name="Straight Connector 452">
              <a:extLst>
                <a:ext uri="{FF2B5EF4-FFF2-40B4-BE49-F238E27FC236}">
                  <a16:creationId xmlns:a16="http://schemas.microsoft.com/office/drawing/2014/main" id="{011CE6E8-B886-467D-993D-476C47A51131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1595747" y="1507012"/>
              <a:ext cx="504831" cy="155081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30" name="Straight Connector 452">
              <a:extLst>
                <a:ext uri="{FF2B5EF4-FFF2-40B4-BE49-F238E27FC236}">
                  <a16:creationId xmlns:a16="http://schemas.microsoft.com/office/drawing/2014/main" id="{7979AA27-2300-4300-B24F-F61B5D834809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349638" y="1503749"/>
              <a:ext cx="268328" cy="96994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31" name="Straight Connector 452">
              <a:extLst>
                <a:ext uri="{FF2B5EF4-FFF2-40B4-BE49-F238E27FC236}">
                  <a16:creationId xmlns:a16="http://schemas.microsoft.com/office/drawing/2014/main" id="{0D9D2319-D7CB-4B2E-BBA8-2C41DEB14097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916541" y="1413799"/>
              <a:ext cx="456035" cy="163472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32" name="Straight Connector 452">
              <a:extLst>
                <a:ext uri="{FF2B5EF4-FFF2-40B4-BE49-F238E27FC236}">
                  <a16:creationId xmlns:a16="http://schemas.microsoft.com/office/drawing/2014/main" id="{C3BD4F1B-77C7-4E8B-A0BF-2C136DAFA7E8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128738" y="1332914"/>
              <a:ext cx="478235" cy="146920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33" name="Straight Connector 452">
              <a:extLst>
                <a:ext uri="{FF2B5EF4-FFF2-40B4-BE49-F238E27FC236}">
                  <a16:creationId xmlns:a16="http://schemas.microsoft.com/office/drawing/2014/main" id="{19F2C948-3CEE-4A2D-ABDC-C0D772B891DF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1614637" y="1332914"/>
              <a:ext cx="243449" cy="72341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34" name="Straight Connector 452">
              <a:extLst>
                <a:ext uri="{FF2B5EF4-FFF2-40B4-BE49-F238E27FC236}">
                  <a16:creationId xmlns:a16="http://schemas.microsoft.com/office/drawing/2014/main" id="{EC37844B-B3A4-4535-B69F-9D6B068C85BC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853157" y="1315516"/>
              <a:ext cx="245551" cy="92598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35" name="Straight Connector 452">
              <a:extLst>
                <a:ext uri="{FF2B5EF4-FFF2-40B4-BE49-F238E27FC236}">
                  <a16:creationId xmlns:a16="http://schemas.microsoft.com/office/drawing/2014/main" id="{BBA64102-982E-4B89-9732-B574D3D5E63C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2103927" y="1331892"/>
              <a:ext cx="243449" cy="72341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36" name="Straight Connector 452">
              <a:extLst>
                <a:ext uri="{FF2B5EF4-FFF2-40B4-BE49-F238E27FC236}">
                  <a16:creationId xmlns:a16="http://schemas.microsoft.com/office/drawing/2014/main" id="{87400C67-63D2-45EB-BB89-13385B9701CA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2313697" y="1321439"/>
              <a:ext cx="251697" cy="73531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37" name="Straight Connector 452">
              <a:extLst>
                <a:ext uri="{FF2B5EF4-FFF2-40B4-BE49-F238E27FC236}">
                  <a16:creationId xmlns:a16="http://schemas.microsoft.com/office/drawing/2014/main" id="{44C96F5C-2992-4045-9A7D-1A58C8E22B7E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2530017" y="1329352"/>
              <a:ext cx="243449" cy="72341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38" name="Straight Connector 452">
              <a:extLst>
                <a:ext uri="{FF2B5EF4-FFF2-40B4-BE49-F238E27FC236}">
                  <a16:creationId xmlns:a16="http://schemas.microsoft.com/office/drawing/2014/main" id="{890FB18E-40DC-48A2-9DE5-DA68DB95C130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2762391" y="1337263"/>
              <a:ext cx="251697" cy="73531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39" name="Straight Connector 452">
              <a:extLst>
                <a:ext uri="{FF2B5EF4-FFF2-40B4-BE49-F238E27FC236}">
                  <a16:creationId xmlns:a16="http://schemas.microsoft.com/office/drawing/2014/main" id="{6226A682-86C4-47FC-8C0E-FC8AE727ADCD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9916139" y="7246336"/>
              <a:ext cx="228562" cy="77117"/>
            </a:xfrm>
            <a:prstGeom prst="line">
              <a:avLst/>
            </a:prstGeom>
            <a:ln w="38100">
              <a:solidFill>
                <a:schemeClr val="accent2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40" name="Straight Connector 452">
              <a:extLst>
                <a:ext uri="{FF2B5EF4-FFF2-40B4-BE49-F238E27FC236}">
                  <a16:creationId xmlns:a16="http://schemas.microsoft.com/office/drawing/2014/main" id="{94A8F52D-8600-402C-A8D4-4FE19179B588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9642230" y="7037938"/>
              <a:ext cx="302955" cy="93738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41" name="Straight Connector 452">
              <a:extLst>
                <a:ext uri="{FF2B5EF4-FFF2-40B4-BE49-F238E27FC236}">
                  <a16:creationId xmlns:a16="http://schemas.microsoft.com/office/drawing/2014/main" id="{7E14EFC7-4EE6-4B57-8CFF-64736D0ECF1B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9663965" y="6611145"/>
              <a:ext cx="6393" cy="248888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42" name="Straight Connector 452">
              <a:extLst>
                <a:ext uri="{FF2B5EF4-FFF2-40B4-BE49-F238E27FC236}">
                  <a16:creationId xmlns:a16="http://schemas.microsoft.com/office/drawing/2014/main" id="{4B1E04B1-9348-47B8-9EBD-0D4B513FAC3C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5620656" y="853591"/>
              <a:ext cx="17775" cy="170205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43" name="Straight Connector 452">
              <a:extLst>
                <a:ext uri="{FF2B5EF4-FFF2-40B4-BE49-F238E27FC236}">
                  <a16:creationId xmlns:a16="http://schemas.microsoft.com/office/drawing/2014/main" id="{43CE1CD0-EBAA-47DC-83A2-A739DFBE8AE0}"/>
                </a:ext>
              </a:extLst>
            </p:cNvPr>
            <p:cNvCxnSpPr>
              <a:cxnSpLocks/>
            </p:cNvCxnSpPr>
            <p:nvPr/>
          </p:nvCxnSpPr>
          <p:spPr>
            <a:xfrm>
              <a:off x="5609461" y="838828"/>
              <a:ext cx="294007" cy="69835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019" name="Hexagon 3601">
              <a:extLst>
                <a:ext uri="{FF2B5EF4-FFF2-40B4-BE49-F238E27FC236}">
                  <a16:creationId xmlns:a16="http://schemas.microsoft.com/office/drawing/2014/main" id="{CCC541F0-63DA-4D48-8857-ACD4841B78ED}"/>
                </a:ext>
              </a:extLst>
            </p:cNvPr>
            <p:cNvSpPr/>
            <p:nvPr/>
          </p:nvSpPr>
          <p:spPr>
            <a:xfrm>
              <a:off x="5457535" y="1135967"/>
              <a:ext cx="309581" cy="185472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cxnSp>
          <p:nvCxnSpPr>
            <p:cNvPr id="4020" name="Straight Connector 452">
              <a:extLst>
                <a:ext uri="{FF2B5EF4-FFF2-40B4-BE49-F238E27FC236}">
                  <a16:creationId xmlns:a16="http://schemas.microsoft.com/office/drawing/2014/main" id="{B0E62359-B7C0-4F6A-80A8-72038F4CB27D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876594" y="926106"/>
              <a:ext cx="1" cy="223672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21" name="Straight Connector 452">
              <a:extLst>
                <a:ext uri="{FF2B5EF4-FFF2-40B4-BE49-F238E27FC236}">
                  <a16:creationId xmlns:a16="http://schemas.microsoft.com/office/drawing/2014/main" id="{9ACB8AE1-6041-409A-9958-BC13A45EACB2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903468" y="1018798"/>
              <a:ext cx="238316" cy="115053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22" name="Straight Connector 452">
              <a:extLst>
                <a:ext uri="{FF2B5EF4-FFF2-40B4-BE49-F238E27FC236}">
                  <a16:creationId xmlns:a16="http://schemas.microsoft.com/office/drawing/2014/main" id="{29008C2F-2201-4582-BDA8-762D66D923DA}"/>
                </a:ext>
              </a:extLst>
            </p:cNvPr>
            <p:cNvCxnSpPr>
              <a:cxnSpLocks/>
            </p:cNvCxnSpPr>
            <p:nvPr/>
          </p:nvCxnSpPr>
          <p:spPr>
            <a:xfrm>
              <a:off x="6149566" y="1049560"/>
              <a:ext cx="422686" cy="164639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23" name="Straight Connector 452">
              <a:extLst>
                <a:ext uri="{FF2B5EF4-FFF2-40B4-BE49-F238E27FC236}">
                  <a16:creationId xmlns:a16="http://schemas.microsoft.com/office/drawing/2014/main" id="{B076B102-B9C0-4793-8754-4715E888812F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391381" y="1224680"/>
              <a:ext cx="176401" cy="86594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24" name="Straight Connector 452">
              <a:extLst>
                <a:ext uri="{FF2B5EF4-FFF2-40B4-BE49-F238E27FC236}">
                  <a16:creationId xmlns:a16="http://schemas.microsoft.com/office/drawing/2014/main" id="{DCB557B0-5071-4636-8062-3DDA68917500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6416837" y="1321454"/>
              <a:ext cx="150945" cy="80239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25" name="Straight Connector 452">
              <a:extLst>
                <a:ext uri="{FF2B5EF4-FFF2-40B4-BE49-F238E27FC236}">
                  <a16:creationId xmlns:a16="http://schemas.microsoft.com/office/drawing/2014/main" id="{2DEEE47B-83F3-424D-B393-7B82B69CB1ED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592196" y="1252512"/>
              <a:ext cx="471428" cy="155603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26" name="Straight Connector 452">
              <a:extLst>
                <a:ext uri="{FF2B5EF4-FFF2-40B4-BE49-F238E27FC236}">
                  <a16:creationId xmlns:a16="http://schemas.microsoft.com/office/drawing/2014/main" id="{FC835253-53AB-481B-8A41-8967DA234F3A}"/>
                </a:ext>
              </a:extLst>
            </p:cNvPr>
            <p:cNvCxnSpPr>
              <a:cxnSpLocks/>
            </p:cNvCxnSpPr>
            <p:nvPr/>
          </p:nvCxnSpPr>
          <p:spPr>
            <a:xfrm>
              <a:off x="7024442" y="1259398"/>
              <a:ext cx="251533" cy="62041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27" name="Straight Connector 452">
              <a:extLst>
                <a:ext uri="{FF2B5EF4-FFF2-40B4-BE49-F238E27FC236}">
                  <a16:creationId xmlns:a16="http://schemas.microsoft.com/office/drawing/2014/main" id="{7109ABBE-1A2A-42AF-BF2C-5D62C6E0F709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7312193" y="1252512"/>
              <a:ext cx="224506" cy="93267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28" name="Straight Connector 452">
              <a:extLst>
                <a:ext uri="{FF2B5EF4-FFF2-40B4-BE49-F238E27FC236}">
                  <a16:creationId xmlns:a16="http://schemas.microsoft.com/office/drawing/2014/main" id="{052A7244-CBC3-4512-B03C-AD073613DAF5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7533590" y="1018798"/>
              <a:ext cx="16026" cy="195401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29" name="Straight Connector 452">
              <a:extLst>
                <a:ext uri="{FF2B5EF4-FFF2-40B4-BE49-F238E27FC236}">
                  <a16:creationId xmlns:a16="http://schemas.microsoft.com/office/drawing/2014/main" id="{BABC5CC1-4FB6-42B7-B9E6-6328F5592B0B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7553509" y="938693"/>
              <a:ext cx="238316" cy="115053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30" name="Straight Connector 452">
              <a:extLst>
                <a:ext uri="{FF2B5EF4-FFF2-40B4-BE49-F238E27FC236}">
                  <a16:creationId xmlns:a16="http://schemas.microsoft.com/office/drawing/2014/main" id="{7072B687-E131-4B89-A97F-D111A39F4BA1}"/>
                </a:ext>
              </a:extLst>
            </p:cNvPr>
            <p:cNvCxnSpPr>
              <a:cxnSpLocks/>
            </p:cNvCxnSpPr>
            <p:nvPr/>
          </p:nvCxnSpPr>
          <p:spPr>
            <a:xfrm>
              <a:off x="7814368" y="956825"/>
              <a:ext cx="415232" cy="170205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31" name="Straight Connector 452">
              <a:extLst>
                <a:ext uri="{FF2B5EF4-FFF2-40B4-BE49-F238E27FC236}">
                  <a16:creationId xmlns:a16="http://schemas.microsoft.com/office/drawing/2014/main" id="{7AE23AF6-E3A1-48DE-8467-B66CB404C0E7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8222780" y="1133952"/>
              <a:ext cx="32725" cy="187487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32" name="Straight Connector 452">
              <a:extLst>
                <a:ext uri="{FF2B5EF4-FFF2-40B4-BE49-F238E27FC236}">
                  <a16:creationId xmlns:a16="http://schemas.microsoft.com/office/drawing/2014/main" id="{E7DC3402-F9AC-402B-A09E-6FD0716B921F}"/>
                </a:ext>
              </a:extLst>
            </p:cNvPr>
            <p:cNvCxnSpPr>
              <a:cxnSpLocks/>
            </p:cNvCxnSpPr>
            <p:nvPr/>
          </p:nvCxnSpPr>
          <p:spPr>
            <a:xfrm>
              <a:off x="8225111" y="1328361"/>
              <a:ext cx="243304" cy="45667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33" name="Straight Connector 452">
              <a:extLst>
                <a:ext uri="{FF2B5EF4-FFF2-40B4-BE49-F238E27FC236}">
                  <a16:creationId xmlns:a16="http://schemas.microsoft.com/office/drawing/2014/main" id="{2C1FD626-64CB-4428-879D-A32A872E77DA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8465550" y="1402735"/>
              <a:ext cx="9828" cy="201786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34" name="Straight Connector 452">
              <a:extLst>
                <a:ext uri="{FF2B5EF4-FFF2-40B4-BE49-F238E27FC236}">
                  <a16:creationId xmlns:a16="http://schemas.microsoft.com/office/drawing/2014/main" id="{53CCB28D-F6CE-4446-B450-0509C6FB92AF}"/>
                </a:ext>
              </a:extLst>
            </p:cNvPr>
            <p:cNvCxnSpPr>
              <a:cxnSpLocks/>
            </p:cNvCxnSpPr>
            <p:nvPr/>
          </p:nvCxnSpPr>
          <p:spPr>
            <a:xfrm>
              <a:off x="8039329" y="1408114"/>
              <a:ext cx="412964" cy="172752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35" name="Straight Connector 452">
              <a:extLst>
                <a:ext uri="{FF2B5EF4-FFF2-40B4-BE49-F238E27FC236}">
                  <a16:creationId xmlns:a16="http://schemas.microsoft.com/office/drawing/2014/main" id="{D282096B-0032-4B62-B8C4-49BDC42C2912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8022966" y="1196674"/>
              <a:ext cx="32725" cy="187487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36" name="Straight Connector 452">
              <a:extLst>
                <a:ext uri="{FF2B5EF4-FFF2-40B4-BE49-F238E27FC236}">
                  <a16:creationId xmlns:a16="http://schemas.microsoft.com/office/drawing/2014/main" id="{6CAC35EF-8AA8-4FEC-8B73-DAA30DEC4A8F}"/>
                </a:ext>
              </a:extLst>
            </p:cNvPr>
            <p:cNvCxnSpPr>
              <a:cxnSpLocks/>
            </p:cNvCxnSpPr>
            <p:nvPr/>
          </p:nvCxnSpPr>
          <p:spPr>
            <a:xfrm>
              <a:off x="7791825" y="1133851"/>
              <a:ext cx="205924" cy="73667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37" name="Straight Connector 452">
              <a:extLst>
                <a:ext uri="{FF2B5EF4-FFF2-40B4-BE49-F238E27FC236}">
                  <a16:creationId xmlns:a16="http://schemas.microsoft.com/office/drawing/2014/main" id="{F217D257-E977-4DB1-807D-43DD6E5ADCCF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7777556" y="1156685"/>
              <a:ext cx="21265" cy="201519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38" name="Straight Connector 452">
              <a:extLst>
                <a:ext uri="{FF2B5EF4-FFF2-40B4-BE49-F238E27FC236}">
                  <a16:creationId xmlns:a16="http://schemas.microsoft.com/office/drawing/2014/main" id="{E8B3807D-0DCD-4E2C-806C-7ED943548068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7522084" y="1335956"/>
              <a:ext cx="253082" cy="72158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39" name="Straight Connector 452">
              <a:extLst>
                <a:ext uri="{FF2B5EF4-FFF2-40B4-BE49-F238E27FC236}">
                  <a16:creationId xmlns:a16="http://schemas.microsoft.com/office/drawing/2014/main" id="{514F4593-E178-478D-9B09-EDE46827F45B}"/>
                </a:ext>
              </a:extLst>
            </p:cNvPr>
            <p:cNvCxnSpPr>
              <a:cxnSpLocks/>
            </p:cNvCxnSpPr>
            <p:nvPr/>
          </p:nvCxnSpPr>
          <p:spPr>
            <a:xfrm>
              <a:off x="7556205" y="1391283"/>
              <a:ext cx="932430" cy="381569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40" name="Straight Connector 452">
              <a:extLst>
                <a:ext uri="{FF2B5EF4-FFF2-40B4-BE49-F238E27FC236}">
                  <a16:creationId xmlns:a16="http://schemas.microsoft.com/office/drawing/2014/main" id="{385DED8D-5B58-400A-9831-85524C83AE02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8473093" y="1788612"/>
              <a:ext cx="9828" cy="201786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41" name="Straight Connector 452">
              <a:extLst>
                <a:ext uri="{FF2B5EF4-FFF2-40B4-BE49-F238E27FC236}">
                  <a16:creationId xmlns:a16="http://schemas.microsoft.com/office/drawing/2014/main" id="{156F0384-08A9-4518-8D58-B77F57735618}"/>
                </a:ext>
              </a:extLst>
            </p:cNvPr>
            <p:cNvCxnSpPr>
              <a:cxnSpLocks/>
            </p:cNvCxnSpPr>
            <p:nvPr/>
          </p:nvCxnSpPr>
          <p:spPr>
            <a:xfrm>
              <a:off x="8499760" y="1960016"/>
              <a:ext cx="478405" cy="177309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42" name="Straight Connector 452">
              <a:extLst>
                <a:ext uri="{FF2B5EF4-FFF2-40B4-BE49-F238E27FC236}">
                  <a16:creationId xmlns:a16="http://schemas.microsoft.com/office/drawing/2014/main" id="{230B139E-C353-4748-BDDE-16BFB74CBECF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8953296" y="2152225"/>
              <a:ext cx="15028" cy="194527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43" name="Straight Connector 452">
              <a:extLst>
                <a:ext uri="{FF2B5EF4-FFF2-40B4-BE49-F238E27FC236}">
                  <a16:creationId xmlns:a16="http://schemas.microsoft.com/office/drawing/2014/main" id="{D93CB059-BEB4-45A2-92E0-7504CE7F77A3}"/>
                </a:ext>
              </a:extLst>
            </p:cNvPr>
            <p:cNvCxnSpPr>
              <a:cxnSpLocks/>
            </p:cNvCxnSpPr>
            <p:nvPr/>
          </p:nvCxnSpPr>
          <p:spPr>
            <a:xfrm>
              <a:off x="8957716" y="2345832"/>
              <a:ext cx="205924" cy="73667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44" name="Straight Connector 452">
              <a:extLst>
                <a:ext uri="{FF2B5EF4-FFF2-40B4-BE49-F238E27FC236}">
                  <a16:creationId xmlns:a16="http://schemas.microsoft.com/office/drawing/2014/main" id="{9621116B-AB6E-4E72-B1B4-9ED13A6AC4F3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8978165" y="2438221"/>
              <a:ext cx="185475" cy="73531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45" name="Straight Connector 452">
              <a:extLst>
                <a:ext uri="{FF2B5EF4-FFF2-40B4-BE49-F238E27FC236}">
                  <a16:creationId xmlns:a16="http://schemas.microsoft.com/office/drawing/2014/main" id="{1BC716F6-F95C-42C8-9D73-1B51CF16F096}"/>
                </a:ext>
              </a:extLst>
            </p:cNvPr>
            <p:cNvCxnSpPr>
              <a:cxnSpLocks/>
            </p:cNvCxnSpPr>
            <p:nvPr/>
          </p:nvCxnSpPr>
          <p:spPr>
            <a:xfrm>
              <a:off x="8968323" y="2511752"/>
              <a:ext cx="485833" cy="166204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46" name="Straight Connector 452">
              <a:extLst>
                <a:ext uri="{FF2B5EF4-FFF2-40B4-BE49-F238E27FC236}">
                  <a16:creationId xmlns:a16="http://schemas.microsoft.com/office/drawing/2014/main" id="{685D4547-B403-47DF-AC1C-99846CEB1B8F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9414149" y="2678405"/>
              <a:ext cx="32493" cy="233998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47" name="Straight Connector 452">
              <a:extLst>
                <a:ext uri="{FF2B5EF4-FFF2-40B4-BE49-F238E27FC236}">
                  <a16:creationId xmlns:a16="http://schemas.microsoft.com/office/drawing/2014/main" id="{8978FCCB-6B65-4FD6-ADAB-4A7AF7FD2274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9426051" y="2905328"/>
              <a:ext cx="204640" cy="30308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48" name="Straight Connector 452">
              <a:extLst>
                <a:ext uri="{FF2B5EF4-FFF2-40B4-BE49-F238E27FC236}">
                  <a16:creationId xmlns:a16="http://schemas.microsoft.com/office/drawing/2014/main" id="{4256B4D9-8859-4CFF-8EF9-BB5BC79F7CEA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9648312" y="2935638"/>
              <a:ext cx="20965" cy="389120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49" name="Straight Connector 452">
              <a:extLst>
                <a:ext uri="{FF2B5EF4-FFF2-40B4-BE49-F238E27FC236}">
                  <a16:creationId xmlns:a16="http://schemas.microsoft.com/office/drawing/2014/main" id="{4674925E-E9F7-49B5-8E09-459C0B3671E9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9186520" y="3328165"/>
              <a:ext cx="499277" cy="215136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50" name="Straight Connector 452">
              <a:extLst>
                <a:ext uri="{FF2B5EF4-FFF2-40B4-BE49-F238E27FC236}">
                  <a16:creationId xmlns:a16="http://schemas.microsoft.com/office/drawing/2014/main" id="{BD87A29F-3672-4192-B9AF-6450FDEEFFFA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9192810" y="3535049"/>
              <a:ext cx="8296" cy="373768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51" name="Straight Connector 452">
              <a:extLst>
                <a:ext uri="{FF2B5EF4-FFF2-40B4-BE49-F238E27FC236}">
                  <a16:creationId xmlns:a16="http://schemas.microsoft.com/office/drawing/2014/main" id="{5E80D3F8-296E-412E-B00D-5F63459AFB5D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8953296" y="3908817"/>
              <a:ext cx="248836" cy="473583"/>
            </a:xfrm>
            <a:prstGeom prst="line">
              <a:avLst/>
            </a:prstGeom>
            <a:ln w="38100" cap="flat" cmpd="sng" algn="ctr">
              <a:solidFill>
                <a:schemeClr val="accent4"/>
              </a:solidFill>
              <a:prstDash val="dash"/>
              <a:round/>
              <a:headEnd type="none" w="med" len="med"/>
              <a:tailEnd type="non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tx1"/>
            </a:fontRef>
          </p:style>
        </p:cxnSp>
        <p:cxnSp>
          <p:nvCxnSpPr>
            <p:cNvPr id="4052" name="Straight Connector 452">
              <a:extLst>
                <a:ext uri="{FF2B5EF4-FFF2-40B4-BE49-F238E27FC236}">
                  <a16:creationId xmlns:a16="http://schemas.microsoft.com/office/drawing/2014/main" id="{06AE98F8-A6A1-497C-A73A-BBDCDD75CD64}"/>
                </a:ext>
              </a:extLst>
            </p:cNvPr>
            <p:cNvCxnSpPr>
              <a:cxnSpLocks/>
            </p:cNvCxnSpPr>
            <p:nvPr/>
          </p:nvCxnSpPr>
          <p:spPr>
            <a:xfrm>
              <a:off x="8482921" y="3429133"/>
              <a:ext cx="459444" cy="215255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53" name="Straight Connector 452">
              <a:extLst>
                <a:ext uri="{FF2B5EF4-FFF2-40B4-BE49-F238E27FC236}">
                  <a16:creationId xmlns:a16="http://schemas.microsoft.com/office/drawing/2014/main" id="{F30CF4DE-5265-424B-91BD-B6A614A5439E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8501648" y="3253190"/>
              <a:ext cx="1" cy="177139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54" name="Straight Connector 452">
              <a:extLst>
                <a:ext uri="{FF2B5EF4-FFF2-40B4-BE49-F238E27FC236}">
                  <a16:creationId xmlns:a16="http://schemas.microsoft.com/office/drawing/2014/main" id="{1F3ECB30-34BC-4E62-A07A-2E0EF075F5A4}"/>
                </a:ext>
              </a:extLst>
            </p:cNvPr>
            <p:cNvCxnSpPr>
              <a:cxnSpLocks/>
            </p:cNvCxnSpPr>
            <p:nvPr/>
          </p:nvCxnSpPr>
          <p:spPr>
            <a:xfrm>
              <a:off x="8516104" y="3248695"/>
              <a:ext cx="445826" cy="180356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55" name="Straight Connector 452">
              <a:extLst>
                <a:ext uri="{FF2B5EF4-FFF2-40B4-BE49-F238E27FC236}">
                  <a16:creationId xmlns:a16="http://schemas.microsoft.com/office/drawing/2014/main" id="{7742D689-8948-47B6-8AEB-33FB3BE16836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8952852" y="3258512"/>
              <a:ext cx="492313" cy="161432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56" name="Straight Connector 452">
              <a:extLst>
                <a:ext uri="{FF2B5EF4-FFF2-40B4-BE49-F238E27FC236}">
                  <a16:creationId xmlns:a16="http://schemas.microsoft.com/office/drawing/2014/main" id="{12D88337-1708-45BB-ACF0-0A76EF250B90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9418970" y="3072341"/>
              <a:ext cx="15028" cy="194527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57" name="Straight Connector 452">
              <a:extLst>
                <a:ext uri="{FF2B5EF4-FFF2-40B4-BE49-F238E27FC236}">
                  <a16:creationId xmlns:a16="http://schemas.microsoft.com/office/drawing/2014/main" id="{3EE375D6-6F48-4E39-9877-EFED2B99235C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8976785" y="3105802"/>
              <a:ext cx="442625" cy="149303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58" name="Straight Connector 452">
              <a:extLst>
                <a:ext uri="{FF2B5EF4-FFF2-40B4-BE49-F238E27FC236}">
                  <a16:creationId xmlns:a16="http://schemas.microsoft.com/office/drawing/2014/main" id="{4C672552-5D05-434B-836E-A308C6A654CF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8699487" y="3150377"/>
              <a:ext cx="268836" cy="102813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59" name="Straight Connector 452">
              <a:extLst>
                <a:ext uri="{FF2B5EF4-FFF2-40B4-BE49-F238E27FC236}">
                  <a16:creationId xmlns:a16="http://schemas.microsoft.com/office/drawing/2014/main" id="{A73D6FCE-CB80-4B29-AA1A-86743EF68C7B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8725889" y="2975505"/>
              <a:ext cx="276" cy="212763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60" name="Straight Connector 452">
              <a:extLst>
                <a:ext uri="{FF2B5EF4-FFF2-40B4-BE49-F238E27FC236}">
                  <a16:creationId xmlns:a16="http://schemas.microsoft.com/office/drawing/2014/main" id="{5B74E955-F6F8-42BD-8CA3-2C7BAFD269C4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8730007" y="2974189"/>
              <a:ext cx="268836" cy="102813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61" name="Straight Connector 452">
              <a:extLst>
                <a:ext uri="{FF2B5EF4-FFF2-40B4-BE49-F238E27FC236}">
                  <a16:creationId xmlns:a16="http://schemas.microsoft.com/office/drawing/2014/main" id="{76864D58-16EB-4984-BF16-BD85F02838BD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8989699" y="2989089"/>
              <a:ext cx="175128" cy="94165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62" name="Straight Connector 452">
              <a:extLst>
                <a:ext uri="{FF2B5EF4-FFF2-40B4-BE49-F238E27FC236}">
                  <a16:creationId xmlns:a16="http://schemas.microsoft.com/office/drawing/2014/main" id="{770D27AF-6C64-4D61-A505-46EDC58648AC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9166902" y="2784838"/>
              <a:ext cx="25185" cy="219150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63" name="Straight Connector 452">
              <a:extLst>
                <a:ext uri="{FF2B5EF4-FFF2-40B4-BE49-F238E27FC236}">
                  <a16:creationId xmlns:a16="http://schemas.microsoft.com/office/drawing/2014/main" id="{10CFEE13-7809-479A-AF73-38E41FD68BFD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8974857" y="2792679"/>
              <a:ext cx="185475" cy="73531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64" name="Straight Connector 452">
              <a:extLst>
                <a:ext uri="{FF2B5EF4-FFF2-40B4-BE49-F238E27FC236}">
                  <a16:creationId xmlns:a16="http://schemas.microsoft.com/office/drawing/2014/main" id="{AC4DAE72-E6BE-4D1A-B256-563EA7AC7AD8}"/>
                </a:ext>
              </a:extLst>
            </p:cNvPr>
            <p:cNvCxnSpPr>
              <a:cxnSpLocks/>
            </p:cNvCxnSpPr>
            <p:nvPr/>
          </p:nvCxnSpPr>
          <p:spPr>
            <a:xfrm>
              <a:off x="8773987" y="2809767"/>
              <a:ext cx="205924" cy="73667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65" name="Straight Connector 452">
              <a:extLst>
                <a:ext uri="{FF2B5EF4-FFF2-40B4-BE49-F238E27FC236}">
                  <a16:creationId xmlns:a16="http://schemas.microsoft.com/office/drawing/2014/main" id="{7B3468DB-0271-4FE4-826D-855739CCE706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8749103" y="2703498"/>
              <a:ext cx="237086" cy="125563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66" name="Straight Connector 452">
              <a:extLst>
                <a:ext uri="{FF2B5EF4-FFF2-40B4-BE49-F238E27FC236}">
                  <a16:creationId xmlns:a16="http://schemas.microsoft.com/office/drawing/2014/main" id="{432BBBF6-E5DE-4905-97F2-C42939ACF6FA}"/>
                </a:ext>
              </a:extLst>
            </p:cNvPr>
            <p:cNvCxnSpPr>
              <a:cxnSpLocks/>
            </p:cNvCxnSpPr>
            <p:nvPr/>
          </p:nvCxnSpPr>
          <p:spPr>
            <a:xfrm>
              <a:off x="8717829" y="2618727"/>
              <a:ext cx="281014" cy="100217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67" name="Straight Connector 452">
              <a:extLst>
                <a:ext uri="{FF2B5EF4-FFF2-40B4-BE49-F238E27FC236}">
                  <a16:creationId xmlns:a16="http://schemas.microsoft.com/office/drawing/2014/main" id="{13954A63-0B5A-4AB3-AE6B-DF195F54B999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8516717" y="2621932"/>
              <a:ext cx="185475" cy="73531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68" name="Straight Connector 452">
              <a:extLst>
                <a:ext uri="{FF2B5EF4-FFF2-40B4-BE49-F238E27FC236}">
                  <a16:creationId xmlns:a16="http://schemas.microsoft.com/office/drawing/2014/main" id="{EC6DD875-B7DD-4C56-857C-B124EFC37D4E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8498483" y="2691800"/>
              <a:ext cx="9828" cy="201786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069" name="Hexagon 3601">
              <a:extLst>
                <a:ext uri="{FF2B5EF4-FFF2-40B4-BE49-F238E27FC236}">
                  <a16:creationId xmlns:a16="http://schemas.microsoft.com/office/drawing/2014/main" id="{64733B1D-320E-4166-BD50-BB91DFE53C04}"/>
                </a:ext>
              </a:extLst>
            </p:cNvPr>
            <p:cNvSpPr/>
            <p:nvPr/>
          </p:nvSpPr>
          <p:spPr>
            <a:xfrm>
              <a:off x="7861398" y="2967897"/>
              <a:ext cx="309581" cy="185472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4070" name="Hexagon 3601">
              <a:extLst>
                <a:ext uri="{FF2B5EF4-FFF2-40B4-BE49-F238E27FC236}">
                  <a16:creationId xmlns:a16="http://schemas.microsoft.com/office/drawing/2014/main" id="{403B0C01-C45A-4161-B4EC-0BF5B253C0CB}"/>
                </a:ext>
              </a:extLst>
            </p:cNvPr>
            <p:cNvSpPr/>
            <p:nvPr/>
          </p:nvSpPr>
          <p:spPr>
            <a:xfrm>
              <a:off x="7613112" y="2886869"/>
              <a:ext cx="309581" cy="185472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cxnSp>
          <p:nvCxnSpPr>
            <p:cNvPr id="4071" name="Straight Connector 452">
              <a:extLst>
                <a:ext uri="{FF2B5EF4-FFF2-40B4-BE49-F238E27FC236}">
                  <a16:creationId xmlns:a16="http://schemas.microsoft.com/office/drawing/2014/main" id="{DD3D26A5-9E59-4EA1-AA17-B25233183C66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8014584" y="2894367"/>
              <a:ext cx="452293" cy="166266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72" name="Straight Connector 452">
              <a:extLst>
                <a:ext uri="{FF2B5EF4-FFF2-40B4-BE49-F238E27FC236}">
                  <a16:creationId xmlns:a16="http://schemas.microsoft.com/office/drawing/2014/main" id="{BEAC7461-E893-4471-B8F6-9049364CC2E5}"/>
                </a:ext>
              </a:extLst>
            </p:cNvPr>
            <p:cNvCxnSpPr>
              <a:cxnSpLocks/>
            </p:cNvCxnSpPr>
            <p:nvPr/>
          </p:nvCxnSpPr>
          <p:spPr>
            <a:xfrm>
              <a:off x="7731649" y="2959995"/>
              <a:ext cx="281014" cy="100217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73" name="Straight Connector 452">
              <a:extLst>
                <a:ext uri="{FF2B5EF4-FFF2-40B4-BE49-F238E27FC236}">
                  <a16:creationId xmlns:a16="http://schemas.microsoft.com/office/drawing/2014/main" id="{9C977839-3AA2-4259-B69C-A94BF3AA2A5F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7775016" y="2793561"/>
              <a:ext cx="15028" cy="194527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74" name="Straight Connector 452">
              <a:extLst>
                <a:ext uri="{FF2B5EF4-FFF2-40B4-BE49-F238E27FC236}">
                  <a16:creationId xmlns:a16="http://schemas.microsoft.com/office/drawing/2014/main" id="{BA32F9F6-7CAB-4ABB-8065-573CE53F5171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7792787" y="2709196"/>
              <a:ext cx="253082" cy="72158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75" name="Straight Connector 452">
              <a:extLst>
                <a:ext uri="{FF2B5EF4-FFF2-40B4-BE49-F238E27FC236}">
                  <a16:creationId xmlns:a16="http://schemas.microsoft.com/office/drawing/2014/main" id="{4969C99E-B98A-429E-954C-36FB9BB09916}"/>
                </a:ext>
              </a:extLst>
            </p:cNvPr>
            <p:cNvCxnSpPr>
              <a:cxnSpLocks/>
            </p:cNvCxnSpPr>
            <p:nvPr/>
          </p:nvCxnSpPr>
          <p:spPr>
            <a:xfrm>
              <a:off x="8068394" y="2713495"/>
              <a:ext cx="203265" cy="79184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76" name="Straight Connector 452">
              <a:extLst>
                <a:ext uri="{FF2B5EF4-FFF2-40B4-BE49-F238E27FC236}">
                  <a16:creationId xmlns:a16="http://schemas.microsoft.com/office/drawing/2014/main" id="{1550F7FC-3D1C-42A1-AFB7-735737157719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8254691" y="2626633"/>
              <a:ext cx="9828" cy="201786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77" name="Straight Connector 452">
              <a:extLst>
                <a:ext uri="{FF2B5EF4-FFF2-40B4-BE49-F238E27FC236}">
                  <a16:creationId xmlns:a16="http://schemas.microsoft.com/office/drawing/2014/main" id="{D37D9035-8D78-440C-B99E-B75D30F58651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8242191" y="2538768"/>
              <a:ext cx="251577" cy="96253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78" name="Straight Connector 452">
              <a:extLst>
                <a:ext uri="{FF2B5EF4-FFF2-40B4-BE49-F238E27FC236}">
                  <a16:creationId xmlns:a16="http://schemas.microsoft.com/office/drawing/2014/main" id="{D9385394-0C9E-44B4-8142-CD6FF23664F9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8488635" y="2328017"/>
              <a:ext cx="4114" cy="220340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79" name="Straight Connector 452">
              <a:extLst>
                <a:ext uri="{FF2B5EF4-FFF2-40B4-BE49-F238E27FC236}">
                  <a16:creationId xmlns:a16="http://schemas.microsoft.com/office/drawing/2014/main" id="{963E60D7-8960-4455-B860-A233A05609FC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8488622" y="2259789"/>
              <a:ext cx="241286" cy="88033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80" name="Straight Connector 452">
              <a:extLst>
                <a:ext uri="{FF2B5EF4-FFF2-40B4-BE49-F238E27FC236}">
                  <a16:creationId xmlns:a16="http://schemas.microsoft.com/office/drawing/2014/main" id="{2AC944D8-C7F9-40DD-A79B-AA10E033E8FE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8271659" y="2054219"/>
              <a:ext cx="478042" cy="189380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81" name="Straight Connector 452">
              <a:extLst>
                <a:ext uri="{FF2B5EF4-FFF2-40B4-BE49-F238E27FC236}">
                  <a16:creationId xmlns:a16="http://schemas.microsoft.com/office/drawing/2014/main" id="{33F34C54-88C0-4CEB-BF9B-387B10730B6B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8253328" y="2065264"/>
              <a:ext cx="3571" cy="372923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82" name="Straight Connector 452">
              <a:extLst>
                <a:ext uri="{FF2B5EF4-FFF2-40B4-BE49-F238E27FC236}">
                  <a16:creationId xmlns:a16="http://schemas.microsoft.com/office/drawing/2014/main" id="{F3E30714-DFCE-4D6E-B196-CDDAB614F185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8039328" y="2457853"/>
              <a:ext cx="228101" cy="56747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83" name="Straight Connector 452">
              <a:extLst>
                <a:ext uri="{FF2B5EF4-FFF2-40B4-BE49-F238E27FC236}">
                  <a16:creationId xmlns:a16="http://schemas.microsoft.com/office/drawing/2014/main" id="{DB513690-755A-4FD3-85AA-F989D38C214B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8029537" y="2315555"/>
              <a:ext cx="15028" cy="194527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84" name="Straight Connector 452">
              <a:extLst>
                <a:ext uri="{FF2B5EF4-FFF2-40B4-BE49-F238E27FC236}">
                  <a16:creationId xmlns:a16="http://schemas.microsoft.com/office/drawing/2014/main" id="{1BB88327-CF26-4D1F-B0F6-A89C35352326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7765295" y="2230917"/>
              <a:ext cx="260702" cy="107371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85" name="Straight Connector 452">
              <a:extLst>
                <a:ext uri="{FF2B5EF4-FFF2-40B4-BE49-F238E27FC236}">
                  <a16:creationId xmlns:a16="http://schemas.microsoft.com/office/drawing/2014/main" id="{7D96EC3A-71DC-4742-912A-E8857778C52B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7762932" y="2229543"/>
              <a:ext cx="3571" cy="372923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86" name="Straight Connector 452">
              <a:extLst>
                <a:ext uri="{FF2B5EF4-FFF2-40B4-BE49-F238E27FC236}">
                  <a16:creationId xmlns:a16="http://schemas.microsoft.com/office/drawing/2014/main" id="{1C221950-B53C-467D-934E-817B334DA0E6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7549616" y="2621660"/>
              <a:ext cx="222362" cy="97284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87" name="Straight Connector 452">
              <a:extLst>
                <a:ext uri="{FF2B5EF4-FFF2-40B4-BE49-F238E27FC236}">
                  <a16:creationId xmlns:a16="http://schemas.microsoft.com/office/drawing/2014/main" id="{3B35F66E-3E3B-4E6D-A6C0-B0628A0FD87E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7550583" y="2341137"/>
              <a:ext cx="3571" cy="372923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88" name="Straight Connector 452">
              <a:extLst>
                <a:ext uri="{FF2B5EF4-FFF2-40B4-BE49-F238E27FC236}">
                  <a16:creationId xmlns:a16="http://schemas.microsoft.com/office/drawing/2014/main" id="{934B6B19-22EF-4DD3-8382-0867DFB11013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7316435" y="2250119"/>
              <a:ext cx="260702" cy="107371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89" name="Straight Connector 452">
              <a:extLst>
                <a:ext uri="{FF2B5EF4-FFF2-40B4-BE49-F238E27FC236}">
                  <a16:creationId xmlns:a16="http://schemas.microsoft.com/office/drawing/2014/main" id="{13084179-7B9C-45C0-84B1-5CCF1587483E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7311981" y="2264613"/>
              <a:ext cx="14771" cy="530791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90" name="Straight Connector 452">
              <a:extLst>
                <a:ext uri="{FF2B5EF4-FFF2-40B4-BE49-F238E27FC236}">
                  <a16:creationId xmlns:a16="http://schemas.microsoft.com/office/drawing/2014/main" id="{37781C3E-635D-46E3-95A3-FD2C3272C41F}"/>
                </a:ext>
              </a:extLst>
            </p:cNvPr>
            <p:cNvCxnSpPr>
              <a:cxnSpLocks/>
            </p:cNvCxnSpPr>
            <p:nvPr/>
          </p:nvCxnSpPr>
          <p:spPr>
            <a:xfrm>
              <a:off x="6826101" y="2612536"/>
              <a:ext cx="510898" cy="149674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91" name="Straight Connector 452">
              <a:extLst>
                <a:ext uri="{FF2B5EF4-FFF2-40B4-BE49-F238E27FC236}">
                  <a16:creationId xmlns:a16="http://schemas.microsoft.com/office/drawing/2014/main" id="{81DBFFE5-5C76-4018-8AE7-6A1CF19AA77D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803827" y="2409567"/>
              <a:ext cx="15028" cy="194527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92" name="Straight Connector 452">
              <a:extLst>
                <a:ext uri="{FF2B5EF4-FFF2-40B4-BE49-F238E27FC236}">
                  <a16:creationId xmlns:a16="http://schemas.microsoft.com/office/drawing/2014/main" id="{A1C8E5BE-4873-476E-981B-5FB161F28A43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6800787" y="2406292"/>
              <a:ext cx="260702" cy="107371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93" name="Straight Connector 452">
              <a:extLst>
                <a:ext uri="{FF2B5EF4-FFF2-40B4-BE49-F238E27FC236}">
                  <a16:creationId xmlns:a16="http://schemas.microsoft.com/office/drawing/2014/main" id="{14A36E5A-60C6-4177-A810-ABA330D6142E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7046825" y="2328017"/>
              <a:ext cx="4339" cy="198854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94" name="Straight Connector 452">
              <a:extLst>
                <a:ext uri="{FF2B5EF4-FFF2-40B4-BE49-F238E27FC236}">
                  <a16:creationId xmlns:a16="http://schemas.microsoft.com/office/drawing/2014/main" id="{8D91075B-560D-4D04-BB52-1F46E69409BC}"/>
                </a:ext>
              </a:extLst>
            </p:cNvPr>
            <p:cNvCxnSpPr>
              <a:cxnSpLocks/>
            </p:cNvCxnSpPr>
            <p:nvPr/>
          </p:nvCxnSpPr>
          <p:spPr>
            <a:xfrm>
              <a:off x="6836347" y="2238649"/>
              <a:ext cx="203265" cy="79184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95" name="Straight Connector 452">
              <a:extLst>
                <a:ext uri="{FF2B5EF4-FFF2-40B4-BE49-F238E27FC236}">
                  <a16:creationId xmlns:a16="http://schemas.microsoft.com/office/drawing/2014/main" id="{C740A0D5-6AF6-40A0-93D7-0680C305B8AE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855324" y="1852527"/>
              <a:ext cx="919692" cy="356311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096" name="Hexagon 3601">
              <a:extLst>
                <a:ext uri="{FF2B5EF4-FFF2-40B4-BE49-F238E27FC236}">
                  <a16:creationId xmlns:a16="http://schemas.microsoft.com/office/drawing/2014/main" id="{90BB451C-9653-4AAA-9410-4117599393A7}"/>
                </a:ext>
              </a:extLst>
            </p:cNvPr>
            <p:cNvSpPr/>
            <p:nvPr/>
          </p:nvSpPr>
          <p:spPr>
            <a:xfrm>
              <a:off x="7875893" y="1852081"/>
              <a:ext cx="309581" cy="185472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cxnSp>
          <p:nvCxnSpPr>
            <p:cNvPr id="4097" name="Straight Connector 452">
              <a:extLst>
                <a:ext uri="{FF2B5EF4-FFF2-40B4-BE49-F238E27FC236}">
                  <a16:creationId xmlns:a16="http://schemas.microsoft.com/office/drawing/2014/main" id="{94DF3028-5C59-4123-BFEB-8DBA629763D4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7784133" y="1857352"/>
              <a:ext cx="260702" cy="107371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98" name="Straight Connector 452">
              <a:extLst>
                <a:ext uri="{FF2B5EF4-FFF2-40B4-BE49-F238E27FC236}">
                  <a16:creationId xmlns:a16="http://schemas.microsoft.com/office/drawing/2014/main" id="{61BE547F-9537-4055-ABEE-9CAA1EACF0D6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8026837" y="1877189"/>
              <a:ext cx="253082" cy="72158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99" name="Straight Connector 452">
              <a:extLst>
                <a:ext uri="{FF2B5EF4-FFF2-40B4-BE49-F238E27FC236}">
                  <a16:creationId xmlns:a16="http://schemas.microsoft.com/office/drawing/2014/main" id="{312B6DCB-D849-454F-9284-AB7469A65C5D}"/>
                </a:ext>
              </a:extLst>
            </p:cNvPr>
            <p:cNvCxnSpPr>
              <a:cxnSpLocks/>
            </p:cNvCxnSpPr>
            <p:nvPr/>
          </p:nvCxnSpPr>
          <p:spPr>
            <a:xfrm>
              <a:off x="7539071" y="1561849"/>
              <a:ext cx="696943" cy="317961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00" name="Straight Connector 452">
              <a:extLst>
                <a:ext uri="{FF2B5EF4-FFF2-40B4-BE49-F238E27FC236}">
                  <a16:creationId xmlns:a16="http://schemas.microsoft.com/office/drawing/2014/main" id="{47287907-54AC-48D7-8095-4D1D95A0644D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7549460" y="1586185"/>
              <a:ext cx="3025" cy="181429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01" name="Straight Connector 452">
              <a:extLst>
                <a:ext uri="{FF2B5EF4-FFF2-40B4-BE49-F238E27FC236}">
                  <a16:creationId xmlns:a16="http://schemas.microsoft.com/office/drawing/2014/main" id="{C616002F-B29E-4795-BD64-48DD4C0E0EB8}"/>
                </a:ext>
              </a:extLst>
            </p:cNvPr>
            <p:cNvCxnSpPr>
              <a:cxnSpLocks/>
            </p:cNvCxnSpPr>
            <p:nvPr/>
          </p:nvCxnSpPr>
          <p:spPr>
            <a:xfrm>
              <a:off x="7295050" y="1662093"/>
              <a:ext cx="229702" cy="110817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02" name="Straight Connector 452">
              <a:extLst>
                <a:ext uri="{FF2B5EF4-FFF2-40B4-BE49-F238E27FC236}">
                  <a16:creationId xmlns:a16="http://schemas.microsoft.com/office/drawing/2014/main" id="{AD41C9F9-C685-4292-AE0A-847CFE40CA02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7279218" y="1477198"/>
              <a:ext cx="3025" cy="181429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03" name="Straight Connector 452">
              <a:extLst>
                <a:ext uri="{FF2B5EF4-FFF2-40B4-BE49-F238E27FC236}">
                  <a16:creationId xmlns:a16="http://schemas.microsoft.com/office/drawing/2014/main" id="{2A9737F5-D192-4A01-9B76-3EE1DC2E5B1D}"/>
                </a:ext>
              </a:extLst>
            </p:cNvPr>
            <p:cNvCxnSpPr>
              <a:cxnSpLocks/>
            </p:cNvCxnSpPr>
            <p:nvPr/>
          </p:nvCxnSpPr>
          <p:spPr>
            <a:xfrm>
              <a:off x="7074239" y="1421472"/>
              <a:ext cx="219124" cy="58362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04" name="Straight Connector 452">
              <a:extLst>
                <a:ext uri="{FF2B5EF4-FFF2-40B4-BE49-F238E27FC236}">
                  <a16:creationId xmlns:a16="http://schemas.microsoft.com/office/drawing/2014/main" id="{F5B17ECF-C29F-41D0-ABFE-BE075F123B58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611023" y="1429577"/>
              <a:ext cx="435797" cy="172438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05" name="Straight Connector 452">
              <a:extLst>
                <a:ext uri="{FF2B5EF4-FFF2-40B4-BE49-F238E27FC236}">
                  <a16:creationId xmlns:a16="http://schemas.microsoft.com/office/drawing/2014/main" id="{61EB121E-625C-40C8-9BA6-F4F6B7E2CF86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6609326" y="1594854"/>
              <a:ext cx="237547" cy="82045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06" name="Straight Connector 452">
              <a:extLst>
                <a:ext uri="{FF2B5EF4-FFF2-40B4-BE49-F238E27FC236}">
                  <a16:creationId xmlns:a16="http://schemas.microsoft.com/office/drawing/2014/main" id="{E0E10959-D0EA-450B-A158-1AFE3E694FF5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4013917" y="4354360"/>
              <a:ext cx="702767" cy="267872"/>
            </a:xfrm>
            <a:prstGeom prst="line">
              <a:avLst/>
            </a:prstGeom>
            <a:ln w="38100">
              <a:solidFill>
                <a:srgbClr val="00B0F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07" name="Straight Connector 452">
              <a:extLst>
                <a:ext uri="{FF2B5EF4-FFF2-40B4-BE49-F238E27FC236}">
                  <a16:creationId xmlns:a16="http://schemas.microsoft.com/office/drawing/2014/main" id="{4C69BE5E-9036-49E3-B5E8-A2219BC4ACC9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4704763" y="3800505"/>
              <a:ext cx="0" cy="550002"/>
            </a:xfrm>
            <a:prstGeom prst="line">
              <a:avLst/>
            </a:prstGeom>
            <a:ln w="38100">
              <a:solidFill>
                <a:srgbClr val="00B0F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08" name="Straight Connector 452">
              <a:extLst>
                <a:ext uri="{FF2B5EF4-FFF2-40B4-BE49-F238E27FC236}">
                  <a16:creationId xmlns:a16="http://schemas.microsoft.com/office/drawing/2014/main" id="{E81A4426-4371-4A2B-9413-52ECA92A9B8F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4716684" y="3721933"/>
              <a:ext cx="199396" cy="89377"/>
            </a:xfrm>
            <a:prstGeom prst="line">
              <a:avLst/>
            </a:prstGeom>
            <a:ln w="38100">
              <a:solidFill>
                <a:srgbClr val="00B0F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09" name="Straight Connector 452">
              <a:extLst>
                <a:ext uri="{FF2B5EF4-FFF2-40B4-BE49-F238E27FC236}">
                  <a16:creationId xmlns:a16="http://schemas.microsoft.com/office/drawing/2014/main" id="{CE55B38C-9EB6-4688-8B8E-43F7FC4F680F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4929238" y="3519508"/>
              <a:ext cx="0" cy="218762"/>
            </a:xfrm>
            <a:prstGeom prst="line">
              <a:avLst/>
            </a:prstGeom>
            <a:ln w="38100">
              <a:solidFill>
                <a:srgbClr val="00B0F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10" name="Straight Connector 452">
              <a:extLst>
                <a:ext uri="{FF2B5EF4-FFF2-40B4-BE49-F238E27FC236}">
                  <a16:creationId xmlns:a16="http://schemas.microsoft.com/office/drawing/2014/main" id="{8CA721F9-83D5-4E61-9BCF-39B65CAD6CD7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4940761" y="3266868"/>
              <a:ext cx="694737" cy="256293"/>
            </a:xfrm>
            <a:prstGeom prst="line">
              <a:avLst/>
            </a:prstGeom>
            <a:ln w="38100">
              <a:solidFill>
                <a:srgbClr val="00B0F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11" name="Straight Connector 452">
              <a:extLst>
                <a:ext uri="{FF2B5EF4-FFF2-40B4-BE49-F238E27FC236}">
                  <a16:creationId xmlns:a16="http://schemas.microsoft.com/office/drawing/2014/main" id="{A91D4208-B3AC-445D-8C49-ACCC6E6360FB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643629" y="3041487"/>
              <a:ext cx="7286" cy="196114"/>
            </a:xfrm>
            <a:prstGeom prst="line">
              <a:avLst/>
            </a:prstGeom>
            <a:ln w="38100">
              <a:solidFill>
                <a:srgbClr val="00B0F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12" name="Straight Connector 452">
              <a:extLst>
                <a:ext uri="{FF2B5EF4-FFF2-40B4-BE49-F238E27FC236}">
                  <a16:creationId xmlns:a16="http://schemas.microsoft.com/office/drawing/2014/main" id="{69527ACF-A893-45CF-A5FF-47106530235E}"/>
                </a:ext>
              </a:extLst>
            </p:cNvPr>
            <p:cNvCxnSpPr>
              <a:cxnSpLocks/>
            </p:cNvCxnSpPr>
            <p:nvPr/>
          </p:nvCxnSpPr>
          <p:spPr>
            <a:xfrm>
              <a:off x="4905225" y="2781354"/>
              <a:ext cx="730977" cy="279873"/>
            </a:xfrm>
            <a:prstGeom prst="line">
              <a:avLst/>
            </a:prstGeom>
            <a:ln w="38100">
              <a:solidFill>
                <a:srgbClr val="00B0F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13" name="Straight Connector 452">
              <a:extLst>
                <a:ext uri="{FF2B5EF4-FFF2-40B4-BE49-F238E27FC236}">
                  <a16:creationId xmlns:a16="http://schemas.microsoft.com/office/drawing/2014/main" id="{B06A87B7-136A-4023-BC43-31D0BBF83FFA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4909201" y="2591626"/>
              <a:ext cx="7286" cy="196114"/>
            </a:xfrm>
            <a:prstGeom prst="line">
              <a:avLst/>
            </a:prstGeom>
            <a:ln w="38100">
              <a:solidFill>
                <a:srgbClr val="00B0F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14" name="Straight Connector 452">
              <a:extLst>
                <a:ext uri="{FF2B5EF4-FFF2-40B4-BE49-F238E27FC236}">
                  <a16:creationId xmlns:a16="http://schemas.microsoft.com/office/drawing/2014/main" id="{50A16ACB-8BA6-4873-B90D-578CEF6653B4}"/>
                </a:ext>
              </a:extLst>
            </p:cNvPr>
            <p:cNvCxnSpPr>
              <a:cxnSpLocks/>
            </p:cNvCxnSpPr>
            <p:nvPr/>
          </p:nvCxnSpPr>
          <p:spPr>
            <a:xfrm>
              <a:off x="4666163" y="2506830"/>
              <a:ext cx="222822" cy="70142"/>
            </a:xfrm>
            <a:prstGeom prst="line">
              <a:avLst/>
            </a:prstGeom>
            <a:ln w="38100">
              <a:solidFill>
                <a:srgbClr val="00B0F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15" name="Straight Connector 452">
              <a:extLst>
                <a:ext uri="{FF2B5EF4-FFF2-40B4-BE49-F238E27FC236}">
                  <a16:creationId xmlns:a16="http://schemas.microsoft.com/office/drawing/2014/main" id="{5BD47D65-03FE-48C8-B7C4-8FEEF5368810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4666163" y="2303804"/>
              <a:ext cx="7286" cy="196114"/>
            </a:xfrm>
            <a:prstGeom prst="line">
              <a:avLst/>
            </a:prstGeom>
            <a:ln w="38100">
              <a:solidFill>
                <a:srgbClr val="00B0F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16" name="Straight Connector 452">
              <a:extLst>
                <a:ext uri="{FF2B5EF4-FFF2-40B4-BE49-F238E27FC236}">
                  <a16:creationId xmlns:a16="http://schemas.microsoft.com/office/drawing/2014/main" id="{CD21F93A-AE53-4945-8B53-1EFF6780EA25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4686703" y="2238304"/>
              <a:ext cx="224821" cy="73614"/>
            </a:xfrm>
            <a:prstGeom prst="line">
              <a:avLst/>
            </a:prstGeom>
            <a:ln w="38100">
              <a:solidFill>
                <a:srgbClr val="00B0F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17" name="Straight Connector 452">
              <a:extLst>
                <a:ext uri="{FF2B5EF4-FFF2-40B4-BE49-F238E27FC236}">
                  <a16:creationId xmlns:a16="http://schemas.microsoft.com/office/drawing/2014/main" id="{A9A61890-CEF4-403A-9611-511B2052367A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4912845" y="2240232"/>
              <a:ext cx="301550" cy="92067"/>
            </a:xfrm>
            <a:prstGeom prst="line">
              <a:avLst/>
            </a:prstGeom>
            <a:ln w="38100">
              <a:solidFill>
                <a:srgbClr val="00B0F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18" name="Straight Connector 452">
              <a:extLst>
                <a:ext uri="{FF2B5EF4-FFF2-40B4-BE49-F238E27FC236}">
                  <a16:creationId xmlns:a16="http://schemas.microsoft.com/office/drawing/2014/main" id="{D4109158-74F6-484E-8DFE-2F73704925D7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212290" y="2005838"/>
              <a:ext cx="407914" cy="318403"/>
            </a:xfrm>
            <a:prstGeom prst="line">
              <a:avLst/>
            </a:prstGeom>
            <a:ln w="38100" cap="flat" cmpd="sng" algn="ctr">
              <a:solidFill>
                <a:srgbClr val="00B0F0"/>
              </a:solidFill>
              <a:prstDash val="dash"/>
              <a:round/>
              <a:headEnd type="none" w="med" len="med"/>
              <a:tailEnd type="non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tx1"/>
            </a:fontRef>
          </p:style>
        </p:cxnSp>
        <p:cxnSp>
          <p:nvCxnSpPr>
            <p:cNvPr id="4119" name="Straight Connector 452">
              <a:extLst>
                <a:ext uri="{FF2B5EF4-FFF2-40B4-BE49-F238E27FC236}">
                  <a16:creationId xmlns:a16="http://schemas.microsoft.com/office/drawing/2014/main" id="{1F46191F-401B-4D9F-BAD5-96AE8B0A0CAA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628171" y="1676899"/>
              <a:ext cx="730510" cy="303460"/>
            </a:xfrm>
            <a:prstGeom prst="line">
              <a:avLst/>
            </a:prstGeom>
            <a:ln w="38100">
              <a:solidFill>
                <a:srgbClr val="00B0F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20" name="Straight Connector 452">
              <a:extLst>
                <a:ext uri="{FF2B5EF4-FFF2-40B4-BE49-F238E27FC236}">
                  <a16:creationId xmlns:a16="http://schemas.microsoft.com/office/drawing/2014/main" id="{9E3F2F91-F9F9-4B6A-8F1B-769A193B6DB1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6348181" y="1507578"/>
              <a:ext cx="4339" cy="198854"/>
            </a:xfrm>
            <a:prstGeom prst="line">
              <a:avLst/>
            </a:prstGeom>
            <a:ln w="38100">
              <a:solidFill>
                <a:srgbClr val="00B0F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21" name="Straight Connector 452">
              <a:extLst>
                <a:ext uri="{FF2B5EF4-FFF2-40B4-BE49-F238E27FC236}">
                  <a16:creationId xmlns:a16="http://schemas.microsoft.com/office/drawing/2014/main" id="{40730D0E-1AD5-49C4-857A-8898FCA3A472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5194499" y="1018798"/>
              <a:ext cx="1114686" cy="488215"/>
            </a:xfrm>
            <a:prstGeom prst="line">
              <a:avLst/>
            </a:prstGeom>
            <a:ln w="38100">
              <a:solidFill>
                <a:srgbClr val="00B0F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22" name="Straight Connector 452">
              <a:extLst>
                <a:ext uri="{FF2B5EF4-FFF2-40B4-BE49-F238E27FC236}">
                  <a16:creationId xmlns:a16="http://schemas.microsoft.com/office/drawing/2014/main" id="{3FFFA582-2CD8-4EEF-9729-9C4B89870605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4838322" y="1018798"/>
              <a:ext cx="356177" cy="130741"/>
            </a:xfrm>
            <a:prstGeom prst="line">
              <a:avLst/>
            </a:prstGeom>
            <a:ln w="38100">
              <a:solidFill>
                <a:srgbClr val="00B0F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23" name="Straight Connector 452">
              <a:extLst>
                <a:ext uri="{FF2B5EF4-FFF2-40B4-BE49-F238E27FC236}">
                  <a16:creationId xmlns:a16="http://schemas.microsoft.com/office/drawing/2014/main" id="{FE571A02-5714-4178-A6BF-31B1B4744436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6819206" y="1611500"/>
              <a:ext cx="253324" cy="53910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24" name="Straight Connector 452">
              <a:extLst>
                <a:ext uri="{FF2B5EF4-FFF2-40B4-BE49-F238E27FC236}">
                  <a16:creationId xmlns:a16="http://schemas.microsoft.com/office/drawing/2014/main" id="{A9736E9D-CB12-4C1E-B71E-5F4BA73DFF2F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7095868" y="1583033"/>
              <a:ext cx="4339" cy="198854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25" name="Straight Connector 452">
              <a:extLst>
                <a:ext uri="{FF2B5EF4-FFF2-40B4-BE49-F238E27FC236}">
                  <a16:creationId xmlns:a16="http://schemas.microsoft.com/office/drawing/2014/main" id="{F8541166-D408-4BA1-AFFD-821941AE374C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7098038" y="1798875"/>
              <a:ext cx="203291" cy="53206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26" name="Straight Connector 452">
              <a:extLst>
                <a:ext uri="{FF2B5EF4-FFF2-40B4-BE49-F238E27FC236}">
                  <a16:creationId xmlns:a16="http://schemas.microsoft.com/office/drawing/2014/main" id="{381B6261-48C4-4DC8-8F3C-9FC6B73228E4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814327" y="1875353"/>
              <a:ext cx="496759" cy="198854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27" name="Straight Connector 452">
              <a:extLst>
                <a:ext uri="{FF2B5EF4-FFF2-40B4-BE49-F238E27FC236}">
                  <a16:creationId xmlns:a16="http://schemas.microsoft.com/office/drawing/2014/main" id="{E928CD99-633C-41A5-B7B4-F579997FF57D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6842951" y="1874653"/>
              <a:ext cx="4339" cy="198854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28" name="Straight Connector 452">
              <a:extLst>
                <a:ext uri="{FF2B5EF4-FFF2-40B4-BE49-F238E27FC236}">
                  <a16:creationId xmlns:a16="http://schemas.microsoft.com/office/drawing/2014/main" id="{07FA3C43-AEC4-41AD-993F-0E80162DA68B}"/>
                </a:ext>
              </a:extLst>
            </p:cNvPr>
            <p:cNvCxnSpPr>
              <a:cxnSpLocks/>
            </p:cNvCxnSpPr>
            <p:nvPr/>
          </p:nvCxnSpPr>
          <p:spPr>
            <a:xfrm>
              <a:off x="6590839" y="1751077"/>
              <a:ext cx="229702" cy="110817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29" name="Straight Connector 452">
              <a:extLst>
                <a:ext uri="{FF2B5EF4-FFF2-40B4-BE49-F238E27FC236}">
                  <a16:creationId xmlns:a16="http://schemas.microsoft.com/office/drawing/2014/main" id="{BE259338-EEF6-4809-9D1E-C185656034A5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6605506" y="1769861"/>
              <a:ext cx="4339" cy="198854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30" name="Straight Connector 452">
              <a:extLst>
                <a:ext uri="{FF2B5EF4-FFF2-40B4-BE49-F238E27FC236}">
                  <a16:creationId xmlns:a16="http://schemas.microsoft.com/office/drawing/2014/main" id="{34518243-FE17-4276-A753-C23F9CDEDC16}"/>
                </a:ext>
              </a:extLst>
            </p:cNvPr>
            <p:cNvCxnSpPr>
              <a:cxnSpLocks/>
            </p:cNvCxnSpPr>
            <p:nvPr/>
          </p:nvCxnSpPr>
          <p:spPr>
            <a:xfrm>
              <a:off x="6358147" y="1872252"/>
              <a:ext cx="229702" cy="110817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31" name="Straight Connector 452">
              <a:extLst>
                <a:ext uri="{FF2B5EF4-FFF2-40B4-BE49-F238E27FC236}">
                  <a16:creationId xmlns:a16="http://schemas.microsoft.com/office/drawing/2014/main" id="{BC32FD19-3676-4CD7-ABBB-B689F66EF891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6340809" y="1871633"/>
              <a:ext cx="4339" cy="198854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32" name="Straight Connector 452">
              <a:extLst>
                <a:ext uri="{FF2B5EF4-FFF2-40B4-BE49-F238E27FC236}">
                  <a16:creationId xmlns:a16="http://schemas.microsoft.com/office/drawing/2014/main" id="{FFFDAE7A-0932-44C9-8B8B-FC310B391F2F}"/>
                </a:ext>
              </a:extLst>
            </p:cNvPr>
            <p:cNvCxnSpPr>
              <a:cxnSpLocks/>
            </p:cNvCxnSpPr>
            <p:nvPr/>
          </p:nvCxnSpPr>
          <p:spPr>
            <a:xfrm>
              <a:off x="6093716" y="1953829"/>
              <a:ext cx="229702" cy="110817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33" name="Straight Connector 452">
              <a:extLst>
                <a:ext uri="{FF2B5EF4-FFF2-40B4-BE49-F238E27FC236}">
                  <a16:creationId xmlns:a16="http://schemas.microsoft.com/office/drawing/2014/main" id="{526DB8E3-F3B3-479B-B25E-BD959613143A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836459" y="1957089"/>
              <a:ext cx="250290" cy="87667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34" name="Straight Connector 452">
              <a:extLst>
                <a:ext uri="{FF2B5EF4-FFF2-40B4-BE49-F238E27FC236}">
                  <a16:creationId xmlns:a16="http://schemas.microsoft.com/office/drawing/2014/main" id="{CB92CBC2-B87D-4522-AE90-59B8F560249E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5879406" y="1658627"/>
              <a:ext cx="3571" cy="372923"/>
            </a:xfrm>
            <a:prstGeom prst="line">
              <a:avLst/>
            </a:prstGeom>
            <a:ln w="38100" cap="flat" cmpd="sng" algn="ctr">
              <a:solidFill>
                <a:srgbClr val="FF0000"/>
              </a:solidFill>
              <a:prstDash val="dash"/>
              <a:round/>
              <a:headEnd type="none" w="med" len="med"/>
              <a:tailEnd type="non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tx1"/>
            </a:fontRef>
          </p:style>
        </p:cxnSp>
        <p:cxnSp>
          <p:nvCxnSpPr>
            <p:cNvPr id="4135" name="Straight Connector 452">
              <a:extLst>
                <a:ext uri="{FF2B5EF4-FFF2-40B4-BE49-F238E27FC236}">
                  <a16:creationId xmlns:a16="http://schemas.microsoft.com/office/drawing/2014/main" id="{87061F19-4BB5-4A0F-8025-637D7C939B37}"/>
                </a:ext>
              </a:extLst>
            </p:cNvPr>
            <p:cNvCxnSpPr>
              <a:cxnSpLocks/>
            </p:cNvCxnSpPr>
            <p:nvPr/>
          </p:nvCxnSpPr>
          <p:spPr>
            <a:xfrm>
              <a:off x="5621254" y="1583033"/>
              <a:ext cx="251407" cy="97128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36" name="Straight Connector 452">
              <a:extLst>
                <a:ext uri="{FF2B5EF4-FFF2-40B4-BE49-F238E27FC236}">
                  <a16:creationId xmlns:a16="http://schemas.microsoft.com/office/drawing/2014/main" id="{8761B490-2C13-4035-A585-1BCED3BCDA42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5627213" y="1589384"/>
              <a:ext cx="21562" cy="152341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37" name="Straight Connector 452">
              <a:extLst>
                <a:ext uri="{FF2B5EF4-FFF2-40B4-BE49-F238E27FC236}">
                  <a16:creationId xmlns:a16="http://schemas.microsoft.com/office/drawing/2014/main" id="{BAD098E0-B6DB-42A7-9545-8E99B068D607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4949206" y="1761514"/>
              <a:ext cx="622186" cy="292706"/>
            </a:xfrm>
            <a:prstGeom prst="line">
              <a:avLst/>
            </a:prstGeom>
            <a:ln w="38100" cap="flat" cmpd="sng" algn="ctr">
              <a:solidFill>
                <a:srgbClr val="FF0000"/>
              </a:solidFill>
              <a:prstDash val="dash"/>
              <a:round/>
              <a:headEnd type="none" w="med" len="med"/>
              <a:tailEnd type="non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tx1"/>
            </a:fontRef>
          </p:style>
        </p:cxnSp>
        <p:cxnSp>
          <p:nvCxnSpPr>
            <p:cNvPr id="4138" name="Straight Connector 452">
              <a:extLst>
                <a:ext uri="{FF2B5EF4-FFF2-40B4-BE49-F238E27FC236}">
                  <a16:creationId xmlns:a16="http://schemas.microsoft.com/office/drawing/2014/main" id="{74D64741-AD9B-44DC-89CF-2B794BF3106C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4683972" y="2044427"/>
              <a:ext cx="229702" cy="88918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39" name="Straight Connector 452">
              <a:extLst>
                <a:ext uri="{FF2B5EF4-FFF2-40B4-BE49-F238E27FC236}">
                  <a16:creationId xmlns:a16="http://schemas.microsoft.com/office/drawing/2014/main" id="{41AC354C-7655-45FA-80AF-5AC90979735D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4474072" y="2110035"/>
              <a:ext cx="229797" cy="305969"/>
            </a:xfrm>
            <a:prstGeom prst="line">
              <a:avLst/>
            </a:prstGeom>
            <a:ln w="38100" cap="flat" cmpd="sng" algn="ctr">
              <a:solidFill>
                <a:srgbClr val="FF0000"/>
              </a:solidFill>
              <a:prstDash val="dash"/>
              <a:round/>
              <a:headEnd type="none" w="med" len="med"/>
              <a:tailEnd type="non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tx1"/>
            </a:fontRef>
          </p:style>
        </p:cxnSp>
        <p:cxnSp>
          <p:nvCxnSpPr>
            <p:cNvPr id="4140" name="Straight Connector 452">
              <a:extLst>
                <a:ext uri="{FF2B5EF4-FFF2-40B4-BE49-F238E27FC236}">
                  <a16:creationId xmlns:a16="http://schemas.microsoft.com/office/drawing/2014/main" id="{03AAECC3-F53C-4811-8E12-0D134C0D5365}"/>
                </a:ext>
              </a:extLst>
            </p:cNvPr>
            <p:cNvCxnSpPr>
              <a:cxnSpLocks/>
            </p:cNvCxnSpPr>
            <p:nvPr/>
          </p:nvCxnSpPr>
          <p:spPr>
            <a:xfrm>
              <a:off x="4440630" y="2429328"/>
              <a:ext cx="8592" cy="352026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41" name="Straight Connector 452">
              <a:extLst>
                <a:ext uri="{FF2B5EF4-FFF2-40B4-BE49-F238E27FC236}">
                  <a16:creationId xmlns:a16="http://schemas.microsoft.com/office/drawing/2014/main" id="{BF6A6B24-07C8-4FA0-BCCE-FF39BF95669D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4401530" y="2703498"/>
              <a:ext cx="286656" cy="96294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42" name="Straight Connector 452">
              <a:extLst>
                <a:ext uri="{FF2B5EF4-FFF2-40B4-BE49-F238E27FC236}">
                  <a16:creationId xmlns:a16="http://schemas.microsoft.com/office/drawing/2014/main" id="{CE33B562-F88B-4439-BA4E-EF9D4742EE49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4690640" y="2717126"/>
              <a:ext cx="16348" cy="334563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43" name="Straight Connector 452">
              <a:extLst>
                <a:ext uri="{FF2B5EF4-FFF2-40B4-BE49-F238E27FC236}">
                  <a16:creationId xmlns:a16="http://schemas.microsoft.com/office/drawing/2014/main" id="{814D9054-8740-443D-A40E-B9BF61E0D174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4702150" y="3045936"/>
              <a:ext cx="233812" cy="134199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44" name="Straight Connector 452">
              <a:extLst>
                <a:ext uri="{FF2B5EF4-FFF2-40B4-BE49-F238E27FC236}">
                  <a16:creationId xmlns:a16="http://schemas.microsoft.com/office/drawing/2014/main" id="{C72A9E35-201F-497C-9ACC-875352A84840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4929238" y="3096948"/>
              <a:ext cx="232253" cy="49170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45" name="Straight Connector 452">
              <a:extLst>
                <a:ext uri="{FF2B5EF4-FFF2-40B4-BE49-F238E27FC236}">
                  <a16:creationId xmlns:a16="http://schemas.microsoft.com/office/drawing/2014/main" id="{283B03F0-3C4C-44E6-A799-4BA6FA26C523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183606" y="2787740"/>
              <a:ext cx="216187" cy="304002"/>
            </a:xfrm>
            <a:prstGeom prst="line">
              <a:avLst/>
            </a:prstGeom>
            <a:ln w="38100" cap="flat" cmpd="sng" algn="ctr">
              <a:solidFill>
                <a:srgbClr val="FF0000"/>
              </a:solidFill>
              <a:prstDash val="dash"/>
              <a:round/>
              <a:headEnd type="none" w="med" len="med"/>
              <a:tailEnd type="non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tx1"/>
            </a:fontRef>
          </p:style>
        </p:cxnSp>
        <p:cxnSp>
          <p:nvCxnSpPr>
            <p:cNvPr id="4146" name="Straight Connector 452">
              <a:extLst>
                <a:ext uri="{FF2B5EF4-FFF2-40B4-BE49-F238E27FC236}">
                  <a16:creationId xmlns:a16="http://schemas.microsoft.com/office/drawing/2014/main" id="{BB1E4FD6-355F-4AD6-964C-B3B21DCD53C7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5394699" y="2612536"/>
              <a:ext cx="20728" cy="188279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47" name="Straight Connector 452">
              <a:extLst>
                <a:ext uri="{FF2B5EF4-FFF2-40B4-BE49-F238E27FC236}">
                  <a16:creationId xmlns:a16="http://schemas.microsoft.com/office/drawing/2014/main" id="{45580FDE-F315-42A8-B406-1A30A3C00531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5425377" y="2635021"/>
              <a:ext cx="213881" cy="52352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48" name="Straight Connector 452">
              <a:extLst>
                <a:ext uri="{FF2B5EF4-FFF2-40B4-BE49-F238E27FC236}">
                  <a16:creationId xmlns:a16="http://schemas.microsoft.com/office/drawing/2014/main" id="{A21BC56C-9189-47B8-8F57-ACDE16B4CC2C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5624250" y="2701350"/>
              <a:ext cx="24525" cy="159645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49" name="Straight Connector 452">
              <a:extLst>
                <a:ext uri="{FF2B5EF4-FFF2-40B4-BE49-F238E27FC236}">
                  <a16:creationId xmlns:a16="http://schemas.microsoft.com/office/drawing/2014/main" id="{049D04F9-7D96-4EE2-985F-53743F17840B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647272" y="2787608"/>
              <a:ext cx="232134" cy="73387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50" name="Straight Connector 452">
              <a:extLst>
                <a:ext uri="{FF2B5EF4-FFF2-40B4-BE49-F238E27FC236}">
                  <a16:creationId xmlns:a16="http://schemas.microsoft.com/office/drawing/2014/main" id="{C4C6C25C-43C7-4857-8ACE-E4EE6C68366A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882921" y="2787609"/>
              <a:ext cx="1739" cy="180288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51" name="Straight Connector 452">
              <a:extLst>
                <a:ext uri="{FF2B5EF4-FFF2-40B4-BE49-F238E27FC236}">
                  <a16:creationId xmlns:a16="http://schemas.microsoft.com/office/drawing/2014/main" id="{16CD2263-DB0E-4CB4-9194-6EF07A0CB1B1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912163" y="2860995"/>
              <a:ext cx="207524" cy="99000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52" name="Straight Connector 452">
              <a:extLst>
                <a:ext uri="{FF2B5EF4-FFF2-40B4-BE49-F238E27FC236}">
                  <a16:creationId xmlns:a16="http://schemas.microsoft.com/office/drawing/2014/main" id="{D74E2997-00AF-43A8-B3CF-86456EC708BF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116842" y="2883160"/>
              <a:ext cx="1739" cy="180288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53" name="Straight Connector 452">
              <a:extLst>
                <a:ext uri="{FF2B5EF4-FFF2-40B4-BE49-F238E27FC236}">
                  <a16:creationId xmlns:a16="http://schemas.microsoft.com/office/drawing/2014/main" id="{53D4BD15-A648-455B-A80A-18E8404AE061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6103301" y="3071786"/>
              <a:ext cx="295050" cy="81583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54" name="Straight Connector 452">
              <a:extLst>
                <a:ext uri="{FF2B5EF4-FFF2-40B4-BE49-F238E27FC236}">
                  <a16:creationId xmlns:a16="http://schemas.microsoft.com/office/drawing/2014/main" id="{4F40DA8F-8A5B-4C07-B2F5-416634398652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6114323" y="3167197"/>
              <a:ext cx="262012" cy="87908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55" name="Straight Connector 452">
              <a:extLst>
                <a:ext uri="{FF2B5EF4-FFF2-40B4-BE49-F238E27FC236}">
                  <a16:creationId xmlns:a16="http://schemas.microsoft.com/office/drawing/2014/main" id="{BAD61F49-1471-4257-A571-230DC646729E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5911176" y="3153369"/>
              <a:ext cx="230608" cy="92930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56" name="Straight Connector 452">
              <a:extLst>
                <a:ext uri="{FF2B5EF4-FFF2-40B4-BE49-F238E27FC236}">
                  <a16:creationId xmlns:a16="http://schemas.microsoft.com/office/drawing/2014/main" id="{029864C5-316E-4A14-8AEC-C02D32641424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905595" y="3180135"/>
              <a:ext cx="1739" cy="180288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57" name="Straight Connector 452">
              <a:extLst>
                <a:ext uri="{FF2B5EF4-FFF2-40B4-BE49-F238E27FC236}">
                  <a16:creationId xmlns:a16="http://schemas.microsoft.com/office/drawing/2014/main" id="{31AEB4D4-7E73-4287-8455-98EE046650F9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5920118" y="3362834"/>
              <a:ext cx="229448" cy="63555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58" name="Straight Connector 452">
              <a:extLst>
                <a:ext uri="{FF2B5EF4-FFF2-40B4-BE49-F238E27FC236}">
                  <a16:creationId xmlns:a16="http://schemas.microsoft.com/office/drawing/2014/main" id="{676FB490-11F2-4434-B148-02E85CF2E417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141784" y="3407534"/>
              <a:ext cx="7782" cy="220286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59" name="Straight Connector 452">
              <a:extLst>
                <a:ext uri="{FF2B5EF4-FFF2-40B4-BE49-F238E27FC236}">
                  <a16:creationId xmlns:a16="http://schemas.microsoft.com/office/drawing/2014/main" id="{55BC23B3-D80F-4E51-B96E-6B4BAFA8B605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5879406" y="3632770"/>
              <a:ext cx="262012" cy="87908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60" name="Straight Connector 452">
              <a:extLst>
                <a:ext uri="{FF2B5EF4-FFF2-40B4-BE49-F238E27FC236}">
                  <a16:creationId xmlns:a16="http://schemas.microsoft.com/office/drawing/2014/main" id="{E2D68B00-2C44-4DB3-9720-EA2BC0600853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909696" y="3738270"/>
              <a:ext cx="1739" cy="180288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61" name="Straight Connector 452">
              <a:extLst>
                <a:ext uri="{FF2B5EF4-FFF2-40B4-BE49-F238E27FC236}">
                  <a16:creationId xmlns:a16="http://schemas.microsoft.com/office/drawing/2014/main" id="{09399ED3-791C-4015-BDDD-5BE5A3512EAB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5402450" y="3929397"/>
              <a:ext cx="480527" cy="159854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62" name="Straight Connector 452">
              <a:extLst>
                <a:ext uri="{FF2B5EF4-FFF2-40B4-BE49-F238E27FC236}">
                  <a16:creationId xmlns:a16="http://schemas.microsoft.com/office/drawing/2014/main" id="{A4B18691-14B7-4850-8A49-5260CC401DDE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5202425" y="4012149"/>
              <a:ext cx="229448" cy="63555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63" name="Straight Connector 452">
              <a:extLst>
                <a:ext uri="{FF2B5EF4-FFF2-40B4-BE49-F238E27FC236}">
                  <a16:creationId xmlns:a16="http://schemas.microsoft.com/office/drawing/2014/main" id="{F7C42187-A9C2-40F8-B232-C66AD7D191AA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5241924" y="3800505"/>
              <a:ext cx="408991" cy="226264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64" name="Straight Connector 452">
              <a:extLst>
                <a:ext uri="{FF2B5EF4-FFF2-40B4-BE49-F238E27FC236}">
                  <a16:creationId xmlns:a16="http://schemas.microsoft.com/office/drawing/2014/main" id="{381134C5-8625-4A98-8201-EFDB6B255363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5411349" y="3712039"/>
              <a:ext cx="221280" cy="106923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65" name="Straight Connector 452">
              <a:extLst>
                <a:ext uri="{FF2B5EF4-FFF2-40B4-BE49-F238E27FC236}">
                  <a16:creationId xmlns:a16="http://schemas.microsoft.com/office/drawing/2014/main" id="{89D411D4-1A3D-4175-A1E8-1BA73C210F81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5478146" y="3543300"/>
              <a:ext cx="411037" cy="162173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66" name="Straight Connector 452">
              <a:extLst>
                <a:ext uri="{FF2B5EF4-FFF2-40B4-BE49-F238E27FC236}">
                  <a16:creationId xmlns:a16="http://schemas.microsoft.com/office/drawing/2014/main" id="{781B8B6D-001B-411D-9DBC-903437549404}"/>
                </a:ext>
              </a:extLst>
            </p:cNvPr>
            <p:cNvCxnSpPr>
              <a:cxnSpLocks/>
            </p:cNvCxnSpPr>
            <p:nvPr/>
          </p:nvCxnSpPr>
          <p:spPr>
            <a:xfrm>
              <a:off x="5397809" y="3178705"/>
              <a:ext cx="475882" cy="338631"/>
            </a:xfrm>
            <a:prstGeom prst="line">
              <a:avLst/>
            </a:prstGeom>
            <a:ln w="38100" cap="flat" cmpd="sng" algn="ctr">
              <a:solidFill>
                <a:srgbClr val="FF0000"/>
              </a:solidFill>
              <a:prstDash val="dash"/>
              <a:round/>
              <a:headEnd type="none" w="med" len="med"/>
              <a:tailEnd type="non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tx1"/>
            </a:fontRef>
          </p:style>
        </p:cxnSp>
        <p:cxnSp>
          <p:nvCxnSpPr>
            <p:cNvPr id="4167" name="Straight Connector 452">
              <a:extLst>
                <a:ext uri="{FF2B5EF4-FFF2-40B4-BE49-F238E27FC236}">
                  <a16:creationId xmlns:a16="http://schemas.microsoft.com/office/drawing/2014/main" id="{2D855C93-FBC6-471A-BE33-BF5C686C2E5A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4909201" y="3201783"/>
              <a:ext cx="488608" cy="168259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68" name="Straight Connector 452">
              <a:extLst>
                <a:ext uri="{FF2B5EF4-FFF2-40B4-BE49-F238E27FC236}">
                  <a16:creationId xmlns:a16="http://schemas.microsoft.com/office/drawing/2014/main" id="{96BA4042-C467-45A4-9729-771A6296FBC3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4700945" y="3268825"/>
              <a:ext cx="208256" cy="87082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69" name="Straight Connector 452">
              <a:extLst>
                <a:ext uri="{FF2B5EF4-FFF2-40B4-BE49-F238E27FC236}">
                  <a16:creationId xmlns:a16="http://schemas.microsoft.com/office/drawing/2014/main" id="{91D691E4-95A9-44C2-A3D2-A146D559BA7E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4439721" y="3262651"/>
              <a:ext cx="232134" cy="73387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70" name="Straight Connector 452">
              <a:extLst>
                <a:ext uri="{FF2B5EF4-FFF2-40B4-BE49-F238E27FC236}">
                  <a16:creationId xmlns:a16="http://schemas.microsoft.com/office/drawing/2014/main" id="{157D90FC-3CE9-4894-BD9B-995DAA75DF6A}"/>
                </a:ext>
              </a:extLst>
            </p:cNvPr>
            <p:cNvCxnSpPr>
              <a:cxnSpLocks/>
            </p:cNvCxnSpPr>
            <p:nvPr/>
          </p:nvCxnSpPr>
          <p:spPr>
            <a:xfrm>
              <a:off x="4449059" y="3349436"/>
              <a:ext cx="222822" cy="70142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71" name="Straight Connector 452">
              <a:extLst>
                <a:ext uri="{FF2B5EF4-FFF2-40B4-BE49-F238E27FC236}">
                  <a16:creationId xmlns:a16="http://schemas.microsoft.com/office/drawing/2014/main" id="{FBF66101-E292-4268-873D-4A282C445EA2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4685366" y="3422015"/>
              <a:ext cx="7286" cy="196114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72" name="Straight Connector 452">
              <a:extLst>
                <a:ext uri="{FF2B5EF4-FFF2-40B4-BE49-F238E27FC236}">
                  <a16:creationId xmlns:a16="http://schemas.microsoft.com/office/drawing/2014/main" id="{1FD9AA7A-2DCD-462D-831D-8CCFB32C7154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4458873" y="3620931"/>
              <a:ext cx="269735" cy="270844"/>
            </a:xfrm>
            <a:prstGeom prst="line">
              <a:avLst/>
            </a:prstGeom>
            <a:ln w="38100" cap="flat" cmpd="sng" algn="ctr">
              <a:solidFill>
                <a:srgbClr val="FF0000"/>
              </a:solidFill>
              <a:prstDash val="dash"/>
              <a:round/>
              <a:headEnd type="none" w="med" len="med"/>
              <a:tailEnd type="non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tx1"/>
            </a:fontRef>
          </p:style>
        </p:cxnSp>
        <p:cxnSp>
          <p:nvCxnSpPr>
            <p:cNvPr id="4173" name="Straight Connector 452">
              <a:extLst>
                <a:ext uri="{FF2B5EF4-FFF2-40B4-BE49-F238E27FC236}">
                  <a16:creationId xmlns:a16="http://schemas.microsoft.com/office/drawing/2014/main" id="{325AB775-883D-41FC-A0B3-755AE48E35A2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4461738" y="3878677"/>
              <a:ext cx="0" cy="387985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74" name="Straight Connector 452">
              <a:extLst>
                <a:ext uri="{FF2B5EF4-FFF2-40B4-BE49-F238E27FC236}">
                  <a16:creationId xmlns:a16="http://schemas.microsoft.com/office/drawing/2014/main" id="{A1E9999D-7078-4956-89C1-A829C99E94AB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8963480" y="4371629"/>
              <a:ext cx="8296" cy="373768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75" name="Straight Connector 452">
              <a:extLst>
                <a:ext uri="{FF2B5EF4-FFF2-40B4-BE49-F238E27FC236}">
                  <a16:creationId xmlns:a16="http://schemas.microsoft.com/office/drawing/2014/main" id="{1AB2807F-D3CA-4013-BFEF-D877AEE3668D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8957716" y="4626010"/>
              <a:ext cx="221778" cy="103238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76" name="Straight Connector 452">
              <a:extLst>
                <a:ext uri="{FF2B5EF4-FFF2-40B4-BE49-F238E27FC236}">
                  <a16:creationId xmlns:a16="http://schemas.microsoft.com/office/drawing/2014/main" id="{34CEF7E0-A134-4934-86D2-B412FA839ACC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9166902" y="4442922"/>
              <a:ext cx="1995" cy="175800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77" name="Straight Connector 452">
              <a:extLst>
                <a:ext uri="{FF2B5EF4-FFF2-40B4-BE49-F238E27FC236}">
                  <a16:creationId xmlns:a16="http://schemas.microsoft.com/office/drawing/2014/main" id="{6514ACA0-94D7-4855-878B-91C7C0EEDAE8}"/>
                </a:ext>
              </a:extLst>
            </p:cNvPr>
            <p:cNvCxnSpPr>
              <a:cxnSpLocks/>
            </p:cNvCxnSpPr>
            <p:nvPr/>
          </p:nvCxnSpPr>
          <p:spPr>
            <a:xfrm>
              <a:off x="9177193" y="4416305"/>
              <a:ext cx="250913" cy="112193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78" name="Straight Connector 452">
              <a:extLst>
                <a:ext uri="{FF2B5EF4-FFF2-40B4-BE49-F238E27FC236}">
                  <a16:creationId xmlns:a16="http://schemas.microsoft.com/office/drawing/2014/main" id="{2CB9A25D-FF6C-4879-AD84-503F06A975ED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9412155" y="4486412"/>
              <a:ext cx="9455" cy="254703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79" name="Straight Connector 452">
              <a:extLst>
                <a:ext uri="{FF2B5EF4-FFF2-40B4-BE49-F238E27FC236}">
                  <a16:creationId xmlns:a16="http://schemas.microsoft.com/office/drawing/2014/main" id="{114A0467-A8A8-4568-AA9A-00153C42F446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9409881" y="4723322"/>
              <a:ext cx="272953" cy="87900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80" name="Straight Connector 452">
              <a:extLst>
                <a:ext uri="{FF2B5EF4-FFF2-40B4-BE49-F238E27FC236}">
                  <a16:creationId xmlns:a16="http://schemas.microsoft.com/office/drawing/2014/main" id="{3193CFA1-DFCC-45D2-9F44-CD1A59985BBA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9211239" y="4819058"/>
              <a:ext cx="451560" cy="170069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81" name="Straight Connector 452">
              <a:extLst>
                <a:ext uri="{FF2B5EF4-FFF2-40B4-BE49-F238E27FC236}">
                  <a16:creationId xmlns:a16="http://schemas.microsoft.com/office/drawing/2014/main" id="{68A30ACD-3A8C-4EFF-918B-50971C2AD638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9241064" y="4998609"/>
              <a:ext cx="184987" cy="87078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82" name="Straight Connector 452">
              <a:extLst>
                <a:ext uri="{FF2B5EF4-FFF2-40B4-BE49-F238E27FC236}">
                  <a16:creationId xmlns:a16="http://schemas.microsoft.com/office/drawing/2014/main" id="{BD72AFBD-1FF3-4909-BE3A-CC2CB49DDDF7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9405903" y="4996963"/>
              <a:ext cx="276931" cy="85660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83" name="Straight Connector 452">
              <a:extLst>
                <a:ext uri="{FF2B5EF4-FFF2-40B4-BE49-F238E27FC236}">
                  <a16:creationId xmlns:a16="http://schemas.microsoft.com/office/drawing/2014/main" id="{6D107005-A2B8-4BA7-A0F8-BD5FE4CDA64B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9684800" y="5002559"/>
              <a:ext cx="465749" cy="167937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84" name="Straight Connector 452">
              <a:extLst>
                <a:ext uri="{FF2B5EF4-FFF2-40B4-BE49-F238E27FC236}">
                  <a16:creationId xmlns:a16="http://schemas.microsoft.com/office/drawing/2014/main" id="{2C6765D2-F993-4717-9900-0B4830EDC7F2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9907640" y="5170276"/>
              <a:ext cx="276931" cy="85660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85" name="Straight Connector 452">
              <a:extLst>
                <a:ext uri="{FF2B5EF4-FFF2-40B4-BE49-F238E27FC236}">
                  <a16:creationId xmlns:a16="http://schemas.microsoft.com/office/drawing/2014/main" id="{B86524FC-2AAF-4473-AB6E-1942A948B0DC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9665144" y="5173812"/>
              <a:ext cx="250996" cy="103736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86" name="Straight Connector 452">
              <a:extLst>
                <a:ext uri="{FF2B5EF4-FFF2-40B4-BE49-F238E27FC236}">
                  <a16:creationId xmlns:a16="http://schemas.microsoft.com/office/drawing/2014/main" id="{CFD605F9-D784-439F-AFE3-A062C1A5DEC4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9687011" y="5187671"/>
              <a:ext cx="0" cy="174162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87" name="Straight Connector 452">
              <a:extLst>
                <a:ext uri="{FF2B5EF4-FFF2-40B4-BE49-F238E27FC236}">
                  <a16:creationId xmlns:a16="http://schemas.microsoft.com/office/drawing/2014/main" id="{BE3CDF6B-EDCA-4E67-973A-CDBED4D0B860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9413303" y="5366904"/>
              <a:ext cx="269531" cy="102213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88" name="Straight Connector 452">
              <a:extLst>
                <a:ext uri="{FF2B5EF4-FFF2-40B4-BE49-F238E27FC236}">
                  <a16:creationId xmlns:a16="http://schemas.microsoft.com/office/drawing/2014/main" id="{5B4061C9-C62C-4EAA-83A7-32396E143ED3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9433998" y="5476687"/>
              <a:ext cx="0" cy="157179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89" name="Straight Connector 452">
              <a:extLst>
                <a:ext uri="{FF2B5EF4-FFF2-40B4-BE49-F238E27FC236}">
                  <a16:creationId xmlns:a16="http://schemas.microsoft.com/office/drawing/2014/main" id="{3E90FA8A-C461-4ADF-921A-EBE5DA8ABE9D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9186520" y="5626820"/>
              <a:ext cx="258645" cy="112074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90" name="Straight Connector 452">
              <a:extLst>
                <a:ext uri="{FF2B5EF4-FFF2-40B4-BE49-F238E27FC236}">
                  <a16:creationId xmlns:a16="http://schemas.microsoft.com/office/drawing/2014/main" id="{08F1B637-C3E7-4962-BAEE-F78ABB3E4F36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9211239" y="5755140"/>
              <a:ext cx="0" cy="157179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91" name="Straight Connector 452">
              <a:extLst>
                <a:ext uri="{FF2B5EF4-FFF2-40B4-BE49-F238E27FC236}">
                  <a16:creationId xmlns:a16="http://schemas.microsoft.com/office/drawing/2014/main" id="{60E36406-301D-4674-9F50-5727A57EAD58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8937775" y="5909931"/>
              <a:ext cx="263513" cy="95077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92" name="Straight Connector 452">
              <a:extLst>
                <a:ext uri="{FF2B5EF4-FFF2-40B4-BE49-F238E27FC236}">
                  <a16:creationId xmlns:a16="http://schemas.microsoft.com/office/drawing/2014/main" id="{40A74610-84FC-4232-AAFD-13DF2D523861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8712643" y="5909930"/>
              <a:ext cx="225132" cy="95608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93" name="Straight Connector 452">
              <a:extLst>
                <a:ext uri="{FF2B5EF4-FFF2-40B4-BE49-F238E27FC236}">
                  <a16:creationId xmlns:a16="http://schemas.microsoft.com/office/drawing/2014/main" id="{F41B1B6F-5ACF-4232-88C3-E66FA19AC017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8244955" y="5909930"/>
              <a:ext cx="458603" cy="189231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94" name="Straight Connector 452">
              <a:extLst>
                <a:ext uri="{FF2B5EF4-FFF2-40B4-BE49-F238E27FC236}">
                  <a16:creationId xmlns:a16="http://schemas.microsoft.com/office/drawing/2014/main" id="{9A0CBFD1-4708-48F1-A671-8906C451C75A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8006906" y="6004545"/>
              <a:ext cx="260143" cy="98857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95" name="Straight Connector 452">
              <a:extLst>
                <a:ext uri="{FF2B5EF4-FFF2-40B4-BE49-F238E27FC236}">
                  <a16:creationId xmlns:a16="http://schemas.microsoft.com/office/drawing/2014/main" id="{2E377FFC-F333-4FF3-91CA-767AFFBC637A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8021987" y="5630892"/>
              <a:ext cx="231341" cy="93479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96" name="Straight Connector 452">
              <a:extLst>
                <a:ext uri="{FF2B5EF4-FFF2-40B4-BE49-F238E27FC236}">
                  <a16:creationId xmlns:a16="http://schemas.microsoft.com/office/drawing/2014/main" id="{D4FDED11-53E5-48AD-8A92-08937A5FD450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8020185" y="6381362"/>
              <a:ext cx="16867" cy="352277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97" name="Straight Connector 452">
              <a:extLst>
                <a:ext uri="{FF2B5EF4-FFF2-40B4-BE49-F238E27FC236}">
                  <a16:creationId xmlns:a16="http://schemas.microsoft.com/office/drawing/2014/main" id="{81619175-8044-4E12-9A27-DD56382A1164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7610399" y="6729967"/>
              <a:ext cx="458603" cy="189231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98" name="Straight Connector 452">
              <a:extLst>
                <a:ext uri="{FF2B5EF4-FFF2-40B4-BE49-F238E27FC236}">
                  <a16:creationId xmlns:a16="http://schemas.microsoft.com/office/drawing/2014/main" id="{AF6AA3F0-5552-4845-B96F-E3C7F6480262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7309822" y="6822157"/>
              <a:ext cx="325211" cy="104488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99" name="Straight Connector 452">
              <a:extLst>
                <a:ext uri="{FF2B5EF4-FFF2-40B4-BE49-F238E27FC236}">
                  <a16:creationId xmlns:a16="http://schemas.microsoft.com/office/drawing/2014/main" id="{E40AF9D2-6EFF-4804-8302-A8C1890BB874}"/>
                </a:ext>
              </a:extLst>
            </p:cNvPr>
            <p:cNvCxnSpPr>
              <a:cxnSpLocks/>
            </p:cNvCxnSpPr>
            <p:nvPr/>
          </p:nvCxnSpPr>
          <p:spPr>
            <a:xfrm>
              <a:off x="7303614" y="6659372"/>
              <a:ext cx="14268" cy="184352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200" name="Straight Connector 452">
              <a:extLst>
                <a:ext uri="{FF2B5EF4-FFF2-40B4-BE49-F238E27FC236}">
                  <a16:creationId xmlns:a16="http://schemas.microsoft.com/office/drawing/2014/main" id="{CED864FD-14A3-49E0-B6AB-0EAABDBEBCFA}"/>
                </a:ext>
              </a:extLst>
            </p:cNvPr>
            <p:cNvCxnSpPr>
              <a:cxnSpLocks/>
            </p:cNvCxnSpPr>
            <p:nvPr/>
          </p:nvCxnSpPr>
          <p:spPr>
            <a:xfrm>
              <a:off x="8019833" y="6005588"/>
              <a:ext cx="2151" cy="196737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201" name="Straight Connector 452">
              <a:extLst>
                <a:ext uri="{FF2B5EF4-FFF2-40B4-BE49-F238E27FC236}">
                  <a16:creationId xmlns:a16="http://schemas.microsoft.com/office/drawing/2014/main" id="{D4560942-A85B-448F-9BC3-46E998D51933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838986" y="6926645"/>
              <a:ext cx="212817" cy="111791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202" name="Straight Connector 452">
              <a:extLst>
                <a:ext uri="{FF2B5EF4-FFF2-40B4-BE49-F238E27FC236}">
                  <a16:creationId xmlns:a16="http://schemas.microsoft.com/office/drawing/2014/main" id="{EF6745B9-A2F4-4BEF-867D-DA954849B598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6599381" y="6918486"/>
              <a:ext cx="226456" cy="104316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203" name="Straight Connector 452">
              <a:extLst>
                <a:ext uri="{FF2B5EF4-FFF2-40B4-BE49-F238E27FC236}">
                  <a16:creationId xmlns:a16="http://schemas.microsoft.com/office/drawing/2014/main" id="{3CE09811-B5D4-43B4-9E63-FC3FA84CEA5A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6615657" y="6738017"/>
              <a:ext cx="16326" cy="195857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204" name="Straight Connector 452">
              <a:extLst>
                <a:ext uri="{FF2B5EF4-FFF2-40B4-BE49-F238E27FC236}">
                  <a16:creationId xmlns:a16="http://schemas.microsoft.com/office/drawing/2014/main" id="{2453F66C-60F3-458D-8972-761F3C4914FB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5627213" y="6232563"/>
              <a:ext cx="261447" cy="66096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205" name="Straight Connector 452">
              <a:extLst>
                <a:ext uri="{FF2B5EF4-FFF2-40B4-BE49-F238E27FC236}">
                  <a16:creationId xmlns:a16="http://schemas.microsoft.com/office/drawing/2014/main" id="{5B615546-7C2B-4CBF-9F8C-6DB4702AF16B}"/>
                </a:ext>
              </a:extLst>
            </p:cNvPr>
            <p:cNvCxnSpPr>
              <a:cxnSpLocks/>
            </p:cNvCxnSpPr>
            <p:nvPr/>
          </p:nvCxnSpPr>
          <p:spPr>
            <a:xfrm>
              <a:off x="5641510" y="5998474"/>
              <a:ext cx="10075" cy="210454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206" name="Straight Connector 452">
              <a:extLst>
                <a:ext uri="{FF2B5EF4-FFF2-40B4-BE49-F238E27FC236}">
                  <a16:creationId xmlns:a16="http://schemas.microsoft.com/office/drawing/2014/main" id="{0ADCE44E-4B08-41DF-A5EF-CA2DCB03595B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5406418" y="5858083"/>
              <a:ext cx="242357" cy="146462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207" name="Straight Connector 452">
              <a:extLst>
                <a:ext uri="{FF2B5EF4-FFF2-40B4-BE49-F238E27FC236}">
                  <a16:creationId xmlns:a16="http://schemas.microsoft.com/office/drawing/2014/main" id="{5ADDF1EB-F0EC-4173-B0EF-8CEEE4BFAF7C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5425377" y="5810138"/>
              <a:ext cx="225539" cy="60520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208" name="Straight Connector 452">
              <a:extLst>
                <a:ext uri="{FF2B5EF4-FFF2-40B4-BE49-F238E27FC236}">
                  <a16:creationId xmlns:a16="http://schemas.microsoft.com/office/drawing/2014/main" id="{80BA6B37-2199-49E8-9206-126A225A8CDF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5149551" y="5651205"/>
              <a:ext cx="484738" cy="133956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209" name="Straight Connector 452">
              <a:extLst>
                <a:ext uri="{FF2B5EF4-FFF2-40B4-BE49-F238E27FC236}">
                  <a16:creationId xmlns:a16="http://schemas.microsoft.com/office/drawing/2014/main" id="{CB0BE632-0FED-4C8B-B8E5-2E55E5DE6563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4931256" y="5634078"/>
              <a:ext cx="199617" cy="91442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210" name="Straight Connector 452">
              <a:extLst>
                <a:ext uri="{FF2B5EF4-FFF2-40B4-BE49-F238E27FC236}">
                  <a16:creationId xmlns:a16="http://schemas.microsoft.com/office/drawing/2014/main" id="{62CD5A94-1295-4541-AD5D-82F15E7F96E7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4935962" y="5554673"/>
              <a:ext cx="22550" cy="200467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211" name="Straight Connector 452">
              <a:extLst>
                <a:ext uri="{FF2B5EF4-FFF2-40B4-BE49-F238E27FC236}">
                  <a16:creationId xmlns:a16="http://schemas.microsoft.com/office/drawing/2014/main" id="{09473313-9399-43AC-A2CC-4DE17126F1F7}"/>
                </a:ext>
              </a:extLst>
            </p:cNvPr>
            <p:cNvCxnSpPr>
              <a:cxnSpLocks/>
            </p:cNvCxnSpPr>
            <p:nvPr/>
          </p:nvCxnSpPr>
          <p:spPr>
            <a:xfrm>
              <a:off x="4657943" y="5464666"/>
              <a:ext cx="302686" cy="82579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212" name="Straight Connector 452">
              <a:extLst>
                <a:ext uri="{FF2B5EF4-FFF2-40B4-BE49-F238E27FC236}">
                  <a16:creationId xmlns:a16="http://schemas.microsoft.com/office/drawing/2014/main" id="{1C66889A-A463-4B42-94C0-29136B38988D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4683972" y="5264252"/>
              <a:ext cx="30709" cy="245615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213" name="Straight Connector 452">
              <a:extLst>
                <a:ext uri="{FF2B5EF4-FFF2-40B4-BE49-F238E27FC236}">
                  <a16:creationId xmlns:a16="http://schemas.microsoft.com/office/drawing/2014/main" id="{58B19CDE-3145-4742-BCF6-AB6C1C3DCF19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4673449" y="5183399"/>
              <a:ext cx="262513" cy="57192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214" name="Straight Connector 452">
              <a:extLst>
                <a:ext uri="{FF2B5EF4-FFF2-40B4-BE49-F238E27FC236}">
                  <a16:creationId xmlns:a16="http://schemas.microsoft.com/office/drawing/2014/main" id="{49E04481-F841-42CF-B520-E57C6D5A1895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4915413" y="4971128"/>
              <a:ext cx="22550" cy="200467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215" name="Straight Connector 452">
              <a:extLst>
                <a:ext uri="{FF2B5EF4-FFF2-40B4-BE49-F238E27FC236}">
                  <a16:creationId xmlns:a16="http://schemas.microsoft.com/office/drawing/2014/main" id="{EE3F6C0F-E1FE-4825-A713-4612C9D682AA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4934641" y="4895250"/>
              <a:ext cx="244053" cy="78889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216" name="Straight Connector 452">
              <a:extLst>
                <a:ext uri="{FF2B5EF4-FFF2-40B4-BE49-F238E27FC236}">
                  <a16:creationId xmlns:a16="http://schemas.microsoft.com/office/drawing/2014/main" id="{B75D2039-F279-4743-9587-CC92452C98D3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5167419" y="4729248"/>
              <a:ext cx="11275" cy="148354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217" name="Straight Connector 452">
              <a:extLst>
                <a:ext uri="{FF2B5EF4-FFF2-40B4-BE49-F238E27FC236}">
                  <a16:creationId xmlns:a16="http://schemas.microsoft.com/office/drawing/2014/main" id="{C6EE91BE-6628-42C6-AA3D-DC258E709A1C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5165031" y="4736500"/>
              <a:ext cx="243394" cy="66925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218" name="Straight Connector 452">
              <a:extLst>
                <a:ext uri="{FF2B5EF4-FFF2-40B4-BE49-F238E27FC236}">
                  <a16:creationId xmlns:a16="http://schemas.microsoft.com/office/drawing/2014/main" id="{F711521D-F3AA-4CB0-B092-1D218738099E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5419707" y="4722953"/>
              <a:ext cx="221803" cy="74638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219" name="Straight Connector 452">
              <a:extLst>
                <a:ext uri="{FF2B5EF4-FFF2-40B4-BE49-F238E27FC236}">
                  <a16:creationId xmlns:a16="http://schemas.microsoft.com/office/drawing/2014/main" id="{1BE70245-3353-40AD-9026-BDC2F424D8AA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5629543" y="4726648"/>
              <a:ext cx="31983" cy="183885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220" name="Straight Connector 452">
              <a:extLst>
                <a:ext uri="{FF2B5EF4-FFF2-40B4-BE49-F238E27FC236}">
                  <a16:creationId xmlns:a16="http://schemas.microsoft.com/office/drawing/2014/main" id="{B469AAE3-F95C-40C4-9687-D72563309633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408925" y="4925407"/>
              <a:ext cx="224609" cy="48732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221" name="Straight Connector 452">
              <a:extLst>
                <a:ext uri="{FF2B5EF4-FFF2-40B4-BE49-F238E27FC236}">
                  <a16:creationId xmlns:a16="http://schemas.microsoft.com/office/drawing/2014/main" id="{A7AA260D-C035-4DA0-8D4B-ABBF5E3A4C1A}"/>
                </a:ext>
              </a:extLst>
            </p:cNvPr>
            <p:cNvCxnSpPr>
              <a:cxnSpLocks/>
            </p:cNvCxnSpPr>
            <p:nvPr/>
          </p:nvCxnSpPr>
          <p:spPr>
            <a:xfrm>
              <a:off x="5416605" y="4980107"/>
              <a:ext cx="3272" cy="400809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222" name="Straight Connector 452">
              <a:extLst>
                <a:ext uri="{FF2B5EF4-FFF2-40B4-BE49-F238E27FC236}">
                  <a16:creationId xmlns:a16="http://schemas.microsoft.com/office/drawing/2014/main" id="{61C50802-3FF0-469B-98D6-1C795AE7704D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391920" y="5271102"/>
              <a:ext cx="291744" cy="105084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223" name="Straight Connector 452">
              <a:extLst>
                <a:ext uri="{FF2B5EF4-FFF2-40B4-BE49-F238E27FC236}">
                  <a16:creationId xmlns:a16="http://schemas.microsoft.com/office/drawing/2014/main" id="{803CF43E-41BA-4909-BCB8-98B5EEC87EC5}"/>
                </a:ext>
              </a:extLst>
            </p:cNvPr>
            <p:cNvCxnSpPr>
              <a:cxnSpLocks/>
            </p:cNvCxnSpPr>
            <p:nvPr/>
          </p:nvCxnSpPr>
          <p:spPr>
            <a:xfrm>
              <a:off x="5646547" y="5284060"/>
              <a:ext cx="5953" cy="335272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224" name="Straight Connector 452">
              <a:extLst>
                <a:ext uri="{FF2B5EF4-FFF2-40B4-BE49-F238E27FC236}">
                  <a16:creationId xmlns:a16="http://schemas.microsoft.com/office/drawing/2014/main" id="{DDF7F122-C9CB-43A8-8BD7-326D9EF3239C}"/>
                </a:ext>
              </a:extLst>
            </p:cNvPr>
            <p:cNvCxnSpPr>
              <a:cxnSpLocks/>
            </p:cNvCxnSpPr>
            <p:nvPr/>
          </p:nvCxnSpPr>
          <p:spPr>
            <a:xfrm>
              <a:off x="5644159" y="5626228"/>
              <a:ext cx="476692" cy="197622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225" name="Straight Connector 452">
              <a:extLst>
                <a:ext uri="{FF2B5EF4-FFF2-40B4-BE49-F238E27FC236}">
                  <a16:creationId xmlns:a16="http://schemas.microsoft.com/office/drawing/2014/main" id="{BC74F7E4-10B3-43A1-9227-E6F5ADCFA488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8257084" y="5554673"/>
              <a:ext cx="14575" cy="190948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226" name="Straight Connector 452">
              <a:extLst>
                <a:ext uri="{FF2B5EF4-FFF2-40B4-BE49-F238E27FC236}">
                  <a16:creationId xmlns:a16="http://schemas.microsoft.com/office/drawing/2014/main" id="{8F8FEFFE-2758-46A4-AEAE-3EC2B301A16D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7552128" y="5345465"/>
              <a:ext cx="253971" cy="106412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227" name="Straight Connector 452">
              <a:extLst>
                <a:ext uri="{FF2B5EF4-FFF2-40B4-BE49-F238E27FC236}">
                  <a16:creationId xmlns:a16="http://schemas.microsoft.com/office/drawing/2014/main" id="{9E51B646-6BB4-42B2-A7DB-51FD93D198D9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7768873" y="5171641"/>
              <a:ext cx="8516" cy="181121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228" name="Straight Connector 452">
              <a:extLst>
                <a:ext uri="{FF2B5EF4-FFF2-40B4-BE49-F238E27FC236}">
                  <a16:creationId xmlns:a16="http://schemas.microsoft.com/office/drawing/2014/main" id="{3EF832D4-AD10-4256-B515-3797F94DEBEE}"/>
                </a:ext>
              </a:extLst>
            </p:cNvPr>
            <p:cNvCxnSpPr>
              <a:cxnSpLocks/>
            </p:cNvCxnSpPr>
            <p:nvPr/>
          </p:nvCxnSpPr>
          <p:spPr>
            <a:xfrm>
              <a:off x="11561989" y="5742429"/>
              <a:ext cx="0" cy="170634"/>
            </a:xfrm>
            <a:prstGeom prst="line">
              <a:avLst/>
            </a:prstGeom>
            <a:ln w="38100">
              <a:solidFill>
                <a:schemeClr val="accent2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229" name="Straight Connector 452">
              <a:extLst>
                <a:ext uri="{FF2B5EF4-FFF2-40B4-BE49-F238E27FC236}">
                  <a16:creationId xmlns:a16="http://schemas.microsoft.com/office/drawing/2014/main" id="{72028C43-D0E7-4A2B-B932-13C98F675211}"/>
                </a:ext>
              </a:extLst>
            </p:cNvPr>
            <p:cNvCxnSpPr>
              <a:cxnSpLocks/>
            </p:cNvCxnSpPr>
            <p:nvPr/>
          </p:nvCxnSpPr>
          <p:spPr>
            <a:xfrm>
              <a:off x="11551900" y="5909930"/>
              <a:ext cx="235472" cy="70376"/>
            </a:xfrm>
            <a:prstGeom prst="line">
              <a:avLst/>
            </a:prstGeom>
            <a:ln w="38100">
              <a:solidFill>
                <a:schemeClr val="accent2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230" name="Straight Connector 452">
              <a:extLst>
                <a:ext uri="{FF2B5EF4-FFF2-40B4-BE49-F238E27FC236}">
                  <a16:creationId xmlns:a16="http://schemas.microsoft.com/office/drawing/2014/main" id="{F04E2456-41B7-411A-898D-C617BF628D51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1807196" y="5729621"/>
              <a:ext cx="198837" cy="67774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231" name="Straight Connector 452">
              <a:extLst>
                <a:ext uri="{FF2B5EF4-FFF2-40B4-BE49-F238E27FC236}">
                  <a16:creationId xmlns:a16="http://schemas.microsoft.com/office/drawing/2014/main" id="{63FDD261-1B1A-47C6-B522-943A67E3F6A9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1316528" y="4532211"/>
              <a:ext cx="1" cy="207573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232" name="Straight Connector 452">
              <a:extLst>
                <a:ext uri="{FF2B5EF4-FFF2-40B4-BE49-F238E27FC236}">
                  <a16:creationId xmlns:a16="http://schemas.microsoft.com/office/drawing/2014/main" id="{92224B23-88DA-4DCA-A72C-12065B345389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8271915" y="5376186"/>
              <a:ext cx="443148" cy="181539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233" name="Straight Connector 452">
              <a:extLst>
                <a:ext uri="{FF2B5EF4-FFF2-40B4-BE49-F238E27FC236}">
                  <a16:creationId xmlns:a16="http://schemas.microsoft.com/office/drawing/2014/main" id="{E9C0F280-5A9F-434F-BC9F-88162E488AA5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8708081" y="5180511"/>
              <a:ext cx="6566" cy="206549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234" name="Straight Connector 452">
              <a:extLst>
                <a:ext uri="{FF2B5EF4-FFF2-40B4-BE49-F238E27FC236}">
                  <a16:creationId xmlns:a16="http://schemas.microsoft.com/office/drawing/2014/main" id="{C2F23B2D-FADF-438A-A13D-8A8F67BC9A5C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8711364" y="5092965"/>
              <a:ext cx="249446" cy="94707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235" name="Straight Connector 452">
              <a:extLst>
                <a:ext uri="{FF2B5EF4-FFF2-40B4-BE49-F238E27FC236}">
                  <a16:creationId xmlns:a16="http://schemas.microsoft.com/office/drawing/2014/main" id="{DC0EF43E-83E8-41C5-840F-B63A76AB292B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8717829" y="4989127"/>
              <a:ext cx="257028" cy="114002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236" name="Straight Connector 452">
              <a:extLst>
                <a:ext uri="{FF2B5EF4-FFF2-40B4-BE49-F238E27FC236}">
                  <a16:creationId xmlns:a16="http://schemas.microsoft.com/office/drawing/2014/main" id="{71A628C8-BC44-4C46-909E-60291F4F4497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8482921" y="4981886"/>
              <a:ext cx="230090" cy="104641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237" name="Straight Connector 452">
              <a:extLst>
                <a:ext uri="{FF2B5EF4-FFF2-40B4-BE49-F238E27FC236}">
                  <a16:creationId xmlns:a16="http://schemas.microsoft.com/office/drawing/2014/main" id="{5691F2C6-CCBE-4053-85AB-DB32C1FE45BF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8250617" y="4984764"/>
              <a:ext cx="248573" cy="89405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238" name="Straight Connector 452">
              <a:extLst>
                <a:ext uri="{FF2B5EF4-FFF2-40B4-BE49-F238E27FC236}">
                  <a16:creationId xmlns:a16="http://schemas.microsoft.com/office/drawing/2014/main" id="{C7ECF288-0212-4E7B-BE21-CF024D4EE3EE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7793421" y="4984764"/>
              <a:ext cx="451534" cy="198635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239" name="Straight Connector 452">
              <a:extLst>
                <a:ext uri="{FF2B5EF4-FFF2-40B4-BE49-F238E27FC236}">
                  <a16:creationId xmlns:a16="http://schemas.microsoft.com/office/drawing/2014/main" id="{ECA7626E-14D8-4DBC-B281-44E9375FFB8C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7300091" y="5715886"/>
              <a:ext cx="12216" cy="200308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240" name="Straight Connector 452">
              <a:extLst>
                <a:ext uri="{FF2B5EF4-FFF2-40B4-BE49-F238E27FC236}">
                  <a16:creationId xmlns:a16="http://schemas.microsoft.com/office/drawing/2014/main" id="{AC2B8415-C1CD-43B4-B6A7-B4A8739A93DD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7291731" y="5627859"/>
              <a:ext cx="257729" cy="106885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241" name="Straight Connector 452">
              <a:extLst>
                <a:ext uri="{FF2B5EF4-FFF2-40B4-BE49-F238E27FC236}">
                  <a16:creationId xmlns:a16="http://schemas.microsoft.com/office/drawing/2014/main" id="{E9D72DA0-57DD-4F4F-B1E1-470710FAD941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616096" y="6272450"/>
              <a:ext cx="739012" cy="280505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242" name="Straight Connector 452">
              <a:extLst>
                <a:ext uri="{FF2B5EF4-FFF2-40B4-BE49-F238E27FC236}">
                  <a16:creationId xmlns:a16="http://schemas.microsoft.com/office/drawing/2014/main" id="{CAB2B565-6E4B-462E-8948-D2EEB12E3434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7077195" y="6679930"/>
              <a:ext cx="208737" cy="66892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243" name="Straight Connector 452">
              <a:extLst>
                <a:ext uri="{FF2B5EF4-FFF2-40B4-BE49-F238E27FC236}">
                  <a16:creationId xmlns:a16="http://schemas.microsoft.com/office/drawing/2014/main" id="{F979F77D-A2DA-45D7-A842-D41F2A8C50F3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7064952" y="6746468"/>
              <a:ext cx="31536" cy="180177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244" name="Straight Connector 452">
              <a:extLst>
                <a:ext uri="{FF2B5EF4-FFF2-40B4-BE49-F238E27FC236}">
                  <a16:creationId xmlns:a16="http://schemas.microsoft.com/office/drawing/2014/main" id="{5B4E554A-0093-4A1E-AB0E-BB3A38DC3C13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375874" y="6738017"/>
              <a:ext cx="231478" cy="97929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245" name="Straight Connector 452">
              <a:extLst>
                <a:ext uri="{FF2B5EF4-FFF2-40B4-BE49-F238E27FC236}">
                  <a16:creationId xmlns:a16="http://schemas.microsoft.com/office/drawing/2014/main" id="{EDD75720-A65F-4904-AC62-84EF6DDEA8B1}"/>
                </a:ext>
              </a:extLst>
            </p:cNvPr>
            <p:cNvCxnSpPr>
              <a:cxnSpLocks/>
            </p:cNvCxnSpPr>
            <p:nvPr/>
          </p:nvCxnSpPr>
          <p:spPr>
            <a:xfrm>
              <a:off x="5879406" y="6648604"/>
              <a:ext cx="495994" cy="169321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246" name="Straight Connector 452">
              <a:extLst>
                <a:ext uri="{FF2B5EF4-FFF2-40B4-BE49-F238E27FC236}">
                  <a16:creationId xmlns:a16="http://schemas.microsoft.com/office/drawing/2014/main" id="{273B9D90-C1B1-4591-A1F0-454FEBBE4378}"/>
                </a:ext>
              </a:extLst>
            </p:cNvPr>
            <p:cNvCxnSpPr>
              <a:cxnSpLocks/>
            </p:cNvCxnSpPr>
            <p:nvPr/>
          </p:nvCxnSpPr>
          <p:spPr>
            <a:xfrm>
              <a:off x="5859185" y="6298873"/>
              <a:ext cx="22006" cy="360499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247" name="Straight Connector 452">
              <a:extLst>
                <a:ext uri="{FF2B5EF4-FFF2-40B4-BE49-F238E27FC236}">
                  <a16:creationId xmlns:a16="http://schemas.microsoft.com/office/drawing/2014/main" id="{FF0531FC-4A98-40F8-945A-668135D59021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6109338" y="6377811"/>
              <a:ext cx="275943" cy="101311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248" name="Straight Connector 452">
              <a:extLst>
                <a:ext uri="{FF2B5EF4-FFF2-40B4-BE49-F238E27FC236}">
                  <a16:creationId xmlns:a16="http://schemas.microsoft.com/office/drawing/2014/main" id="{71461F62-DDB5-45CA-972A-25525E0A8952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6103581" y="5834107"/>
              <a:ext cx="13261" cy="545886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249" name="Straight Connector 452">
              <a:extLst>
                <a:ext uri="{FF2B5EF4-FFF2-40B4-BE49-F238E27FC236}">
                  <a16:creationId xmlns:a16="http://schemas.microsoft.com/office/drawing/2014/main" id="{C7937B1A-CB09-49E2-8F26-B4840083058C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6368330" y="6093803"/>
              <a:ext cx="6656" cy="368711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250" name="Straight Connector 452">
              <a:extLst>
                <a:ext uri="{FF2B5EF4-FFF2-40B4-BE49-F238E27FC236}">
                  <a16:creationId xmlns:a16="http://schemas.microsoft.com/office/drawing/2014/main" id="{4B04F51B-FA97-4D40-BB45-5CFDED465951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7072530" y="5255936"/>
              <a:ext cx="499983" cy="198005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251" name="Straight Connector 452">
              <a:extLst>
                <a:ext uri="{FF2B5EF4-FFF2-40B4-BE49-F238E27FC236}">
                  <a16:creationId xmlns:a16="http://schemas.microsoft.com/office/drawing/2014/main" id="{F7949DBF-87F1-4B86-AD42-9A31451D6217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6861958" y="5257416"/>
              <a:ext cx="231311" cy="109488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252" name="Straight Connector 452">
              <a:extLst>
                <a:ext uri="{FF2B5EF4-FFF2-40B4-BE49-F238E27FC236}">
                  <a16:creationId xmlns:a16="http://schemas.microsoft.com/office/drawing/2014/main" id="{31EC5A1A-FAF6-4944-8681-6BE091B7645D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6895850" y="5377969"/>
              <a:ext cx="169102" cy="91148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253" name="Straight Connector 452">
              <a:extLst>
                <a:ext uri="{FF2B5EF4-FFF2-40B4-BE49-F238E27FC236}">
                  <a16:creationId xmlns:a16="http://schemas.microsoft.com/office/drawing/2014/main" id="{0A566EFD-786B-4EB3-9230-2E887FC71F41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6376981" y="5988594"/>
              <a:ext cx="227582" cy="100730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254" name="Straight Connector 452">
              <a:extLst>
                <a:ext uri="{FF2B5EF4-FFF2-40B4-BE49-F238E27FC236}">
                  <a16:creationId xmlns:a16="http://schemas.microsoft.com/office/drawing/2014/main" id="{7B3C78AF-454E-47BB-9CDE-1300590840FB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368330" y="5474344"/>
              <a:ext cx="700444" cy="273711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255" name="Straight Connector 452">
              <a:extLst>
                <a:ext uri="{FF2B5EF4-FFF2-40B4-BE49-F238E27FC236}">
                  <a16:creationId xmlns:a16="http://schemas.microsoft.com/office/drawing/2014/main" id="{5C8598C6-E760-41CC-B467-EA14196F7582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6147819" y="5103190"/>
              <a:ext cx="427041" cy="165736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256" name="Straight Connector 452">
              <a:extLst>
                <a:ext uri="{FF2B5EF4-FFF2-40B4-BE49-F238E27FC236}">
                  <a16:creationId xmlns:a16="http://schemas.microsoft.com/office/drawing/2014/main" id="{18DE5983-9A5B-49AE-987F-7F77276691B1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6109898" y="4909371"/>
              <a:ext cx="31569" cy="196125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257" name="Straight Connector 452">
              <a:extLst>
                <a:ext uri="{FF2B5EF4-FFF2-40B4-BE49-F238E27FC236}">
                  <a16:creationId xmlns:a16="http://schemas.microsoft.com/office/drawing/2014/main" id="{CF402271-A613-43FD-A982-9B52C715EE1F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5850186" y="4813363"/>
              <a:ext cx="268805" cy="91208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258" name="Straight Connector 452">
              <a:extLst>
                <a:ext uri="{FF2B5EF4-FFF2-40B4-BE49-F238E27FC236}">
                  <a16:creationId xmlns:a16="http://schemas.microsoft.com/office/drawing/2014/main" id="{E64288C8-47D7-4AE2-BB11-66F1B1819026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5860806" y="4620117"/>
              <a:ext cx="503017" cy="181877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259" name="Straight Connector 452">
              <a:extLst>
                <a:ext uri="{FF2B5EF4-FFF2-40B4-BE49-F238E27FC236}">
                  <a16:creationId xmlns:a16="http://schemas.microsoft.com/office/drawing/2014/main" id="{D4D90A1E-B241-4DB4-8B16-9B5418CD5AA1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6342111" y="4608225"/>
              <a:ext cx="5523" cy="407602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260" name="Straight Connector 452">
              <a:extLst>
                <a:ext uri="{FF2B5EF4-FFF2-40B4-BE49-F238E27FC236}">
                  <a16:creationId xmlns:a16="http://schemas.microsoft.com/office/drawing/2014/main" id="{DB5AF3B3-29C6-478C-9E50-4397AF051530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6323186" y="4904092"/>
              <a:ext cx="251959" cy="108817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261" name="Straight Connector 452">
              <a:extLst>
                <a:ext uri="{FF2B5EF4-FFF2-40B4-BE49-F238E27FC236}">
                  <a16:creationId xmlns:a16="http://schemas.microsoft.com/office/drawing/2014/main" id="{33F10F9B-5E9C-4F4E-AA0E-39D174F95596}"/>
                </a:ext>
              </a:extLst>
            </p:cNvPr>
            <p:cNvCxnSpPr>
              <a:cxnSpLocks/>
              <a:stCxn id="4262" idx="5"/>
            </p:cNvCxnSpPr>
            <p:nvPr/>
          </p:nvCxnSpPr>
          <p:spPr>
            <a:xfrm flipH="1" flipV="1">
              <a:off x="6572637" y="4916111"/>
              <a:ext cx="296336" cy="120098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262" name="椭圆 4261">
              <a:extLst>
                <a:ext uri="{FF2B5EF4-FFF2-40B4-BE49-F238E27FC236}">
                  <a16:creationId xmlns:a16="http://schemas.microsoft.com/office/drawing/2014/main" id="{68A9FF9A-CCD9-4DBA-8653-7153D004D3D9}"/>
                </a:ext>
              </a:extLst>
            </p:cNvPr>
            <p:cNvSpPr/>
            <p:nvPr/>
          </p:nvSpPr>
          <p:spPr>
            <a:xfrm>
              <a:off x="6765025" y="4934922"/>
              <a:ext cx="121783" cy="118665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cxnSp>
          <p:nvCxnSpPr>
            <p:cNvPr id="4263" name="Straight Connector 452">
              <a:extLst>
                <a:ext uri="{FF2B5EF4-FFF2-40B4-BE49-F238E27FC236}">
                  <a16:creationId xmlns:a16="http://schemas.microsoft.com/office/drawing/2014/main" id="{633EEF85-31A6-4B2C-9DA7-34E36AA835C8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585308" y="4350507"/>
              <a:ext cx="21" cy="587124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264" name="Straight Connector 452">
              <a:extLst>
                <a:ext uri="{FF2B5EF4-FFF2-40B4-BE49-F238E27FC236}">
                  <a16:creationId xmlns:a16="http://schemas.microsoft.com/office/drawing/2014/main" id="{C30277F9-93CF-43A6-9EDF-270C5931493E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604563" y="4253943"/>
              <a:ext cx="220988" cy="96564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265" name="Straight Connector 452">
              <a:extLst>
                <a:ext uri="{FF2B5EF4-FFF2-40B4-BE49-F238E27FC236}">
                  <a16:creationId xmlns:a16="http://schemas.microsoft.com/office/drawing/2014/main" id="{D8F32A7D-E340-48E8-9751-2E91B1AAFFB5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6818855" y="4078568"/>
              <a:ext cx="8630" cy="185832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266" name="Straight Connector 452">
              <a:extLst>
                <a:ext uri="{FF2B5EF4-FFF2-40B4-BE49-F238E27FC236}">
                  <a16:creationId xmlns:a16="http://schemas.microsoft.com/office/drawing/2014/main" id="{5F3994E4-00C8-4BA2-94C4-2E699B40EB9B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824341" y="3979643"/>
              <a:ext cx="256161" cy="97832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267" name="Straight Connector 452">
              <a:extLst>
                <a:ext uri="{FF2B5EF4-FFF2-40B4-BE49-F238E27FC236}">
                  <a16:creationId xmlns:a16="http://schemas.microsoft.com/office/drawing/2014/main" id="{74230D2D-5842-4E9E-B5EE-44518F448A11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7082844" y="3958272"/>
              <a:ext cx="9406" cy="219993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268" name="Straight Connector 452">
              <a:extLst>
                <a:ext uri="{FF2B5EF4-FFF2-40B4-BE49-F238E27FC236}">
                  <a16:creationId xmlns:a16="http://schemas.microsoft.com/office/drawing/2014/main" id="{FCAF201A-B22B-41BE-872D-9DB212E19473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7072640" y="4043927"/>
              <a:ext cx="247514" cy="124878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269" name="Straight Connector 452">
              <a:extLst>
                <a:ext uri="{FF2B5EF4-FFF2-40B4-BE49-F238E27FC236}">
                  <a16:creationId xmlns:a16="http://schemas.microsoft.com/office/drawing/2014/main" id="{DE854392-1C28-4D92-856E-F9F00195B275}"/>
                </a:ext>
              </a:extLst>
            </p:cNvPr>
            <p:cNvCxnSpPr>
              <a:cxnSpLocks/>
            </p:cNvCxnSpPr>
            <p:nvPr/>
          </p:nvCxnSpPr>
          <p:spPr>
            <a:xfrm>
              <a:off x="7314764" y="4052456"/>
              <a:ext cx="250545" cy="116349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270" name="Straight Connector 452">
              <a:extLst>
                <a:ext uri="{FF2B5EF4-FFF2-40B4-BE49-F238E27FC236}">
                  <a16:creationId xmlns:a16="http://schemas.microsoft.com/office/drawing/2014/main" id="{3A4A024C-9C57-4C1F-8C3B-5D6087F6D36A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7305537" y="4158825"/>
              <a:ext cx="256697" cy="95118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271" name="Straight Connector 452">
              <a:extLst>
                <a:ext uri="{FF2B5EF4-FFF2-40B4-BE49-F238E27FC236}">
                  <a16:creationId xmlns:a16="http://schemas.microsoft.com/office/drawing/2014/main" id="{E389C142-03F9-4537-BFCF-3360643CA639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7306869" y="4261810"/>
              <a:ext cx="7895" cy="175172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272" name="Straight Connector 452">
              <a:extLst>
                <a:ext uri="{FF2B5EF4-FFF2-40B4-BE49-F238E27FC236}">
                  <a16:creationId xmlns:a16="http://schemas.microsoft.com/office/drawing/2014/main" id="{2B02A0EA-5331-4F39-8EAC-469ABCD7830E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838089" y="4449234"/>
              <a:ext cx="468780" cy="180941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273" name="Straight Connector 452">
              <a:extLst>
                <a:ext uri="{FF2B5EF4-FFF2-40B4-BE49-F238E27FC236}">
                  <a16:creationId xmlns:a16="http://schemas.microsoft.com/office/drawing/2014/main" id="{465709EE-8562-48B3-AE57-52F94D15B0CD}"/>
                </a:ext>
              </a:extLst>
            </p:cNvPr>
            <p:cNvCxnSpPr>
              <a:cxnSpLocks/>
            </p:cNvCxnSpPr>
            <p:nvPr/>
          </p:nvCxnSpPr>
          <p:spPr>
            <a:xfrm>
              <a:off x="6831195" y="4633057"/>
              <a:ext cx="454737" cy="177430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274" name="Straight Connector 452">
              <a:extLst>
                <a:ext uri="{FF2B5EF4-FFF2-40B4-BE49-F238E27FC236}">
                  <a16:creationId xmlns:a16="http://schemas.microsoft.com/office/drawing/2014/main" id="{2C785C35-9288-4793-AA2A-41FF5D6885DB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7288430" y="4817267"/>
              <a:ext cx="7895" cy="175172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275" name="椭圆 4274">
              <a:extLst>
                <a:ext uri="{FF2B5EF4-FFF2-40B4-BE49-F238E27FC236}">
                  <a16:creationId xmlns:a16="http://schemas.microsoft.com/office/drawing/2014/main" id="{C00D865C-3B48-4F28-AD40-574B86A642A2}"/>
                </a:ext>
              </a:extLst>
            </p:cNvPr>
            <p:cNvSpPr/>
            <p:nvPr/>
          </p:nvSpPr>
          <p:spPr>
            <a:xfrm>
              <a:off x="7233325" y="4930610"/>
              <a:ext cx="121783" cy="118665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cxnSp>
          <p:nvCxnSpPr>
            <p:cNvPr id="4276" name="Straight Connector 452">
              <a:extLst>
                <a:ext uri="{FF2B5EF4-FFF2-40B4-BE49-F238E27FC236}">
                  <a16:creationId xmlns:a16="http://schemas.microsoft.com/office/drawing/2014/main" id="{F77EE5A7-3B2F-4083-8EA6-026D289974EB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7306004" y="4719754"/>
              <a:ext cx="225794" cy="87918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277" name="Straight Connector 452">
              <a:extLst>
                <a:ext uri="{FF2B5EF4-FFF2-40B4-BE49-F238E27FC236}">
                  <a16:creationId xmlns:a16="http://schemas.microsoft.com/office/drawing/2014/main" id="{72CC38A6-2B5C-4A71-8AD3-8DD80222308F}"/>
                </a:ext>
              </a:extLst>
            </p:cNvPr>
            <p:cNvCxnSpPr>
              <a:cxnSpLocks/>
            </p:cNvCxnSpPr>
            <p:nvPr/>
          </p:nvCxnSpPr>
          <p:spPr>
            <a:xfrm>
              <a:off x="7544045" y="4717589"/>
              <a:ext cx="239331" cy="99678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278" name="Straight Connector 452">
              <a:extLst>
                <a:ext uri="{FF2B5EF4-FFF2-40B4-BE49-F238E27FC236}">
                  <a16:creationId xmlns:a16="http://schemas.microsoft.com/office/drawing/2014/main" id="{400E7876-F844-4772-957C-45F1D09A6FD0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7769688" y="4729349"/>
              <a:ext cx="225794" cy="87918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279" name="Straight Connector 452">
              <a:extLst>
                <a:ext uri="{FF2B5EF4-FFF2-40B4-BE49-F238E27FC236}">
                  <a16:creationId xmlns:a16="http://schemas.microsoft.com/office/drawing/2014/main" id="{22AC01AA-DFE5-4A6F-A210-539A0496C571}"/>
                </a:ext>
              </a:extLst>
            </p:cNvPr>
            <p:cNvCxnSpPr>
              <a:cxnSpLocks/>
            </p:cNvCxnSpPr>
            <p:nvPr/>
          </p:nvCxnSpPr>
          <p:spPr>
            <a:xfrm>
              <a:off x="7756318" y="4620117"/>
              <a:ext cx="490401" cy="222898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280" name="椭圆 4279">
              <a:extLst>
                <a:ext uri="{FF2B5EF4-FFF2-40B4-BE49-F238E27FC236}">
                  <a16:creationId xmlns:a16="http://schemas.microsoft.com/office/drawing/2014/main" id="{9AEC4825-78ED-428E-A155-7F449238E4BA}"/>
                </a:ext>
              </a:extLst>
            </p:cNvPr>
            <p:cNvSpPr/>
            <p:nvPr/>
          </p:nvSpPr>
          <p:spPr>
            <a:xfrm>
              <a:off x="8179564" y="4767272"/>
              <a:ext cx="121783" cy="118665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cxnSp>
          <p:nvCxnSpPr>
            <p:cNvPr id="4281" name="Straight Connector 452">
              <a:extLst>
                <a:ext uri="{FF2B5EF4-FFF2-40B4-BE49-F238E27FC236}">
                  <a16:creationId xmlns:a16="http://schemas.microsoft.com/office/drawing/2014/main" id="{320DC1DF-B1D5-4257-A4A7-BB450C1AC09C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7746382" y="4259926"/>
              <a:ext cx="23306" cy="366705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282" name="Straight Connector 452">
              <a:extLst>
                <a:ext uri="{FF2B5EF4-FFF2-40B4-BE49-F238E27FC236}">
                  <a16:creationId xmlns:a16="http://schemas.microsoft.com/office/drawing/2014/main" id="{4313FFBC-E223-4D5A-AD6A-6DA0D21733AD}"/>
                </a:ext>
              </a:extLst>
            </p:cNvPr>
            <p:cNvCxnSpPr>
              <a:cxnSpLocks/>
            </p:cNvCxnSpPr>
            <p:nvPr/>
          </p:nvCxnSpPr>
          <p:spPr>
            <a:xfrm>
              <a:off x="7761429" y="4239982"/>
              <a:ext cx="944397" cy="378492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283" name="Straight Connector 452">
              <a:extLst>
                <a:ext uri="{FF2B5EF4-FFF2-40B4-BE49-F238E27FC236}">
                  <a16:creationId xmlns:a16="http://schemas.microsoft.com/office/drawing/2014/main" id="{A518BA63-F98B-445A-AB8A-F3677E1E6A1F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8703412" y="4449234"/>
              <a:ext cx="37984" cy="170896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284" name="Straight Connector 452">
              <a:extLst>
                <a:ext uri="{FF2B5EF4-FFF2-40B4-BE49-F238E27FC236}">
                  <a16:creationId xmlns:a16="http://schemas.microsoft.com/office/drawing/2014/main" id="{3F891741-D54A-492F-A5C8-826F5DD9990B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8743572" y="3650826"/>
              <a:ext cx="182043" cy="784579"/>
            </a:xfrm>
            <a:prstGeom prst="line">
              <a:avLst/>
            </a:prstGeom>
            <a:ln w="38100" cap="flat" cmpd="sng" algn="ctr">
              <a:solidFill>
                <a:srgbClr val="FF0000"/>
              </a:solidFill>
              <a:prstDash val="dash"/>
              <a:round/>
              <a:headEnd type="none" w="med" len="med"/>
              <a:tailEnd type="non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tx1"/>
            </a:fontRef>
          </p:style>
        </p:cxnSp>
        <p:cxnSp>
          <p:nvCxnSpPr>
            <p:cNvPr id="4285" name="Straight Connector 452">
              <a:extLst>
                <a:ext uri="{FF2B5EF4-FFF2-40B4-BE49-F238E27FC236}">
                  <a16:creationId xmlns:a16="http://schemas.microsoft.com/office/drawing/2014/main" id="{F3111CF6-01F6-4328-83F9-9E590E4FC92A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2327425" y="9327892"/>
              <a:ext cx="1" cy="185857"/>
            </a:xfrm>
            <a:prstGeom prst="line">
              <a:avLst/>
            </a:prstGeom>
            <a:ln w="38100">
              <a:solidFill>
                <a:srgbClr val="7030A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286" name="Straight Connector 452">
              <a:extLst>
                <a:ext uri="{FF2B5EF4-FFF2-40B4-BE49-F238E27FC236}">
                  <a16:creationId xmlns:a16="http://schemas.microsoft.com/office/drawing/2014/main" id="{7521C67A-33DF-40EB-8DEF-D9038EE75C31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606973" y="8645248"/>
              <a:ext cx="955320" cy="459561"/>
            </a:xfrm>
            <a:prstGeom prst="line">
              <a:avLst/>
            </a:prstGeom>
            <a:ln w="38100">
              <a:solidFill>
                <a:srgbClr val="7030A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287" name="Straight Connector 452">
              <a:extLst>
                <a:ext uri="{FF2B5EF4-FFF2-40B4-BE49-F238E27FC236}">
                  <a16:creationId xmlns:a16="http://schemas.microsoft.com/office/drawing/2014/main" id="{EC639A7E-128B-4D72-8D93-BA2A36F5301E}"/>
                </a:ext>
              </a:extLst>
            </p:cNvPr>
            <p:cNvCxnSpPr>
              <a:cxnSpLocks/>
            </p:cNvCxnSpPr>
            <p:nvPr/>
          </p:nvCxnSpPr>
          <p:spPr>
            <a:xfrm>
              <a:off x="1372576" y="8999683"/>
              <a:ext cx="252693" cy="96299"/>
            </a:xfrm>
            <a:prstGeom prst="line">
              <a:avLst/>
            </a:prstGeom>
            <a:ln w="38100">
              <a:solidFill>
                <a:srgbClr val="7030A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288" name="Straight Connector 452">
              <a:extLst>
                <a:ext uri="{FF2B5EF4-FFF2-40B4-BE49-F238E27FC236}">
                  <a16:creationId xmlns:a16="http://schemas.microsoft.com/office/drawing/2014/main" id="{35B7EB23-3627-4BB6-AEFE-0443F4C06AF8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118415" y="8999683"/>
              <a:ext cx="245013" cy="61532"/>
            </a:xfrm>
            <a:prstGeom prst="line">
              <a:avLst/>
            </a:prstGeom>
            <a:ln w="38100">
              <a:solidFill>
                <a:srgbClr val="7030A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289" name="Straight Connector 452">
              <a:extLst>
                <a:ext uri="{FF2B5EF4-FFF2-40B4-BE49-F238E27FC236}">
                  <a16:creationId xmlns:a16="http://schemas.microsoft.com/office/drawing/2014/main" id="{936FB2A4-DD01-40BC-920B-1162AB4A45B6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401410" y="8924954"/>
              <a:ext cx="245013" cy="61532"/>
            </a:xfrm>
            <a:prstGeom prst="line">
              <a:avLst/>
            </a:prstGeom>
            <a:ln w="38100">
              <a:solidFill>
                <a:srgbClr val="7030A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290" name="Straight Connector 452">
              <a:extLst>
                <a:ext uri="{FF2B5EF4-FFF2-40B4-BE49-F238E27FC236}">
                  <a16:creationId xmlns:a16="http://schemas.microsoft.com/office/drawing/2014/main" id="{671D793E-31CC-4B30-BFBD-7B0612E114DC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626987" y="8516490"/>
              <a:ext cx="8277" cy="407986"/>
            </a:xfrm>
            <a:prstGeom prst="line">
              <a:avLst/>
            </a:prstGeom>
            <a:ln w="38100">
              <a:solidFill>
                <a:srgbClr val="7030A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291" name="Straight Connector 452">
              <a:extLst>
                <a:ext uri="{FF2B5EF4-FFF2-40B4-BE49-F238E27FC236}">
                  <a16:creationId xmlns:a16="http://schemas.microsoft.com/office/drawing/2014/main" id="{2B2CDA16-DFA4-4114-B778-67865989A7BB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1158240" y="8335774"/>
              <a:ext cx="475378" cy="197543"/>
            </a:xfrm>
            <a:prstGeom prst="line">
              <a:avLst/>
            </a:prstGeom>
            <a:ln w="38100">
              <a:solidFill>
                <a:srgbClr val="7030A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292" name="Straight Connector 452">
              <a:extLst>
                <a:ext uri="{FF2B5EF4-FFF2-40B4-BE49-F238E27FC236}">
                  <a16:creationId xmlns:a16="http://schemas.microsoft.com/office/drawing/2014/main" id="{433ED568-82EF-4357-81C9-541C16F63729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180668" y="8039631"/>
              <a:ext cx="683038" cy="296144"/>
            </a:xfrm>
            <a:prstGeom prst="line">
              <a:avLst/>
            </a:prstGeom>
            <a:ln w="38100">
              <a:solidFill>
                <a:srgbClr val="7030A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293" name="Straight Connector 452">
              <a:extLst>
                <a:ext uri="{FF2B5EF4-FFF2-40B4-BE49-F238E27FC236}">
                  <a16:creationId xmlns:a16="http://schemas.microsoft.com/office/drawing/2014/main" id="{688EDC39-CD09-45AF-B04B-154280B7D4BD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849809" y="7676488"/>
              <a:ext cx="0" cy="379943"/>
            </a:xfrm>
            <a:prstGeom prst="line">
              <a:avLst/>
            </a:prstGeom>
            <a:ln w="38100">
              <a:solidFill>
                <a:srgbClr val="7030A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294" name="Straight Connector 452">
              <a:extLst>
                <a:ext uri="{FF2B5EF4-FFF2-40B4-BE49-F238E27FC236}">
                  <a16:creationId xmlns:a16="http://schemas.microsoft.com/office/drawing/2014/main" id="{392FFD6B-7941-477D-9CAC-D02203AD2F72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848162" y="7580818"/>
              <a:ext cx="250546" cy="95671"/>
            </a:xfrm>
            <a:prstGeom prst="line">
              <a:avLst/>
            </a:prstGeom>
            <a:ln w="38100">
              <a:solidFill>
                <a:srgbClr val="7030A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295" name="Straight Connector 452">
              <a:extLst>
                <a:ext uri="{FF2B5EF4-FFF2-40B4-BE49-F238E27FC236}">
                  <a16:creationId xmlns:a16="http://schemas.microsoft.com/office/drawing/2014/main" id="{CCCA45CE-D468-4252-98C8-87959202F3F1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098708" y="7037938"/>
              <a:ext cx="0" cy="532852"/>
            </a:xfrm>
            <a:prstGeom prst="line">
              <a:avLst/>
            </a:prstGeom>
            <a:ln w="38100">
              <a:solidFill>
                <a:srgbClr val="7030A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296" name="Straight Connector 452">
              <a:extLst>
                <a:ext uri="{FF2B5EF4-FFF2-40B4-BE49-F238E27FC236}">
                  <a16:creationId xmlns:a16="http://schemas.microsoft.com/office/drawing/2014/main" id="{14EE6A3C-D42C-4692-BFF1-8A0EB1452CC9}"/>
                </a:ext>
              </a:extLst>
            </p:cNvPr>
            <p:cNvCxnSpPr>
              <a:cxnSpLocks/>
            </p:cNvCxnSpPr>
            <p:nvPr/>
          </p:nvCxnSpPr>
          <p:spPr>
            <a:xfrm>
              <a:off x="1870240" y="6918486"/>
              <a:ext cx="228468" cy="126179"/>
            </a:xfrm>
            <a:prstGeom prst="line">
              <a:avLst/>
            </a:prstGeom>
            <a:ln w="38100">
              <a:solidFill>
                <a:srgbClr val="7030A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297" name="Straight Connector 452">
              <a:extLst>
                <a:ext uri="{FF2B5EF4-FFF2-40B4-BE49-F238E27FC236}">
                  <a16:creationId xmlns:a16="http://schemas.microsoft.com/office/drawing/2014/main" id="{01C8CD05-8D1D-4496-B5D5-9C668B14D319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878549" y="6738017"/>
              <a:ext cx="0" cy="195858"/>
            </a:xfrm>
            <a:prstGeom prst="line">
              <a:avLst/>
            </a:prstGeom>
            <a:ln w="38100">
              <a:solidFill>
                <a:srgbClr val="7030A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298" name="Straight Connector 452">
              <a:extLst>
                <a:ext uri="{FF2B5EF4-FFF2-40B4-BE49-F238E27FC236}">
                  <a16:creationId xmlns:a16="http://schemas.microsoft.com/office/drawing/2014/main" id="{70051C4D-3ECD-43DD-B13D-95E85F89E33E}"/>
                </a:ext>
              </a:extLst>
            </p:cNvPr>
            <p:cNvCxnSpPr>
              <a:cxnSpLocks/>
            </p:cNvCxnSpPr>
            <p:nvPr/>
          </p:nvCxnSpPr>
          <p:spPr>
            <a:xfrm>
              <a:off x="1633618" y="6659372"/>
              <a:ext cx="244931" cy="93147"/>
            </a:xfrm>
            <a:prstGeom prst="line">
              <a:avLst/>
            </a:prstGeom>
            <a:ln w="38100">
              <a:solidFill>
                <a:srgbClr val="7030A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299" name="Straight Connector 452">
              <a:extLst>
                <a:ext uri="{FF2B5EF4-FFF2-40B4-BE49-F238E27FC236}">
                  <a16:creationId xmlns:a16="http://schemas.microsoft.com/office/drawing/2014/main" id="{1918A444-2321-4843-BE16-0E81D8E2A412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639727" y="6443041"/>
              <a:ext cx="6696" cy="219999"/>
            </a:xfrm>
            <a:prstGeom prst="line">
              <a:avLst/>
            </a:prstGeom>
            <a:ln w="38100">
              <a:solidFill>
                <a:srgbClr val="7030A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300" name="Straight Connector 452">
              <a:extLst>
                <a:ext uri="{FF2B5EF4-FFF2-40B4-BE49-F238E27FC236}">
                  <a16:creationId xmlns:a16="http://schemas.microsoft.com/office/drawing/2014/main" id="{4A322035-AD0B-4BD4-BAB6-62DB7C3A338B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1558883" y="10224815"/>
              <a:ext cx="285582" cy="100039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301" name="Straight Connector 452">
              <a:extLst>
                <a:ext uri="{FF2B5EF4-FFF2-40B4-BE49-F238E27FC236}">
                  <a16:creationId xmlns:a16="http://schemas.microsoft.com/office/drawing/2014/main" id="{F9BF6988-D006-456E-93B6-9E278F09C53B}"/>
                </a:ext>
              </a:extLst>
            </p:cNvPr>
            <p:cNvCxnSpPr>
              <a:cxnSpLocks/>
            </p:cNvCxnSpPr>
            <p:nvPr/>
          </p:nvCxnSpPr>
          <p:spPr>
            <a:xfrm>
              <a:off x="11810547" y="10019895"/>
              <a:ext cx="8274" cy="236979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302" name="Straight Connector 452">
              <a:extLst>
                <a:ext uri="{FF2B5EF4-FFF2-40B4-BE49-F238E27FC236}">
                  <a16:creationId xmlns:a16="http://schemas.microsoft.com/office/drawing/2014/main" id="{683BAA00-3062-49D9-B654-71F84C5A378D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2030075" y="9782367"/>
              <a:ext cx="505141" cy="186435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303" name="Straight Connector 452">
              <a:extLst>
                <a:ext uri="{FF2B5EF4-FFF2-40B4-BE49-F238E27FC236}">
                  <a16:creationId xmlns:a16="http://schemas.microsoft.com/office/drawing/2014/main" id="{E525DF14-6C11-4C21-A2ED-64608593036B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2036536" y="9992262"/>
              <a:ext cx="483159" cy="179355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304" name="Straight Connector 452">
              <a:extLst>
                <a:ext uri="{FF2B5EF4-FFF2-40B4-BE49-F238E27FC236}">
                  <a16:creationId xmlns:a16="http://schemas.microsoft.com/office/drawing/2014/main" id="{353A6D85-5E8B-4C0D-A52F-43F8D66D9731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10391555" y="10426682"/>
              <a:ext cx="704462" cy="275732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305" name="Straight Connector 452">
              <a:extLst>
                <a:ext uri="{FF2B5EF4-FFF2-40B4-BE49-F238E27FC236}">
                  <a16:creationId xmlns:a16="http://schemas.microsoft.com/office/drawing/2014/main" id="{12DC67B1-9AFA-4F00-A60A-9162625A78D7}"/>
                </a:ext>
              </a:extLst>
            </p:cNvPr>
            <p:cNvCxnSpPr>
              <a:cxnSpLocks/>
            </p:cNvCxnSpPr>
            <p:nvPr/>
          </p:nvCxnSpPr>
          <p:spPr>
            <a:xfrm>
              <a:off x="10391554" y="10229850"/>
              <a:ext cx="7038" cy="213132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306" name="Straight Connector 452">
              <a:extLst>
                <a:ext uri="{FF2B5EF4-FFF2-40B4-BE49-F238E27FC236}">
                  <a16:creationId xmlns:a16="http://schemas.microsoft.com/office/drawing/2014/main" id="{548CE473-B4D5-4E02-AB51-A87CC5877523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10142766" y="10147458"/>
              <a:ext cx="244610" cy="86269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307" name="Straight Connector 452">
              <a:extLst>
                <a:ext uri="{FF2B5EF4-FFF2-40B4-BE49-F238E27FC236}">
                  <a16:creationId xmlns:a16="http://schemas.microsoft.com/office/drawing/2014/main" id="{AEA3DCDF-204B-474C-9E5A-D239179E87F4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9409462" y="9584765"/>
              <a:ext cx="725522" cy="306021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308" name="Straight Connector 452">
              <a:extLst>
                <a:ext uri="{FF2B5EF4-FFF2-40B4-BE49-F238E27FC236}">
                  <a16:creationId xmlns:a16="http://schemas.microsoft.com/office/drawing/2014/main" id="{9370C485-B4B6-4759-85C8-87289DE01205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646098" y="6374844"/>
              <a:ext cx="239949" cy="109999"/>
            </a:xfrm>
            <a:prstGeom prst="line">
              <a:avLst/>
            </a:prstGeom>
            <a:ln w="38100">
              <a:solidFill>
                <a:srgbClr val="7030A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309" name="Straight Connector 452">
              <a:extLst>
                <a:ext uri="{FF2B5EF4-FFF2-40B4-BE49-F238E27FC236}">
                  <a16:creationId xmlns:a16="http://schemas.microsoft.com/office/drawing/2014/main" id="{483FB0A9-E2E1-4DB4-916E-A28EB23A403F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1385321" y="6211733"/>
              <a:ext cx="472765" cy="161534"/>
            </a:xfrm>
            <a:prstGeom prst="line">
              <a:avLst/>
            </a:prstGeom>
            <a:ln w="38100">
              <a:solidFill>
                <a:srgbClr val="7030A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310" name="Straight Connector 452">
              <a:extLst>
                <a:ext uri="{FF2B5EF4-FFF2-40B4-BE49-F238E27FC236}">
                  <a16:creationId xmlns:a16="http://schemas.microsoft.com/office/drawing/2014/main" id="{6178E42C-2379-4F04-BF77-DFE54C94E981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395929" y="6007841"/>
              <a:ext cx="6696" cy="219999"/>
            </a:xfrm>
            <a:prstGeom prst="line">
              <a:avLst/>
            </a:prstGeom>
            <a:ln w="38100">
              <a:solidFill>
                <a:srgbClr val="7030A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311" name="Straight Connector 452">
              <a:extLst>
                <a:ext uri="{FF2B5EF4-FFF2-40B4-BE49-F238E27FC236}">
                  <a16:creationId xmlns:a16="http://schemas.microsoft.com/office/drawing/2014/main" id="{CA6BA4C0-5441-489F-B08F-B46165DBEF74}"/>
                </a:ext>
              </a:extLst>
            </p:cNvPr>
            <p:cNvCxnSpPr>
              <a:cxnSpLocks/>
            </p:cNvCxnSpPr>
            <p:nvPr/>
          </p:nvCxnSpPr>
          <p:spPr>
            <a:xfrm>
              <a:off x="947588" y="5808292"/>
              <a:ext cx="469158" cy="218672"/>
            </a:xfrm>
            <a:prstGeom prst="line">
              <a:avLst/>
            </a:prstGeom>
            <a:ln w="38100">
              <a:solidFill>
                <a:srgbClr val="7030A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312" name="Straight Connector 452">
              <a:extLst>
                <a:ext uri="{FF2B5EF4-FFF2-40B4-BE49-F238E27FC236}">
                  <a16:creationId xmlns:a16="http://schemas.microsoft.com/office/drawing/2014/main" id="{0B961FF4-6E3D-4490-86F6-E644CDD37A7A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867859" y="6033518"/>
              <a:ext cx="4057" cy="165740"/>
            </a:xfrm>
            <a:prstGeom prst="line">
              <a:avLst/>
            </a:prstGeom>
            <a:ln w="38100">
              <a:solidFill>
                <a:srgbClr val="7030A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313" name="Straight Connector 452">
              <a:extLst>
                <a:ext uri="{FF2B5EF4-FFF2-40B4-BE49-F238E27FC236}">
                  <a16:creationId xmlns:a16="http://schemas.microsoft.com/office/drawing/2014/main" id="{9617BDF4-6025-4253-A57C-8AF5B64C0374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873924" y="5927636"/>
              <a:ext cx="232086" cy="108762"/>
            </a:xfrm>
            <a:prstGeom prst="line">
              <a:avLst/>
            </a:prstGeom>
            <a:ln w="38100">
              <a:solidFill>
                <a:srgbClr val="7030A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314" name="Straight Connector 452">
              <a:extLst>
                <a:ext uri="{FF2B5EF4-FFF2-40B4-BE49-F238E27FC236}">
                  <a16:creationId xmlns:a16="http://schemas.microsoft.com/office/drawing/2014/main" id="{C3B64F7D-471E-4640-8B07-6C707303B556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115774" y="4732894"/>
              <a:ext cx="228566" cy="111786"/>
            </a:xfrm>
            <a:prstGeom prst="line">
              <a:avLst/>
            </a:prstGeom>
            <a:ln w="38100">
              <a:solidFill>
                <a:srgbClr val="7030A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315" name="Straight Connector 452">
              <a:extLst>
                <a:ext uri="{FF2B5EF4-FFF2-40B4-BE49-F238E27FC236}">
                  <a16:creationId xmlns:a16="http://schemas.microsoft.com/office/drawing/2014/main" id="{462A380D-3218-4956-9F45-753E80A6AA15}"/>
                </a:ext>
              </a:extLst>
            </p:cNvPr>
            <p:cNvCxnSpPr>
              <a:cxnSpLocks/>
            </p:cNvCxnSpPr>
            <p:nvPr/>
          </p:nvCxnSpPr>
          <p:spPr>
            <a:xfrm>
              <a:off x="1617158" y="6100299"/>
              <a:ext cx="255419" cy="108471"/>
            </a:xfrm>
            <a:prstGeom prst="line">
              <a:avLst/>
            </a:prstGeom>
            <a:ln w="38100">
              <a:solidFill>
                <a:srgbClr val="7030A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316" name="Straight Connector 452">
              <a:extLst>
                <a:ext uri="{FF2B5EF4-FFF2-40B4-BE49-F238E27FC236}">
                  <a16:creationId xmlns:a16="http://schemas.microsoft.com/office/drawing/2014/main" id="{1E3D9DDD-04F4-4203-811D-3208D80FB80A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632843" y="5759798"/>
              <a:ext cx="6478" cy="337108"/>
            </a:xfrm>
            <a:prstGeom prst="line">
              <a:avLst/>
            </a:prstGeom>
            <a:ln w="38100">
              <a:solidFill>
                <a:srgbClr val="7030A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317" name="Straight Connector 452">
              <a:extLst>
                <a:ext uri="{FF2B5EF4-FFF2-40B4-BE49-F238E27FC236}">
                  <a16:creationId xmlns:a16="http://schemas.microsoft.com/office/drawing/2014/main" id="{CB365B26-3128-4F2C-A8B6-BC2206CD9CBE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090904" y="5733113"/>
              <a:ext cx="0" cy="175443"/>
            </a:xfrm>
            <a:prstGeom prst="line">
              <a:avLst/>
            </a:prstGeom>
            <a:ln w="38100">
              <a:solidFill>
                <a:srgbClr val="7030A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318" name="Straight Connector 452">
              <a:extLst>
                <a:ext uri="{FF2B5EF4-FFF2-40B4-BE49-F238E27FC236}">
                  <a16:creationId xmlns:a16="http://schemas.microsoft.com/office/drawing/2014/main" id="{34E3B23D-CCF4-4DA4-94E8-4F92A1960574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328852" y="4822554"/>
              <a:ext cx="264813" cy="114819"/>
            </a:xfrm>
            <a:prstGeom prst="line">
              <a:avLst/>
            </a:prstGeom>
            <a:ln w="38100">
              <a:solidFill>
                <a:srgbClr val="7030A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319" name="Straight Connector 452">
              <a:extLst>
                <a:ext uri="{FF2B5EF4-FFF2-40B4-BE49-F238E27FC236}">
                  <a16:creationId xmlns:a16="http://schemas.microsoft.com/office/drawing/2014/main" id="{F3997243-EE7C-4473-A866-D0428E9FF2D4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2087738" y="5559680"/>
              <a:ext cx="6603" cy="180351"/>
            </a:xfrm>
            <a:prstGeom prst="line">
              <a:avLst/>
            </a:prstGeom>
            <a:ln w="38100">
              <a:solidFill>
                <a:srgbClr val="7030A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320" name="Straight Connector 452">
              <a:extLst>
                <a:ext uri="{FF2B5EF4-FFF2-40B4-BE49-F238E27FC236}">
                  <a16:creationId xmlns:a16="http://schemas.microsoft.com/office/drawing/2014/main" id="{F2D576F5-F830-4C16-ACEB-B7F11B5C2C6C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094341" y="5376186"/>
              <a:ext cx="6232" cy="200760"/>
            </a:xfrm>
            <a:prstGeom prst="line">
              <a:avLst/>
            </a:prstGeom>
            <a:ln w="38100">
              <a:solidFill>
                <a:srgbClr val="7030A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321" name="Straight Connector 452">
              <a:extLst>
                <a:ext uri="{FF2B5EF4-FFF2-40B4-BE49-F238E27FC236}">
                  <a16:creationId xmlns:a16="http://schemas.microsoft.com/office/drawing/2014/main" id="{C147E105-F801-43E4-AC3F-D2403A9152FF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2132581" y="5365989"/>
              <a:ext cx="196783" cy="110698"/>
            </a:xfrm>
            <a:prstGeom prst="line">
              <a:avLst/>
            </a:prstGeom>
            <a:ln w="38100">
              <a:solidFill>
                <a:srgbClr val="7030A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322" name="Straight Connector 452">
              <a:extLst>
                <a:ext uri="{FF2B5EF4-FFF2-40B4-BE49-F238E27FC236}">
                  <a16:creationId xmlns:a16="http://schemas.microsoft.com/office/drawing/2014/main" id="{93BF5CE9-B8F5-42D5-A224-F2C5FA0AC65F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2321704" y="4910533"/>
              <a:ext cx="6604" cy="578314"/>
            </a:xfrm>
            <a:prstGeom prst="line">
              <a:avLst/>
            </a:prstGeom>
            <a:ln w="38100">
              <a:solidFill>
                <a:srgbClr val="7030A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323" name="Straight Connector 452">
              <a:extLst>
                <a:ext uri="{FF2B5EF4-FFF2-40B4-BE49-F238E27FC236}">
                  <a16:creationId xmlns:a16="http://schemas.microsoft.com/office/drawing/2014/main" id="{7D6287FF-9564-4CC8-A43F-9F1808A21FA8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1404002" y="4511080"/>
              <a:ext cx="729042" cy="324749"/>
            </a:xfrm>
            <a:prstGeom prst="line">
              <a:avLst/>
            </a:prstGeom>
            <a:ln w="38100">
              <a:solidFill>
                <a:srgbClr val="7030A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324" name="Straight Connector 452">
              <a:extLst>
                <a:ext uri="{FF2B5EF4-FFF2-40B4-BE49-F238E27FC236}">
                  <a16:creationId xmlns:a16="http://schemas.microsoft.com/office/drawing/2014/main" id="{613D6B35-C677-4BF2-A524-17241F5445E5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646098" y="4266154"/>
              <a:ext cx="916195" cy="342033"/>
            </a:xfrm>
            <a:prstGeom prst="line">
              <a:avLst/>
            </a:prstGeom>
            <a:ln w="38100">
              <a:solidFill>
                <a:srgbClr val="7030A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325" name="Straight Connector 452">
              <a:extLst>
                <a:ext uri="{FF2B5EF4-FFF2-40B4-BE49-F238E27FC236}">
                  <a16:creationId xmlns:a16="http://schemas.microsoft.com/office/drawing/2014/main" id="{4AD127B1-01CD-4AA3-B85E-ED26BD441D11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2578706" y="4253943"/>
              <a:ext cx="716069" cy="302894"/>
            </a:xfrm>
            <a:prstGeom prst="line">
              <a:avLst/>
            </a:prstGeom>
            <a:ln w="38100">
              <a:solidFill>
                <a:srgbClr val="7030A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326" name="Straight Connector 452">
              <a:extLst>
                <a:ext uri="{FF2B5EF4-FFF2-40B4-BE49-F238E27FC236}">
                  <a16:creationId xmlns:a16="http://schemas.microsoft.com/office/drawing/2014/main" id="{F4FA901C-CE23-4729-A4BE-6E020CE330C0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3278023" y="3983728"/>
              <a:ext cx="6604" cy="578314"/>
            </a:xfrm>
            <a:prstGeom prst="line">
              <a:avLst/>
            </a:prstGeom>
            <a:ln w="38100">
              <a:solidFill>
                <a:srgbClr val="7030A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327" name="Straight Connector 452">
              <a:extLst>
                <a:ext uri="{FF2B5EF4-FFF2-40B4-BE49-F238E27FC236}">
                  <a16:creationId xmlns:a16="http://schemas.microsoft.com/office/drawing/2014/main" id="{F7E00015-2AF6-40DA-981B-59B126EA3621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806364" y="3915317"/>
              <a:ext cx="252060" cy="84824"/>
            </a:xfrm>
            <a:prstGeom prst="line">
              <a:avLst/>
            </a:prstGeom>
            <a:ln w="38100">
              <a:solidFill>
                <a:srgbClr val="7030A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328" name="Straight Connector 452">
              <a:extLst>
                <a:ext uri="{FF2B5EF4-FFF2-40B4-BE49-F238E27FC236}">
                  <a16:creationId xmlns:a16="http://schemas.microsoft.com/office/drawing/2014/main" id="{ECB629AA-0649-4833-A263-3D4418392141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2080428" y="3685717"/>
              <a:ext cx="741512" cy="311821"/>
            </a:xfrm>
            <a:prstGeom prst="line">
              <a:avLst/>
            </a:prstGeom>
            <a:ln w="38100">
              <a:solidFill>
                <a:srgbClr val="7030A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329" name="Straight Connector 452">
              <a:extLst>
                <a:ext uri="{FF2B5EF4-FFF2-40B4-BE49-F238E27FC236}">
                  <a16:creationId xmlns:a16="http://schemas.microsoft.com/office/drawing/2014/main" id="{EF0B5590-83A9-44CF-83F2-0F5BBC2C4571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080208" y="3328166"/>
              <a:ext cx="7530" cy="357551"/>
            </a:xfrm>
            <a:prstGeom prst="line">
              <a:avLst/>
            </a:prstGeom>
            <a:ln w="38100">
              <a:solidFill>
                <a:srgbClr val="7030A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330" name="Straight Connector 452">
              <a:extLst>
                <a:ext uri="{FF2B5EF4-FFF2-40B4-BE49-F238E27FC236}">
                  <a16:creationId xmlns:a16="http://schemas.microsoft.com/office/drawing/2014/main" id="{A3A9C013-9DAE-4101-A49B-43C756095268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1847387" y="3228759"/>
              <a:ext cx="228812" cy="95999"/>
            </a:xfrm>
            <a:prstGeom prst="line">
              <a:avLst/>
            </a:prstGeom>
            <a:ln w="38100">
              <a:solidFill>
                <a:srgbClr val="7030A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331" name="矩形 4330">
              <a:extLst>
                <a:ext uri="{FF2B5EF4-FFF2-40B4-BE49-F238E27FC236}">
                  <a16:creationId xmlns:a16="http://schemas.microsoft.com/office/drawing/2014/main" id="{B43F2956-32E5-4876-B7A5-6ADB856B02A0}"/>
                </a:ext>
              </a:extLst>
            </p:cNvPr>
            <p:cNvSpPr/>
            <p:nvPr/>
          </p:nvSpPr>
          <p:spPr>
            <a:xfrm>
              <a:off x="-221793" y="212779"/>
              <a:ext cx="4849982" cy="646331"/>
            </a:xfrm>
            <a:prstGeom prst="rect">
              <a:avLst/>
            </a:prstGeom>
            <a:noFill/>
          </p:spPr>
          <p:txBody>
            <a:bodyPr wrap="square" lIns="91440" tIns="45720" rIns="91440" bIns="45720">
              <a:spAutoFit/>
            </a:bodyPr>
            <a:lstStyle/>
            <a:p>
              <a:pPr algn="ctr"/>
              <a:r>
                <a:rPr lang="en-US" altLang="zh-CN" sz="3600" b="0" cap="none" spc="0" dirty="0" err="1">
                  <a:ln w="0"/>
                  <a:solidFill>
                    <a:schemeClr val="accent1"/>
                  </a:solidFill>
                  <a:effectLst>
                    <a:outerShdw blurRad="38100" dist="25400" dir="5400000" algn="ctr" rotWithShape="0">
                      <a:srgbClr val="6E747A">
                        <a:alpha val="43000"/>
                      </a:srgbClr>
                    </a:outerShdw>
                  </a:effectLst>
                </a:rPr>
                <a:t>Creatded</a:t>
              </a:r>
              <a:r>
                <a:rPr lang="en-US" altLang="zh-CN" sz="3600" b="0" cap="none" spc="0" dirty="0">
                  <a:ln w="0"/>
                  <a:solidFill>
                    <a:schemeClr val="accent1"/>
                  </a:solidFill>
                  <a:effectLst>
                    <a:outerShdw blurRad="38100" dist="25400" dir="5400000" algn="ctr" rotWithShape="0">
                      <a:srgbClr val="6E747A">
                        <a:alpha val="43000"/>
                      </a:srgbClr>
                    </a:outerShdw>
                  </a:effectLst>
                </a:rPr>
                <a:t> by  </a:t>
              </a:r>
              <a:r>
                <a:rPr lang="zh-CN" altLang="en-US" sz="3600" b="0" cap="none" spc="0" dirty="0">
                  <a:ln w="0"/>
                  <a:solidFill>
                    <a:schemeClr val="accent1"/>
                  </a:solidFill>
                  <a:effectLst>
                    <a:outerShdw blurRad="38100" dist="25400" dir="5400000" algn="ctr" rotWithShape="0">
                      <a:srgbClr val="6E747A">
                        <a:alpha val="43000"/>
                      </a:srgbClr>
                    </a:outerShdw>
                  </a:effectLst>
                </a:rPr>
                <a:t>🦌</a:t>
              </a:r>
            </a:p>
          </p:txBody>
        </p:sp>
        <p:sp>
          <p:nvSpPr>
            <p:cNvPr id="4332" name="文本框 4331">
              <a:extLst>
                <a:ext uri="{FF2B5EF4-FFF2-40B4-BE49-F238E27FC236}">
                  <a16:creationId xmlns:a16="http://schemas.microsoft.com/office/drawing/2014/main" id="{BAF59EF4-DA5D-4486-9FBD-AB516EFFC331}"/>
                </a:ext>
              </a:extLst>
            </p:cNvPr>
            <p:cNvSpPr txBox="1"/>
            <p:nvPr/>
          </p:nvSpPr>
          <p:spPr>
            <a:xfrm>
              <a:off x="11013474" y="10109883"/>
              <a:ext cx="30168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dirty="0">
                  <a:solidFill>
                    <a:schemeClr val="accent2"/>
                  </a:solidFill>
                </a:rPr>
                <a:t>1</a:t>
              </a:r>
              <a:endParaRPr lang="zh-CN" altLang="en-US" dirty="0">
                <a:solidFill>
                  <a:schemeClr val="accent2"/>
                </a:solidFill>
              </a:endParaRPr>
            </a:p>
          </p:txBody>
        </p:sp>
        <p:sp>
          <p:nvSpPr>
            <p:cNvPr id="4333" name="文本框 4332">
              <a:extLst>
                <a:ext uri="{FF2B5EF4-FFF2-40B4-BE49-F238E27FC236}">
                  <a16:creationId xmlns:a16="http://schemas.microsoft.com/office/drawing/2014/main" id="{99F788B5-396A-4A5B-B2BD-277E88B1D9CB}"/>
                </a:ext>
              </a:extLst>
            </p:cNvPr>
            <p:cNvSpPr txBox="1"/>
            <p:nvPr/>
          </p:nvSpPr>
          <p:spPr>
            <a:xfrm>
              <a:off x="9503648" y="8489933"/>
              <a:ext cx="30168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dirty="0">
                  <a:solidFill>
                    <a:schemeClr val="accent2"/>
                  </a:solidFill>
                </a:rPr>
                <a:t>2</a:t>
              </a:r>
              <a:endParaRPr lang="zh-CN" altLang="en-US" dirty="0">
                <a:solidFill>
                  <a:schemeClr val="accent2"/>
                </a:solidFill>
              </a:endParaRPr>
            </a:p>
          </p:txBody>
        </p:sp>
        <p:sp>
          <p:nvSpPr>
            <p:cNvPr id="4334" name="文本框 4333">
              <a:extLst>
                <a:ext uri="{FF2B5EF4-FFF2-40B4-BE49-F238E27FC236}">
                  <a16:creationId xmlns:a16="http://schemas.microsoft.com/office/drawing/2014/main" id="{C9F8B2CF-67B4-458E-86DA-E6D52B4AC887}"/>
                </a:ext>
              </a:extLst>
            </p:cNvPr>
            <p:cNvSpPr txBox="1"/>
            <p:nvPr/>
          </p:nvSpPr>
          <p:spPr>
            <a:xfrm>
              <a:off x="9934324" y="6642089"/>
              <a:ext cx="30168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dirty="0">
                  <a:solidFill>
                    <a:schemeClr val="accent2"/>
                  </a:solidFill>
                </a:rPr>
                <a:t>3</a:t>
              </a:r>
              <a:endParaRPr lang="zh-CN" altLang="en-US" dirty="0">
                <a:solidFill>
                  <a:schemeClr val="accent2"/>
                </a:solidFill>
              </a:endParaRPr>
            </a:p>
          </p:txBody>
        </p:sp>
        <p:sp>
          <p:nvSpPr>
            <p:cNvPr id="4335" name="文本框 4334">
              <a:extLst>
                <a:ext uri="{FF2B5EF4-FFF2-40B4-BE49-F238E27FC236}">
                  <a16:creationId xmlns:a16="http://schemas.microsoft.com/office/drawing/2014/main" id="{61BB1028-BD91-4ABF-A3E5-4A4161746841}"/>
                </a:ext>
              </a:extLst>
            </p:cNvPr>
            <p:cNvSpPr txBox="1"/>
            <p:nvPr/>
          </p:nvSpPr>
          <p:spPr>
            <a:xfrm>
              <a:off x="11648150" y="6406849"/>
              <a:ext cx="30168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dirty="0">
                  <a:solidFill>
                    <a:schemeClr val="accent2"/>
                  </a:solidFill>
                </a:rPr>
                <a:t>4</a:t>
              </a:r>
              <a:endParaRPr lang="zh-CN" altLang="en-US" dirty="0">
                <a:solidFill>
                  <a:schemeClr val="accent2"/>
                </a:solidFill>
              </a:endParaRPr>
            </a:p>
          </p:txBody>
        </p:sp>
        <p:sp>
          <p:nvSpPr>
            <p:cNvPr id="4336" name="文本框 4335">
              <a:extLst>
                <a:ext uri="{FF2B5EF4-FFF2-40B4-BE49-F238E27FC236}">
                  <a16:creationId xmlns:a16="http://schemas.microsoft.com/office/drawing/2014/main" id="{0EDC594C-261C-4A88-9B96-0FDFF96A90A8}"/>
                </a:ext>
              </a:extLst>
            </p:cNvPr>
            <p:cNvSpPr txBox="1"/>
            <p:nvPr/>
          </p:nvSpPr>
          <p:spPr>
            <a:xfrm>
              <a:off x="10933449" y="5494565"/>
              <a:ext cx="30168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dirty="0">
                  <a:solidFill>
                    <a:schemeClr val="accent2"/>
                  </a:solidFill>
                </a:rPr>
                <a:t>5</a:t>
              </a:r>
              <a:endParaRPr lang="zh-CN" altLang="en-US" dirty="0">
                <a:solidFill>
                  <a:schemeClr val="accent2"/>
                </a:solidFill>
              </a:endParaRPr>
            </a:p>
          </p:txBody>
        </p:sp>
        <p:sp>
          <p:nvSpPr>
            <p:cNvPr id="4337" name="文本框 4336">
              <a:extLst>
                <a:ext uri="{FF2B5EF4-FFF2-40B4-BE49-F238E27FC236}">
                  <a16:creationId xmlns:a16="http://schemas.microsoft.com/office/drawing/2014/main" id="{D300A33D-50EB-4739-B779-000D1EE3CC6E}"/>
                </a:ext>
              </a:extLst>
            </p:cNvPr>
            <p:cNvSpPr txBox="1"/>
            <p:nvPr/>
          </p:nvSpPr>
          <p:spPr>
            <a:xfrm>
              <a:off x="10898865" y="3206604"/>
              <a:ext cx="30168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dirty="0">
                  <a:solidFill>
                    <a:schemeClr val="accent2"/>
                  </a:solidFill>
                </a:rPr>
                <a:t>6</a:t>
              </a:r>
              <a:endParaRPr lang="zh-CN" altLang="en-US" dirty="0">
                <a:solidFill>
                  <a:schemeClr val="accent2"/>
                </a:solidFill>
              </a:endParaRPr>
            </a:p>
          </p:txBody>
        </p:sp>
        <p:sp>
          <p:nvSpPr>
            <p:cNvPr id="4338" name="文本框 4337">
              <a:extLst>
                <a:ext uri="{FF2B5EF4-FFF2-40B4-BE49-F238E27FC236}">
                  <a16:creationId xmlns:a16="http://schemas.microsoft.com/office/drawing/2014/main" id="{5EAB8ACD-0BCF-48F6-93E3-ACDD9676433D}"/>
                </a:ext>
              </a:extLst>
            </p:cNvPr>
            <p:cNvSpPr txBox="1"/>
            <p:nvPr/>
          </p:nvSpPr>
          <p:spPr>
            <a:xfrm>
              <a:off x="2539623" y="3412443"/>
              <a:ext cx="30168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dirty="0">
                  <a:solidFill>
                    <a:srgbClr val="00B0F0"/>
                  </a:solidFill>
                </a:rPr>
                <a:t>7</a:t>
              </a:r>
              <a:endParaRPr lang="zh-CN" altLang="en-US" dirty="0">
                <a:solidFill>
                  <a:srgbClr val="00B0F0"/>
                </a:solidFill>
              </a:endParaRPr>
            </a:p>
          </p:txBody>
        </p:sp>
        <p:cxnSp>
          <p:nvCxnSpPr>
            <p:cNvPr id="4339" name="Straight Connector 452">
              <a:extLst>
                <a:ext uri="{FF2B5EF4-FFF2-40B4-BE49-F238E27FC236}">
                  <a16:creationId xmlns:a16="http://schemas.microsoft.com/office/drawing/2014/main" id="{58ACA803-31B1-4A31-AF1F-A9784762ADD9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8689354" y="7570791"/>
              <a:ext cx="25293" cy="561320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340" name="Straight Connector 452">
              <a:extLst>
                <a:ext uri="{FF2B5EF4-FFF2-40B4-BE49-F238E27FC236}">
                  <a16:creationId xmlns:a16="http://schemas.microsoft.com/office/drawing/2014/main" id="{CA9711EE-E258-4E13-A0CD-B9A6657AB9A6}"/>
                </a:ext>
              </a:extLst>
            </p:cNvPr>
            <p:cNvCxnSpPr>
              <a:cxnSpLocks/>
            </p:cNvCxnSpPr>
            <p:nvPr/>
          </p:nvCxnSpPr>
          <p:spPr>
            <a:xfrm>
              <a:off x="7767902" y="7559954"/>
              <a:ext cx="484119" cy="169875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341" name="Straight Connector 452">
              <a:extLst>
                <a:ext uri="{FF2B5EF4-FFF2-40B4-BE49-F238E27FC236}">
                  <a16:creationId xmlns:a16="http://schemas.microsoft.com/office/drawing/2014/main" id="{8325DC0C-A69F-484F-A268-480C77E8D0D9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6110254" y="8017578"/>
              <a:ext cx="227747" cy="107401"/>
            </a:xfrm>
            <a:prstGeom prst="line">
              <a:avLst/>
            </a:prstGeom>
            <a:ln w="38100">
              <a:solidFill>
                <a:schemeClr val="accent2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342" name="Straight Connector 452">
              <a:extLst>
                <a:ext uri="{FF2B5EF4-FFF2-40B4-BE49-F238E27FC236}">
                  <a16:creationId xmlns:a16="http://schemas.microsoft.com/office/drawing/2014/main" id="{817B5E19-405D-4CA3-9C9F-95AC72F36A96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6344872" y="7986862"/>
              <a:ext cx="465509" cy="138117"/>
            </a:xfrm>
            <a:prstGeom prst="line">
              <a:avLst/>
            </a:prstGeom>
            <a:ln w="38100">
              <a:solidFill>
                <a:schemeClr val="accent2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343" name="Straight Connector 452">
              <a:extLst>
                <a:ext uri="{FF2B5EF4-FFF2-40B4-BE49-F238E27FC236}">
                  <a16:creationId xmlns:a16="http://schemas.microsoft.com/office/drawing/2014/main" id="{69F30627-3E08-468B-AE50-4039BB197B5B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861316" y="7559668"/>
              <a:ext cx="901616" cy="358746"/>
            </a:xfrm>
            <a:prstGeom prst="line">
              <a:avLst/>
            </a:prstGeom>
            <a:ln w="38100" cap="flat" cmpd="sng" algn="ctr">
              <a:solidFill>
                <a:srgbClr val="FFFF00"/>
              </a:solidFill>
              <a:prstDash val="dash"/>
              <a:round/>
              <a:headEnd type="none" w="med" len="med"/>
              <a:tailEnd type="non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tx1"/>
            </a:fontRef>
          </p:style>
        </p:cxnSp>
        <p:cxnSp>
          <p:nvCxnSpPr>
            <p:cNvPr id="4344" name="Straight Connector 452">
              <a:extLst>
                <a:ext uri="{FF2B5EF4-FFF2-40B4-BE49-F238E27FC236}">
                  <a16:creationId xmlns:a16="http://schemas.microsoft.com/office/drawing/2014/main" id="{289B8668-A7B0-420F-9EEF-8CBA0A41E31E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387936" y="7731372"/>
              <a:ext cx="430919" cy="199520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345" name="Straight Connector 452">
              <a:extLst>
                <a:ext uri="{FF2B5EF4-FFF2-40B4-BE49-F238E27FC236}">
                  <a16:creationId xmlns:a16="http://schemas.microsoft.com/office/drawing/2014/main" id="{8CF19C59-918D-45B0-B14F-DE80A4802683}"/>
                </a:ext>
              </a:extLst>
            </p:cNvPr>
            <p:cNvCxnSpPr>
              <a:cxnSpLocks/>
            </p:cNvCxnSpPr>
            <p:nvPr/>
          </p:nvCxnSpPr>
          <p:spPr>
            <a:xfrm>
              <a:off x="6351614" y="7773429"/>
              <a:ext cx="50307" cy="144985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346" name="Arrow: Down 1">
              <a:extLst>
                <a:ext uri="{FF2B5EF4-FFF2-40B4-BE49-F238E27FC236}">
                  <a16:creationId xmlns:a16="http://schemas.microsoft.com/office/drawing/2014/main" id="{36B0BC0B-A9BD-4DAB-A976-01A7183A8BA0}"/>
                </a:ext>
              </a:extLst>
            </p:cNvPr>
            <p:cNvSpPr/>
            <p:nvPr/>
          </p:nvSpPr>
          <p:spPr>
            <a:xfrm rot="2858543">
              <a:off x="4565801" y="3676250"/>
              <a:ext cx="307929" cy="735349"/>
            </a:xfrm>
            <a:prstGeom prst="downArrow">
              <a:avLst>
                <a:gd name="adj1" fmla="val 50000"/>
                <a:gd name="adj2" fmla="val 121053"/>
              </a:avLst>
            </a:prstGeom>
          </p:spPr>
          <p:style>
            <a:lnRef idx="2">
              <a:schemeClr val="accent4">
                <a:shade val="50000"/>
              </a:schemeClr>
            </a:lnRef>
            <a:fillRef idx="1">
              <a:schemeClr val="accent4"/>
            </a:fillRef>
            <a:effectRef idx="0">
              <a:schemeClr val="accent4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4347" name="Straight Connector 452">
              <a:extLst>
                <a:ext uri="{FF2B5EF4-FFF2-40B4-BE49-F238E27FC236}">
                  <a16:creationId xmlns:a16="http://schemas.microsoft.com/office/drawing/2014/main" id="{C4AF5BF0-E5E3-49E1-80C5-5D0A84A97587}"/>
                </a:ext>
              </a:extLst>
            </p:cNvPr>
            <p:cNvCxnSpPr>
              <a:cxnSpLocks/>
            </p:cNvCxnSpPr>
            <p:nvPr/>
          </p:nvCxnSpPr>
          <p:spPr>
            <a:xfrm>
              <a:off x="3514749" y="1864188"/>
              <a:ext cx="7398" cy="384846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348" name="Straight Connector 452">
              <a:extLst>
                <a:ext uri="{FF2B5EF4-FFF2-40B4-BE49-F238E27FC236}">
                  <a16:creationId xmlns:a16="http://schemas.microsoft.com/office/drawing/2014/main" id="{A173461C-6C72-435E-B8CB-AE2D0545D62A}"/>
                </a:ext>
              </a:extLst>
            </p:cNvPr>
            <p:cNvCxnSpPr>
              <a:cxnSpLocks/>
            </p:cNvCxnSpPr>
            <p:nvPr/>
          </p:nvCxnSpPr>
          <p:spPr>
            <a:xfrm>
              <a:off x="2989837" y="1853427"/>
              <a:ext cx="538925" cy="0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349" name="TextBox 647">
              <a:extLst>
                <a:ext uri="{FF2B5EF4-FFF2-40B4-BE49-F238E27FC236}">
                  <a16:creationId xmlns:a16="http://schemas.microsoft.com/office/drawing/2014/main" id="{08F8306A-EC76-4214-A5CB-F948A6BCD620}"/>
                </a:ext>
              </a:extLst>
            </p:cNvPr>
            <p:cNvSpPr txBox="1"/>
            <p:nvPr/>
          </p:nvSpPr>
          <p:spPr>
            <a:xfrm>
              <a:off x="3954924" y="1582232"/>
              <a:ext cx="418704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44</a:t>
              </a:r>
            </a:p>
          </p:txBody>
        </p:sp>
        <p:sp>
          <p:nvSpPr>
            <p:cNvPr id="4350" name="TextBox 648">
              <a:extLst>
                <a:ext uri="{FF2B5EF4-FFF2-40B4-BE49-F238E27FC236}">
                  <a16:creationId xmlns:a16="http://schemas.microsoft.com/office/drawing/2014/main" id="{7C76563A-CCE5-4521-A6C1-780AEAE79760}"/>
                </a:ext>
              </a:extLst>
            </p:cNvPr>
            <p:cNvSpPr txBox="1"/>
            <p:nvPr/>
          </p:nvSpPr>
          <p:spPr>
            <a:xfrm>
              <a:off x="9174624" y="3538032"/>
              <a:ext cx="418704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92</a:t>
              </a:r>
            </a:p>
          </p:txBody>
        </p:sp>
        <p:sp>
          <p:nvSpPr>
            <p:cNvPr id="4351" name="TextBox 649">
              <a:extLst>
                <a:ext uri="{FF2B5EF4-FFF2-40B4-BE49-F238E27FC236}">
                  <a16:creationId xmlns:a16="http://schemas.microsoft.com/office/drawing/2014/main" id="{3D4CD7B4-DEE4-47DD-A676-E583DC116E93}"/>
                </a:ext>
              </a:extLst>
            </p:cNvPr>
            <p:cNvSpPr txBox="1"/>
            <p:nvPr/>
          </p:nvSpPr>
          <p:spPr>
            <a:xfrm>
              <a:off x="8685674" y="3538032"/>
              <a:ext cx="55880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/>
                <a:t>252</a:t>
              </a:r>
            </a:p>
          </p:txBody>
        </p:sp>
        <p:sp>
          <p:nvSpPr>
            <p:cNvPr id="4352" name="TextBox 650">
              <a:extLst>
                <a:ext uri="{FF2B5EF4-FFF2-40B4-BE49-F238E27FC236}">
                  <a16:creationId xmlns:a16="http://schemas.microsoft.com/office/drawing/2014/main" id="{5046CB53-6D7F-4C11-844D-FA67B14E121D}"/>
                </a:ext>
              </a:extLst>
            </p:cNvPr>
            <p:cNvSpPr txBox="1"/>
            <p:nvPr/>
          </p:nvSpPr>
          <p:spPr>
            <a:xfrm>
              <a:off x="5421774" y="1658432"/>
              <a:ext cx="55880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/>
                <a:t>336</a:t>
              </a:r>
            </a:p>
          </p:txBody>
        </p:sp>
        <p:sp>
          <p:nvSpPr>
            <p:cNvPr id="4353" name="TextBox 651">
              <a:extLst>
                <a:ext uri="{FF2B5EF4-FFF2-40B4-BE49-F238E27FC236}">
                  <a16:creationId xmlns:a16="http://schemas.microsoft.com/office/drawing/2014/main" id="{1A21DDD7-2661-4163-A941-A844B262941B}"/>
                </a:ext>
              </a:extLst>
            </p:cNvPr>
            <p:cNvSpPr txBox="1"/>
            <p:nvPr/>
          </p:nvSpPr>
          <p:spPr>
            <a:xfrm>
              <a:off x="4208924" y="4052382"/>
              <a:ext cx="55880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/>
                <a:t>382</a:t>
              </a:r>
            </a:p>
          </p:txBody>
        </p:sp>
        <p:sp>
          <p:nvSpPr>
            <p:cNvPr id="4354" name="TextBox 652">
              <a:extLst>
                <a:ext uri="{FF2B5EF4-FFF2-40B4-BE49-F238E27FC236}">
                  <a16:creationId xmlns:a16="http://schemas.microsoft.com/office/drawing/2014/main" id="{DB524DFE-A454-4CDD-9F1D-15F786063744}"/>
                </a:ext>
              </a:extLst>
            </p:cNvPr>
            <p:cNvSpPr txBox="1"/>
            <p:nvPr/>
          </p:nvSpPr>
          <p:spPr>
            <a:xfrm>
              <a:off x="11574924" y="3475319"/>
              <a:ext cx="535724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110</a:t>
              </a:r>
            </a:p>
          </p:txBody>
        </p:sp>
        <p:sp>
          <p:nvSpPr>
            <p:cNvPr id="4355" name="TextBox 653">
              <a:extLst>
                <a:ext uri="{FF2B5EF4-FFF2-40B4-BE49-F238E27FC236}">
                  <a16:creationId xmlns:a16="http://schemas.microsoft.com/office/drawing/2014/main" id="{8E0513E7-2885-4D5C-A24C-4D0042C598CF}"/>
                </a:ext>
              </a:extLst>
            </p:cNvPr>
            <p:cNvSpPr txBox="1"/>
            <p:nvPr/>
          </p:nvSpPr>
          <p:spPr>
            <a:xfrm>
              <a:off x="11614275" y="8421484"/>
              <a:ext cx="535724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237</a:t>
              </a:r>
            </a:p>
          </p:txBody>
        </p:sp>
        <p:sp>
          <p:nvSpPr>
            <p:cNvPr id="4356" name="TextBox 654">
              <a:extLst>
                <a:ext uri="{FF2B5EF4-FFF2-40B4-BE49-F238E27FC236}">
                  <a16:creationId xmlns:a16="http://schemas.microsoft.com/office/drawing/2014/main" id="{E148B14E-1858-41DB-9807-D5726AF3EC3A}"/>
                </a:ext>
              </a:extLst>
            </p:cNvPr>
            <p:cNvSpPr txBox="1"/>
            <p:nvPr/>
          </p:nvSpPr>
          <p:spPr>
            <a:xfrm>
              <a:off x="8508924" y="7368662"/>
              <a:ext cx="535724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367</a:t>
              </a:r>
            </a:p>
          </p:txBody>
        </p:sp>
        <p:sp>
          <p:nvSpPr>
            <p:cNvPr id="4357" name="TextBox 657">
              <a:extLst>
                <a:ext uri="{FF2B5EF4-FFF2-40B4-BE49-F238E27FC236}">
                  <a16:creationId xmlns:a16="http://schemas.microsoft.com/office/drawing/2014/main" id="{BBE5BCC6-C2BD-4351-86D8-5B0E9D1FD08E}"/>
                </a:ext>
              </a:extLst>
            </p:cNvPr>
            <p:cNvSpPr txBox="1"/>
            <p:nvPr/>
          </p:nvSpPr>
          <p:spPr>
            <a:xfrm>
              <a:off x="1513400" y="2987260"/>
              <a:ext cx="418704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78</a:t>
              </a:r>
            </a:p>
          </p:txBody>
        </p:sp>
        <p:cxnSp>
          <p:nvCxnSpPr>
            <p:cNvPr id="4358" name="Straight Connector 452">
              <a:extLst>
                <a:ext uri="{FF2B5EF4-FFF2-40B4-BE49-F238E27FC236}">
                  <a16:creationId xmlns:a16="http://schemas.microsoft.com/office/drawing/2014/main" id="{7A195414-DDFA-48F6-A0A2-DD50E55B37A4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2547118" y="9309053"/>
              <a:ext cx="230881" cy="92312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359" name="Straight Connector 452">
              <a:extLst>
                <a:ext uri="{FF2B5EF4-FFF2-40B4-BE49-F238E27FC236}">
                  <a16:creationId xmlns:a16="http://schemas.microsoft.com/office/drawing/2014/main" id="{D75A4C1B-2185-4F3E-A49F-E7F1474C9287}"/>
                </a:ext>
              </a:extLst>
            </p:cNvPr>
            <p:cNvCxnSpPr>
              <a:cxnSpLocks/>
            </p:cNvCxnSpPr>
            <p:nvPr/>
          </p:nvCxnSpPr>
          <p:spPr>
            <a:xfrm>
              <a:off x="12768692" y="9306667"/>
              <a:ext cx="0" cy="215158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360" name="Straight Connector 452">
              <a:extLst>
                <a:ext uri="{FF2B5EF4-FFF2-40B4-BE49-F238E27FC236}">
                  <a16:creationId xmlns:a16="http://schemas.microsoft.com/office/drawing/2014/main" id="{F5255874-BD69-4EA3-B676-3B3EF26C47C0}"/>
                </a:ext>
              </a:extLst>
            </p:cNvPr>
            <p:cNvCxnSpPr>
              <a:cxnSpLocks/>
            </p:cNvCxnSpPr>
            <p:nvPr/>
          </p:nvCxnSpPr>
          <p:spPr>
            <a:xfrm>
              <a:off x="12523438" y="9794402"/>
              <a:ext cx="0" cy="215158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361" name="Straight Connector 452">
              <a:extLst>
                <a:ext uri="{FF2B5EF4-FFF2-40B4-BE49-F238E27FC236}">
                  <a16:creationId xmlns:a16="http://schemas.microsoft.com/office/drawing/2014/main" id="{4546213C-7FC8-4296-8212-B5F73EB82D0A}"/>
                </a:ext>
              </a:extLst>
            </p:cNvPr>
            <p:cNvCxnSpPr>
              <a:cxnSpLocks/>
            </p:cNvCxnSpPr>
            <p:nvPr/>
          </p:nvCxnSpPr>
          <p:spPr>
            <a:xfrm>
              <a:off x="11821061" y="10060949"/>
              <a:ext cx="222879" cy="91555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362" name="Straight Connector 452">
              <a:extLst>
                <a:ext uri="{FF2B5EF4-FFF2-40B4-BE49-F238E27FC236}">
                  <a16:creationId xmlns:a16="http://schemas.microsoft.com/office/drawing/2014/main" id="{1D40D034-0CB5-4C7D-88C5-4DE4049A3D79}"/>
                </a:ext>
              </a:extLst>
            </p:cNvPr>
            <p:cNvCxnSpPr>
              <a:cxnSpLocks/>
            </p:cNvCxnSpPr>
            <p:nvPr/>
          </p:nvCxnSpPr>
          <p:spPr>
            <a:xfrm>
              <a:off x="11580705" y="10280624"/>
              <a:ext cx="8274" cy="236979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363" name="Straight Connector 452">
              <a:extLst>
                <a:ext uri="{FF2B5EF4-FFF2-40B4-BE49-F238E27FC236}">
                  <a16:creationId xmlns:a16="http://schemas.microsoft.com/office/drawing/2014/main" id="{A7F9B7C6-4D2A-4D61-BE57-6DA6FDEE551E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1101206" y="10499740"/>
              <a:ext cx="499536" cy="184395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364" name="Straight Connector 452">
              <a:extLst>
                <a:ext uri="{FF2B5EF4-FFF2-40B4-BE49-F238E27FC236}">
                  <a16:creationId xmlns:a16="http://schemas.microsoft.com/office/drawing/2014/main" id="{FE495D79-CDB0-42EA-921B-C003BB15DF87}"/>
                </a:ext>
              </a:extLst>
            </p:cNvPr>
            <p:cNvCxnSpPr>
              <a:cxnSpLocks/>
            </p:cNvCxnSpPr>
            <p:nvPr/>
          </p:nvCxnSpPr>
          <p:spPr>
            <a:xfrm>
              <a:off x="10144701" y="9938218"/>
              <a:ext cx="7038" cy="213132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365" name="Straight Connector 452">
              <a:extLst>
                <a:ext uri="{FF2B5EF4-FFF2-40B4-BE49-F238E27FC236}">
                  <a16:creationId xmlns:a16="http://schemas.microsoft.com/office/drawing/2014/main" id="{E7A154C7-D83D-4950-8AF7-63868FB0CE3D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9909252" y="9972966"/>
              <a:ext cx="230881" cy="92312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366" name="Straight Connector 452">
              <a:extLst>
                <a:ext uri="{FF2B5EF4-FFF2-40B4-BE49-F238E27FC236}">
                  <a16:creationId xmlns:a16="http://schemas.microsoft.com/office/drawing/2014/main" id="{79A3FC47-616E-43C0-AF8A-55620A173595}"/>
                </a:ext>
              </a:extLst>
            </p:cNvPr>
            <p:cNvCxnSpPr>
              <a:cxnSpLocks/>
            </p:cNvCxnSpPr>
            <p:nvPr/>
          </p:nvCxnSpPr>
          <p:spPr>
            <a:xfrm>
              <a:off x="9922077" y="9831652"/>
              <a:ext cx="7038" cy="213132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367" name="Straight Connector 452">
              <a:extLst>
                <a:ext uri="{FF2B5EF4-FFF2-40B4-BE49-F238E27FC236}">
                  <a16:creationId xmlns:a16="http://schemas.microsoft.com/office/drawing/2014/main" id="{4147A6A0-CC58-4EC9-90FB-11E7E029ED2C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9694033" y="9864921"/>
              <a:ext cx="230881" cy="92312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368" name="Straight Connector 452">
              <a:extLst>
                <a:ext uri="{FF2B5EF4-FFF2-40B4-BE49-F238E27FC236}">
                  <a16:creationId xmlns:a16="http://schemas.microsoft.com/office/drawing/2014/main" id="{1362F279-83B2-45C5-9AE4-723D7BE84404}"/>
                </a:ext>
              </a:extLst>
            </p:cNvPr>
            <p:cNvCxnSpPr>
              <a:cxnSpLocks/>
            </p:cNvCxnSpPr>
            <p:nvPr/>
          </p:nvCxnSpPr>
          <p:spPr>
            <a:xfrm>
              <a:off x="9711059" y="9927535"/>
              <a:ext cx="7038" cy="213132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369" name="Straight Connector 452">
              <a:extLst>
                <a:ext uri="{FF2B5EF4-FFF2-40B4-BE49-F238E27FC236}">
                  <a16:creationId xmlns:a16="http://schemas.microsoft.com/office/drawing/2014/main" id="{02E8DE0E-5507-498A-96DB-5E6EF16DF71D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9692845" y="10142963"/>
              <a:ext cx="244610" cy="86269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370" name="Straight Connector 452">
              <a:extLst>
                <a:ext uri="{FF2B5EF4-FFF2-40B4-BE49-F238E27FC236}">
                  <a16:creationId xmlns:a16="http://schemas.microsoft.com/office/drawing/2014/main" id="{AA585F63-633D-40AE-808A-072D15B9D7A7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9699709" y="10244104"/>
              <a:ext cx="230881" cy="92312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371" name="Straight Connector 452">
              <a:extLst>
                <a:ext uri="{FF2B5EF4-FFF2-40B4-BE49-F238E27FC236}">
                  <a16:creationId xmlns:a16="http://schemas.microsoft.com/office/drawing/2014/main" id="{3FB7D667-93FC-4A13-8E70-9AC14ABFD5AD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9444223" y="10244104"/>
              <a:ext cx="271410" cy="113856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372" name="Straight Connector 452">
              <a:extLst>
                <a:ext uri="{FF2B5EF4-FFF2-40B4-BE49-F238E27FC236}">
                  <a16:creationId xmlns:a16="http://schemas.microsoft.com/office/drawing/2014/main" id="{0B65B46A-350C-499F-822E-38E40297FAE8}"/>
                </a:ext>
              </a:extLst>
            </p:cNvPr>
            <p:cNvCxnSpPr>
              <a:cxnSpLocks/>
            </p:cNvCxnSpPr>
            <p:nvPr/>
          </p:nvCxnSpPr>
          <p:spPr>
            <a:xfrm>
              <a:off x="9433425" y="9873035"/>
              <a:ext cx="10139" cy="395599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373" name="Straight Connector 452">
              <a:extLst>
                <a:ext uri="{FF2B5EF4-FFF2-40B4-BE49-F238E27FC236}">
                  <a16:creationId xmlns:a16="http://schemas.microsoft.com/office/drawing/2014/main" id="{254A8F7D-97B3-46B1-BB2B-A060DED59012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9888117" y="9494861"/>
              <a:ext cx="244610" cy="86269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374" name="Straight Connector 452">
              <a:extLst>
                <a:ext uri="{FF2B5EF4-FFF2-40B4-BE49-F238E27FC236}">
                  <a16:creationId xmlns:a16="http://schemas.microsoft.com/office/drawing/2014/main" id="{5650148C-8061-477C-A378-8F8E42B0963B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9904312" y="9407615"/>
              <a:ext cx="230881" cy="92312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375" name="Straight Connector 452">
              <a:extLst>
                <a:ext uri="{FF2B5EF4-FFF2-40B4-BE49-F238E27FC236}">
                  <a16:creationId xmlns:a16="http://schemas.microsoft.com/office/drawing/2014/main" id="{889FB54B-A238-44ED-AEA9-3DBAFA06DB60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10142686" y="9410612"/>
              <a:ext cx="244610" cy="86269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376" name="Straight Connector 452">
              <a:extLst>
                <a:ext uri="{FF2B5EF4-FFF2-40B4-BE49-F238E27FC236}">
                  <a16:creationId xmlns:a16="http://schemas.microsoft.com/office/drawing/2014/main" id="{04536D96-915A-4B54-8B42-AA2A3A33ECA7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0394638" y="9407615"/>
              <a:ext cx="230881" cy="92312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377" name="Straight Connector 452">
              <a:extLst>
                <a:ext uri="{FF2B5EF4-FFF2-40B4-BE49-F238E27FC236}">
                  <a16:creationId xmlns:a16="http://schemas.microsoft.com/office/drawing/2014/main" id="{95FDC19E-ACB8-4A62-8A57-847F1FAC79BC}"/>
                </a:ext>
              </a:extLst>
            </p:cNvPr>
            <p:cNvCxnSpPr>
              <a:cxnSpLocks/>
            </p:cNvCxnSpPr>
            <p:nvPr/>
          </p:nvCxnSpPr>
          <p:spPr>
            <a:xfrm>
              <a:off x="10624432" y="9384937"/>
              <a:ext cx="7038" cy="213132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378" name="Straight Connector 452">
              <a:extLst>
                <a:ext uri="{FF2B5EF4-FFF2-40B4-BE49-F238E27FC236}">
                  <a16:creationId xmlns:a16="http://schemas.microsoft.com/office/drawing/2014/main" id="{4C57B86D-8934-4122-A98C-0FCDC33F036B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0139356" y="9574529"/>
              <a:ext cx="502319" cy="201628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379" name="Straight Connector 452">
              <a:extLst>
                <a:ext uri="{FF2B5EF4-FFF2-40B4-BE49-F238E27FC236}">
                  <a16:creationId xmlns:a16="http://schemas.microsoft.com/office/drawing/2014/main" id="{9F7D4685-CD78-47BD-B3B5-6C3CE091737D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10152600" y="9772069"/>
              <a:ext cx="486060" cy="193680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380" name="Straight Connector 452">
              <a:extLst>
                <a:ext uri="{FF2B5EF4-FFF2-40B4-BE49-F238E27FC236}">
                  <a16:creationId xmlns:a16="http://schemas.microsoft.com/office/drawing/2014/main" id="{8BF3A4FE-4A04-490C-9298-60432BB25622}"/>
                </a:ext>
              </a:extLst>
            </p:cNvPr>
            <p:cNvCxnSpPr>
              <a:cxnSpLocks/>
            </p:cNvCxnSpPr>
            <p:nvPr/>
          </p:nvCxnSpPr>
          <p:spPr>
            <a:xfrm>
              <a:off x="10628067" y="9945572"/>
              <a:ext cx="250" cy="375432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381" name="Straight Connector 452">
              <a:extLst>
                <a:ext uri="{FF2B5EF4-FFF2-40B4-BE49-F238E27FC236}">
                  <a16:creationId xmlns:a16="http://schemas.microsoft.com/office/drawing/2014/main" id="{70AB4A55-9523-4A21-900C-8ADDE5312B60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10622784" y="10314488"/>
              <a:ext cx="486060" cy="193680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382" name="Straight Connector 452">
              <a:extLst>
                <a:ext uri="{FF2B5EF4-FFF2-40B4-BE49-F238E27FC236}">
                  <a16:creationId xmlns:a16="http://schemas.microsoft.com/office/drawing/2014/main" id="{AD1C75A3-3D5F-48E6-8F27-9F83F7788A7B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1105525" y="10427258"/>
              <a:ext cx="230881" cy="92312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383" name="Straight Connector 452">
              <a:extLst>
                <a:ext uri="{FF2B5EF4-FFF2-40B4-BE49-F238E27FC236}">
                  <a16:creationId xmlns:a16="http://schemas.microsoft.com/office/drawing/2014/main" id="{448C6D56-FBCD-4DA9-94B4-707B401358C9}"/>
                </a:ext>
              </a:extLst>
            </p:cNvPr>
            <p:cNvCxnSpPr>
              <a:cxnSpLocks/>
            </p:cNvCxnSpPr>
            <p:nvPr/>
          </p:nvCxnSpPr>
          <p:spPr>
            <a:xfrm>
              <a:off x="11332845" y="10206687"/>
              <a:ext cx="8274" cy="236979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384" name="Straight Connector 452">
              <a:extLst>
                <a:ext uri="{FF2B5EF4-FFF2-40B4-BE49-F238E27FC236}">
                  <a16:creationId xmlns:a16="http://schemas.microsoft.com/office/drawing/2014/main" id="{B8674A0A-4315-4AB3-84E4-C4C9810BB658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1306206" y="10151632"/>
              <a:ext cx="285582" cy="100039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385" name="Straight Connector 452">
              <a:extLst>
                <a:ext uri="{FF2B5EF4-FFF2-40B4-BE49-F238E27FC236}">
                  <a16:creationId xmlns:a16="http://schemas.microsoft.com/office/drawing/2014/main" id="{3DD44A7F-6D53-47CA-ACEB-42E99885FB09}"/>
                </a:ext>
              </a:extLst>
            </p:cNvPr>
            <p:cNvCxnSpPr>
              <a:cxnSpLocks/>
            </p:cNvCxnSpPr>
            <p:nvPr/>
          </p:nvCxnSpPr>
          <p:spPr>
            <a:xfrm>
              <a:off x="11579614" y="9930436"/>
              <a:ext cx="8274" cy="236979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386" name="Straight Connector 452">
              <a:extLst>
                <a:ext uri="{FF2B5EF4-FFF2-40B4-BE49-F238E27FC236}">
                  <a16:creationId xmlns:a16="http://schemas.microsoft.com/office/drawing/2014/main" id="{EDB04873-5A99-4480-938D-1C53EC81CB77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1074686" y="9944612"/>
              <a:ext cx="513202" cy="213645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387" name="Straight Connector 452">
              <a:extLst>
                <a:ext uri="{FF2B5EF4-FFF2-40B4-BE49-F238E27FC236}">
                  <a16:creationId xmlns:a16="http://schemas.microsoft.com/office/drawing/2014/main" id="{635C4D2E-C497-4D1A-AEF7-5172DC7036B6}"/>
                </a:ext>
              </a:extLst>
            </p:cNvPr>
            <p:cNvCxnSpPr>
              <a:cxnSpLocks/>
            </p:cNvCxnSpPr>
            <p:nvPr/>
          </p:nvCxnSpPr>
          <p:spPr>
            <a:xfrm>
              <a:off x="11565918" y="9578053"/>
              <a:ext cx="8274" cy="236979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388" name="Straight Connector 452">
              <a:extLst>
                <a:ext uri="{FF2B5EF4-FFF2-40B4-BE49-F238E27FC236}">
                  <a16:creationId xmlns:a16="http://schemas.microsoft.com/office/drawing/2014/main" id="{6DF7AA9E-2121-4C4A-A5E6-84F769FD946C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1092508" y="9598118"/>
              <a:ext cx="479044" cy="175906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389" name="Straight Connector 452">
              <a:extLst>
                <a:ext uri="{FF2B5EF4-FFF2-40B4-BE49-F238E27FC236}">
                  <a16:creationId xmlns:a16="http://schemas.microsoft.com/office/drawing/2014/main" id="{4AE72BE0-CFF1-4CAE-A34C-8C695FD766D3}"/>
                </a:ext>
              </a:extLst>
            </p:cNvPr>
            <p:cNvCxnSpPr>
              <a:cxnSpLocks/>
            </p:cNvCxnSpPr>
            <p:nvPr/>
          </p:nvCxnSpPr>
          <p:spPr>
            <a:xfrm>
              <a:off x="11093875" y="9410612"/>
              <a:ext cx="7331" cy="371755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390" name="Straight Connector 452">
              <a:extLst>
                <a:ext uri="{FF2B5EF4-FFF2-40B4-BE49-F238E27FC236}">
                  <a16:creationId xmlns:a16="http://schemas.microsoft.com/office/drawing/2014/main" id="{79CE0335-E9DF-4C4D-B8DF-CE1CCEC55B07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1051549" y="9316544"/>
              <a:ext cx="285582" cy="100039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391" name="Straight Connector 452">
              <a:extLst>
                <a:ext uri="{FF2B5EF4-FFF2-40B4-BE49-F238E27FC236}">
                  <a16:creationId xmlns:a16="http://schemas.microsoft.com/office/drawing/2014/main" id="{B9A00018-E21D-46B9-ABFC-46EBBBAB83B4}"/>
                </a:ext>
              </a:extLst>
            </p:cNvPr>
            <p:cNvCxnSpPr>
              <a:cxnSpLocks/>
            </p:cNvCxnSpPr>
            <p:nvPr/>
          </p:nvCxnSpPr>
          <p:spPr>
            <a:xfrm>
              <a:off x="11357422" y="9327892"/>
              <a:ext cx="222879" cy="91555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392" name="Straight Connector 452">
              <a:extLst>
                <a:ext uri="{FF2B5EF4-FFF2-40B4-BE49-F238E27FC236}">
                  <a16:creationId xmlns:a16="http://schemas.microsoft.com/office/drawing/2014/main" id="{33572909-BDF2-4153-8A40-8B6DADFBD5B8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1535479" y="9137085"/>
              <a:ext cx="285582" cy="100039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393" name="Straight Connector 452">
              <a:extLst>
                <a:ext uri="{FF2B5EF4-FFF2-40B4-BE49-F238E27FC236}">
                  <a16:creationId xmlns:a16="http://schemas.microsoft.com/office/drawing/2014/main" id="{FCD0302B-1674-4521-A72D-5C659086338E}"/>
                </a:ext>
              </a:extLst>
            </p:cNvPr>
            <p:cNvCxnSpPr>
              <a:cxnSpLocks/>
            </p:cNvCxnSpPr>
            <p:nvPr/>
          </p:nvCxnSpPr>
          <p:spPr>
            <a:xfrm>
              <a:off x="11562654" y="9209494"/>
              <a:ext cx="8274" cy="236979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394" name="Straight Connector 452">
              <a:extLst>
                <a:ext uri="{FF2B5EF4-FFF2-40B4-BE49-F238E27FC236}">
                  <a16:creationId xmlns:a16="http://schemas.microsoft.com/office/drawing/2014/main" id="{71A49FA3-1291-495D-8656-B9F37C5223AA}"/>
                </a:ext>
              </a:extLst>
            </p:cNvPr>
            <p:cNvCxnSpPr>
              <a:cxnSpLocks/>
            </p:cNvCxnSpPr>
            <p:nvPr/>
          </p:nvCxnSpPr>
          <p:spPr>
            <a:xfrm>
              <a:off x="11818821" y="9112584"/>
              <a:ext cx="7501" cy="573487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395" name="Straight Connector 452">
              <a:extLst>
                <a:ext uri="{FF2B5EF4-FFF2-40B4-BE49-F238E27FC236}">
                  <a16:creationId xmlns:a16="http://schemas.microsoft.com/office/drawing/2014/main" id="{CBEAE8DA-0DFE-47E3-9B1E-03E180E7EF26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1785456" y="9595112"/>
              <a:ext cx="285582" cy="100039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396" name="Straight Connector 452">
              <a:extLst>
                <a:ext uri="{FF2B5EF4-FFF2-40B4-BE49-F238E27FC236}">
                  <a16:creationId xmlns:a16="http://schemas.microsoft.com/office/drawing/2014/main" id="{34A72428-4D9D-45A3-B85A-D0FD74CB5C0A}"/>
                </a:ext>
              </a:extLst>
            </p:cNvPr>
            <p:cNvCxnSpPr>
              <a:cxnSpLocks/>
            </p:cNvCxnSpPr>
            <p:nvPr/>
          </p:nvCxnSpPr>
          <p:spPr>
            <a:xfrm>
              <a:off x="12046545" y="9029845"/>
              <a:ext cx="7501" cy="573487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397" name="Straight Connector 452">
              <a:extLst>
                <a:ext uri="{FF2B5EF4-FFF2-40B4-BE49-F238E27FC236}">
                  <a16:creationId xmlns:a16="http://schemas.microsoft.com/office/drawing/2014/main" id="{9AA7EFD7-3E88-43AD-9334-D6A147BB4F1B}"/>
                </a:ext>
              </a:extLst>
            </p:cNvPr>
            <p:cNvCxnSpPr>
              <a:cxnSpLocks/>
            </p:cNvCxnSpPr>
            <p:nvPr/>
          </p:nvCxnSpPr>
          <p:spPr>
            <a:xfrm>
              <a:off x="12049895" y="9050203"/>
              <a:ext cx="222879" cy="91555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398" name="Straight Connector 452">
              <a:extLst>
                <a:ext uri="{FF2B5EF4-FFF2-40B4-BE49-F238E27FC236}">
                  <a16:creationId xmlns:a16="http://schemas.microsoft.com/office/drawing/2014/main" id="{9CB3566B-C082-451A-BEC5-C8A9DB993792}"/>
                </a:ext>
              </a:extLst>
            </p:cNvPr>
            <p:cNvCxnSpPr>
              <a:cxnSpLocks/>
            </p:cNvCxnSpPr>
            <p:nvPr/>
          </p:nvCxnSpPr>
          <p:spPr>
            <a:xfrm>
              <a:off x="12280008" y="8924476"/>
              <a:ext cx="8274" cy="236979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399" name="Straight Connector 452">
              <a:extLst>
                <a:ext uri="{FF2B5EF4-FFF2-40B4-BE49-F238E27FC236}">
                  <a16:creationId xmlns:a16="http://schemas.microsoft.com/office/drawing/2014/main" id="{6FE96E62-CAB1-4BCA-8D5B-49FDB65B5DF8}"/>
                </a:ext>
              </a:extLst>
            </p:cNvPr>
            <p:cNvCxnSpPr>
              <a:cxnSpLocks/>
            </p:cNvCxnSpPr>
            <p:nvPr/>
          </p:nvCxnSpPr>
          <p:spPr>
            <a:xfrm>
              <a:off x="12036536" y="8857202"/>
              <a:ext cx="251746" cy="73012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400" name="Straight Connector 452">
              <a:extLst>
                <a:ext uri="{FF2B5EF4-FFF2-40B4-BE49-F238E27FC236}">
                  <a16:creationId xmlns:a16="http://schemas.microsoft.com/office/drawing/2014/main" id="{DECD1EBE-578C-4D67-BC67-DE473AE50A78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1798585" y="8861826"/>
              <a:ext cx="285582" cy="100039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401" name="Straight Connector 452">
              <a:extLst>
                <a:ext uri="{FF2B5EF4-FFF2-40B4-BE49-F238E27FC236}">
                  <a16:creationId xmlns:a16="http://schemas.microsoft.com/office/drawing/2014/main" id="{6EDBE9A4-C9F1-489B-A7D3-E55E17941E25}"/>
                </a:ext>
              </a:extLst>
            </p:cNvPr>
            <p:cNvCxnSpPr>
              <a:cxnSpLocks/>
            </p:cNvCxnSpPr>
            <p:nvPr/>
          </p:nvCxnSpPr>
          <p:spPr>
            <a:xfrm>
              <a:off x="11817230" y="8759943"/>
              <a:ext cx="8274" cy="236979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402" name="Straight Connector 452">
              <a:extLst>
                <a:ext uri="{FF2B5EF4-FFF2-40B4-BE49-F238E27FC236}">
                  <a16:creationId xmlns:a16="http://schemas.microsoft.com/office/drawing/2014/main" id="{8BBBC7EB-D19C-4EC4-9D2F-656AAF0587B8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1336406" y="8779097"/>
              <a:ext cx="491219" cy="174383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403" name="Straight Connector 452">
              <a:extLst>
                <a:ext uri="{FF2B5EF4-FFF2-40B4-BE49-F238E27FC236}">
                  <a16:creationId xmlns:a16="http://schemas.microsoft.com/office/drawing/2014/main" id="{3F44BEEB-1604-4E1E-934C-470B965E091A}"/>
                </a:ext>
              </a:extLst>
            </p:cNvPr>
            <p:cNvCxnSpPr>
              <a:cxnSpLocks/>
            </p:cNvCxnSpPr>
            <p:nvPr/>
          </p:nvCxnSpPr>
          <p:spPr>
            <a:xfrm>
              <a:off x="11383416" y="8933719"/>
              <a:ext cx="222879" cy="91555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404" name="Straight Connector 452">
              <a:extLst>
                <a:ext uri="{FF2B5EF4-FFF2-40B4-BE49-F238E27FC236}">
                  <a16:creationId xmlns:a16="http://schemas.microsoft.com/office/drawing/2014/main" id="{DE633FE8-C27F-4F5A-A4A7-230DFA34F67C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1080308" y="9012862"/>
              <a:ext cx="534411" cy="224262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405" name="Straight Connector 452">
              <a:extLst>
                <a:ext uri="{FF2B5EF4-FFF2-40B4-BE49-F238E27FC236}">
                  <a16:creationId xmlns:a16="http://schemas.microsoft.com/office/drawing/2014/main" id="{3DE4D7D2-417A-471B-B7B3-B447DA790847}"/>
                </a:ext>
              </a:extLst>
            </p:cNvPr>
            <p:cNvCxnSpPr>
              <a:cxnSpLocks/>
            </p:cNvCxnSpPr>
            <p:nvPr/>
          </p:nvCxnSpPr>
          <p:spPr>
            <a:xfrm>
              <a:off x="2336955" y="9345084"/>
              <a:ext cx="686568" cy="250028"/>
            </a:xfrm>
            <a:prstGeom prst="line">
              <a:avLst/>
            </a:prstGeom>
            <a:ln w="38100">
              <a:solidFill>
                <a:srgbClr val="7030A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406" name="Straight Connector 452">
              <a:extLst>
                <a:ext uri="{FF2B5EF4-FFF2-40B4-BE49-F238E27FC236}">
                  <a16:creationId xmlns:a16="http://schemas.microsoft.com/office/drawing/2014/main" id="{9E105298-C3E3-484E-B690-E0599A7AF865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937718" y="5650243"/>
              <a:ext cx="4057" cy="165740"/>
            </a:xfrm>
            <a:prstGeom prst="line">
              <a:avLst/>
            </a:prstGeom>
            <a:ln w="38100">
              <a:solidFill>
                <a:srgbClr val="7030A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407" name="Straight Connector 452">
              <a:extLst>
                <a:ext uri="{FF2B5EF4-FFF2-40B4-BE49-F238E27FC236}">
                  <a16:creationId xmlns:a16="http://schemas.microsoft.com/office/drawing/2014/main" id="{89CED2E8-9520-4290-B0B9-C440A76C2B40}"/>
                </a:ext>
              </a:extLst>
            </p:cNvPr>
            <p:cNvCxnSpPr>
              <a:cxnSpLocks/>
            </p:cNvCxnSpPr>
            <p:nvPr/>
          </p:nvCxnSpPr>
          <p:spPr>
            <a:xfrm>
              <a:off x="699774" y="5533229"/>
              <a:ext cx="240301" cy="115099"/>
            </a:xfrm>
            <a:prstGeom prst="line">
              <a:avLst/>
            </a:prstGeom>
            <a:ln w="38100">
              <a:solidFill>
                <a:srgbClr val="7030A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408" name="Straight Connector 452">
              <a:extLst>
                <a:ext uri="{FF2B5EF4-FFF2-40B4-BE49-F238E27FC236}">
                  <a16:creationId xmlns:a16="http://schemas.microsoft.com/office/drawing/2014/main" id="{9F0DE2E7-E833-4F26-A37A-0579A20A4CF2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939989" y="5542220"/>
              <a:ext cx="232086" cy="108762"/>
            </a:xfrm>
            <a:prstGeom prst="line">
              <a:avLst/>
            </a:prstGeom>
            <a:ln w="38100">
              <a:solidFill>
                <a:srgbClr val="7030A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409" name="Straight Connector 452">
              <a:extLst>
                <a:ext uri="{FF2B5EF4-FFF2-40B4-BE49-F238E27FC236}">
                  <a16:creationId xmlns:a16="http://schemas.microsoft.com/office/drawing/2014/main" id="{47725BF9-93DA-4096-89C2-4025BDAAF3A8}"/>
                </a:ext>
              </a:extLst>
            </p:cNvPr>
            <p:cNvCxnSpPr>
              <a:cxnSpLocks/>
            </p:cNvCxnSpPr>
            <p:nvPr/>
          </p:nvCxnSpPr>
          <p:spPr>
            <a:xfrm>
              <a:off x="1156610" y="5548895"/>
              <a:ext cx="479916" cy="199160"/>
            </a:xfrm>
            <a:prstGeom prst="line">
              <a:avLst/>
            </a:prstGeom>
            <a:ln w="38100">
              <a:solidFill>
                <a:srgbClr val="7030A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410" name="Straight Connector 452">
              <a:extLst>
                <a:ext uri="{FF2B5EF4-FFF2-40B4-BE49-F238E27FC236}">
                  <a16:creationId xmlns:a16="http://schemas.microsoft.com/office/drawing/2014/main" id="{4CE7E86A-324D-4FBA-BBD1-E4A91EEF1E62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2559781" y="8666298"/>
              <a:ext cx="5021" cy="780176"/>
            </a:xfrm>
            <a:prstGeom prst="line">
              <a:avLst/>
            </a:prstGeom>
            <a:ln w="38100">
              <a:solidFill>
                <a:srgbClr val="7030A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411" name="Straight Connector 452">
              <a:extLst>
                <a:ext uri="{FF2B5EF4-FFF2-40B4-BE49-F238E27FC236}">
                  <a16:creationId xmlns:a16="http://schemas.microsoft.com/office/drawing/2014/main" id="{9C645E6C-6470-4116-B3B7-4163EB2B03E1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8730021" y="7193842"/>
              <a:ext cx="472961" cy="177863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412" name="Straight Connector 452">
              <a:extLst>
                <a:ext uri="{FF2B5EF4-FFF2-40B4-BE49-F238E27FC236}">
                  <a16:creationId xmlns:a16="http://schemas.microsoft.com/office/drawing/2014/main" id="{C232B75A-95A6-4245-A093-FB35142ED6B3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9202510" y="7366478"/>
              <a:ext cx="3677" cy="167172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413" name="Straight Connector 452">
              <a:extLst>
                <a:ext uri="{FF2B5EF4-FFF2-40B4-BE49-F238E27FC236}">
                  <a16:creationId xmlns:a16="http://schemas.microsoft.com/office/drawing/2014/main" id="{72FC46FE-9CD2-479A-9B63-1BEE3D5FECA5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8705826" y="7374412"/>
              <a:ext cx="3678" cy="215857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414" name="Straight Connector 452">
              <a:extLst>
                <a:ext uri="{FF2B5EF4-FFF2-40B4-BE49-F238E27FC236}">
                  <a16:creationId xmlns:a16="http://schemas.microsoft.com/office/drawing/2014/main" id="{0B163107-0549-4DB5-A7F5-814AAAD32AC0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8703412" y="7374412"/>
              <a:ext cx="499071" cy="185948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415" name="Arrow: Down 638">
              <a:extLst>
                <a:ext uri="{FF2B5EF4-FFF2-40B4-BE49-F238E27FC236}">
                  <a16:creationId xmlns:a16="http://schemas.microsoft.com/office/drawing/2014/main" id="{7C01356B-A994-47CF-AC4B-22638E4D616A}"/>
                </a:ext>
              </a:extLst>
            </p:cNvPr>
            <p:cNvSpPr/>
            <p:nvPr/>
          </p:nvSpPr>
          <p:spPr>
            <a:xfrm rot="1589971">
              <a:off x="8706917" y="6855671"/>
              <a:ext cx="307929" cy="735349"/>
            </a:xfrm>
            <a:prstGeom prst="downArrow">
              <a:avLst>
                <a:gd name="adj1" fmla="val 50000"/>
                <a:gd name="adj2" fmla="val 121053"/>
              </a:avLst>
            </a:prstGeom>
          </p:spPr>
          <p:style>
            <a:lnRef idx="2">
              <a:schemeClr val="accent2">
                <a:shade val="50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416" name="Arrow: Down 656">
              <a:extLst>
                <a:ext uri="{FF2B5EF4-FFF2-40B4-BE49-F238E27FC236}">
                  <a16:creationId xmlns:a16="http://schemas.microsoft.com/office/drawing/2014/main" id="{CBD2AA7D-B459-4F68-8A5F-11F5F518B897}"/>
                </a:ext>
              </a:extLst>
            </p:cNvPr>
            <p:cNvSpPr/>
            <p:nvPr/>
          </p:nvSpPr>
          <p:spPr>
            <a:xfrm rot="7056376">
              <a:off x="2488749" y="4766266"/>
              <a:ext cx="307929" cy="735349"/>
            </a:xfrm>
            <a:prstGeom prst="downArrow">
              <a:avLst>
                <a:gd name="adj1" fmla="val 50000"/>
                <a:gd name="adj2" fmla="val 121053"/>
              </a:avLst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4417" name="Straight Connector 452">
              <a:extLst>
                <a:ext uri="{FF2B5EF4-FFF2-40B4-BE49-F238E27FC236}">
                  <a16:creationId xmlns:a16="http://schemas.microsoft.com/office/drawing/2014/main" id="{E8D940F9-49FA-4DA0-84B7-BDABA67DBB40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2328309" y="4727483"/>
              <a:ext cx="271993" cy="89784"/>
            </a:xfrm>
            <a:prstGeom prst="line">
              <a:avLst/>
            </a:prstGeom>
            <a:ln w="38100">
              <a:solidFill>
                <a:srgbClr val="7030A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418" name="Straight Connector 452">
              <a:extLst>
                <a:ext uri="{FF2B5EF4-FFF2-40B4-BE49-F238E27FC236}">
                  <a16:creationId xmlns:a16="http://schemas.microsoft.com/office/drawing/2014/main" id="{B669AA17-3DDE-4D1E-88C5-1F88A76C8C93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864550" y="7789230"/>
              <a:ext cx="446799" cy="157922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419" name="Straight Connector 452">
              <a:extLst>
                <a:ext uri="{FF2B5EF4-FFF2-40B4-BE49-F238E27FC236}">
                  <a16:creationId xmlns:a16="http://schemas.microsoft.com/office/drawing/2014/main" id="{2F87F672-0F76-4D2A-B245-4510A322CD37}"/>
                </a:ext>
              </a:extLst>
            </p:cNvPr>
            <p:cNvCxnSpPr>
              <a:cxnSpLocks/>
            </p:cNvCxnSpPr>
            <p:nvPr/>
          </p:nvCxnSpPr>
          <p:spPr>
            <a:xfrm>
              <a:off x="5640077" y="7507323"/>
              <a:ext cx="10083" cy="180429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420" name="Straight Connector 452">
              <a:extLst>
                <a:ext uri="{FF2B5EF4-FFF2-40B4-BE49-F238E27FC236}">
                  <a16:creationId xmlns:a16="http://schemas.microsoft.com/office/drawing/2014/main" id="{F0B3C892-8168-4B02-A97E-FBDE3CCB572C}"/>
                </a:ext>
              </a:extLst>
            </p:cNvPr>
            <p:cNvCxnSpPr>
              <a:cxnSpLocks/>
            </p:cNvCxnSpPr>
            <p:nvPr/>
          </p:nvCxnSpPr>
          <p:spPr>
            <a:xfrm>
              <a:off x="4719765" y="7123077"/>
              <a:ext cx="931834" cy="379787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421" name="Straight Connector 452">
              <a:extLst>
                <a:ext uri="{FF2B5EF4-FFF2-40B4-BE49-F238E27FC236}">
                  <a16:creationId xmlns:a16="http://schemas.microsoft.com/office/drawing/2014/main" id="{D85625D7-43A4-4AF3-89F8-97FE7687834B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4466603" y="7107219"/>
              <a:ext cx="256963" cy="116126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422" name="Straight Connector 452">
              <a:extLst>
                <a:ext uri="{FF2B5EF4-FFF2-40B4-BE49-F238E27FC236}">
                  <a16:creationId xmlns:a16="http://schemas.microsoft.com/office/drawing/2014/main" id="{F94D52FC-9F14-4CF5-9C40-5D0B53BFA4AF}"/>
                </a:ext>
              </a:extLst>
            </p:cNvPr>
            <p:cNvCxnSpPr>
              <a:cxnSpLocks/>
            </p:cNvCxnSpPr>
            <p:nvPr/>
          </p:nvCxnSpPr>
          <p:spPr>
            <a:xfrm>
              <a:off x="4479521" y="7031136"/>
              <a:ext cx="10083" cy="180429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423" name="Straight Connector 452">
              <a:extLst>
                <a:ext uri="{FF2B5EF4-FFF2-40B4-BE49-F238E27FC236}">
                  <a16:creationId xmlns:a16="http://schemas.microsoft.com/office/drawing/2014/main" id="{480C9C8E-76F4-4425-A46A-D12FEBDEB930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4222898" y="6942929"/>
              <a:ext cx="245489" cy="82099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424" name="Straight Connector 452">
              <a:extLst>
                <a:ext uri="{FF2B5EF4-FFF2-40B4-BE49-F238E27FC236}">
                  <a16:creationId xmlns:a16="http://schemas.microsoft.com/office/drawing/2014/main" id="{68A68102-0587-4474-8649-A6AE81DD6BFA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3989370" y="6648604"/>
              <a:ext cx="238863" cy="276601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425" name="Straight Connector 452">
              <a:extLst>
                <a:ext uri="{FF2B5EF4-FFF2-40B4-BE49-F238E27FC236}">
                  <a16:creationId xmlns:a16="http://schemas.microsoft.com/office/drawing/2014/main" id="{69ABD5BC-50DB-46A4-A72D-63291854A12E}"/>
                </a:ext>
              </a:extLst>
            </p:cNvPr>
            <p:cNvCxnSpPr>
              <a:cxnSpLocks/>
            </p:cNvCxnSpPr>
            <p:nvPr/>
          </p:nvCxnSpPr>
          <p:spPr>
            <a:xfrm>
              <a:off x="3265360" y="6379993"/>
              <a:ext cx="728920" cy="297169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426" name="Straight Connector 452">
              <a:extLst>
                <a:ext uri="{FF2B5EF4-FFF2-40B4-BE49-F238E27FC236}">
                  <a16:creationId xmlns:a16="http://schemas.microsoft.com/office/drawing/2014/main" id="{904BB618-62E6-4B02-894D-26C3F290A77A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2799425" y="6462889"/>
              <a:ext cx="238484" cy="77882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427" name="Straight Connector 452">
              <a:extLst>
                <a:ext uri="{FF2B5EF4-FFF2-40B4-BE49-F238E27FC236}">
                  <a16:creationId xmlns:a16="http://schemas.microsoft.com/office/drawing/2014/main" id="{883A772E-6E63-4969-A526-DF3869526E30}"/>
                </a:ext>
              </a:extLst>
            </p:cNvPr>
            <p:cNvCxnSpPr>
              <a:cxnSpLocks/>
            </p:cNvCxnSpPr>
            <p:nvPr/>
          </p:nvCxnSpPr>
          <p:spPr>
            <a:xfrm>
              <a:off x="5653311" y="7671275"/>
              <a:ext cx="205874" cy="275877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428" name="Straight Connector 452">
              <a:extLst>
                <a:ext uri="{FF2B5EF4-FFF2-40B4-BE49-F238E27FC236}">
                  <a16:creationId xmlns:a16="http://schemas.microsoft.com/office/drawing/2014/main" id="{7C3317BA-F36F-4BB7-84AF-60E8DB3B30FD}"/>
                </a:ext>
              </a:extLst>
            </p:cNvPr>
            <p:cNvCxnSpPr>
              <a:cxnSpLocks/>
            </p:cNvCxnSpPr>
            <p:nvPr/>
          </p:nvCxnSpPr>
          <p:spPr>
            <a:xfrm>
              <a:off x="3279551" y="6383271"/>
              <a:ext cx="10083" cy="180429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429" name="Straight Connector 452">
              <a:extLst>
                <a:ext uri="{FF2B5EF4-FFF2-40B4-BE49-F238E27FC236}">
                  <a16:creationId xmlns:a16="http://schemas.microsoft.com/office/drawing/2014/main" id="{4467B707-E8E4-4487-82E7-8950B6B7DAFA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3042595" y="6480657"/>
              <a:ext cx="258707" cy="56870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430" name="Straight Connector 452">
              <a:extLst>
                <a:ext uri="{FF2B5EF4-FFF2-40B4-BE49-F238E27FC236}">
                  <a16:creationId xmlns:a16="http://schemas.microsoft.com/office/drawing/2014/main" id="{4AC4E780-9A71-4479-A8FF-623B5DED7389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8469599" y="7662964"/>
              <a:ext cx="25293" cy="561320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431" name="Straight Connector 452">
              <a:extLst>
                <a:ext uri="{FF2B5EF4-FFF2-40B4-BE49-F238E27FC236}">
                  <a16:creationId xmlns:a16="http://schemas.microsoft.com/office/drawing/2014/main" id="{2B0C3E9F-751B-4092-A340-7F3AF7A185D2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8482245" y="8123078"/>
              <a:ext cx="262527" cy="84181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432" name="Straight Connector 452">
              <a:extLst>
                <a:ext uri="{FF2B5EF4-FFF2-40B4-BE49-F238E27FC236}">
                  <a16:creationId xmlns:a16="http://schemas.microsoft.com/office/drawing/2014/main" id="{6BC49785-A1A2-43BC-83BA-91B7628751BE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8218367" y="7664107"/>
              <a:ext cx="262527" cy="84181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433" name="Straight Connector 452">
              <a:extLst>
                <a:ext uri="{FF2B5EF4-FFF2-40B4-BE49-F238E27FC236}">
                  <a16:creationId xmlns:a16="http://schemas.microsoft.com/office/drawing/2014/main" id="{773EC502-55BC-41C3-A410-B99C690764F5}"/>
                </a:ext>
              </a:extLst>
            </p:cNvPr>
            <p:cNvCxnSpPr>
              <a:cxnSpLocks/>
            </p:cNvCxnSpPr>
            <p:nvPr/>
          </p:nvCxnSpPr>
          <p:spPr>
            <a:xfrm>
              <a:off x="3051284" y="3911974"/>
              <a:ext cx="223438" cy="79987"/>
            </a:xfrm>
            <a:prstGeom prst="line">
              <a:avLst/>
            </a:prstGeom>
            <a:ln w="38100">
              <a:solidFill>
                <a:srgbClr val="7030A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434" name="Straight Connector 452">
              <a:extLst>
                <a:ext uri="{FF2B5EF4-FFF2-40B4-BE49-F238E27FC236}">
                  <a16:creationId xmlns:a16="http://schemas.microsoft.com/office/drawing/2014/main" id="{31B35229-A10A-4A2E-B561-2BF03647D4A6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5391920" y="938693"/>
              <a:ext cx="228284" cy="80105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435" name="Straight Connector 452">
              <a:extLst>
                <a:ext uri="{FF2B5EF4-FFF2-40B4-BE49-F238E27FC236}">
                  <a16:creationId xmlns:a16="http://schemas.microsoft.com/office/drawing/2014/main" id="{33D2F54E-1AE9-426D-86F1-76698847CA38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5401601" y="953039"/>
              <a:ext cx="13779" cy="364397"/>
            </a:xfrm>
            <a:prstGeom prst="line">
              <a:avLst/>
            </a:prstGeom>
            <a:ln w="31750" cap="flat" cmpd="sng" algn="ctr">
              <a:solidFill>
                <a:srgbClr val="FF0000"/>
              </a:solidFill>
              <a:prstDash val="dash"/>
              <a:round/>
              <a:headEnd type="none" w="med" len="med"/>
              <a:tailEnd type="non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tx1"/>
            </a:fontRef>
          </p:style>
        </p:cxnSp>
        <p:cxnSp>
          <p:nvCxnSpPr>
            <p:cNvPr id="4436" name="Straight Connector 452">
              <a:extLst>
                <a:ext uri="{FF2B5EF4-FFF2-40B4-BE49-F238E27FC236}">
                  <a16:creationId xmlns:a16="http://schemas.microsoft.com/office/drawing/2014/main" id="{A215B9EE-87D0-48A4-B5B5-58ACF2802697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5170085" y="1321870"/>
              <a:ext cx="237292" cy="104467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437" name="Straight Connector 452">
              <a:extLst>
                <a:ext uri="{FF2B5EF4-FFF2-40B4-BE49-F238E27FC236}">
                  <a16:creationId xmlns:a16="http://schemas.microsoft.com/office/drawing/2014/main" id="{2ABCD189-CB4B-4EC6-BD3F-12636217FBDB}"/>
                </a:ext>
              </a:extLst>
            </p:cNvPr>
            <p:cNvCxnSpPr>
              <a:cxnSpLocks/>
              <a:stCxn id="3637" idx="3"/>
            </p:cNvCxnSpPr>
            <p:nvPr/>
          </p:nvCxnSpPr>
          <p:spPr>
            <a:xfrm flipH="1">
              <a:off x="5160311" y="1174254"/>
              <a:ext cx="34137" cy="210648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438" name="椭圆 4437">
              <a:extLst>
                <a:ext uri="{FF2B5EF4-FFF2-40B4-BE49-F238E27FC236}">
                  <a16:creationId xmlns:a16="http://schemas.microsoft.com/office/drawing/2014/main" id="{AC238F19-8BEE-4453-ACFA-D0AE2FE69E3B}"/>
                </a:ext>
              </a:extLst>
            </p:cNvPr>
            <p:cNvSpPr/>
            <p:nvPr/>
          </p:nvSpPr>
          <p:spPr>
            <a:xfrm>
              <a:off x="4798823" y="610107"/>
              <a:ext cx="1179150" cy="1061992"/>
            </a:xfrm>
            <a:prstGeom prst="ellipse">
              <a:avLst/>
            </a:prstGeom>
            <a:noFill/>
            <a:ln w="44450">
              <a:solidFill>
                <a:srgbClr val="00B05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cxnSp>
          <p:nvCxnSpPr>
            <p:cNvPr id="4439" name="Straight Connector 452">
              <a:extLst>
                <a:ext uri="{FF2B5EF4-FFF2-40B4-BE49-F238E27FC236}">
                  <a16:creationId xmlns:a16="http://schemas.microsoft.com/office/drawing/2014/main" id="{693C8E98-4695-41ED-8EEE-5D75C4E06074}"/>
                </a:ext>
              </a:extLst>
            </p:cNvPr>
            <p:cNvCxnSpPr>
              <a:cxnSpLocks/>
            </p:cNvCxnSpPr>
            <p:nvPr/>
          </p:nvCxnSpPr>
          <p:spPr>
            <a:xfrm>
              <a:off x="8025090" y="6187118"/>
              <a:ext cx="227877" cy="76708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440" name="Straight Connector 452">
              <a:extLst>
                <a:ext uri="{FF2B5EF4-FFF2-40B4-BE49-F238E27FC236}">
                  <a16:creationId xmlns:a16="http://schemas.microsoft.com/office/drawing/2014/main" id="{80649263-D70A-4EE6-8A2C-6B969A86A7AC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8022967" y="6259151"/>
              <a:ext cx="210471" cy="147698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441" name="Straight Connector 452">
              <a:extLst>
                <a:ext uri="{FF2B5EF4-FFF2-40B4-BE49-F238E27FC236}">
                  <a16:creationId xmlns:a16="http://schemas.microsoft.com/office/drawing/2014/main" id="{39CBAFBE-2546-494D-B183-AC2F891F175C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601399" y="5973436"/>
              <a:ext cx="1" cy="581455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442" name="Straight Connector 452">
              <a:extLst>
                <a:ext uri="{FF2B5EF4-FFF2-40B4-BE49-F238E27FC236}">
                  <a16:creationId xmlns:a16="http://schemas.microsoft.com/office/drawing/2014/main" id="{59B2D2AB-7634-4585-95F0-44442E7E755A}"/>
                </a:ext>
              </a:extLst>
            </p:cNvPr>
            <p:cNvCxnSpPr>
              <a:cxnSpLocks/>
            </p:cNvCxnSpPr>
            <p:nvPr/>
          </p:nvCxnSpPr>
          <p:spPr>
            <a:xfrm>
              <a:off x="7334833" y="6290526"/>
              <a:ext cx="217046" cy="82490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443" name="Straight Connector 452">
              <a:extLst>
                <a:ext uri="{FF2B5EF4-FFF2-40B4-BE49-F238E27FC236}">
                  <a16:creationId xmlns:a16="http://schemas.microsoft.com/office/drawing/2014/main" id="{2569FBBA-DC24-42A2-BF6F-4DB6D08E18F5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7548058" y="6379994"/>
              <a:ext cx="1403" cy="201801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444" name="Straight Connector 452">
              <a:extLst>
                <a:ext uri="{FF2B5EF4-FFF2-40B4-BE49-F238E27FC236}">
                  <a16:creationId xmlns:a16="http://schemas.microsoft.com/office/drawing/2014/main" id="{B5B59D20-E844-4FE9-AF0D-F0AEA3B90913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7543802" y="6458590"/>
              <a:ext cx="257729" cy="106885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445" name="Straight Connector 452">
              <a:extLst>
                <a:ext uri="{FF2B5EF4-FFF2-40B4-BE49-F238E27FC236}">
                  <a16:creationId xmlns:a16="http://schemas.microsoft.com/office/drawing/2014/main" id="{486F5050-A9D5-4D24-A0E1-0DA90D7174B1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7791826" y="6279963"/>
              <a:ext cx="4727" cy="174667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446" name="Straight Connector 452">
              <a:extLst>
                <a:ext uri="{FF2B5EF4-FFF2-40B4-BE49-F238E27FC236}">
                  <a16:creationId xmlns:a16="http://schemas.microsoft.com/office/drawing/2014/main" id="{9D261BCF-47F3-4E28-B573-758F276472C3}"/>
                </a:ext>
              </a:extLst>
            </p:cNvPr>
            <p:cNvCxnSpPr>
              <a:cxnSpLocks/>
            </p:cNvCxnSpPr>
            <p:nvPr/>
          </p:nvCxnSpPr>
          <p:spPr>
            <a:xfrm>
              <a:off x="7328431" y="6090149"/>
              <a:ext cx="455449" cy="196451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447" name="Straight Connector 452">
              <a:extLst>
                <a:ext uri="{FF2B5EF4-FFF2-40B4-BE49-F238E27FC236}">
                  <a16:creationId xmlns:a16="http://schemas.microsoft.com/office/drawing/2014/main" id="{39CD3CAC-D2D9-472D-8B07-049FBF0EADAE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828553" y="6081856"/>
              <a:ext cx="511755" cy="215770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448" name="Straight Connector 452">
              <a:extLst>
                <a:ext uri="{FF2B5EF4-FFF2-40B4-BE49-F238E27FC236}">
                  <a16:creationId xmlns:a16="http://schemas.microsoft.com/office/drawing/2014/main" id="{191C355E-4B53-4956-BB47-1B7EEC610D81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823556" y="6103402"/>
              <a:ext cx="7187" cy="181603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449" name="Straight Connector 452">
              <a:extLst>
                <a:ext uri="{FF2B5EF4-FFF2-40B4-BE49-F238E27FC236}">
                  <a16:creationId xmlns:a16="http://schemas.microsoft.com/office/drawing/2014/main" id="{873013A0-DACA-4192-B745-C11CAF4F3011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826912" y="5913597"/>
              <a:ext cx="468030" cy="208045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450" name="Straight Connector 452">
              <a:extLst>
                <a:ext uri="{FF2B5EF4-FFF2-40B4-BE49-F238E27FC236}">
                  <a16:creationId xmlns:a16="http://schemas.microsoft.com/office/drawing/2014/main" id="{FB2F6FA5-5890-48FA-80B2-A956C42005A8}"/>
                </a:ext>
              </a:extLst>
            </p:cNvPr>
            <p:cNvCxnSpPr>
              <a:cxnSpLocks/>
            </p:cNvCxnSpPr>
            <p:nvPr/>
          </p:nvCxnSpPr>
          <p:spPr>
            <a:xfrm>
              <a:off x="7560620" y="5631865"/>
              <a:ext cx="465377" cy="182188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451" name="Straight Connector 452">
              <a:extLst>
                <a:ext uri="{FF2B5EF4-FFF2-40B4-BE49-F238E27FC236}">
                  <a16:creationId xmlns:a16="http://schemas.microsoft.com/office/drawing/2014/main" id="{9D9AFD80-F543-4B79-B21B-6434C54C8DE9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8006906" y="5638407"/>
              <a:ext cx="16060" cy="147708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452" name="Straight Connector 452">
              <a:extLst>
                <a:ext uri="{FF2B5EF4-FFF2-40B4-BE49-F238E27FC236}">
                  <a16:creationId xmlns:a16="http://schemas.microsoft.com/office/drawing/2014/main" id="{0B241944-42FA-4F1E-8E5C-9DF4AC7F1988}"/>
                </a:ext>
              </a:extLst>
            </p:cNvPr>
            <p:cNvCxnSpPr>
              <a:cxnSpLocks/>
            </p:cNvCxnSpPr>
            <p:nvPr/>
          </p:nvCxnSpPr>
          <p:spPr>
            <a:xfrm>
              <a:off x="6097840" y="5648329"/>
              <a:ext cx="287441" cy="98112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453" name="Straight Connector 452">
              <a:extLst>
                <a:ext uri="{FF2B5EF4-FFF2-40B4-BE49-F238E27FC236}">
                  <a16:creationId xmlns:a16="http://schemas.microsoft.com/office/drawing/2014/main" id="{836908DD-72F9-41F1-958B-7174B22150DA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114499" y="5453941"/>
              <a:ext cx="1230" cy="192775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454" name="Straight Connector 452">
              <a:extLst>
                <a:ext uri="{FF2B5EF4-FFF2-40B4-BE49-F238E27FC236}">
                  <a16:creationId xmlns:a16="http://schemas.microsoft.com/office/drawing/2014/main" id="{F26C794E-2D1D-465B-932E-87A7A9D0619A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120108" y="5270540"/>
              <a:ext cx="487681" cy="189645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4" name="5">
            <a:extLst>
              <a:ext uri="{FF2B5EF4-FFF2-40B4-BE49-F238E27FC236}">
                <a16:creationId xmlns:a16="http://schemas.microsoft.com/office/drawing/2014/main" id="{62C26D11-1D3A-4B63-967A-189BD13BB47E}"/>
              </a:ext>
            </a:extLst>
          </p:cNvPr>
          <p:cNvGrpSpPr/>
          <p:nvPr/>
        </p:nvGrpSpPr>
        <p:grpSpPr>
          <a:xfrm>
            <a:off x="5016207" y="846416"/>
            <a:ext cx="7685354" cy="2960661"/>
            <a:chOff x="5016207" y="846416"/>
            <a:chExt cx="7685354" cy="2960661"/>
          </a:xfrm>
        </p:grpSpPr>
        <p:sp>
          <p:nvSpPr>
            <p:cNvPr id="3405" name="Hexagon 3404">
              <a:extLst>
                <a:ext uri="{FF2B5EF4-FFF2-40B4-BE49-F238E27FC236}">
                  <a16:creationId xmlns:a16="http://schemas.microsoft.com/office/drawing/2014/main" id="{A0814AE2-A1CC-4B1B-B236-B369ADAAB9CB}"/>
                </a:ext>
              </a:extLst>
            </p:cNvPr>
            <p:cNvSpPr/>
            <p:nvPr/>
          </p:nvSpPr>
          <p:spPr>
            <a:xfrm>
              <a:off x="11873696" y="3242064"/>
              <a:ext cx="323849" cy="190304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410" name="Hexagon 3409">
              <a:extLst>
                <a:ext uri="{FF2B5EF4-FFF2-40B4-BE49-F238E27FC236}">
                  <a16:creationId xmlns:a16="http://schemas.microsoft.com/office/drawing/2014/main" id="{DBCACD3D-2A52-4181-85A7-C569AC0FC5FC}"/>
                </a:ext>
              </a:extLst>
            </p:cNvPr>
            <p:cNvSpPr/>
            <p:nvPr/>
          </p:nvSpPr>
          <p:spPr>
            <a:xfrm>
              <a:off x="11883179" y="3051760"/>
              <a:ext cx="323849" cy="190304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893" name="Hexagon 892">
              <a:extLst>
                <a:ext uri="{FF2B5EF4-FFF2-40B4-BE49-F238E27FC236}">
                  <a16:creationId xmlns:a16="http://schemas.microsoft.com/office/drawing/2014/main" id="{73E96B75-1231-4E98-B59E-96CEEC376C45}"/>
                </a:ext>
              </a:extLst>
            </p:cNvPr>
            <p:cNvSpPr/>
            <p:nvPr/>
          </p:nvSpPr>
          <p:spPr>
            <a:xfrm>
              <a:off x="11873696" y="3616773"/>
              <a:ext cx="323849" cy="190304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403" name="Hexagon 3402">
              <a:extLst>
                <a:ext uri="{FF2B5EF4-FFF2-40B4-BE49-F238E27FC236}">
                  <a16:creationId xmlns:a16="http://schemas.microsoft.com/office/drawing/2014/main" id="{DBA8EF18-295C-4124-AE6F-E9695983F45E}"/>
                </a:ext>
              </a:extLst>
            </p:cNvPr>
            <p:cNvSpPr/>
            <p:nvPr/>
          </p:nvSpPr>
          <p:spPr>
            <a:xfrm>
              <a:off x="11873696" y="3426469"/>
              <a:ext cx="323849" cy="190304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404" name="Hexagon 3403">
              <a:extLst>
                <a:ext uri="{FF2B5EF4-FFF2-40B4-BE49-F238E27FC236}">
                  <a16:creationId xmlns:a16="http://schemas.microsoft.com/office/drawing/2014/main" id="{EC262604-5952-4FEB-A409-A74271F6BDD5}"/>
                </a:ext>
              </a:extLst>
            </p:cNvPr>
            <p:cNvSpPr/>
            <p:nvPr/>
          </p:nvSpPr>
          <p:spPr>
            <a:xfrm>
              <a:off x="11640335" y="3521621"/>
              <a:ext cx="323849" cy="190304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406" name="Hexagon 3405">
              <a:extLst>
                <a:ext uri="{FF2B5EF4-FFF2-40B4-BE49-F238E27FC236}">
                  <a16:creationId xmlns:a16="http://schemas.microsoft.com/office/drawing/2014/main" id="{501AB56D-BC86-488D-B588-E6DCCFD8A637}"/>
                </a:ext>
              </a:extLst>
            </p:cNvPr>
            <p:cNvSpPr/>
            <p:nvPr/>
          </p:nvSpPr>
          <p:spPr>
            <a:xfrm>
              <a:off x="11629194" y="3331317"/>
              <a:ext cx="323849" cy="190304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407" name="Hexagon 3406">
              <a:extLst>
                <a:ext uri="{FF2B5EF4-FFF2-40B4-BE49-F238E27FC236}">
                  <a16:creationId xmlns:a16="http://schemas.microsoft.com/office/drawing/2014/main" id="{0284A7E5-1E04-473E-BCC6-FD82295B1945}"/>
                </a:ext>
              </a:extLst>
            </p:cNvPr>
            <p:cNvSpPr/>
            <p:nvPr/>
          </p:nvSpPr>
          <p:spPr>
            <a:xfrm>
              <a:off x="11404590" y="3425839"/>
              <a:ext cx="301612" cy="190304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408" name="Hexagon 3407">
              <a:extLst>
                <a:ext uri="{FF2B5EF4-FFF2-40B4-BE49-F238E27FC236}">
                  <a16:creationId xmlns:a16="http://schemas.microsoft.com/office/drawing/2014/main" id="{5B36CE01-6FB8-4968-A8B9-674624E8000F}"/>
                </a:ext>
              </a:extLst>
            </p:cNvPr>
            <p:cNvSpPr/>
            <p:nvPr/>
          </p:nvSpPr>
          <p:spPr>
            <a:xfrm>
              <a:off x="11391835" y="3234905"/>
              <a:ext cx="323849" cy="190304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409" name="Hexagon 3408">
              <a:extLst>
                <a:ext uri="{FF2B5EF4-FFF2-40B4-BE49-F238E27FC236}">
                  <a16:creationId xmlns:a16="http://schemas.microsoft.com/office/drawing/2014/main" id="{D98BA85F-508D-40EA-B7F2-492ECE84EE56}"/>
                </a:ext>
              </a:extLst>
            </p:cNvPr>
            <p:cNvSpPr/>
            <p:nvPr/>
          </p:nvSpPr>
          <p:spPr>
            <a:xfrm>
              <a:off x="11629194" y="3139123"/>
              <a:ext cx="323849" cy="190304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411" name="Hexagon 3410">
              <a:extLst>
                <a:ext uri="{FF2B5EF4-FFF2-40B4-BE49-F238E27FC236}">
                  <a16:creationId xmlns:a16="http://schemas.microsoft.com/office/drawing/2014/main" id="{7BB9029D-39B7-4C35-96E0-CDA78C44E34E}"/>
                </a:ext>
              </a:extLst>
            </p:cNvPr>
            <p:cNvSpPr/>
            <p:nvPr/>
          </p:nvSpPr>
          <p:spPr>
            <a:xfrm>
              <a:off x="12127681" y="2966492"/>
              <a:ext cx="323849" cy="190304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412" name="Hexagon 3411">
              <a:extLst>
                <a:ext uri="{FF2B5EF4-FFF2-40B4-BE49-F238E27FC236}">
                  <a16:creationId xmlns:a16="http://schemas.microsoft.com/office/drawing/2014/main" id="{6B6F2A05-E6C0-408D-B9D5-ED48E0746A2E}"/>
                </a:ext>
              </a:extLst>
            </p:cNvPr>
            <p:cNvSpPr/>
            <p:nvPr/>
          </p:nvSpPr>
          <p:spPr>
            <a:xfrm>
              <a:off x="12127681" y="2776188"/>
              <a:ext cx="323849" cy="190304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413" name="Hexagon 3412">
              <a:extLst>
                <a:ext uri="{FF2B5EF4-FFF2-40B4-BE49-F238E27FC236}">
                  <a16:creationId xmlns:a16="http://schemas.microsoft.com/office/drawing/2014/main" id="{B4BA3ABF-9968-4297-AF5F-1B0E720EE38B}"/>
                </a:ext>
              </a:extLst>
            </p:cNvPr>
            <p:cNvSpPr/>
            <p:nvPr/>
          </p:nvSpPr>
          <p:spPr>
            <a:xfrm>
              <a:off x="12377712" y="2690920"/>
              <a:ext cx="323849" cy="190304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414" name="Hexagon 3413">
              <a:extLst>
                <a:ext uri="{FF2B5EF4-FFF2-40B4-BE49-F238E27FC236}">
                  <a16:creationId xmlns:a16="http://schemas.microsoft.com/office/drawing/2014/main" id="{224F9168-6E11-4CD7-95B6-E6B380C901A5}"/>
                </a:ext>
              </a:extLst>
            </p:cNvPr>
            <p:cNvSpPr/>
            <p:nvPr/>
          </p:nvSpPr>
          <p:spPr>
            <a:xfrm>
              <a:off x="12362615" y="2500616"/>
              <a:ext cx="323849" cy="190304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415" name="Hexagon 3414">
              <a:extLst>
                <a:ext uri="{FF2B5EF4-FFF2-40B4-BE49-F238E27FC236}">
                  <a16:creationId xmlns:a16="http://schemas.microsoft.com/office/drawing/2014/main" id="{F3BC65E2-7572-4567-9311-9A10451231D2}"/>
                </a:ext>
              </a:extLst>
            </p:cNvPr>
            <p:cNvSpPr/>
            <p:nvPr/>
          </p:nvSpPr>
          <p:spPr>
            <a:xfrm>
              <a:off x="12127681" y="2408461"/>
              <a:ext cx="323849" cy="190304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416" name="Hexagon 3415">
              <a:extLst>
                <a:ext uri="{FF2B5EF4-FFF2-40B4-BE49-F238E27FC236}">
                  <a16:creationId xmlns:a16="http://schemas.microsoft.com/office/drawing/2014/main" id="{3A441D9E-7D11-4535-9A3B-D5CA07928F89}"/>
                </a:ext>
              </a:extLst>
            </p:cNvPr>
            <p:cNvSpPr/>
            <p:nvPr/>
          </p:nvSpPr>
          <p:spPr>
            <a:xfrm>
              <a:off x="11883179" y="2870395"/>
              <a:ext cx="323849" cy="190304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417" name="Hexagon 3416">
              <a:extLst>
                <a:ext uri="{FF2B5EF4-FFF2-40B4-BE49-F238E27FC236}">
                  <a16:creationId xmlns:a16="http://schemas.microsoft.com/office/drawing/2014/main" id="{A8A61029-B829-4FBA-992E-57CB77D337B0}"/>
                </a:ext>
              </a:extLst>
            </p:cNvPr>
            <p:cNvSpPr/>
            <p:nvPr/>
          </p:nvSpPr>
          <p:spPr>
            <a:xfrm>
              <a:off x="11633913" y="2955663"/>
              <a:ext cx="323849" cy="190304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418" name="Hexagon 3417">
              <a:extLst>
                <a:ext uri="{FF2B5EF4-FFF2-40B4-BE49-F238E27FC236}">
                  <a16:creationId xmlns:a16="http://schemas.microsoft.com/office/drawing/2014/main" id="{1CD59BA6-F505-46E1-830F-20122D204821}"/>
                </a:ext>
              </a:extLst>
            </p:cNvPr>
            <p:cNvSpPr/>
            <p:nvPr/>
          </p:nvSpPr>
          <p:spPr>
            <a:xfrm>
              <a:off x="11409352" y="3051760"/>
              <a:ext cx="296766" cy="187402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419" name="Hexagon 3418">
              <a:extLst>
                <a:ext uri="{FF2B5EF4-FFF2-40B4-BE49-F238E27FC236}">
                  <a16:creationId xmlns:a16="http://schemas.microsoft.com/office/drawing/2014/main" id="{43EE50C0-8653-4EAA-AEF5-51852D623E13}"/>
                </a:ext>
              </a:extLst>
            </p:cNvPr>
            <p:cNvSpPr/>
            <p:nvPr/>
          </p:nvSpPr>
          <p:spPr>
            <a:xfrm>
              <a:off x="11406929" y="2866725"/>
              <a:ext cx="296766" cy="187402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420" name="Hexagon 3419">
              <a:extLst>
                <a:ext uri="{FF2B5EF4-FFF2-40B4-BE49-F238E27FC236}">
                  <a16:creationId xmlns:a16="http://schemas.microsoft.com/office/drawing/2014/main" id="{EAC6A5B0-F5C9-4937-95D1-956A393DF901}"/>
                </a:ext>
              </a:extLst>
            </p:cNvPr>
            <p:cNvSpPr/>
            <p:nvPr/>
          </p:nvSpPr>
          <p:spPr>
            <a:xfrm>
              <a:off x="11633913" y="2774582"/>
              <a:ext cx="323849" cy="190304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421" name="Hexagon 3420">
              <a:extLst>
                <a:ext uri="{FF2B5EF4-FFF2-40B4-BE49-F238E27FC236}">
                  <a16:creationId xmlns:a16="http://schemas.microsoft.com/office/drawing/2014/main" id="{9EBACEDE-C4E6-4B85-833E-F280694A0CE2}"/>
                </a:ext>
              </a:extLst>
            </p:cNvPr>
            <p:cNvSpPr/>
            <p:nvPr/>
          </p:nvSpPr>
          <p:spPr>
            <a:xfrm>
              <a:off x="11880797" y="2677051"/>
              <a:ext cx="323849" cy="190304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422" name="Hexagon 3421">
              <a:extLst>
                <a:ext uri="{FF2B5EF4-FFF2-40B4-BE49-F238E27FC236}">
                  <a16:creationId xmlns:a16="http://schemas.microsoft.com/office/drawing/2014/main" id="{0519759F-EC9E-4AB1-849E-3D64480C73EE}"/>
                </a:ext>
              </a:extLst>
            </p:cNvPr>
            <p:cNvSpPr/>
            <p:nvPr/>
          </p:nvSpPr>
          <p:spPr>
            <a:xfrm>
              <a:off x="11888345" y="2500616"/>
              <a:ext cx="323849" cy="190304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423" name="Hexagon 3422">
              <a:extLst>
                <a:ext uri="{FF2B5EF4-FFF2-40B4-BE49-F238E27FC236}">
                  <a16:creationId xmlns:a16="http://schemas.microsoft.com/office/drawing/2014/main" id="{D39D3ACF-2801-4C79-AE2A-F19606E95D2E}"/>
                </a:ext>
              </a:extLst>
            </p:cNvPr>
            <p:cNvSpPr/>
            <p:nvPr/>
          </p:nvSpPr>
          <p:spPr>
            <a:xfrm>
              <a:off x="11873695" y="2330037"/>
              <a:ext cx="323849" cy="177423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424" name="Hexagon 3423">
              <a:extLst>
                <a:ext uri="{FF2B5EF4-FFF2-40B4-BE49-F238E27FC236}">
                  <a16:creationId xmlns:a16="http://schemas.microsoft.com/office/drawing/2014/main" id="{DBBA793C-7D8D-46B7-87C3-4361EF04A340}"/>
                </a:ext>
              </a:extLst>
            </p:cNvPr>
            <p:cNvSpPr/>
            <p:nvPr/>
          </p:nvSpPr>
          <p:spPr>
            <a:xfrm>
              <a:off x="11632703" y="2418254"/>
              <a:ext cx="323849" cy="177423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425" name="Hexagon 3424">
              <a:extLst>
                <a:ext uri="{FF2B5EF4-FFF2-40B4-BE49-F238E27FC236}">
                  <a16:creationId xmlns:a16="http://schemas.microsoft.com/office/drawing/2014/main" id="{8085852C-2390-4419-BBFE-F4FAEE4DFC76}"/>
                </a:ext>
              </a:extLst>
            </p:cNvPr>
            <p:cNvSpPr/>
            <p:nvPr/>
          </p:nvSpPr>
          <p:spPr>
            <a:xfrm>
              <a:off x="11634192" y="2594377"/>
              <a:ext cx="323849" cy="177423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426" name="Hexagon 3425">
              <a:extLst>
                <a:ext uri="{FF2B5EF4-FFF2-40B4-BE49-F238E27FC236}">
                  <a16:creationId xmlns:a16="http://schemas.microsoft.com/office/drawing/2014/main" id="{85ADB509-2549-4611-B17B-AC105C3B6C99}"/>
                </a:ext>
              </a:extLst>
            </p:cNvPr>
            <p:cNvSpPr/>
            <p:nvPr/>
          </p:nvSpPr>
          <p:spPr>
            <a:xfrm>
              <a:off x="11397769" y="2513740"/>
              <a:ext cx="309581" cy="177423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427" name="Hexagon 3426">
              <a:extLst>
                <a:ext uri="{FF2B5EF4-FFF2-40B4-BE49-F238E27FC236}">
                  <a16:creationId xmlns:a16="http://schemas.microsoft.com/office/drawing/2014/main" id="{DC959CDF-96A6-4D28-82EE-009B57B9C918}"/>
                </a:ext>
              </a:extLst>
            </p:cNvPr>
            <p:cNvSpPr/>
            <p:nvPr/>
          </p:nvSpPr>
          <p:spPr>
            <a:xfrm>
              <a:off x="11399258" y="2689863"/>
              <a:ext cx="309581" cy="177423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428" name="Hexagon 3427">
              <a:extLst>
                <a:ext uri="{FF2B5EF4-FFF2-40B4-BE49-F238E27FC236}">
                  <a16:creationId xmlns:a16="http://schemas.microsoft.com/office/drawing/2014/main" id="{E6C803D2-9737-4E7A-9D1F-869E4E6CF983}"/>
                </a:ext>
              </a:extLst>
            </p:cNvPr>
            <p:cNvSpPr/>
            <p:nvPr/>
          </p:nvSpPr>
          <p:spPr>
            <a:xfrm>
              <a:off x="11174695" y="2608475"/>
              <a:ext cx="309581" cy="177423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429" name="Hexagon 3428">
              <a:extLst>
                <a:ext uri="{FF2B5EF4-FFF2-40B4-BE49-F238E27FC236}">
                  <a16:creationId xmlns:a16="http://schemas.microsoft.com/office/drawing/2014/main" id="{6E577A88-B625-411D-BFF2-8F50D458D27A}"/>
                </a:ext>
              </a:extLst>
            </p:cNvPr>
            <p:cNvSpPr/>
            <p:nvPr/>
          </p:nvSpPr>
          <p:spPr>
            <a:xfrm>
              <a:off x="11176184" y="2784598"/>
              <a:ext cx="309581" cy="177423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430" name="Hexagon 3429">
              <a:extLst>
                <a:ext uri="{FF2B5EF4-FFF2-40B4-BE49-F238E27FC236}">
                  <a16:creationId xmlns:a16="http://schemas.microsoft.com/office/drawing/2014/main" id="{DD2E9C72-5F3C-4FA4-9D92-A1F3D420FB4B}"/>
                </a:ext>
              </a:extLst>
            </p:cNvPr>
            <p:cNvSpPr/>
            <p:nvPr/>
          </p:nvSpPr>
          <p:spPr>
            <a:xfrm>
              <a:off x="10939494" y="2694403"/>
              <a:ext cx="309581" cy="177423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431" name="Hexagon 3430">
              <a:extLst>
                <a:ext uri="{FF2B5EF4-FFF2-40B4-BE49-F238E27FC236}">
                  <a16:creationId xmlns:a16="http://schemas.microsoft.com/office/drawing/2014/main" id="{6735E3B2-274C-41CD-B03C-E15E0BC5EA06}"/>
                </a:ext>
              </a:extLst>
            </p:cNvPr>
            <p:cNvSpPr/>
            <p:nvPr/>
          </p:nvSpPr>
          <p:spPr>
            <a:xfrm>
              <a:off x="10940983" y="2870526"/>
              <a:ext cx="309581" cy="177423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432" name="Hexagon 3431">
              <a:extLst>
                <a:ext uri="{FF2B5EF4-FFF2-40B4-BE49-F238E27FC236}">
                  <a16:creationId xmlns:a16="http://schemas.microsoft.com/office/drawing/2014/main" id="{9E65A991-4FC1-437C-8F91-C800523B4E4F}"/>
                </a:ext>
              </a:extLst>
            </p:cNvPr>
            <p:cNvSpPr/>
            <p:nvPr/>
          </p:nvSpPr>
          <p:spPr>
            <a:xfrm>
              <a:off x="10706832" y="2785898"/>
              <a:ext cx="309581" cy="177423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433" name="Hexagon 3432">
              <a:extLst>
                <a:ext uri="{FF2B5EF4-FFF2-40B4-BE49-F238E27FC236}">
                  <a16:creationId xmlns:a16="http://schemas.microsoft.com/office/drawing/2014/main" id="{DC7249CD-11B1-4A43-8D87-DEA6847EA690}"/>
                </a:ext>
              </a:extLst>
            </p:cNvPr>
            <p:cNvSpPr/>
            <p:nvPr/>
          </p:nvSpPr>
          <p:spPr>
            <a:xfrm>
              <a:off x="10696416" y="2962021"/>
              <a:ext cx="309581" cy="177423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434" name="Hexagon 3433">
              <a:extLst>
                <a:ext uri="{FF2B5EF4-FFF2-40B4-BE49-F238E27FC236}">
                  <a16:creationId xmlns:a16="http://schemas.microsoft.com/office/drawing/2014/main" id="{DBF99941-9278-4CB4-A2B4-C28A4012EAF9}"/>
                </a:ext>
              </a:extLst>
            </p:cNvPr>
            <p:cNvSpPr/>
            <p:nvPr/>
          </p:nvSpPr>
          <p:spPr>
            <a:xfrm>
              <a:off x="10461393" y="2705101"/>
              <a:ext cx="309581" cy="177423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435" name="Hexagon 3434">
              <a:extLst>
                <a:ext uri="{FF2B5EF4-FFF2-40B4-BE49-F238E27FC236}">
                  <a16:creationId xmlns:a16="http://schemas.microsoft.com/office/drawing/2014/main" id="{AD19CD7C-46F5-4AFC-87EC-4592D7EC4EB3}"/>
                </a:ext>
              </a:extLst>
            </p:cNvPr>
            <p:cNvSpPr/>
            <p:nvPr/>
          </p:nvSpPr>
          <p:spPr>
            <a:xfrm>
              <a:off x="10462882" y="2881224"/>
              <a:ext cx="309581" cy="177423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436" name="Hexagon 3435">
              <a:extLst>
                <a:ext uri="{FF2B5EF4-FFF2-40B4-BE49-F238E27FC236}">
                  <a16:creationId xmlns:a16="http://schemas.microsoft.com/office/drawing/2014/main" id="{018FB92B-9DC2-429E-8DB0-B6B87FDBE560}"/>
                </a:ext>
              </a:extLst>
            </p:cNvPr>
            <p:cNvSpPr/>
            <p:nvPr/>
          </p:nvSpPr>
          <p:spPr>
            <a:xfrm>
              <a:off x="10217721" y="2606839"/>
              <a:ext cx="309581" cy="177423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437" name="Hexagon 3436">
              <a:extLst>
                <a:ext uri="{FF2B5EF4-FFF2-40B4-BE49-F238E27FC236}">
                  <a16:creationId xmlns:a16="http://schemas.microsoft.com/office/drawing/2014/main" id="{F239E05C-928C-4B52-8D91-CC8F8D71D640}"/>
                </a:ext>
              </a:extLst>
            </p:cNvPr>
            <p:cNvSpPr/>
            <p:nvPr/>
          </p:nvSpPr>
          <p:spPr>
            <a:xfrm>
              <a:off x="10219210" y="2782962"/>
              <a:ext cx="309581" cy="177423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438" name="Hexagon 3437">
              <a:extLst>
                <a:ext uri="{FF2B5EF4-FFF2-40B4-BE49-F238E27FC236}">
                  <a16:creationId xmlns:a16="http://schemas.microsoft.com/office/drawing/2014/main" id="{649E20D4-6FF9-4726-98D1-49FB96637248}"/>
                </a:ext>
              </a:extLst>
            </p:cNvPr>
            <p:cNvSpPr/>
            <p:nvPr/>
          </p:nvSpPr>
          <p:spPr>
            <a:xfrm>
              <a:off x="10696064" y="2424825"/>
              <a:ext cx="309581" cy="177423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439" name="Hexagon 3438">
              <a:extLst>
                <a:ext uri="{FF2B5EF4-FFF2-40B4-BE49-F238E27FC236}">
                  <a16:creationId xmlns:a16="http://schemas.microsoft.com/office/drawing/2014/main" id="{01B39B9C-B69F-4B95-93F3-5B4931866A93}"/>
                </a:ext>
              </a:extLst>
            </p:cNvPr>
            <p:cNvSpPr/>
            <p:nvPr/>
          </p:nvSpPr>
          <p:spPr>
            <a:xfrm>
              <a:off x="10697553" y="2600948"/>
              <a:ext cx="309581" cy="177423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440" name="Hexagon 3439">
              <a:extLst>
                <a:ext uri="{FF2B5EF4-FFF2-40B4-BE49-F238E27FC236}">
                  <a16:creationId xmlns:a16="http://schemas.microsoft.com/office/drawing/2014/main" id="{3471D40E-E353-4B06-B61C-B0B2F4C8AFEC}"/>
                </a:ext>
              </a:extLst>
            </p:cNvPr>
            <p:cNvSpPr/>
            <p:nvPr/>
          </p:nvSpPr>
          <p:spPr>
            <a:xfrm>
              <a:off x="10938636" y="2333930"/>
              <a:ext cx="309581" cy="177423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441" name="Hexagon 3440">
              <a:extLst>
                <a:ext uri="{FF2B5EF4-FFF2-40B4-BE49-F238E27FC236}">
                  <a16:creationId xmlns:a16="http://schemas.microsoft.com/office/drawing/2014/main" id="{94FB2CF2-A8F9-4A3B-AFDC-F2B0108715A2}"/>
                </a:ext>
              </a:extLst>
            </p:cNvPr>
            <p:cNvSpPr/>
            <p:nvPr/>
          </p:nvSpPr>
          <p:spPr>
            <a:xfrm>
              <a:off x="10940125" y="2510053"/>
              <a:ext cx="309581" cy="177423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442" name="Hexagon 3441">
              <a:extLst>
                <a:ext uri="{FF2B5EF4-FFF2-40B4-BE49-F238E27FC236}">
                  <a16:creationId xmlns:a16="http://schemas.microsoft.com/office/drawing/2014/main" id="{FD767B9D-FBDC-4C5E-87D3-0F2C18DD9BD2}"/>
                </a:ext>
              </a:extLst>
            </p:cNvPr>
            <p:cNvSpPr/>
            <p:nvPr/>
          </p:nvSpPr>
          <p:spPr>
            <a:xfrm>
              <a:off x="11164619" y="2249144"/>
              <a:ext cx="309581" cy="177423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443" name="Hexagon 3442">
              <a:extLst>
                <a:ext uri="{FF2B5EF4-FFF2-40B4-BE49-F238E27FC236}">
                  <a16:creationId xmlns:a16="http://schemas.microsoft.com/office/drawing/2014/main" id="{9F09B701-5981-4323-B91F-5DA0F315370C}"/>
                </a:ext>
              </a:extLst>
            </p:cNvPr>
            <p:cNvSpPr/>
            <p:nvPr/>
          </p:nvSpPr>
          <p:spPr>
            <a:xfrm>
              <a:off x="11166108" y="2425267"/>
              <a:ext cx="309581" cy="177423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444" name="Hexagon 3443">
              <a:extLst>
                <a:ext uri="{FF2B5EF4-FFF2-40B4-BE49-F238E27FC236}">
                  <a16:creationId xmlns:a16="http://schemas.microsoft.com/office/drawing/2014/main" id="{E5BADB1B-3B58-41AF-90C6-32EEECED51DE}"/>
                </a:ext>
              </a:extLst>
            </p:cNvPr>
            <p:cNvSpPr/>
            <p:nvPr/>
          </p:nvSpPr>
          <p:spPr>
            <a:xfrm>
              <a:off x="11406614" y="2159386"/>
              <a:ext cx="309581" cy="177423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445" name="Hexagon 3444">
              <a:extLst>
                <a:ext uri="{FF2B5EF4-FFF2-40B4-BE49-F238E27FC236}">
                  <a16:creationId xmlns:a16="http://schemas.microsoft.com/office/drawing/2014/main" id="{F18A6CBB-DF2F-4677-9970-7B0B1B39711F}"/>
                </a:ext>
              </a:extLst>
            </p:cNvPr>
            <p:cNvSpPr/>
            <p:nvPr/>
          </p:nvSpPr>
          <p:spPr>
            <a:xfrm>
              <a:off x="11408103" y="2335509"/>
              <a:ext cx="309581" cy="177423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446" name="Hexagon 3445">
              <a:extLst>
                <a:ext uri="{FF2B5EF4-FFF2-40B4-BE49-F238E27FC236}">
                  <a16:creationId xmlns:a16="http://schemas.microsoft.com/office/drawing/2014/main" id="{B7FCC7DF-BE18-4C06-8FB1-FB0880AA8050}"/>
                </a:ext>
              </a:extLst>
            </p:cNvPr>
            <p:cNvSpPr/>
            <p:nvPr/>
          </p:nvSpPr>
          <p:spPr>
            <a:xfrm>
              <a:off x="11649863" y="2058359"/>
              <a:ext cx="309581" cy="177423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447" name="Hexagon 3446">
              <a:extLst>
                <a:ext uri="{FF2B5EF4-FFF2-40B4-BE49-F238E27FC236}">
                  <a16:creationId xmlns:a16="http://schemas.microsoft.com/office/drawing/2014/main" id="{F7F76A45-FDA3-4C71-9365-247BD08532C1}"/>
                </a:ext>
              </a:extLst>
            </p:cNvPr>
            <p:cNvSpPr/>
            <p:nvPr/>
          </p:nvSpPr>
          <p:spPr>
            <a:xfrm>
              <a:off x="11651352" y="2234482"/>
              <a:ext cx="309581" cy="177423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448" name="Hexagon 3447">
              <a:extLst>
                <a:ext uri="{FF2B5EF4-FFF2-40B4-BE49-F238E27FC236}">
                  <a16:creationId xmlns:a16="http://schemas.microsoft.com/office/drawing/2014/main" id="{220BA7BB-7F39-4EC5-97C6-3705A3273FA2}"/>
                </a:ext>
              </a:extLst>
            </p:cNvPr>
            <p:cNvSpPr/>
            <p:nvPr/>
          </p:nvSpPr>
          <p:spPr>
            <a:xfrm>
              <a:off x="11890858" y="1970343"/>
              <a:ext cx="309581" cy="177423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449" name="Hexagon 3448">
              <a:extLst>
                <a:ext uri="{FF2B5EF4-FFF2-40B4-BE49-F238E27FC236}">
                  <a16:creationId xmlns:a16="http://schemas.microsoft.com/office/drawing/2014/main" id="{0100C68B-0F2F-4C56-8869-A2139AB5B12A}"/>
                </a:ext>
              </a:extLst>
            </p:cNvPr>
            <p:cNvSpPr/>
            <p:nvPr/>
          </p:nvSpPr>
          <p:spPr>
            <a:xfrm>
              <a:off x="11892347" y="2146466"/>
              <a:ext cx="309581" cy="177423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450" name="Hexagon 3449">
              <a:extLst>
                <a:ext uri="{FF2B5EF4-FFF2-40B4-BE49-F238E27FC236}">
                  <a16:creationId xmlns:a16="http://schemas.microsoft.com/office/drawing/2014/main" id="{3639E339-F331-4F03-BDDE-F960A5148632}"/>
                </a:ext>
              </a:extLst>
            </p:cNvPr>
            <p:cNvSpPr/>
            <p:nvPr/>
          </p:nvSpPr>
          <p:spPr>
            <a:xfrm>
              <a:off x="11888376" y="1613576"/>
              <a:ext cx="309581" cy="177423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451" name="Hexagon 3450">
              <a:extLst>
                <a:ext uri="{FF2B5EF4-FFF2-40B4-BE49-F238E27FC236}">
                  <a16:creationId xmlns:a16="http://schemas.microsoft.com/office/drawing/2014/main" id="{48A25B4E-F8F8-42D9-B77F-3D15FC31FF5A}"/>
                </a:ext>
              </a:extLst>
            </p:cNvPr>
            <p:cNvSpPr/>
            <p:nvPr/>
          </p:nvSpPr>
          <p:spPr>
            <a:xfrm>
              <a:off x="11889865" y="1789699"/>
              <a:ext cx="309581" cy="177423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452" name="Hexagon 3451">
              <a:extLst>
                <a:ext uri="{FF2B5EF4-FFF2-40B4-BE49-F238E27FC236}">
                  <a16:creationId xmlns:a16="http://schemas.microsoft.com/office/drawing/2014/main" id="{0DDD59B4-FB63-48E5-8969-4A140A4BA87F}"/>
                </a:ext>
              </a:extLst>
            </p:cNvPr>
            <p:cNvSpPr/>
            <p:nvPr/>
          </p:nvSpPr>
          <p:spPr>
            <a:xfrm>
              <a:off x="12127681" y="1521866"/>
              <a:ext cx="309581" cy="177423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453" name="Hexagon 3452">
              <a:extLst>
                <a:ext uri="{FF2B5EF4-FFF2-40B4-BE49-F238E27FC236}">
                  <a16:creationId xmlns:a16="http://schemas.microsoft.com/office/drawing/2014/main" id="{96CCBEAB-7246-494A-823F-1B4AE8DA11A2}"/>
                </a:ext>
              </a:extLst>
            </p:cNvPr>
            <p:cNvSpPr/>
            <p:nvPr/>
          </p:nvSpPr>
          <p:spPr>
            <a:xfrm>
              <a:off x="12129170" y="1697989"/>
              <a:ext cx="309581" cy="177423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454" name="Hexagon 3453">
              <a:extLst>
                <a:ext uri="{FF2B5EF4-FFF2-40B4-BE49-F238E27FC236}">
                  <a16:creationId xmlns:a16="http://schemas.microsoft.com/office/drawing/2014/main" id="{38D1BFA2-6308-40AD-AF9A-D9CC2AE216EA}"/>
                </a:ext>
              </a:extLst>
            </p:cNvPr>
            <p:cNvSpPr/>
            <p:nvPr/>
          </p:nvSpPr>
          <p:spPr>
            <a:xfrm>
              <a:off x="11417434" y="1800791"/>
              <a:ext cx="309581" cy="177423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455" name="Hexagon 3454">
              <a:extLst>
                <a:ext uri="{FF2B5EF4-FFF2-40B4-BE49-F238E27FC236}">
                  <a16:creationId xmlns:a16="http://schemas.microsoft.com/office/drawing/2014/main" id="{1DCEFCB6-9DD4-467C-B9F0-1180ABEAC9FE}"/>
                </a:ext>
              </a:extLst>
            </p:cNvPr>
            <p:cNvSpPr/>
            <p:nvPr/>
          </p:nvSpPr>
          <p:spPr>
            <a:xfrm>
              <a:off x="11418923" y="1976914"/>
              <a:ext cx="309581" cy="177423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456" name="Hexagon 3455">
              <a:extLst>
                <a:ext uri="{FF2B5EF4-FFF2-40B4-BE49-F238E27FC236}">
                  <a16:creationId xmlns:a16="http://schemas.microsoft.com/office/drawing/2014/main" id="{27C6F1E9-5480-4ECA-BFD9-479D7634B7C4}"/>
                </a:ext>
              </a:extLst>
            </p:cNvPr>
            <p:cNvSpPr/>
            <p:nvPr/>
          </p:nvSpPr>
          <p:spPr>
            <a:xfrm>
              <a:off x="11174568" y="1883065"/>
              <a:ext cx="309581" cy="177423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457" name="Hexagon 3456">
              <a:extLst>
                <a:ext uri="{FF2B5EF4-FFF2-40B4-BE49-F238E27FC236}">
                  <a16:creationId xmlns:a16="http://schemas.microsoft.com/office/drawing/2014/main" id="{48CD134B-9B11-4F54-9480-857232E0E2F5}"/>
                </a:ext>
              </a:extLst>
            </p:cNvPr>
            <p:cNvSpPr/>
            <p:nvPr/>
          </p:nvSpPr>
          <p:spPr>
            <a:xfrm>
              <a:off x="11176057" y="2063950"/>
              <a:ext cx="309581" cy="177423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458" name="Hexagon 3457">
              <a:extLst>
                <a:ext uri="{FF2B5EF4-FFF2-40B4-BE49-F238E27FC236}">
                  <a16:creationId xmlns:a16="http://schemas.microsoft.com/office/drawing/2014/main" id="{42C1F0EC-CF9F-49C3-8D02-9C0063AC66CD}"/>
                </a:ext>
              </a:extLst>
            </p:cNvPr>
            <p:cNvSpPr/>
            <p:nvPr/>
          </p:nvSpPr>
          <p:spPr>
            <a:xfrm>
              <a:off x="10702998" y="2069096"/>
              <a:ext cx="309581" cy="177423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459" name="Hexagon 3458">
              <a:extLst>
                <a:ext uri="{FF2B5EF4-FFF2-40B4-BE49-F238E27FC236}">
                  <a16:creationId xmlns:a16="http://schemas.microsoft.com/office/drawing/2014/main" id="{369BB5FE-DB16-4F05-A3E6-340FBC2066B6}"/>
                </a:ext>
              </a:extLst>
            </p:cNvPr>
            <p:cNvSpPr/>
            <p:nvPr/>
          </p:nvSpPr>
          <p:spPr>
            <a:xfrm>
              <a:off x="10704487" y="2245219"/>
              <a:ext cx="309581" cy="177423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460" name="Hexagon 3459">
              <a:extLst>
                <a:ext uri="{FF2B5EF4-FFF2-40B4-BE49-F238E27FC236}">
                  <a16:creationId xmlns:a16="http://schemas.microsoft.com/office/drawing/2014/main" id="{12DE6D4D-7E33-4A6D-91F4-6C5E7428F27F}"/>
                </a:ext>
              </a:extLst>
            </p:cNvPr>
            <p:cNvSpPr/>
            <p:nvPr/>
          </p:nvSpPr>
          <p:spPr>
            <a:xfrm>
              <a:off x="10458260" y="1976155"/>
              <a:ext cx="309581" cy="177423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461" name="Hexagon 3460">
              <a:extLst>
                <a:ext uri="{FF2B5EF4-FFF2-40B4-BE49-F238E27FC236}">
                  <a16:creationId xmlns:a16="http://schemas.microsoft.com/office/drawing/2014/main" id="{C3F5B072-F77F-4EBA-830F-3D009D66675A}"/>
                </a:ext>
              </a:extLst>
            </p:cNvPr>
            <p:cNvSpPr/>
            <p:nvPr/>
          </p:nvSpPr>
          <p:spPr>
            <a:xfrm>
              <a:off x="10462130" y="2152278"/>
              <a:ext cx="309581" cy="177423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462" name="Hexagon 3461">
              <a:extLst>
                <a:ext uri="{FF2B5EF4-FFF2-40B4-BE49-F238E27FC236}">
                  <a16:creationId xmlns:a16="http://schemas.microsoft.com/office/drawing/2014/main" id="{E683E644-D8A1-4AF1-9793-3644253E2EFE}"/>
                </a:ext>
              </a:extLst>
            </p:cNvPr>
            <p:cNvSpPr/>
            <p:nvPr/>
          </p:nvSpPr>
          <p:spPr>
            <a:xfrm>
              <a:off x="10698745" y="1712074"/>
              <a:ext cx="309581" cy="177423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463" name="Hexagon 3462">
              <a:extLst>
                <a:ext uri="{FF2B5EF4-FFF2-40B4-BE49-F238E27FC236}">
                  <a16:creationId xmlns:a16="http://schemas.microsoft.com/office/drawing/2014/main" id="{58588BBF-1DE4-4371-AF59-0AF07F303CA2}"/>
                </a:ext>
              </a:extLst>
            </p:cNvPr>
            <p:cNvSpPr/>
            <p:nvPr/>
          </p:nvSpPr>
          <p:spPr>
            <a:xfrm>
              <a:off x="10702615" y="1888197"/>
              <a:ext cx="309581" cy="177423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464" name="Hexagon 3463">
              <a:extLst>
                <a:ext uri="{FF2B5EF4-FFF2-40B4-BE49-F238E27FC236}">
                  <a16:creationId xmlns:a16="http://schemas.microsoft.com/office/drawing/2014/main" id="{11B2A816-9E66-4C21-9367-8908EFB8DC44}"/>
                </a:ext>
              </a:extLst>
            </p:cNvPr>
            <p:cNvSpPr/>
            <p:nvPr/>
          </p:nvSpPr>
          <p:spPr>
            <a:xfrm>
              <a:off x="10931225" y="1616797"/>
              <a:ext cx="309581" cy="177423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465" name="Hexagon 3464">
              <a:extLst>
                <a:ext uri="{FF2B5EF4-FFF2-40B4-BE49-F238E27FC236}">
                  <a16:creationId xmlns:a16="http://schemas.microsoft.com/office/drawing/2014/main" id="{B0789CBF-5821-4C83-AE76-5B0D8FE01699}"/>
                </a:ext>
              </a:extLst>
            </p:cNvPr>
            <p:cNvSpPr/>
            <p:nvPr/>
          </p:nvSpPr>
          <p:spPr>
            <a:xfrm>
              <a:off x="10935095" y="1792920"/>
              <a:ext cx="309581" cy="177423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466" name="Hexagon 3465">
              <a:extLst>
                <a:ext uri="{FF2B5EF4-FFF2-40B4-BE49-F238E27FC236}">
                  <a16:creationId xmlns:a16="http://schemas.microsoft.com/office/drawing/2014/main" id="{D7B57B4A-E756-47BC-94C7-2977D1C698EE}"/>
                </a:ext>
              </a:extLst>
            </p:cNvPr>
            <p:cNvSpPr/>
            <p:nvPr/>
          </p:nvSpPr>
          <p:spPr>
            <a:xfrm>
              <a:off x="11166983" y="1534657"/>
              <a:ext cx="309581" cy="177423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467" name="Hexagon 3466">
              <a:extLst>
                <a:ext uri="{FF2B5EF4-FFF2-40B4-BE49-F238E27FC236}">
                  <a16:creationId xmlns:a16="http://schemas.microsoft.com/office/drawing/2014/main" id="{73FEB3EA-B984-481E-BD74-4F22B38E97C7}"/>
                </a:ext>
              </a:extLst>
            </p:cNvPr>
            <p:cNvSpPr/>
            <p:nvPr/>
          </p:nvSpPr>
          <p:spPr>
            <a:xfrm>
              <a:off x="11170853" y="1710780"/>
              <a:ext cx="309581" cy="177423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468" name="Hexagon 3467">
              <a:extLst>
                <a:ext uri="{FF2B5EF4-FFF2-40B4-BE49-F238E27FC236}">
                  <a16:creationId xmlns:a16="http://schemas.microsoft.com/office/drawing/2014/main" id="{A87DFA71-95C5-4ABF-BF97-9A5897087004}"/>
                </a:ext>
              </a:extLst>
            </p:cNvPr>
            <p:cNvSpPr/>
            <p:nvPr/>
          </p:nvSpPr>
          <p:spPr>
            <a:xfrm>
              <a:off x="11404682" y="1438691"/>
              <a:ext cx="313002" cy="177423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469" name="Hexagon 3468">
              <a:extLst>
                <a:ext uri="{FF2B5EF4-FFF2-40B4-BE49-F238E27FC236}">
                  <a16:creationId xmlns:a16="http://schemas.microsoft.com/office/drawing/2014/main" id="{E056B838-CC7F-4C7A-8C90-1852167A8055}"/>
                </a:ext>
              </a:extLst>
            </p:cNvPr>
            <p:cNvSpPr/>
            <p:nvPr/>
          </p:nvSpPr>
          <p:spPr>
            <a:xfrm>
              <a:off x="11408552" y="1622109"/>
              <a:ext cx="309581" cy="177423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470" name="Hexagon 3469">
              <a:extLst>
                <a:ext uri="{FF2B5EF4-FFF2-40B4-BE49-F238E27FC236}">
                  <a16:creationId xmlns:a16="http://schemas.microsoft.com/office/drawing/2014/main" id="{9873B788-4F23-4996-ADD5-2EEFDBFC83C7}"/>
                </a:ext>
              </a:extLst>
            </p:cNvPr>
            <p:cNvSpPr/>
            <p:nvPr/>
          </p:nvSpPr>
          <p:spPr>
            <a:xfrm>
              <a:off x="11645476" y="1522339"/>
              <a:ext cx="309581" cy="177423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471" name="Hexagon 3470">
              <a:extLst>
                <a:ext uri="{FF2B5EF4-FFF2-40B4-BE49-F238E27FC236}">
                  <a16:creationId xmlns:a16="http://schemas.microsoft.com/office/drawing/2014/main" id="{8DC3A6FF-E1DE-47DA-A413-DDA903F80C1C}"/>
                </a:ext>
              </a:extLst>
            </p:cNvPr>
            <p:cNvSpPr/>
            <p:nvPr/>
          </p:nvSpPr>
          <p:spPr>
            <a:xfrm>
              <a:off x="11649346" y="1698462"/>
              <a:ext cx="309581" cy="177423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472" name="Hexagon 3471">
              <a:extLst>
                <a:ext uri="{FF2B5EF4-FFF2-40B4-BE49-F238E27FC236}">
                  <a16:creationId xmlns:a16="http://schemas.microsoft.com/office/drawing/2014/main" id="{EE043A5A-0844-4890-A575-4F5A25033682}"/>
                </a:ext>
              </a:extLst>
            </p:cNvPr>
            <p:cNvSpPr/>
            <p:nvPr/>
          </p:nvSpPr>
          <p:spPr>
            <a:xfrm>
              <a:off x="12362076" y="1244065"/>
              <a:ext cx="309581" cy="177423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473" name="Hexagon 3472">
              <a:extLst>
                <a:ext uri="{FF2B5EF4-FFF2-40B4-BE49-F238E27FC236}">
                  <a16:creationId xmlns:a16="http://schemas.microsoft.com/office/drawing/2014/main" id="{E48B94D3-7A3C-4186-8311-3B8B24E23946}"/>
                </a:ext>
              </a:extLst>
            </p:cNvPr>
            <p:cNvSpPr/>
            <p:nvPr/>
          </p:nvSpPr>
          <p:spPr>
            <a:xfrm>
              <a:off x="12365946" y="1420188"/>
              <a:ext cx="309581" cy="177423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474" name="Hexagon 3473">
              <a:extLst>
                <a:ext uri="{FF2B5EF4-FFF2-40B4-BE49-F238E27FC236}">
                  <a16:creationId xmlns:a16="http://schemas.microsoft.com/office/drawing/2014/main" id="{00AB21EC-3A44-41A0-B1FC-449654C7A199}"/>
                </a:ext>
              </a:extLst>
            </p:cNvPr>
            <p:cNvSpPr/>
            <p:nvPr/>
          </p:nvSpPr>
          <p:spPr>
            <a:xfrm>
              <a:off x="12131360" y="1159495"/>
              <a:ext cx="309581" cy="177423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475" name="Hexagon 3474">
              <a:extLst>
                <a:ext uri="{FF2B5EF4-FFF2-40B4-BE49-F238E27FC236}">
                  <a16:creationId xmlns:a16="http://schemas.microsoft.com/office/drawing/2014/main" id="{1F832CE9-1E99-43AB-BB09-F9AFD8C84FE3}"/>
                </a:ext>
              </a:extLst>
            </p:cNvPr>
            <p:cNvSpPr/>
            <p:nvPr/>
          </p:nvSpPr>
          <p:spPr>
            <a:xfrm>
              <a:off x="12135230" y="1335618"/>
              <a:ext cx="309581" cy="177423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476" name="Hexagon 3475">
              <a:extLst>
                <a:ext uri="{FF2B5EF4-FFF2-40B4-BE49-F238E27FC236}">
                  <a16:creationId xmlns:a16="http://schemas.microsoft.com/office/drawing/2014/main" id="{3A72450A-86C1-4213-A422-82F651C02A19}"/>
                </a:ext>
              </a:extLst>
            </p:cNvPr>
            <p:cNvSpPr/>
            <p:nvPr/>
          </p:nvSpPr>
          <p:spPr>
            <a:xfrm>
              <a:off x="11891962" y="1430680"/>
              <a:ext cx="309581" cy="177423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477" name="Hexagon 3476">
              <a:extLst>
                <a:ext uri="{FF2B5EF4-FFF2-40B4-BE49-F238E27FC236}">
                  <a16:creationId xmlns:a16="http://schemas.microsoft.com/office/drawing/2014/main" id="{26898C8B-8474-4075-9D14-CC60FD349CCD}"/>
                </a:ext>
              </a:extLst>
            </p:cNvPr>
            <p:cNvSpPr/>
            <p:nvPr/>
          </p:nvSpPr>
          <p:spPr>
            <a:xfrm>
              <a:off x="11895065" y="1056602"/>
              <a:ext cx="309581" cy="177423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478" name="Hexagon 3477">
              <a:extLst>
                <a:ext uri="{FF2B5EF4-FFF2-40B4-BE49-F238E27FC236}">
                  <a16:creationId xmlns:a16="http://schemas.microsoft.com/office/drawing/2014/main" id="{13549B85-368D-4EDD-BD98-40B6BC0078D0}"/>
                </a:ext>
              </a:extLst>
            </p:cNvPr>
            <p:cNvSpPr/>
            <p:nvPr/>
          </p:nvSpPr>
          <p:spPr>
            <a:xfrm>
              <a:off x="11643174" y="1344599"/>
              <a:ext cx="314956" cy="177423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479" name="Hexagon 3478">
              <a:extLst>
                <a:ext uri="{FF2B5EF4-FFF2-40B4-BE49-F238E27FC236}">
                  <a16:creationId xmlns:a16="http://schemas.microsoft.com/office/drawing/2014/main" id="{5D91BE0F-51EA-418A-A107-35B826186F2F}"/>
                </a:ext>
              </a:extLst>
            </p:cNvPr>
            <p:cNvSpPr/>
            <p:nvPr/>
          </p:nvSpPr>
          <p:spPr>
            <a:xfrm>
              <a:off x="11649346" y="1158127"/>
              <a:ext cx="314956" cy="186146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480" name="Hexagon 3479">
              <a:extLst>
                <a:ext uri="{FF2B5EF4-FFF2-40B4-BE49-F238E27FC236}">
                  <a16:creationId xmlns:a16="http://schemas.microsoft.com/office/drawing/2014/main" id="{8C2CCDB5-EDA0-45AA-B433-41C93D078217}"/>
                </a:ext>
              </a:extLst>
            </p:cNvPr>
            <p:cNvSpPr/>
            <p:nvPr/>
          </p:nvSpPr>
          <p:spPr>
            <a:xfrm>
              <a:off x="11407543" y="1252008"/>
              <a:ext cx="314956" cy="186146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481" name="Hexagon 3480">
              <a:extLst>
                <a:ext uri="{FF2B5EF4-FFF2-40B4-BE49-F238E27FC236}">
                  <a16:creationId xmlns:a16="http://schemas.microsoft.com/office/drawing/2014/main" id="{83739906-3CFA-4666-82F8-8BDB50D1EE13}"/>
                </a:ext>
              </a:extLst>
            </p:cNvPr>
            <p:cNvSpPr/>
            <p:nvPr/>
          </p:nvSpPr>
          <p:spPr>
            <a:xfrm>
              <a:off x="11409181" y="1058705"/>
              <a:ext cx="314956" cy="186146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482" name="Hexagon 3481">
              <a:extLst>
                <a:ext uri="{FF2B5EF4-FFF2-40B4-BE49-F238E27FC236}">
                  <a16:creationId xmlns:a16="http://schemas.microsoft.com/office/drawing/2014/main" id="{FA139B2D-D36C-444E-A167-B556B687C95F}"/>
                </a:ext>
              </a:extLst>
            </p:cNvPr>
            <p:cNvSpPr/>
            <p:nvPr/>
          </p:nvSpPr>
          <p:spPr>
            <a:xfrm>
              <a:off x="11163844" y="1344286"/>
              <a:ext cx="314956" cy="186146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486" name="Hexagon 3485">
              <a:extLst>
                <a:ext uri="{FF2B5EF4-FFF2-40B4-BE49-F238E27FC236}">
                  <a16:creationId xmlns:a16="http://schemas.microsoft.com/office/drawing/2014/main" id="{73AB2841-E50B-4CB3-8A4E-A179F20BC0CC}"/>
                </a:ext>
              </a:extLst>
            </p:cNvPr>
            <p:cNvSpPr/>
            <p:nvPr/>
          </p:nvSpPr>
          <p:spPr>
            <a:xfrm>
              <a:off x="11170407" y="1153110"/>
              <a:ext cx="309581" cy="177423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487" name="Hexagon 3486">
              <a:extLst>
                <a:ext uri="{FF2B5EF4-FFF2-40B4-BE49-F238E27FC236}">
                  <a16:creationId xmlns:a16="http://schemas.microsoft.com/office/drawing/2014/main" id="{9AFC94CF-19A4-4F49-B69B-1B4FCF351CD8}"/>
                </a:ext>
              </a:extLst>
            </p:cNvPr>
            <p:cNvSpPr/>
            <p:nvPr/>
          </p:nvSpPr>
          <p:spPr>
            <a:xfrm>
              <a:off x="11167268" y="962739"/>
              <a:ext cx="314956" cy="186146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488" name="Hexagon 3487">
              <a:extLst>
                <a:ext uri="{FF2B5EF4-FFF2-40B4-BE49-F238E27FC236}">
                  <a16:creationId xmlns:a16="http://schemas.microsoft.com/office/drawing/2014/main" id="{53C9FBAA-3AF6-4425-BDCB-FB29637643B4}"/>
                </a:ext>
              </a:extLst>
            </p:cNvPr>
            <p:cNvSpPr/>
            <p:nvPr/>
          </p:nvSpPr>
          <p:spPr>
            <a:xfrm>
              <a:off x="10925160" y="1435279"/>
              <a:ext cx="309581" cy="177423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489" name="Hexagon 3488">
              <a:extLst>
                <a:ext uri="{FF2B5EF4-FFF2-40B4-BE49-F238E27FC236}">
                  <a16:creationId xmlns:a16="http://schemas.microsoft.com/office/drawing/2014/main" id="{45F95B55-C181-4109-A27A-DD091861AEA7}"/>
                </a:ext>
              </a:extLst>
            </p:cNvPr>
            <p:cNvSpPr/>
            <p:nvPr/>
          </p:nvSpPr>
          <p:spPr>
            <a:xfrm>
              <a:off x="10922021" y="1244908"/>
              <a:ext cx="314956" cy="186146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490" name="Hexagon 3489">
              <a:extLst>
                <a:ext uri="{FF2B5EF4-FFF2-40B4-BE49-F238E27FC236}">
                  <a16:creationId xmlns:a16="http://schemas.microsoft.com/office/drawing/2014/main" id="{5C187440-6FC6-48E7-9218-45FF46C5BDDB}"/>
                </a:ext>
              </a:extLst>
            </p:cNvPr>
            <p:cNvSpPr/>
            <p:nvPr/>
          </p:nvSpPr>
          <p:spPr>
            <a:xfrm>
              <a:off x="10695159" y="1530426"/>
              <a:ext cx="309581" cy="177423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491" name="Hexagon 3490">
              <a:extLst>
                <a:ext uri="{FF2B5EF4-FFF2-40B4-BE49-F238E27FC236}">
                  <a16:creationId xmlns:a16="http://schemas.microsoft.com/office/drawing/2014/main" id="{7A36A07D-2457-4419-AAB3-104FBF1EEE45}"/>
                </a:ext>
              </a:extLst>
            </p:cNvPr>
            <p:cNvSpPr/>
            <p:nvPr/>
          </p:nvSpPr>
          <p:spPr>
            <a:xfrm>
              <a:off x="10692020" y="1340055"/>
              <a:ext cx="314956" cy="186146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492" name="Hexagon 3491">
              <a:extLst>
                <a:ext uri="{FF2B5EF4-FFF2-40B4-BE49-F238E27FC236}">
                  <a16:creationId xmlns:a16="http://schemas.microsoft.com/office/drawing/2014/main" id="{E1702823-1AEA-4A4B-827F-E7A1334B39DA}"/>
                </a:ext>
              </a:extLst>
            </p:cNvPr>
            <p:cNvSpPr/>
            <p:nvPr/>
          </p:nvSpPr>
          <p:spPr>
            <a:xfrm>
              <a:off x="10466571" y="1604062"/>
              <a:ext cx="309581" cy="177423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493" name="Hexagon 3492">
              <a:extLst>
                <a:ext uri="{FF2B5EF4-FFF2-40B4-BE49-F238E27FC236}">
                  <a16:creationId xmlns:a16="http://schemas.microsoft.com/office/drawing/2014/main" id="{F9731C97-DB4E-4315-9C07-ED71372F1965}"/>
                </a:ext>
              </a:extLst>
            </p:cNvPr>
            <p:cNvSpPr/>
            <p:nvPr/>
          </p:nvSpPr>
          <p:spPr>
            <a:xfrm>
              <a:off x="10463432" y="1413691"/>
              <a:ext cx="314956" cy="186146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494" name="Hexagon 3493">
              <a:extLst>
                <a:ext uri="{FF2B5EF4-FFF2-40B4-BE49-F238E27FC236}">
                  <a16:creationId xmlns:a16="http://schemas.microsoft.com/office/drawing/2014/main" id="{41FA4647-FD42-4DED-9006-0903A577C110}"/>
                </a:ext>
              </a:extLst>
            </p:cNvPr>
            <p:cNvSpPr/>
            <p:nvPr/>
          </p:nvSpPr>
          <p:spPr>
            <a:xfrm>
              <a:off x="10233431" y="1691992"/>
              <a:ext cx="309581" cy="177423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495" name="Hexagon 3494">
              <a:extLst>
                <a:ext uri="{FF2B5EF4-FFF2-40B4-BE49-F238E27FC236}">
                  <a16:creationId xmlns:a16="http://schemas.microsoft.com/office/drawing/2014/main" id="{75116814-5CD1-47C0-A04F-7F804553353F}"/>
                </a:ext>
              </a:extLst>
            </p:cNvPr>
            <p:cNvSpPr/>
            <p:nvPr/>
          </p:nvSpPr>
          <p:spPr>
            <a:xfrm>
              <a:off x="10230292" y="1501621"/>
              <a:ext cx="314956" cy="186146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496" name="Hexagon 3495">
              <a:extLst>
                <a:ext uri="{FF2B5EF4-FFF2-40B4-BE49-F238E27FC236}">
                  <a16:creationId xmlns:a16="http://schemas.microsoft.com/office/drawing/2014/main" id="{4385E269-0FDE-4F72-ABDA-D050E44AAC2A}"/>
                </a:ext>
              </a:extLst>
            </p:cNvPr>
            <p:cNvSpPr/>
            <p:nvPr/>
          </p:nvSpPr>
          <p:spPr>
            <a:xfrm>
              <a:off x="9990319" y="1604062"/>
              <a:ext cx="309581" cy="177423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498" name="Hexagon 3497">
              <a:extLst>
                <a:ext uri="{FF2B5EF4-FFF2-40B4-BE49-F238E27FC236}">
                  <a16:creationId xmlns:a16="http://schemas.microsoft.com/office/drawing/2014/main" id="{0E35D1B0-CA2B-41FD-965F-A27E53478775}"/>
                </a:ext>
              </a:extLst>
            </p:cNvPr>
            <p:cNvSpPr/>
            <p:nvPr/>
          </p:nvSpPr>
          <p:spPr>
            <a:xfrm>
              <a:off x="9980817" y="1969578"/>
              <a:ext cx="309581" cy="177423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499" name="Hexagon 3498">
              <a:extLst>
                <a:ext uri="{FF2B5EF4-FFF2-40B4-BE49-F238E27FC236}">
                  <a16:creationId xmlns:a16="http://schemas.microsoft.com/office/drawing/2014/main" id="{ACB595A3-0F5F-4228-B9ED-06F420A87098}"/>
                </a:ext>
              </a:extLst>
            </p:cNvPr>
            <p:cNvSpPr/>
            <p:nvPr/>
          </p:nvSpPr>
          <p:spPr>
            <a:xfrm>
              <a:off x="9977678" y="1779207"/>
              <a:ext cx="314956" cy="186146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500" name="Hexagon 3499">
              <a:extLst>
                <a:ext uri="{FF2B5EF4-FFF2-40B4-BE49-F238E27FC236}">
                  <a16:creationId xmlns:a16="http://schemas.microsoft.com/office/drawing/2014/main" id="{4663D1CD-2670-4E8D-B16F-CF4A73B5EA77}"/>
                </a:ext>
              </a:extLst>
            </p:cNvPr>
            <p:cNvSpPr/>
            <p:nvPr/>
          </p:nvSpPr>
          <p:spPr>
            <a:xfrm>
              <a:off x="9750019" y="1697989"/>
              <a:ext cx="309581" cy="177423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501" name="Hexagon 3500">
              <a:extLst>
                <a:ext uri="{FF2B5EF4-FFF2-40B4-BE49-F238E27FC236}">
                  <a16:creationId xmlns:a16="http://schemas.microsoft.com/office/drawing/2014/main" id="{AD8D93FE-8D43-4EC6-8644-A3FD94F82D03}"/>
                </a:ext>
              </a:extLst>
            </p:cNvPr>
            <p:cNvSpPr/>
            <p:nvPr/>
          </p:nvSpPr>
          <p:spPr>
            <a:xfrm>
              <a:off x="9746880" y="1507618"/>
              <a:ext cx="314956" cy="186146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502" name="Hexagon 3501">
              <a:extLst>
                <a:ext uri="{FF2B5EF4-FFF2-40B4-BE49-F238E27FC236}">
                  <a16:creationId xmlns:a16="http://schemas.microsoft.com/office/drawing/2014/main" id="{F8BD6C53-4B8C-4DE7-8DDF-3262F42D1E9D}"/>
                </a:ext>
              </a:extLst>
            </p:cNvPr>
            <p:cNvSpPr/>
            <p:nvPr/>
          </p:nvSpPr>
          <p:spPr>
            <a:xfrm>
              <a:off x="9514818" y="1609277"/>
              <a:ext cx="309581" cy="177423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503" name="Hexagon 3502">
              <a:extLst>
                <a:ext uri="{FF2B5EF4-FFF2-40B4-BE49-F238E27FC236}">
                  <a16:creationId xmlns:a16="http://schemas.microsoft.com/office/drawing/2014/main" id="{73E02854-2503-41DF-9EC6-0703570E6248}"/>
                </a:ext>
              </a:extLst>
            </p:cNvPr>
            <p:cNvSpPr/>
            <p:nvPr/>
          </p:nvSpPr>
          <p:spPr>
            <a:xfrm>
              <a:off x="9511679" y="1418906"/>
              <a:ext cx="314956" cy="186146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504" name="Hexagon 3503">
              <a:extLst>
                <a:ext uri="{FF2B5EF4-FFF2-40B4-BE49-F238E27FC236}">
                  <a16:creationId xmlns:a16="http://schemas.microsoft.com/office/drawing/2014/main" id="{8A5BF51B-E549-4BE6-A22F-409EA7FFF6CE}"/>
                </a:ext>
              </a:extLst>
            </p:cNvPr>
            <p:cNvSpPr/>
            <p:nvPr/>
          </p:nvSpPr>
          <p:spPr>
            <a:xfrm>
              <a:off x="9757860" y="1322731"/>
              <a:ext cx="314956" cy="186146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505" name="Hexagon 3504">
              <a:extLst>
                <a:ext uri="{FF2B5EF4-FFF2-40B4-BE49-F238E27FC236}">
                  <a16:creationId xmlns:a16="http://schemas.microsoft.com/office/drawing/2014/main" id="{3B31715A-A809-4930-8F85-9E30A453817A}"/>
                </a:ext>
              </a:extLst>
            </p:cNvPr>
            <p:cNvSpPr/>
            <p:nvPr/>
          </p:nvSpPr>
          <p:spPr>
            <a:xfrm>
              <a:off x="10469625" y="1782921"/>
              <a:ext cx="314956" cy="186146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506" name="Hexagon 3505">
              <a:extLst>
                <a:ext uri="{FF2B5EF4-FFF2-40B4-BE49-F238E27FC236}">
                  <a16:creationId xmlns:a16="http://schemas.microsoft.com/office/drawing/2014/main" id="{C04316B2-4842-4E75-B83A-3CDE611C5E39}"/>
                </a:ext>
              </a:extLst>
            </p:cNvPr>
            <p:cNvSpPr/>
            <p:nvPr/>
          </p:nvSpPr>
          <p:spPr>
            <a:xfrm>
              <a:off x="10217227" y="2054645"/>
              <a:ext cx="314956" cy="186146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507" name="Hexagon 3506">
              <a:extLst>
                <a:ext uri="{FF2B5EF4-FFF2-40B4-BE49-F238E27FC236}">
                  <a16:creationId xmlns:a16="http://schemas.microsoft.com/office/drawing/2014/main" id="{26A3C128-5D2C-4025-B93F-4A9D21C88D87}"/>
                </a:ext>
              </a:extLst>
            </p:cNvPr>
            <p:cNvSpPr/>
            <p:nvPr/>
          </p:nvSpPr>
          <p:spPr>
            <a:xfrm>
              <a:off x="10943432" y="2145117"/>
              <a:ext cx="314956" cy="186146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508" name="Hexagon 3507">
              <a:extLst>
                <a:ext uri="{FF2B5EF4-FFF2-40B4-BE49-F238E27FC236}">
                  <a16:creationId xmlns:a16="http://schemas.microsoft.com/office/drawing/2014/main" id="{AB6E0EB4-2AD6-4447-85BE-661A8944ADD0}"/>
                </a:ext>
              </a:extLst>
            </p:cNvPr>
            <p:cNvSpPr/>
            <p:nvPr/>
          </p:nvSpPr>
          <p:spPr>
            <a:xfrm>
              <a:off x="10457330" y="2511428"/>
              <a:ext cx="314956" cy="186146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510" name="Hexagon 3509">
              <a:extLst>
                <a:ext uri="{FF2B5EF4-FFF2-40B4-BE49-F238E27FC236}">
                  <a16:creationId xmlns:a16="http://schemas.microsoft.com/office/drawing/2014/main" id="{38516D56-7690-4276-9FE9-A82C883127CE}"/>
                </a:ext>
              </a:extLst>
            </p:cNvPr>
            <p:cNvSpPr/>
            <p:nvPr/>
          </p:nvSpPr>
          <p:spPr>
            <a:xfrm>
              <a:off x="9292611" y="2792512"/>
              <a:ext cx="309581" cy="177423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511" name="Hexagon 3510">
              <a:extLst>
                <a:ext uri="{FF2B5EF4-FFF2-40B4-BE49-F238E27FC236}">
                  <a16:creationId xmlns:a16="http://schemas.microsoft.com/office/drawing/2014/main" id="{23B6C72B-EB55-4DAC-BAEA-15FE79376256}"/>
                </a:ext>
              </a:extLst>
            </p:cNvPr>
            <p:cNvSpPr/>
            <p:nvPr/>
          </p:nvSpPr>
          <p:spPr>
            <a:xfrm>
              <a:off x="9289472" y="2602141"/>
              <a:ext cx="314956" cy="186146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512" name="Hexagon 3511">
              <a:extLst>
                <a:ext uri="{FF2B5EF4-FFF2-40B4-BE49-F238E27FC236}">
                  <a16:creationId xmlns:a16="http://schemas.microsoft.com/office/drawing/2014/main" id="{5886FDEC-070E-4E22-843E-0FB027620968}"/>
                </a:ext>
              </a:extLst>
            </p:cNvPr>
            <p:cNvSpPr/>
            <p:nvPr/>
          </p:nvSpPr>
          <p:spPr>
            <a:xfrm>
              <a:off x="9042229" y="2884774"/>
              <a:ext cx="309581" cy="177423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513" name="Hexagon 3512">
              <a:extLst>
                <a:ext uri="{FF2B5EF4-FFF2-40B4-BE49-F238E27FC236}">
                  <a16:creationId xmlns:a16="http://schemas.microsoft.com/office/drawing/2014/main" id="{98547C29-5E4E-4385-8360-1D60A6D18C8F}"/>
                </a:ext>
              </a:extLst>
            </p:cNvPr>
            <p:cNvSpPr/>
            <p:nvPr/>
          </p:nvSpPr>
          <p:spPr>
            <a:xfrm>
              <a:off x="9039090" y="2694403"/>
              <a:ext cx="314956" cy="186146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514" name="Hexagon 3513">
              <a:extLst>
                <a:ext uri="{FF2B5EF4-FFF2-40B4-BE49-F238E27FC236}">
                  <a16:creationId xmlns:a16="http://schemas.microsoft.com/office/drawing/2014/main" id="{C6996AA8-6560-4FE1-8140-06F60C0390E7}"/>
                </a:ext>
              </a:extLst>
            </p:cNvPr>
            <p:cNvSpPr/>
            <p:nvPr/>
          </p:nvSpPr>
          <p:spPr>
            <a:xfrm>
              <a:off x="9046875" y="2519763"/>
              <a:ext cx="309581" cy="177423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515" name="Hexagon 3514">
              <a:extLst>
                <a:ext uri="{FF2B5EF4-FFF2-40B4-BE49-F238E27FC236}">
                  <a16:creationId xmlns:a16="http://schemas.microsoft.com/office/drawing/2014/main" id="{0D7503F6-0F74-4A88-BF5A-2AA52AA8411B}"/>
                </a:ext>
              </a:extLst>
            </p:cNvPr>
            <p:cNvSpPr/>
            <p:nvPr/>
          </p:nvSpPr>
          <p:spPr>
            <a:xfrm>
              <a:off x="9043736" y="2329392"/>
              <a:ext cx="314956" cy="186146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516" name="Hexagon 3515">
              <a:extLst>
                <a:ext uri="{FF2B5EF4-FFF2-40B4-BE49-F238E27FC236}">
                  <a16:creationId xmlns:a16="http://schemas.microsoft.com/office/drawing/2014/main" id="{43859E83-B1AE-45F5-8CD1-C46B5B12072D}"/>
                </a:ext>
              </a:extLst>
            </p:cNvPr>
            <p:cNvSpPr/>
            <p:nvPr/>
          </p:nvSpPr>
          <p:spPr>
            <a:xfrm>
              <a:off x="8804577" y="2793645"/>
              <a:ext cx="309581" cy="177423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517" name="Hexagon 3516">
              <a:extLst>
                <a:ext uri="{FF2B5EF4-FFF2-40B4-BE49-F238E27FC236}">
                  <a16:creationId xmlns:a16="http://schemas.microsoft.com/office/drawing/2014/main" id="{B6698424-9FC4-4355-97A7-A85AB7879B72}"/>
                </a:ext>
              </a:extLst>
            </p:cNvPr>
            <p:cNvSpPr/>
            <p:nvPr/>
          </p:nvSpPr>
          <p:spPr>
            <a:xfrm>
              <a:off x="8801438" y="2603274"/>
              <a:ext cx="314956" cy="186146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518" name="Hexagon 3517">
              <a:extLst>
                <a:ext uri="{FF2B5EF4-FFF2-40B4-BE49-F238E27FC236}">
                  <a16:creationId xmlns:a16="http://schemas.microsoft.com/office/drawing/2014/main" id="{96A69189-7330-4BC6-B437-B366F0BF2834}"/>
                </a:ext>
              </a:extLst>
            </p:cNvPr>
            <p:cNvSpPr/>
            <p:nvPr/>
          </p:nvSpPr>
          <p:spPr>
            <a:xfrm>
              <a:off x="8806444" y="2426690"/>
              <a:ext cx="309581" cy="177423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519" name="Hexagon 3518">
              <a:extLst>
                <a:ext uri="{FF2B5EF4-FFF2-40B4-BE49-F238E27FC236}">
                  <a16:creationId xmlns:a16="http://schemas.microsoft.com/office/drawing/2014/main" id="{C1CAC456-E0BD-425F-B483-4E62EFD1707F}"/>
                </a:ext>
              </a:extLst>
            </p:cNvPr>
            <p:cNvSpPr/>
            <p:nvPr/>
          </p:nvSpPr>
          <p:spPr>
            <a:xfrm>
              <a:off x="8803305" y="2236319"/>
              <a:ext cx="314956" cy="186146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520" name="Hexagon 3519">
              <a:extLst>
                <a:ext uri="{FF2B5EF4-FFF2-40B4-BE49-F238E27FC236}">
                  <a16:creationId xmlns:a16="http://schemas.microsoft.com/office/drawing/2014/main" id="{EFD61BCC-CE52-4385-A2DB-73F90CC52C44}"/>
                </a:ext>
              </a:extLst>
            </p:cNvPr>
            <p:cNvSpPr/>
            <p:nvPr/>
          </p:nvSpPr>
          <p:spPr>
            <a:xfrm>
              <a:off x="8340318" y="2806000"/>
              <a:ext cx="309581" cy="177423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521" name="Hexagon 3520">
              <a:extLst>
                <a:ext uri="{FF2B5EF4-FFF2-40B4-BE49-F238E27FC236}">
                  <a16:creationId xmlns:a16="http://schemas.microsoft.com/office/drawing/2014/main" id="{AA13A00C-7011-489B-B6A5-310020ED148D}"/>
                </a:ext>
              </a:extLst>
            </p:cNvPr>
            <p:cNvSpPr/>
            <p:nvPr/>
          </p:nvSpPr>
          <p:spPr>
            <a:xfrm>
              <a:off x="8341941" y="2620827"/>
              <a:ext cx="314956" cy="186146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522" name="Hexagon 3521">
              <a:extLst>
                <a:ext uri="{FF2B5EF4-FFF2-40B4-BE49-F238E27FC236}">
                  <a16:creationId xmlns:a16="http://schemas.microsoft.com/office/drawing/2014/main" id="{D9039C9E-B1C5-4975-8C79-87654946E105}"/>
                </a:ext>
              </a:extLst>
            </p:cNvPr>
            <p:cNvSpPr/>
            <p:nvPr/>
          </p:nvSpPr>
          <p:spPr>
            <a:xfrm>
              <a:off x="8107428" y="2895472"/>
              <a:ext cx="309581" cy="177423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523" name="Hexagon 3522">
              <a:extLst>
                <a:ext uri="{FF2B5EF4-FFF2-40B4-BE49-F238E27FC236}">
                  <a16:creationId xmlns:a16="http://schemas.microsoft.com/office/drawing/2014/main" id="{F5B74961-5CC2-4873-AB06-F5587D9BA0A2}"/>
                </a:ext>
              </a:extLst>
            </p:cNvPr>
            <p:cNvSpPr/>
            <p:nvPr/>
          </p:nvSpPr>
          <p:spPr>
            <a:xfrm>
              <a:off x="8104289" y="2705101"/>
              <a:ext cx="314956" cy="186146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524" name="Hexagon 3523">
              <a:extLst>
                <a:ext uri="{FF2B5EF4-FFF2-40B4-BE49-F238E27FC236}">
                  <a16:creationId xmlns:a16="http://schemas.microsoft.com/office/drawing/2014/main" id="{E530077C-F6B3-421D-92AF-4D3EC8C4D24C}"/>
                </a:ext>
              </a:extLst>
            </p:cNvPr>
            <p:cNvSpPr/>
            <p:nvPr/>
          </p:nvSpPr>
          <p:spPr>
            <a:xfrm>
              <a:off x="7866346" y="2612164"/>
              <a:ext cx="309581" cy="177423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525" name="Hexagon 3524">
              <a:extLst>
                <a:ext uri="{FF2B5EF4-FFF2-40B4-BE49-F238E27FC236}">
                  <a16:creationId xmlns:a16="http://schemas.microsoft.com/office/drawing/2014/main" id="{70005B1D-8DF4-48F8-9B0F-11B8719677FC}"/>
                </a:ext>
              </a:extLst>
            </p:cNvPr>
            <p:cNvSpPr/>
            <p:nvPr/>
          </p:nvSpPr>
          <p:spPr>
            <a:xfrm>
              <a:off x="7863207" y="2421793"/>
              <a:ext cx="314956" cy="186146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526" name="Hexagon 3525">
              <a:extLst>
                <a:ext uri="{FF2B5EF4-FFF2-40B4-BE49-F238E27FC236}">
                  <a16:creationId xmlns:a16="http://schemas.microsoft.com/office/drawing/2014/main" id="{91A6EFE0-34D1-49E5-9DA2-4E6C26C8A8DA}"/>
                </a:ext>
              </a:extLst>
            </p:cNvPr>
            <p:cNvSpPr/>
            <p:nvPr/>
          </p:nvSpPr>
          <p:spPr>
            <a:xfrm>
              <a:off x="8109664" y="2516980"/>
              <a:ext cx="309581" cy="177423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527" name="Hexagon 3526">
              <a:extLst>
                <a:ext uri="{FF2B5EF4-FFF2-40B4-BE49-F238E27FC236}">
                  <a16:creationId xmlns:a16="http://schemas.microsoft.com/office/drawing/2014/main" id="{15223ECD-659D-49E2-80E8-B9A7085DFDBC}"/>
                </a:ext>
              </a:extLst>
            </p:cNvPr>
            <p:cNvSpPr/>
            <p:nvPr/>
          </p:nvSpPr>
          <p:spPr>
            <a:xfrm>
              <a:off x="8106525" y="2326609"/>
              <a:ext cx="314956" cy="186146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528" name="Hexagon 3527">
              <a:extLst>
                <a:ext uri="{FF2B5EF4-FFF2-40B4-BE49-F238E27FC236}">
                  <a16:creationId xmlns:a16="http://schemas.microsoft.com/office/drawing/2014/main" id="{A2FBCFDE-B2D3-4C81-A01C-F91047AF2635}"/>
                </a:ext>
              </a:extLst>
            </p:cNvPr>
            <p:cNvSpPr/>
            <p:nvPr/>
          </p:nvSpPr>
          <p:spPr>
            <a:xfrm>
              <a:off x="8342675" y="2436441"/>
              <a:ext cx="309581" cy="177423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529" name="Hexagon 3528">
              <a:extLst>
                <a:ext uri="{FF2B5EF4-FFF2-40B4-BE49-F238E27FC236}">
                  <a16:creationId xmlns:a16="http://schemas.microsoft.com/office/drawing/2014/main" id="{76254032-37F2-460B-8A54-2D2D535CAC70}"/>
                </a:ext>
              </a:extLst>
            </p:cNvPr>
            <p:cNvSpPr/>
            <p:nvPr/>
          </p:nvSpPr>
          <p:spPr>
            <a:xfrm>
              <a:off x="8339536" y="2246070"/>
              <a:ext cx="314956" cy="186146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530" name="Hexagon 3529">
              <a:extLst>
                <a:ext uri="{FF2B5EF4-FFF2-40B4-BE49-F238E27FC236}">
                  <a16:creationId xmlns:a16="http://schemas.microsoft.com/office/drawing/2014/main" id="{B54EF313-BA5A-41AA-A07B-57BA261D2FB1}"/>
                </a:ext>
              </a:extLst>
            </p:cNvPr>
            <p:cNvSpPr/>
            <p:nvPr/>
          </p:nvSpPr>
          <p:spPr>
            <a:xfrm>
              <a:off x="8581321" y="2147070"/>
              <a:ext cx="309581" cy="177423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531" name="Hexagon 3530">
              <a:extLst>
                <a:ext uri="{FF2B5EF4-FFF2-40B4-BE49-F238E27FC236}">
                  <a16:creationId xmlns:a16="http://schemas.microsoft.com/office/drawing/2014/main" id="{BCA8A132-299B-4650-B176-26BD28BB7726}"/>
                </a:ext>
              </a:extLst>
            </p:cNvPr>
            <p:cNvSpPr/>
            <p:nvPr/>
          </p:nvSpPr>
          <p:spPr>
            <a:xfrm>
              <a:off x="8578182" y="1956699"/>
              <a:ext cx="314956" cy="186146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532" name="Hexagon 3531">
              <a:extLst>
                <a:ext uri="{FF2B5EF4-FFF2-40B4-BE49-F238E27FC236}">
                  <a16:creationId xmlns:a16="http://schemas.microsoft.com/office/drawing/2014/main" id="{53EFBF9D-0667-4D5C-B931-287717F97489}"/>
                </a:ext>
              </a:extLst>
            </p:cNvPr>
            <p:cNvSpPr/>
            <p:nvPr/>
          </p:nvSpPr>
          <p:spPr>
            <a:xfrm>
              <a:off x="8343923" y="2058359"/>
              <a:ext cx="309581" cy="177423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533" name="Hexagon 3532">
              <a:extLst>
                <a:ext uri="{FF2B5EF4-FFF2-40B4-BE49-F238E27FC236}">
                  <a16:creationId xmlns:a16="http://schemas.microsoft.com/office/drawing/2014/main" id="{7AC62B5B-6EDB-400D-83A6-00BF2B381466}"/>
                </a:ext>
              </a:extLst>
            </p:cNvPr>
            <p:cNvSpPr/>
            <p:nvPr/>
          </p:nvSpPr>
          <p:spPr>
            <a:xfrm>
              <a:off x="8340784" y="1867988"/>
              <a:ext cx="314956" cy="186146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534" name="Hexagon 3533">
              <a:extLst>
                <a:ext uri="{FF2B5EF4-FFF2-40B4-BE49-F238E27FC236}">
                  <a16:creationId xmlns:a16="http://schemas.microsoft.com/office/drawing/2014/main" id="{A4E1FB17-D4AD-4882-B3E1-921219426038}"/>
                </a:ext>
              </a:extLst>
            </p:cNvPr>
            <p:cNvSpPr/>
            <p:nvPr/>
          </p:nvSpPr>
          <p:spPr>
            <a:xfrm>
              <a:off x="8101308" y="2148696"/>
              <a:ext cx="309581" cy="177423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535" name="Hexagon 3534">
              <a:extLst>
                <a:ext uri="{FF2B5EF4-FFF2-40B4-BE49-F238E27FC236}">
                  <a16:creationId xmlns:a16="http://schemas.microsoft.com/office/drawing/2014/main" id="{E7903C3C-1923-4261-A809-DB02CAD29C17}"/>
                </a:ext>
              </a:extLst>
            </p:cNvPr>
            <p:cNvSpPr/>
            <p:nvPr/>
          </p:nvSpPr>
          <p:spPr>
            <a:xfrm>
              <a:off x="8098169" y="1958325"/>
              <a:ext cx="314956" cy="186146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540" name="Hexagon 3539">
              <a:extLst>
                <a:ext uri="{FF2B5EF4-FFF2-40B4-BE49-F238E27FC236}">
                  <a16:creationId xmlns:a16="http://schemas.microsoft.com/office/drawing/2014/main" id="{0AFF38B8-E630-48F1-9DC8-0B5927AD6427}"/>
                </a:ext>
              </a:extLst>
            </p:cNvPr>
            <p:cNvSpPr/>
            <p:nvPr/>
          </p:nvSpPr>
          <p:spPr>
            <a:xfrm>
              <a:off x="8352992" y="1690075"/>
              <a:ext cx="309581" cy="177423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541" name="Hexagon 3540">
              <a:extLst>
                <a:ext uri="{FF2B5EF4-FFF2-40B4-BE49-F238E27FC236}">
                  <a16:creationId xmlns:a16="http://schemas.microsoft.com/office/drawing/2014/main" id="{F4B2CBE5-CCEA-4F55-9226-AC7B5A66113C}"/>
                </a:ext>
              </a:extLst>
            </p:cNvPr>
            <p:cNvSpPr/>
            <p:nvPr/>
          </p:nvSpPr>
          <p:spPr>
            <a:xfrm>
              <a:off x="8349853" y="1499704"/>
              <a:ext cx="314956" cy="186146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542" name="Hexagon 3541">
              <a:extLst>
                <a:ext uri="{FF2B5EF4-FFF2-40B4-BE49-F238E27FC236}">
                  <a16:creationId xmlns:a16="http://schemas.microsoft.com/office/drawing/2014/main" id="{A427C730-2603-4CC5-904E-3F041C658CCA}"/>
                </a:ext>
              </a:extLst>
            </p:cNvPr>
            <p:cNvSpPr/>
            <p:nvPr/>
          </p:nvSpPr>
          <p:spPr>
            <a:xfrm>
              <a:off x="8108819" y="1775833"/>
              <a:ext cx="309581" cy="177423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543" name="Hexagon 3542">
              <a:extLst>
                <a:ext uri="{FF2B5EF4-FFF2-40B4-BE49-F238E27FC236}">
                  <a16:creationId xmlns:a16="http://schemas.microsoft.com/office/drawing/2014/main" id="{5B0D2A75-F248-4AF1-B14F-BCE47B516953}"/>
                </a:ext>
              </a:extLst>
            </p:cNvPr>
            <p:cNvSpPr/>
            <p:nvPr/>
          </p:nvSpPr>
          <p:spPr>
            <a:xfrm>
              <a:off x="8105680" y="1585462"/>
              <a:ext cx="314956" cy="186146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544" name="Hexagon 3543">
              <a:extLst>
                <a:ext uri="{FF2B5EF4-FFF2-40B4-BE49-F238E27FC236}">
                  <a16:creationId xmlns:a16="http://schemas.microsoft.com/office/drawing/2014/main" id="{D6ADD2E5-D9EF-4EC2-BF2B-779AF60B285D}"/>
                </a:ext>
              </a:extLst>
            </p:cNvPr>
            <p:cNvSpPr/>
            <p:nvPr/>
          </p:nvSpPr>
          <p:spPr>
            <a:xfrm>
              <a:off x="8108819" y="1412322"/>
              <a:ext cx="309581" cy="177423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545" name="Hexagon 3544">
              <a:extLst>
                <a:ext uri="{FF2B5EF4-FFF2-40B4-BE49-F238E27FC236}">
                  <a16:creationId xmlns:a16="http://schemas.microsoft.com/office/drawing/2014/main" id="{1F955D0D-C24B-4F43-BAFC-941DF15E8968}"/>
                </a:ext>
              </a:extLst>
            </p:cNvPr>
            <p:cNvSpPr/>
            <p:nvPr/>
          </p:nvSpPr>
          <p:spPr>
            <a:xfrm>
              <a:off x="8105680" y="1221951"/>
              <a:ext cx="314956" cy="186146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546" name="Hexagon 3545">
              <a:extLst>
                <a:ext uri="{FF2B5EF4-FFF2-40B4-BE49-F238E27FC236}">
                  <a16:creationId xmlns:a16="http://schemas.microsoft.com/office/drawing/2014/main" id="{B637D0B8-3980-4E51-9A3F-02096ED72D00}"/>
                </a:ext>
              </a:extLst>
            </p:cNvPr>
            <p:cNvSpPr/>
            <p:nvPr/>
          </p:nvSpPr>
          <p:spPr>
            <a:xfrm>
              <a:off x="7865354" y="1682896"/>
              <a:ext cx="309581" cy="177423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547" name="Hexagon 3546">
              <a:extLst>
                <a:ext uri="{FF2B5EF4-FFF2-40B4-BE49-F238E27FC236}">
                  <a16:creationId xmlns:a16="http://schemas.microsoft.com/office/drawing/2014/main" id="{7A9FF99D-B02A-4A86-BADF-216D3A87CA8B}"/>
                </a:ext>
              </a:extLst>
            </p:cNvPr>
            <p:cNvSpPr/>
            <p:nvPr/>
          </p:nvSpPr>
          <p:spPr>
            <a:xfrm>
              <a:off x="7862215" y="1492525"/>
              <a:ext cx="314956" cy="186146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548" name="Hexagon 3547">
              <a:extLst>
                <a:ext uri="{FF2B5EF4-FFF2-40B4-BE49-F238E27FC236}">
                  <a16:creationId xmlns:a16="http://schemas.microsoft.com/office/drawing/2014/main" id="{E2B9BDC4-36D9-4E25-9022-CC6BABB6AAA9}"/>
                </a:ext>
              </a:extLst>
            </p:cNvPr>
            <p:cNvSpPr/>
            <p:nvPr/>
          </p:nvSpPr>
          <p:spPr>
            <a:xfrm>
              <a:off x="7865127" y="1323335"/>
              <a:ext cx="309581" cy="177423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549" name="Hexagon 3548">
              <a:extLst>
                <a:ext uri="{FF2B5EF4-FFF2-40B4-BE49-F238E27FC236}">
                  <a16:creationId xmlns:a16="http://schemas.microsoft.com/office/drawing/2014/main" id="{35488060-1FDB-4C3C-8D71-552A89E54DC5}"/>
                </a:ext>
              </a:extLst>
            </p:cNvPr>
            <p:cNvSpPr/>
            <p:nvPr/>
          </p:nvSpPr>
          <p:spPr>
            <a:xfrm>
              <a:off x="7861988" y="1132964"/>
              <a:ext cx="314956" cy="186146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550" name="Hexagon 3549">
              <a:extLst>
                <a:ext uri="{FF2B5EF4-FFF2-40B4-BE49-F238E27FC236}">
                  <a16:creationId xmlns:a16="http://schemas.microsoft.com/office/drawing/2014/main" id="{BCA8FB42-C1D0-48F5-A177-EE493D88C624}"/>
                </a:ext>
              </a:extLst>
            </p:cNvPr>
            <p:cNvSpPr/>
            <p:nvPr/>
          </p:nvSpPr>
          <p:spPr>
            <a:xfrm>
              <a:off x="7622514" y="1770826"/>
              <a:ext cx="309581" cy="177423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551" name="Hexagon 3550">
              <a:extLst>
                <a:ext uri="{FF2B5EF4-FFF2-40B4-BE49-F238E27FC236}">
                  <a16:creationId xmlns:a16="http://schemas.microsoft.com/office/drawing/2014/main" id="{E522094C-363A-4DDA-AC58-D31658532D2E}"/>
                </a:ext>
              </a:extLst>
            </p:cNvPr>
            <p:cNvSpPr/>
            <p:nvPr/>
          </p:nvSpPr>
          <p:spPr>
            <a:xfrm>
              <a:off x="7619375" y="1580455"/>
              <a:ext cx="314956" cy="186146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552" name="Hexagon 3551">
              <a:extLst>
                <a:ext uri="{FF2B5EF4-FFF2-40B4-BE49-F238E27FC236}">
                  <a16:creationId xmlns:a16="http://schemas.microsoft.com/office/drawing/2014/main" id="{534B151E-F3F7-44EA-BD8E-D5D48C96E39E}"/>
                </a:ext>
              </a:extLst>
            </p:cNvPr>
            <p:cNvSpPr/>
            <p:nvPr/>
          </p:nvSpPr>
          <p:spPr>
            <a:xfrm>
              <a:off x="7628726" y="1403813"/>
              <a:ext cx="309581" cy="177423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553" name="Hexagon 3552">
              <a:extLst>
                <a:ext uri="{FF2B5EF4-FFF2-40B4-BE49-F238E27FC236}">
                  <a16:creationId xmlns:a16="http://schemas.microsoft.com/office/drawing/2014/main" id="{ED105B87-CE68-4DE6-B21B-868FB8CA7819}"/>
                </a:ext>
              </a:extLst>
            </p:cNvPr>
            <p:cNvSpPr/>
            <p:nvPr/>
          </p:nvSpPr>
          <p:spPr>
            <a:xfrm>
              <a:off x="7625587" y="1213442"/>
              <a:ext cx="314956" cy="186146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554" name="Hexagon 3553">
              <a:extLst>
                <a:ext uri="{FF2B5EF4-FFF2-40B4-BE49-F238E27FC236}">
                  <a16:creationId xmlns:a16="http://schemas.microsoft.com/office/drawing/2014/main" id="{C4272AFF-9DEC-47F7-BB60-0566B5528079}"/>
                </a:ext>
              </a:extLst>
            </p:cNvPr>
            <p:cNvSpPr/>
            <p:nvPr/>
          </p:nvSpPr>
          <p:spPr>
            <a:xfrm>
              <a:off x="7631974" y="1040027"/>
              <a:ext cx="309581" cy="177423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555" name="Hexagon 3554">
              <a:extLst>
                <a:ext uri="{FF2B5EF4-FFF2-40B4-BE49-F238E27FC236}">
                  <a16:creationId xmlns:a16="http://schemas.microsoft.com/office/drawing/2014/main" id="{343A768A-2865-42B0-9C98-9FBACA6746E5}"/>
                </a:ext>
              </a:extLst>
            </p:cNvPr>
            <p:cNvSpPr/>
            <p:nvPr/>
          </p:nvSpPr>
          <p:spPr>
            <a:xfrm>
              <a:off x="7628835" y="849656"/>
              <a:ext cx="314956" cy="186146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556" name="Hexagon 3555">
              <a:extLst>
                <a:ext uri="{FF2B5EF4-FFF2-40B4-BE49-F238E27FC236}">
                  <a16:creationId xmlns:a16="http://schemas.microsoft.com/office/drawing/2014/main" id="{CF2DD3ED-25A7-4B2F-9D6A-32DE248644BE}"/>
                </a:ext>
              </a:extLst>
            </p:cNvPr>
            <p:cNvSpPr/>
            <p:nvPr/>
          </p:nvSpPr>
          <p:spPr>
            <a:xfrm>
              <a:off x="7394871" y="1138206"/>
              <a:ext cx="309581" cy="177423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557" name="Hexagon 3556">
              <a:extLst>
                <a:ext uri="{FF2B5EF4-FFF2-40B4-BE49-F238E27FC236}">
                  <a16:creationId xmlns:a16="http://schemas.microsoft.com/office/drawing/2014/main" id="{289B13D4-1679-4904-AF94-D47F35C9777C}"/>
                </a:ext>
              </a:extLst>
            </p:cNvPr>
            <p:cNvSpPr/>
            <p:nvPr/>
          </p:nvSpPr>
          <p:spPr>
            <a:xfrm>
              <a:off x="7391732" y="947835"/>
              <a:ext cx="314956" cy="186146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558" name="Hexagon 3557">
              <a:extLst>
                <a:ext uri="{FF2B5EF4-FFF2-40B4-BE49-F238E27FC236}">
                  <a16:creationId xmlns:a16="http://schemas.microsoft.com/office/drawing/2014/main" id="{31193BA1-4D74-4DF3-A423-29AF152AEF45}"/>
                </a:ext>
              </a:extLst>
            </p:cNvPr>
            <p:cNvSpPr/>
            <p:nvPr/>
          </p:nvSpPr>
          <p:spPr>
            <a:xfrm>
              <a:off x="7385715" y="1503041"/>
              <a:ext cx="309581" cy="177423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559" name="Hexagon 3558">
              <a:extLst>
                <a:ext uri="{FF2B5EF4-FFF2-40B4-BE49-F238E27FC236}">
                  <a16:creationId xmlns:a16="http://schemas.microsoft.com/office/drawing/2014/main" id="{2F37C951-F660-43E9-AECD-F3BBA7F06845}"/>
                </a:ext>
              </a:extLst>
            </p:cNvPr>
            <p:cNvSpPr/>
            <p:nvPr/>
          </p:nvSpPr>
          <p:spPr>
            <a:xfrm>
              <a:off x="7382576" y="1312670"/>
              <a:ext cx="314956" cy="186146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560" name="Hexagon 3559">
              <a:extLst>
                <a:ext uri="{FF2B5EF4-FFF2-40B4-BE49-F238E27FC236}">
                  <a16:creationId xmlns:a16="http://schemas.microsoft.com/office/drawing/2014/main" id="{4872DB50-5348-40C9-B60D-7D381B1B753F}"/>
                </a:ext>
              </a:extLst>
            </p:cNvPr>
            <p:cNvSpPr/>
            <p:nvPr/>
          </p:nvSpPr>
          <p:spPr>
            <a:xfrm>
              <a:off x="7388397" y="1860319"/>
              <a:ext cx="309581" cy="177423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561" name="Hexagon 3560">
              <a:extLst>
                <a:ext uri="{FF2B5EF4-FFF2-40B4-BE49-F238E27FC236}">
                  <a16:creationId xmlns:a16="http://schemas.microsoft.com/office/drawing/2014/main" id="{3B80919D-178A-4AF4-A03F-4CDE8C3BF2DA}"/>
                </a:ext>
              </a:extLst>
            </p:cNvPr>
            <p:cNvSpPr/>
            <p:nvPr/>
          </p:nvSpPr>
          <p:spPr>
            <a:xfrm>
              <a:off x="7385258" y="1669948"/>
              <a:ext cx="314956" cy="186146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562" name="Hexagon 3561">
              <a:extLst>
                <a:ext uri="{FF2B5EF4-FFF2-40B4-BE49-F238E27FC236}">
                  <a16:creationId xmlns:a16="http://schemas.microsoft.com/office/drawing/2014/main" id="{7E9AD097-40FF-4BF2-BFC4-B4BC8F1896DF}"/>
                </a:ext>
              </a:extLst>
            </p:cNvPr>
            <p:cNvSpPr/>
            <p:nvPr/>
          </p:nvSpPr>
          <p:spPr>
            <a:xfrm>
              <a:off x="7630354" y="2519227"/>
              <a:ext cx="309581" cy="177423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563" name="Hexagon 3562">
              <a:extLst>
                <a:ext uri="{FF2B5EF4-FFF2-40B4-BE49-F238E27FC236}">
                  <a16:creationId xmlns:a16="http://schemas.microsoft.com/office/drawing/2014/main" id="{EE41B528-B171-4D6D-86E1-9F142A451E9E}"/>
                </a:ext>
              </a:extLst>
            </p:cNvPr>
            <p:cNvSpPr/>
            <p:nvPr/>
          </p:nvSpPr>
          <p:spPr>
            <a:xfrm>
              <a:off x="7627215" y="2328856"/>
              <a:ext cx="314956" cy="186146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564" name="Hexagon 3563">
              <a:extLst>
                <a:ext uri="{FF2B5EF4-FFF2-40B4-BE49-F238E27FC236}">
                  <a16:creationId xmlns:a16="http://schemas.microsoft.com/office/drawing/2014/main" id="{414926BE-0F1F-424F-B30C-300B2E77556C}"/>
                </a:ext>
              </a:extLst>
            </p:cNvPr>
            <p:cNvSpPr/>
            <p:nvPr/>
          </p:nvSpPr>
          <p:spPr>
            <a:xfrm>
              <a:off x="7394912" y="2430516"/>
              <a:ext cx="309581" cy="177423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565" name="Hexagon 3564">
              <a:extLst>
                <a:ext uri="{FF2B5EF4-FFF2-40B4-BE49-F238E27FC236}">
                  <a16:creationId xmlns:a16="http://schemas.microsoft.com/office/drawing/2014/main" id="{ED8E814D-B3EF-452E-BB08-4549ED5EDB50}"/>
                </a:ext>
              </a:extLst>
            </p:cNvPr>
            <p:cNvSpPr/>
            <p:nvPr/>
          </p:nvSpPr>
          <p:spPr>
            <a:xfrm>
              <a:off x="7391773" y="2240145"/>
              <a:ext cx="314956" cy="186146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567" name="Hexagon 3566">
              <a:extLst>
                <a:ext uri="{FF2B5EF4-FFF2-40B4-BE49-F238E27FC236}">
                  <a16:creationId xmlns:a16="http://schemas.microsoft.com/office/drawing/2014/main" id="{9ED89082-37D5-4CB7-B88B-E93865519866}"/>
                </a:ext>
              </a:extLst>
            </p:cNvPr>
            <p:cNvSpPr/>
            <p:nvPr/>
          </p:nvSpPr>
          <p:spPr>
            <a:xfrm>
              <a:off x="7145770" y="1223959"/>
              <a:ext cx="314956" cy="186146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568" name="Hexagon 3567">
              <a:extLst>
                <a:ext uri="{FF2B5EF4-FFF2-40B4-BE49-F238E27FC236}">
                  <a16:creationId xmlns:a16="http://schemas.microsoft.com/office/drawing/2014/main" id="{2358F9CC-0047-46FB-8788-E383E1DD80AA}"/>
                </a:ext>
              </a:extLst>
            </p:cNvPr>
            <p:cNvSpPr/>
            <p:nvPr/>
          </p:nvSpPr>
          <p:spPr>
            <a:xfrm>
              <a:off x="7144654" y="1770207"/>
              <a:ext cx="309581" cy="177423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569" name="Hexagon 3568">
              <a:extLst>
                <a:ext uri="{FF2B5EF4-FFF2-40B4-BE49-F238E27FC236}">
                  <a16:creationId xmlns:a16="http://schemas.microsoft.com/office/drawing/2014/main" id="{0B7362CC-717D-4CC2-B1E0-18B894460E23}"/>
                </a:ext>
              </a:extLst>
            </p:cNvPr>
            <p:cNvSpPr/>
            <p:nvPr/>
          </p:nvSpPr>
          <p:spPr>
            <a:xfrm>
              <a:off x="7141515" y="1579836"/>
              <a:ext cx="314956" cy="186146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570" name="Hexagon 3569">
              <a:extLst>
                <a:ext uri="{FF2B5EF4-FFF2-40B4-BE49-F238E27FC236}">
                  <a16:creationId xmlns:a16="http://schemas.microsoft.com/office/drawing/2014/main" id="{E9E4EB43-B63C-4D24-8B67-9555504A14E3}"/>
                </a:ext>
              </a:extLst>
            </p:cNvPr>
            <p:cNvSpPr/>
            <p:nvPr/>
          </p:nvSpPr>
          <p:spPr>
            <a:xfrm>
              <a:off x="7158984" y="2146707"/>
              <a:ext cx="309581" cy="177423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571" name="Hexagon 3570">
              <a:extLst>
                <a:ext uri="{FF2B5EF4-FFF2-40B4-BE49-F238E27FC236}">
                  <a16:creationId xmlns:a16="http://schemas.microsoft.com/office/drawing/2014/main" id="{8CCDAB23-7502-4101-BCEF-4AC6C9D98FF0}"/>
                </a:ext>
              </a:extLst>
            </p:cNvPr>
            <p:cNvSpPr/>
            <p:nvPr/>
          </p:nvSpPr>
          <p:spPr>
            <a:xfrm>
              <a:off x="7155845" y="1956336"/>
              <a:ext cx="314956" cy="186146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572" name="Hexagon 3571">
              <a:extLst>
                <a:ext uri="{FF2B5EF4-FFF2-40B4-BE49-F238E27FC236}">
                  <a16:creationId xmlns:a16="http://schemas.microsoft.com/office/drawing/2014/main" id="{F4BB128E-1460-4414-9CB1-2FF54C6B88BB}"/>
                </a:ext>
              </a:extLst>
            </p:cNvPr>
            <p:cNvSpPr/>
            <p:nvPr/>
          </p:nvSpPr>
          <p:spPr>
            <a:xfrm>
              <a:off x="7157099" y="2524952"/>
              <a:ext cx="309581" cy="177423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573" name="Hexagon 3572">
              <a:extLst>
                <a:ext uri="{FF2B5EF4-FFF2-40B4-BE49-F238E27FC236}">
                  <a16:creationId xmlns:a16="http://schemas.microsoft.com/office/drawing/2014/main" id="{6349761C-661B-483F-A51C-754E1A943D86}"/>
                </a:ext>
              </a:extLst>
            </p:cNvPr>
            <p:cNvSpPr/>
            <p:nvPr/>
          </p:nvSpPr>
          <p:spPr>
            <a:xfrm>
              <a:off x="7153960" y="2334581"/>
              <a:ext cx="314956" cy="186146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574" name="Hexagon 3573">
              <a:extLst>
                <a:ext uri="{FF2B5EF4-FFF2-40B4-BE49-F238E27FC236}">
                  <a16:creationId xmlns:a16="http://schemas.microsoft.com/office/drawing/2014/main" id="{5C31EB76-D06C-4321-A752-F292F7050EB4}"/>
                </a:ext>
              </a:extLst>
            </p:cNvPr>
            <p:cNvSpPr/>
            <p:nvPr/>
          </p:nvSpPr>
          <p:spPr>
            <a:xfrm>
              <a:off x="6908845" y="1321393"/>
              <a:ext cx="309581" cy="177423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575" name="Hexagon 3574">
              <a:extLst>
                <a:ext uri="{FF2B5EF4-FFF2-40B4-BE49-F238E27FC236}">
                  <a16:creationId xmlns:a16="http://schemas.microsoft.com/office/drawing/2014/main" id="{291A0B2F-353A-424C-838A-3C873B25B4C7}"/>
                </a:ext>
              </a:extLst>
            </p:cNvPr>
            <p:cNvSpPr/>
            <p:nvPr/>
          </p:nvSpPr>
          <p:spPr>
            <a:xfrm>
              <a:off x="6905706" y="1131022"/>
              <a:ext cx="314956" cy="186146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576" name="Hexagon 3575">
              <a:extLst>
                <a:ext uri="{FF2B5EF4-FFF2-40B4-BE49-F238E27FC236}">
                  <a16:creationId xmlns:a16="http://schemas.microsoft.com/office/drawing/2014/main" id="{321D82B5-F3AC-45FA-9725-A25B2EB80CC0}"/>
                </a:ext>
              </a:extLst>
            </p:cNvPr>
            <p:cNvSpPr/>
            <p:nvPr/>
          </p:nvSpPr>
          <p:spPr>
            <a:xfrm>
              <a:off x="6672039" y="1415101"/>
              <a:ext cx="309581" cy="177423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577" name="Hexagon 3576">
              <a:extLst>
                <a:ext uri="{FF2B5EF4-FFF2-40B4-BE49-F238E27FC236}">
                  <a16:creationId xmlns:a16="http://schemas.microsoft.com/office/drawing/2014/main" id="{2892DA5B-E3A8-49F2-9EE4-714193B8AD40}"/>
                </a:ext>
              </a:extLst>
            </p:cNvPr>
            <p:cNvSpPr/>
            <p:nvPr/>
          </p:nvSpPr>
          <p:spPr>
            <a:xfrm>
              <a:off x="6668900" y="1224730"/>
              <a:ext cx="314956" cy="186146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578" name="Hexagon 3577">
              <a:extLst>
                <a:ext uri="{FF2B5EF4-FFF2-40B4-BE49-F238E27FC236}">
                  <a16:creationId xmlns:a16="http://schemas.microsoft.com/office/drawing/2014/main" id="{634E4B0C-1D25-49E2-B115-5EDE9C75B398}"/>
                </a:ext>
              </a:extLst>
            </p:cNvPr>
            <p:cNvSpPr/>
            <p:nvPr/>
          </p:nvSpPr>
          <p:spPr>
            <a:xfrm>
              <a:off x="6913492" y="1698679"/>
              <a:ext cx="309581" cy="177423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579" name="Hexagon 3578">
              <a:extLst>
                <a:ext uri="{FF2B5EF4-FFF2-40B4-BE49-F238E27FC236}">
                  <a16:creationId xmlns:a16="http://schemas.microsoft.com/office/drawing/2014/main" id="{222B14B0-9FA5-4CA4-A9EE-B8FCBD67EF2C}"/>
                </a:ext>
              </a:extLst>
            </p:cNvPr>
            <p:cNvSpPr/>
            <p:nvPr/>
          </p:nvSpPr>
          <p:spPr>
            <a:xfrm>
              <a:off x="6910353" y="1508308"/>
              <a:ext cx="314956" cy="186146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580" name="Hexagon 3579">
              <a:extLst>
                <a:ext uri="{FF2B5EF4-FFF2-40B4-BE49-F238E27FC236}">
                  <a16:creationId xmlns:a16="http://schemas.microsoft.com/office/drawing/2014/main" id="{AA72546A-4EE3-4F7A-9655-18D0A8FD6FCC}"/>
                </a:ext>
              </a:extLst>
            </p:cNvPr>
            <p:cNvSpPr/>
            <p:nvPr/>
          </p:nvSpPr>
          <p:spPr>
            <a:xfrm>
              <a:off x="6923326" y="2054133"/>
              <a:ext cx="309581" cy="177423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581" name="Hexagon 3580">
              <a:extLst>
                <a:ext uri="{FF2B5EF4-FFF2-40B4-BE49-F238E27FC236}">
                  <a16:creationId xmlns:a16="http://schemas.microsoft.com/office/drawing/2014/main" id="{6C8C5FF7-B735-492F-8EB0-DCD192E4378E}"/>
                </a:ext>
              </a:extLst>
            </p:cNvPr>
            <p:cNvSpPr/>
            <p:nvPr/>
          </p:nvSpPr>
          <p:spPr>
            <a:xfrm>
              <a:off x="6920187" y="1863762"/>
              <a:ext cx="314956" cy="186146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582" name="Hexagon 3581">
              <a:extLst>
                <a:ext uri="{FF2B5EF4-FFF2-40B4-BE49-F238E27FC236}">
                  <a16:creationId xmlns:a16="http://schemas.microsoft.com/office/drawing/2014/main" id="{BABC9E0C-B13C-4887-AA29-7522DB844084}"/>
                </a:ext>
              </a:extLst>
            </p:cNvPr>
            <p:cNvSpPr/>
            <p:nvPr/>
          </p:nvSpPr>
          <p:spPr>
            <a:xfrm>
              <a:off x="6676325" y="2519227"/>
              <a:ext cx="309581" cy="177423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583" name="Hexagon 3582">
              <a:extLst>
                <a:ext uri="{FF2B5EF4-FFF2-40B4-BE49-F238E27FC236}">
                  <a16:creationId xmlns:a16="http://schemas.microsoft.com/office/drawing/2014/main" id="{F72F6B94-8AC7-474D-BC56-491F6CBB76C9}"/>
                </a:ext>
              </a:extLst>
            </p:cNvPr>
            <p:cNvSpPr/>
            <p:nvPr/>
          </p:nvSpPr>
          <p:spPr>
            <a:xfrm>
              <a:off x="6673186" y="2328856"/>
              <a:ext cx="314956" cy="186146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584" name="Hexagon 3583">
              <a:extLst>
                <a:ext uri="{FF2B5EF4-FFF2-40B4-BE49-F238E27FC236}">
                  <a16:creationId xmlns:a16="http://schemas.microsoft.com/office/drawing/2014/main" id="{0BFA50F8-8982-444E-BA93-88FC4AB512A9}"/>
                </a:ext>
              </a:extLst>
            </p:cNvPr>
            <p:cNvSpPr/>
            <p:nvPr/>
          </p:nvSpPr>
          <p:spPr>
            <a:xfrm>
              <a:off x="6679153" y="2147070"/>
              <a:ext cx="309581" cy="177423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585" name="Hexagon 3584">
              <a:extLst>
                <a:ext uri="{FF2B5EF4-FFF2-40B4-BE49-F238E27FC236}">
                  <a16:creationId xmlns:a16="http://schemas.microsoft.com/office/drawing/2014/main" id="{A0C3B560-0731-4D7E-B389-82C34B621006}"/>
                </a:ext>
              </a:extLst>
            </p:cNvPr>
            <p:cNvSpPr/>
            <p:nvPr/>
          </p:nvSpPr>
          <p:spPr>
            <a:xfrm>
              <a:off x="6676014" y="1956699"/>
              <a:ext cx="314956" cy="186146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586" name="Hexagon 3585">
              <a:extLst>
                <a:ext uri="{FF2B5EF4-FFF2-40B4-BE49-F238E27FC236}">
                  <a16:creationId xmlns:a16="http://schemas.microsoft.com/office/drawing/2014/main" id="{2DB17382-9468-44C4-A108-4329658AF44D}"/>
                </a:ext>
              </a:extLst>
            </p:cNvPr>
            <p:cNvSpPr/>
            <p:nvPr/>
          </p:nvSpPr>
          <p:spPr>
            <a:xfrm>
              <a:off x="6678893" y="1780703"/>
              <a:ext cx="309581" cy="177423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587" name="Hexagon 3586">
              <a:extLst>
                <a:ext uri="{FF2B5EF4-FFF2-40B4-BE49-F238E27FC236}">
                  <a16:creationId xmlns:a16="http://schemas.microsoft.com/office/drawing/2014/main" id="{E434DB61-6E2C-42D3-829C-ADDA5CCBF62D}"/>
                </a:ext>
              </a:extLst>
            </p:cNvPr>
            <p:cNvSpPr/>
            <p:nvPr/>
          </p:nvSpPr>
          <p:spPr>
            <a:xfrm>
              <a:off x="6675754" y="1590332"/>
              <a:ext cx="314956" cy="186146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588" name="Hexagon 3587">
              <a:extLst>
                <a:ext uri="{FF2B5EF4-FFF2-40B4-BE49-F238E27FC236}">
                  <a16:creationId xmlns:a16="http://schemas.microsoft.com/office/drawing/2014/main" id="{1CAD0D87-95B3-41CA-A775-8FCDBB35F68B}"/>
                </a:ext>
              </a:extLst>
            </p:cNvPr>
            <p:cNvSpPr/>
            <p:nvPr/>
          </p:nvSpPr>
          <p:spPr>
            <a:xfrm>
              <a:off x="6438094" y="1878892"/>
              <a:ext cx="309581" cy="177423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589" name="Hexagon 3588">
              <a:extLst>
                <a:ext uri="{FF2B5EF4-FFF2-40B4-BE49-F238E27FC236}">
                  <a16:creationId xmlns:a16="http://schemas.microsoft.com/office/drawing/2014/main" id="{8F5EDA4D-0504-4751-B991-8BECE289B48F}"/>
                </a:ext>
              </a:extLst>
            </p:cNvPr>
            <p:cNvSpPr/>
            <p:nvPr/>
          </p:nvSpPr>
          <p:spPr>
            <a:xfrm>
              <a:off x="6434955" y="1688521"/>
              <a:ext cx="314956" cy="186146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590" name="Hexagon 3589">
              <a:extLst>
                <a:ext uri="{FF2B5EF4-FFF2-40B4-BE49-F238E27FC236}">
                  <a16:creationId xmlns:a16="http://schemas.microsoft.com/office/drawing/2014/main" id="{5480D9AD-DC7A-4201-8E55-0B313D6B3BA5}"/>
                </a:ext>
              </a:extLst>
            </p:cNvPr>
            <p:cNvSpPr/>
            <p:nvPr/>
          </p:nvSpPr>
          <p:spPr>
            <a:xfrm>
              <a:off x="6202392" y="1971013"/>
              <a:ext cx="309581" cy="177423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591" name="Hexagon 3590">
              <a:extLst>
                <a:ext uri="{FF2B5EF4-FFF2-40B4-BE49-F238E27FC236}">
                  <a16:creationId xmlns:a16="http://schemas.microsoft.com/office/drawing/2014/main" id="{B346172C-3DF9-4D90-9BD0-89565EC3247D}"/>
                </a:ext>
              </a:extLst>
            </p:cNvPr>
            <p:cNvSpPr/>
            <p:nvPr/>
          </p:nvSpPr>
          <p:spPr>
            <a:xfrm>
              <a:off x="6199253" y="1780642"/>
              <a:ext cx="314956" cy="186146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592" name="Hexagon 3591">
              <a:extLst>
                <a:ext uri="{FF2B5EF4-FFF2-40B4-BE49-F238E27FC236}">
                  <a16:creationId xmlns:a16="http://schemas.microsoft.com/office/drawing/2014/main" id="{BD20810A-9558-49C8-A962-6163E9F211F9}"/>
                </a:ext>
              </a:extLst>
            </p:cNvPr>
            <p:cNvSpPr/>
            <p:nvPr/>
          </p:nvSpPr>
          <p:spPr>
            <a:xfrm>
              <a:off x="5970977" y="1876221"/>
              <a:ext cx="309581" cy="177423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593" name="Hexagon 3592">
              <a:extLst>
                <a:ext uri="{FF2B5EF4-FFF2-40B4-BE49-F238E27FC236}">
                  <a16:creationId xmlns:a16="http://schemas.microsoft.com/office/drawing/2014/main" id="{FFB7938E-4855-4E72-BBE0-BB562735A9CA}"/>
                </a:ext>
              </a:extLst>
            </p:cNvPr>
            <p:cNvSpPr/>
            <p:nvPr/>
          </p:nvSpPr>
          <p:spPr>
            <a:xfrm>
              <a:off x="5967838" y="1685850"/>
              <a:ext cx="314956" cy="186146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594" name="Hexagon 3593">
              <a:extLst>
                <a:ext uri="{FF2B5EF4-FFF2-40B4-BE49-F238E27FC236}">
                  <a16:creationId xmlns:a16="http://schemas.microsoft.com/office/drawing/2014/main" id="{D75752FD-233F-4615-8370-42D62645A10E}"/>
                </a:ext>
              </a:extLst>
            </p:cNvPr>
            <p:cNvSpPr/>
            <p:nvPr/>
          </p:nvSpPr>
          <p:spPr>
            <a:xfrm>
              <a:off x="5730293" y="1966204"/>
              <a:ext cx="309581" cy="177423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595" name="Hexagon 3594">
              <a:extLst>
                <a:ext uri="{FF2B5EF4-FFF2-40B4-BE49-F238E27FC236}">
                  <a16:creationId xmlns:a16="http://schemas.microsoft.com/office/drawing/2014/main" id="{9E6620F3-CB18-4A5D-BDB3-213A2C9E9622}"/>
                </a:ext>
              </a:extLst>
            </p:cNvPr>
            <p:cNvSpPr/>
            <p:nvPr/>
          </p:nvSpPr>
          <p:spPr>
            <a:xfrm>
              <a:off x="5727154" y="1775833"/>
              <a:ext cx="314956" cy="186146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596" name="Hexagon 3595">
              <a:extLst>
                <a:ext uri="{FF2B5EF4-FFF2-40B4-BE49-F238E27FC236}">
                  <a16:creationId xmlns:a16="http://schemas.microsoft.com/office/drawing/2014/main" id="{0313F8DB-087F-4B20-B026-623FA2B22A04}"/>
                </a:ext>
              </a:extLst>
            </p:cNvPr>
            <p:cNvSpPr/>
            <p:nvPr/>
          </p:nvSpPr>
          <p:spPr>
            <a:xfrm>
              <a:off x="6441637" y="1504584"/>
              <a:ext cx="309581" cy="177423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597" name="Hexagon 3596">
              <a:extLst>
                <a:ext uri="{FF2B5EF4-FFF2-40B4-BE49-F238E27FC236}">
                  <a16:creationId xmlns:a16="http://schemas.microsoft.com/office/drawing/2014/main" id="{48F25D66-A525-42AF-9118-95920D679792}"/>
                </a:ext>
              </a:extLst>
            </p:cNvPr>
            <p:cNvSpPr/>
            <p:nvPr/>
          </p:nvSpPr>
          <p:spPr>
            <a:xfrm>
              <a:off x="6438498" y="1314213"/>
              <a:ext cx="314956" cy="186146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598" name="Hexagon 3597">
              <a:extLst>
                <a:ext uri="{FF2B5EF4-FFF2-40B4-BE49-F238E27FC236}">
                  <a16:creationId xmlns:a16="http://schemas.microsoft.com/office/drawing/2014/main" id="{37E8F413-9D3D-42E4-B370-604F3DBC5DFD}"/>
                </a:ext>
              </a:extLst>
            </p:cNvPr>
            <p:cNvSpPr/>
            <p:nvPr/>
          </p:nvSpPr>
          <p:spPr>
            <a:xfrm>
              <a:off x="6205011" y="1407872"/>
              <a:ext cx="309581" cy="177423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599" name="Hexagon 3598">
              <a:extLst>
                <a:ext uri="{FF2B5EF4-FFF2-40B4-BE49-F238E27FC236}">
                  <a16:creationId xmlns:a16="http://schemas.microsoft.com/office/drawing/2014/main" id="{123895A0-4275-4FDB-AC4B-2209F9A164B6}"/>
                </a:ext>
              </a:extLst>
            </p:cNvPr>
            <p:cNvSpPr/>
            <p:nvPr/>
          </p:nvSpPr>
          <p:spPr>
            <a:xfrm>
              <a:off x="6201872" y="1217501"/>
              <a:ext cx="314956" cy="186146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600" name="Hexagon 3599">
              <a:extLst>
                <a:ext uri="{FF2B5EF4-FFF2-40B4-BE49-F238E27FC236}">
                  <a16:creationId xmlns:a16="http://schemas.microsoft.com/office/drawing/2014/main" id="{967D2B71-6615-4ECE-A00B-A0C549BA77D1}"/>
                </a:ext>
              </a:extLst>
            </p:cNvPr>
            <p:cNvSpPr/>
            <p:nvPr/>
          </p:nvSpPr>
          <p:spPr>
            <a:xfrm>
              <a:off x="5717805" y="1223958"/>
              <a:ext cx="309581" cy="177423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601" name="Hexagon 3600">
              <a:extLst>
                <a:ext uri="{FF2B5EF4-FFF2-40B4-BE49-F238E27FC236}">
                  <a16:creationId xmlns:a16="http://schemas.microsoft.com/office/drawing/2014/main" id="{47FA7CAA-3269-4628-BE05-5DC6692FE863}"/>
                </a:ext>
              </a:extLst>
            </p:cNvPr>
            <p:cNvSpPr/>
            <p:nvPr/>
          </p:nvSpPr>
          <p:spPr>
            <a:xfrm>
              <a:off x="5714666" y="1033587"/>
              <a:ext cx="314956" cy="186146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602" name="Hexagon 3601">
              <a:extLst>
                <a:ext uri="{FF2B5EF4-FFF2-40B4-BE49-F238E27FC236}">
                  <a16:creationId xmlns:a16="http://schemas.microsoft.com/office/drawing/2014/main" id="{6B11DDF4-45A6-43C5-8CAD-CC07CD651A11}"/>
                </a:ext>
              </a:extLst>
            </p:cNvPr>
            <p:cNvSpPr/>
            <p:nvPr/>
          </p:nvSpPr>
          <p:spPr>
            <a:xfrm>
              <a:off x="5262040" y="1227867"/>
              <a:ext cx="309581" cy="177423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603" name="Hexagon 3602">
              <a:extLst>
                <a:ext uri="{FF2B5EF4-FFF2-40B4-BE49-F238E27FC236}">
                  <a16:creationId xmlns:a16="http://schemas.microsoft.com/office/drawing/2014/main" id="{2A8A3474-F9EB-4012-B118-BDFD02016E92}"/>
                </a:ext>
              </a:extLst>
            </p:cNvPr>
            <p:cNvSpPr/>
            <p:nvPr/>
          </p:nvSpPr>
          <p:spPr>
            <a:xfrm>
              <a:off x="5258901" y="1037496"/>
              <a:ext cx="314956" cy="186146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604" name="Hexagon 3603">
              <a:extLst>
                <a:ext uri="{FF2B5EF4-FFF2-40B4-BE49-F238E27FC236}">
                  <a16:creationId xmlns:a16="http://schemas.microsoft.com/office/drawing/2014/main" id="{1DFBC503-2876-4E69-8371-DB03ED0E36D6}"/>
                </a:ext>
              </a:extLst>
            </p:cNvPr>
            <p:cNvSpPr/>
            <p:nvPr/>
          </p:nvSpPr>
          <p:spPr>
            <a:xfrm>
              <a:off x="5019346" y="1319336"/>
              <a:ext cx="309581" cy="177423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605" name="Hexagon 3604">
              <a:extLst>
                <a:ext uri="{FF2B5EF4-FFF2-40B4-BE49-F238E27FC236}">
                  <a16:creationId xmlns:a16="http://schemas.microsoft.com/office/drawing/2014/main" id="{B647C3A6-1063-4252-8573-F8C71CEBD954}"/>
                </a:ext>
              </a:extLst>
            </p:cNvPr>
            <p:cNvSpPr/>
            <p:nvPr/>
          </p:nvSpPr>
          <p:spPr>
            <a:xfrm>
              <a:off x="5016207" y="1128965"/>
              <a:ext cx="314956" cy="186146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606" name="Hexagon 3605">
              <a:extLst>
                <a:ext uri="{FF2B5EF4-FFF2-40B4-BE49-F238E27FC236}">
                  <a16:creationId xmlns:a16="http://schemas.microsoft.com/office/drawing/2014/main" id="{010BE3FC-417A-4020-A0E7-F520098F1C59}"/>
                </a:ext>
              </a:extLst>
            </p:cNvPr>
            <p:cNvSpPr/>
            <p:nvPr/>
          </p:nvSpPr>
          <p:spPr>
            <a:xfrm>
              <a:off x="5022594" y="940198"/>
              <a:ext cx="314956" cy="186146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607" name="Hexagon 3606">
              <a:extLst>
                <a:ext uri="{FF2B5EF4-FFF2-40B4-BE49-F238E27FC236}">
                  <a16:creationId xmlns:a16="http://schemas.microsoft.com/office/drawing/2014/main" id="{650FDF4D-2C7D-46B3-90F4-288D8DC2CC8E}"/>
                </a:ext>
              </a:extLst>
            </p:cNvPr>
            <p:cNvSpPr/>
            <p:nvPr/>
          </p:nvSpPr>
          <p:spPr>
            <a:xfrm>
              <a:off x="5257722" y="847125"/>
              <a:ext cx="314956" cy="186146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608" name="Hexagon 3607">
              <a:extLst>
                <a:ext uri="{FF2B5EF4-FFF2-40B4-BE49-F238E27FC236}">
                  <a16:creationId xmlns:a16="http://schemas.microsoft.com/office/drawing/2014/main" id="{2FEADB55-5259-4513-9D94-202026317524}"/>
                </a:ext>
              </a:extLst>
            </p:cNvPr>
            <p:cNvSpPr/>
            <p:nvPr/>
          </p:nvSpPr>
          <p:spPr>
            <a:xfrm>
              <a:off x="5485605" y="942729"/>
              <a:ext cx="314956" cy="186146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609" name="Hexagon 3608">
              <a:extLst>
                <a:ext uri="{FF2B5EF4-FFF2-40B4-BE49-F238E27FC236}">
                  <a16:creationId xmlns:a16="http://schemas.microsoft.com/office/drawing/2014/main" id="{AB0CAB9B-214B-4315-A453-6B87EFFDA6BC}"/>
                </a:ext>
              </a:extLst>
            </p:cNvPr>
            <p:cNvSpPr/>
            <p:nvPr/>
          </p:nvSpPr>
          <p:spPr>
            <a:xfrm>
              <a:off x="5727120" y="846416"/>
              <a:ext cx="314956" cy="186146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610" name="Hexagon 3609">
              <a:extLst>
                <a:ext uri="{FF2B5EF4-FFF2-40B4-BE49-F238E27FC236}">
                  <a16:creationId xmlns:a16="http://schemas.microsoft.com/office/drawing/2014/main" id="{35D59B02-753E-43CF-8B93-E95F5B1BF52F}"/>
                </a:ext>
              </a:extLst>
            </p:cNvPr>
            <p:cNvSpPr/>
            <p:nvPr/>
          </p:nvSpPr>
          <p:spPr>
            <a:xfrm>
              <a:off x="5963015" y="947892"/>
              <a:ext cx="314956" cy="186146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611" name="Hexagon 3610">
              <a:extLst>
                <a:ext uri="{FF2B5EF4-FFF2-40B4-BE49-F238E27FC236}">
                  <a16:creationId xmlns:a16="http://schemas.microsoft.com/office/drawing/2014/main" id="{B3035755-00F5-4CFF-A0E4-B56B51ADC6EE}"/>
                </a:ext>
              </a:extLst>
            </p:cNvPr>
            <p:cNvSpPr/>
            <p:nvPr/>
          </p:nvSpPr>
          <p:spPr>
            <a:xfrm>
              <a:off x="6196518" y="1034445"/>
              <a:ext cx="314956" cy="186146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612" name="Hexagon 3611">
              <a:extLst>
                <a:ext uri="{FF2B5EF4-FFF2-40B4-BE49-F238E27FC236}">
                  <a16:creationId xmlns:a16="http://schemas.microsoft.com/office/drawing/2014/main" id="{9521B223-7963-4BF8-AB2C-7B7B67CDEFAC}"/>
                </a:ext>
              </a:extLst>
            </p:cNvPr>
            <p:cNvSpPr/>
            <p:nvPr/>
          </p:nvSpPr>
          <p:spPr>
            <a:xfrm>
              <a:off x="6434210" y="1125346"/>
              <a:ext cx="314956" cy="186146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613" name="Hexagon 3612">
              <a:extLst>
                <a:ext uri="{FF2B5EF4-FFF2-40B4-BE49-F238E27FC236}">
                  <a16:creationId xmlns:a16="http://schemas.microsoft.com/office/drawing/2014/main" id="{C6D9C769-F05E-47AE-943B-CA1B7A8A16C5}"/>
                </a:ext>
              </a:extLst>
            </p:cNvPr>
            <p:cNvSpPr/>
            <p:nvPr/>
          </p:nvSpPr>
          <p:spPr>
            <a:xfrm>
              <a:off x="5963015" y="1309716"/>
              <a:ext cx="314956" cy="186146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614" name="Hexagon 3613">
              <a:extLst>
                <a:ext uri="{FF2B5EF4-FFF2-40B4-BE49-F238E27FC236}">
                  <a16:creationId xmlns:a16="http://schemas.microsoft.com/office/drawing/2014/main" id="{EAAD9AAE-B834-48A2-8C03-4D6B924A01FD}"/>
                </a:ext>
              </a:extLst>
            </p:cNvPr>
            <p:cNvSpPr/>
            <p:nvPr/>
          </p:nvSpPr>
          <p:spPr>
            <a:xfrm>
              <a:off x="5727489" y="1591109"/>
              <a:ext cx="314956" cy="186146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615" name="Hexagon 3614">
              <a:extLst>
                <a:ext uri="{FF2B5EF4-FFF2-40B4-BE49-F238E27FC236}">
                  <a16:creationId xmlns:a16="http://schemas.microsoft.com/office/drawing/2014/main" id="{8C1E71B5-DADC-41D8-9FC1-D4400E668438}"/>
                </a:ext>
              </a:extLst>
            </p:cNvPr>
            <p:cNvSpPr/>
            <p:nvPr/>
          </p:nvSpPr>
          <p:spPr>
            <a:xfrm>
              <a:off x="5493793" y="1684182"/>
              <a:ext cx="314956" cy="186146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616" name="Hexagon 3615">
              <a:extLst>
                <a:ext uri="{FF2B5EF4-FFF2-40B4-BE49-F238E27FC236}">
                  <a16:creationId xmlns:a16="http://schemas.microsoft.com/office/drawing/2014/main" id="{F70280A0-F92C-4E1A-BA74-440FEBCB94FD}"/>
                </a:ext>
              </a:extLst>
            </p:cNvPr>
            <p:cNvSpPr/>
            <p:nvPr/>
          </p:nvSpPr>
          <p:spPr>
            <a:xfrm>
              <a:off x="6920420" y="2242551"/>
              <a:ext cx="309581" cy="177423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617" name="Hexagon 3616">
              <a:extLst>
                <a:ext uri="{FF2B5EF4-FFF2-40B4-BE49-F238E27FC236}">
                  <a16:creationId xmlns:a16="http://schemas.microsoft.com/office/drawing/2014/main" id="{8F3EBBC8-9EF1-448A-9706-3CB6955D5B0A}"/>
                </a:ext>
              </a:extLst>
            </p:cNvPr>
            <p:cNvSpPr/>
            <p:nvPr/>
          </p:nvSpPr>
          <p:spPr>
            <a:xfrm>
              <a:off x="6912945" y="2615163"/>
              <a:ext cx="309581" cy="177423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618" name="Hexagon 3617">
              <a:extLst>
                <a:ext uri="{FF2B5EF4-FFF2-40B4-BE49-F238E27FC236}">
                  <a16:creationId xmlns:a16="http://schemas.microsoft.com/office/drawing/2014/main" id="{4B5777A6-6372-4017-9EF5-3F9D53394F7B}"/>
                </a:ext>
              </a:extLst>
            </p:cNvPr>
            <p:cNvSpPr/>
            <p:nvPr/>
          </p:nvSpPr>
          <p:spPr>
            <a:xfrm>
              <a:off x="7153078" y="2710020"/>
              <a:ext cx="309581" cy="177423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619" name="Hexagon 3618">
              <a:extLst>
                <a:ext uri="{FF2B5EF4-FFF2-40B4-BE49-F238E27FC236}">
                  <a16:creationId xmlns:a16="http://schemas.microsoft.com/office/drawing/2014/main" id="{8D697988-09A1-46CB-A4A3-0BE4ED1E47D8}"/>
                </a:ext>
              </a:extLst>
            </p:cNvPr>
            <p:cNvSpPr/>
            <p:nvPr/>
          </p:nvSpPr>
          <p:spPr>
            <a:xfrm>
              <a:off x="7400240" y="2615089"/>
              <a:ext cx="309581" cy="177423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620" name="Hexagon 3619">
              <a:extLst>
                <a:ext uri="{FF2B5EF4-FFF2-40B4-BE49-F238E27FC236}">
                  <a16:creationId xmlns:a16="http://schemas.microsoft.com/office/drawing/2014/main" id="{2083BE45-0C9E-4BBB-BB3D-931C4D3D997B}"/>
                </a:ext>
              </a:extLst>
            </p:cNvPr>
            <p:cNvSpPr/>
            <p:nvPr/>
          </p:nvSpPr>
          <p:spPr>
            <a:xfrm>
              <a:off x="7636154" y="2703612"/>
              <a:ext cx="309581" cy="177423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622" name="Hexagon 3621">
              <a:extLst>
                <a:ext uri="{FF2B5EF4-FFF2-40B4-BE49-F238E27FC236}">
                  <a16:creationId xmlns:a16="http://schemas.microsoft.com/office/drawing/2014/main" id="{6F394F01-2A4F-4E0E-9278-E2F7042CE9E6}"/>
                </a:ext>
              </a:extLst>
            </p:cNvPr>
            <p:cNvSpPr/>
            <p:nvPr/>
          </p:nvSpPr>
          <p:spPr>
            <a:xfrm>
              <a:off x="8579914" y="2714237"/>
              <a:ext cx="309581" cy="177423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623" name="Hexagon 3622">
              <a:extLst>
                <a:ext uri="{FF2B5EF4-FFF2-40B4-BE49-F238E27FC236}">
                  <a16:creationId xmlns:a16="http://schemas.microsoft.com/office/drawing/2014/main" id="{0119F332-891F-4549-8737-BF0C57242807}"/>
                </a:ext>
              </a:extLst>
            </p:cNvPr>
            <p:cNvSpPr/>
            <p:nvPr/>
          </p:nvSpPr>
          <p:spPr>
            <a:xfrm>
              <a:off x="9519999" y="2882683"/>
              <a:ext cx="309581" cy="177423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624" name="Hexagon 3623">
              <a:extLst>
                <a:ext uri="{FF2B5EF4-FFF2-40B4-BE49-F238E27FC236}">
                  <a16:creationId xmlns:a16="http://schemas.microsoft.com/office/drawing/2014/main" id="{E06FC05C-8328-43CE-81AA-EAE760AED011}"/>
                </a:ext>
              </a:extLst>
            </p:cNvPr>
            <p:cNvSpPr/>
            <p:nvPr/>
          </p:nvSpPr>
          <p:spPr>
            <a:xfrm>
              <a:off x="8817546" y="2048259"/>
              <a:ext cx="314956" cy="186146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625" name="Hexagon 3624">
              <a:extLst>
                <a:ext uri="{FF2B5EF4-FFF2-40B4-BE49-F238E27FC236}">
                  <a16:creationId xmlns:a16="http://schemas.microsoft.com/office/drawing/2014/main" id="{69198CB4-BD44-4A32-B989-6EA45325D08B}"/>
                </a:ext>
              </a:extLst>
            </p:cNvPr>
            <p:cNvSpPr/>
            <p:nvPr/>
          </p:nvSpPr>
          <p:spPr>
            <a:xfrm>
              <a:off x="7857616" y="2234218"/>
              <a:ext cx="314956" cy="186146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626" name="Hexagon 3625">
              <a:extLst>
                <a:ext uri="{FF2B5EF4-FFF2-40B4-BE49-F238E27FC236}">
                  <a16:creationId xmlns:a16="http://schemas.microsoft.com/office/drawing/2014/main" id="{AECE4BAC-8E81-47B1-A480-76D4768802F6}"/>
                </a:ext>
              </a:extLst>
            </p:cNvPr>
            <p:cNvSpPr/>
            <p:nvPr/>
          </p:nvSpPr>
          <p:spPr>
            <a:xfrm>
              <a:off x="7865373" y="933400"/>
              <a:ext cx="314956" cy="186146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627" name="Hexagon 3626">
              <a:extLst>
                <a:ext uri="{FF2B5EF4-FFF2-40B4-BE49-F238E27FC236}">
                  <a16:creationId xmlns:a16="http://schemas.microsoft.com/office/drawing/2014/main" id="{341A3796-91A8-4861-A6B6-22A08975EA0C}"/>
                </a:ext>
              </a:extLst>
            </p:cNvPr>
            <p:cNvSpPr/>
            <p:nvPr/>
          </p:nvSpPr>
          <p:spPr>
            <a:xfrm>
              <a:off x="8351830" y="1310099"/>
              <a:ext cx="314956" cy="186146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1520" name="Hexagon 3601">
              <a:extLst>
                <a:ext uri="{FF2B5EF4-FFF2-40B4-BE49-F238E27FC236}">
                  <a16:creationId xmlns:a16="http://schemas.microsoft.com/office/drawing/2014/main" id="{60A5CB08-1378-405B-98B7-018204E8C72A}"/>
                </a:ext>
              </a:extLst>
            </p:cNvPr>
            <p:cNvSpPr/>
            <p:nvPr/>
          </p:nvSpPr>
          <p:spPr>
            <a:xfrm>
              <a:off x="5481345" y="1135967"/>
              <a:ext cx="309581" cy="185472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1521" name="Hexagon 3601">
              <a:extLst>
                <a:ext uri="{FF2B5EF4-FFF2-40B4-BE49-F238E27FC236}">
                  <a16:creationId xmlns:a16="http://schemas.microsoft.com/office/drawing/2014/main" id="{4AA4995D-9E9E-4054-89FD-D70BDD28C27A}"/>
                </a:ext>
              </a:extLst>
            </p:cNvPr>
            <p:cNvSpPr/>
            <p:nvPr/>
          </p:nvSpPr>
          <p:spPr>
            <a:xfrm>
              <a:off x="7861398" y="2967897"/>
              <a:ext cx="309581" cy="185472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1522" name="Hexagon 3601">
              <a:extLst>
                <a:ext uri="{FF2B5EF4-FFF2-40B4-BE49-F238E27FC236}">
                  <a16:creationId xmlns:a16="http://schemas.microsoft.com/office/drawing/2014/main" id="{FD2452F8-C8C0-440A-A43E-2F73C195860E}"/>
                </a:ext>
              </a:extLst>
            </p:cNvPr>
            <p:cNvSpPr/>
            <p:nvPr/>
          </p:nvSpPr>
          <p:spPr>
            <a:xfrm>
              <a:off x="7613112" y="2886869"/>
              <a:ext cx="309581" cy="185472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1523" name="Hexagon 3601">
              <a:extLst>
                <a:ext uri="{FF2B5EF4-FFF2-40B4-BE49-F238E27FC236}">
                  <a16:creationId xmlns:a16="http://schemas.microsoft.com/office/drawing/2014/main" id="{051514BB-195A-4858-8CAE-D2F433077415}"/>
                </a:ext>
              </a:extLst>
            </p:cNvPr>
            <p:cNvSpPr/>
            <p:nvPr/>
          </p:nvSpPr>
          <p:spPr>
            <a:xfrm>
              <a:off x="7875893" y="1852081"/>
              <a:ext cx="309581" cy="185472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239" name="Hexagon 2238">
              <a:extLst>
                <a:ext uri="{FF2B5EF4-FFF2-40B4-BE49-F238E27FC236}">
                  <a16:creationId xmlns:a16="http://schemas.microsoft.com/office/drawing/2014/main" id="{5522A607-B676-4E96-AE66-6ACFE91939D4}"/>
                </a:ext>
              </a:extLst>
            </p:cNvPr>
            <p:cNvSpPr/>
            <p:nvPr/>
          </p:nvSpPr>
          <p:spPr>
            <a:xfrm>
              <a:off x="10929779" y="3054890"/>
              <a:ext cx="309581" cy="177423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240" name="Hexagon 2239">
              <a:extLst>
                <a:ext uri="{FF2B5EF4-FFF2-40B4-BE49-F238E27FC236}">
                  <a16:creationId xmlns:a16="http://schemas.microsoft.com/office/drawing/2014/main" id="{410B9829-F8A0-4856-8075-17FCBB1D1627}"/>
                </a:ext>
              </a:extLst>
            </p:cNvPr>
            <p:cNvSpPr/>
            <p:nvPr/>
          </p:nvSpPr>
          <p:spPr>
            <a:xfrm>
              <a:off x="11160760" y="3143601"/>
              <a:ext cx="309581" cy="177423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241" name="Hexagon 2240">
              <a:extLst>
                <a:ext uri="{FF2B5EF4-FFF2-40B4-BE49-F238E27FC236}">
                  <a16:creationId xmlns:a16="http://schemas.microsoft.com/office/drawing/2014/main" id="{D675CCAB-A9C0-4299-A311-56E8992BA1DD}"/>
                </a:ext>
              </a:extLst>
            </p:cNvPr>
            <p:cNvSpPr/>
            <p:nvPr/>
          </p:nvSpPr>
          <p:spPr>
            <a:xfrm>
              <a:off x="10689272" y="3143601"/>
              <a:ext cx="309581" cy="177423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497" name="Hexagon 3496">
              <a:extLst>
                <a:ext uri="{FF2B5EF4-FFF2-40B4-BE49-F238E27FC236}">
                  <a16:creationId xmlns:a16="http://schemas.microsoft.com/office/drawing/2014/main" id="{87F81E4B-159C-46CA-89CA-CE7DE992E51B}"/>
                </a:ext>
              </a:extLst>
            </p:cNvPr>
            <p:cNvSpPr/>
            <p:nvPr/>
          </p:nvSpPr>
          <p:spPr>
            <a:xfrm>
              <a:off x="9987180" y="1413691"/>
              <a:ext cx="314956" cy="186146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566" name="Hexagon 3565">
              <a:extLst>
                <a:ext uri="{FF2B5EF4-FFF2-40B4-BE49-F238E27FC236}">
                  <a16:creationId xmlns:a16="http://schemas.microsoft.com/office/drawing/2014/main" id="{B92F74EB-F950-4DB5-B995-C0C414D0C2F2}"/>
                </a:ext>
              </a:extLst>
            </p:cNvPr>
            <p:cNvSpPr/>
            <p:nvPr/>
          </p:nvSpPr>
          <p:spPr>
            <a:xfrm>
              <a:off x="7148909" y="1414330"/>
              <a:ext cx="309581" cy="177423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</p:grpSp>
      <p:pic>
        <p:nvPicPr>
          <p:cNvPr id="55" name="Picture 54" descr="A picture containing plant, flower, poplar, goldenrod&#10;&#10;Description automatically generated" hidden="1">
            <a:extLst>
              <a:ext uri="{FF2B5EF4-FFF2-40B4-BE49-F238E27FC236}">
                <a16:creationId xmlns:a16="http://schemas.microsoft.com/office/drawing/2014/main" id="{ED3A3F74-2221-433E-891E-0E299C81CF34}"/>
              </a:ext>
            </a:extLst>
          </p:cNvPr>
          <p:cNvPicPr>
            <a:picLocks noChangeAspect="1"/>
          </p:cNvPicPr>
          <p:nvPr/>
        </p:nvPicPr>
        <p:blipFill>
          <a:blip r:embed="rId3">
            <a:alphaModFix amt="5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294263" y="362382"/>
            <a:ext cx="13669796" cy="1064202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8402116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>
            <a:extLst>
              <a:ext uri="{FF2B5EF4-FFF2-40B4-BE49-F238E27FC236}">
                <a16:creationId xmlns:a16="http://schemas.microsoft.com/office/drawing/2014/main" id="{50D5F3BB-089F-457F-9A69-769B03E86DF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00537" y="419947"/>
            <a:ext cx="11167348" cy="9282854"/>
          </a:xfrm>
        </p:spPr>
        <p:txBody>
          <a:bodyPr/>
          <a:lstStyle/>
          <a:p>
            <a:r>
              <a:rPr lang="zh-CN" altLang="en-US" dirty="0"/>
              <a:t>远征第四期路线解读：</a:t>
            </a:r>
            <a:endParaRPr lang="en-US" altLang="zh-CN" dirty="0"/>
          </a:p>
          <a:p>
            <a:pPr marL="0" indent="0">
              <a:buNone/>
            </a:pPr>
            <a:r>
              <a:rPr lang="en-US" altLang="zh-CN" sz="1400" dirty="0"/>
              <a:t>         </a:t>
            </a:r>
            <a:r>
              <a:rPr lang="en-US" altLang="zh-CN" sz="1600" dirty="0"/>
              <a:t>1.</a:t>
            </a:r>
            <a:r>
              <a:rPr lang="zh-CN" altLang="en-US" sz="1600" dirty="0"/>
              <a:t>黑色线路为两队并行线路。橘色和蓝色线路为黑色线路的分支。（黑色线路由在第五格的两队并行，被挤在后面那队为紫色线路预备队按兵不动直至远征末期）</a:t>
            </a:r>
            <a:endParaRPr lang="en-US" altLang="zh-CN" sz="1600" dirty="0"/>
          </a:p>
          <a:p>
            <a:r>
              <a:rPr lang="en-US" altLang="zh-CN" sz="1600" dirty="0"/>
              <a:t>  2.</a:t>
            </a:r>
            <a:r>
              <a:rPr lang="zh-CN" altLang="en-US" sz="1600" dirty="0"/>
              <a:t>橘色线路行进至数字标</a:t>
            </a:r>
            <a:r>
              <a:rPr lang="en-US" altLang="zh-CN" sz="1600" dirty="0"/>
              <a:t>1</a:t>
            </a:r>
            <a:r>
              <a:rPr lang="zh-CN" altLang="en-US" sz="1600" dirty="0"/>
              <a:t>处八卦时，跳步至三点交汇处</a:t>
            </a:r>
            <a:r>
              <a:rPr lang="en-US" altLang="zh-CN" sz="1600" dirty="0"/>
              <a:t>2</a:t>
            </a:r>
            <a:r>
              <a:rPr lang="zh-CN" altLang="en-US" sz="1600" dirty="0"/>
              <a:t>，接着沿橘色线路行进至数字标</a:t>
            </a:r>
            <a:r>
              <a:rPr lang="en-US" altLang="zh-CN" sz="1600" dirty="0"/>
              <a:t>3</a:t>
            </a:r>
            <a:r>
              <a:rPr lang="zh-CN" altLang="en-US" sz="1600" dirty="0"/>
              <a:t>八卦处。</a:t>
            </a:r>
            <a:endParaRPr lang="en-US" altLang="zh-CN" sz="1600" dirty="0"/>
          </a:p>
          <a:p>
            <a:r>
              <a:rPr lang="en-US" altLang="zh-CN" sz="1600" dirty="0"/>
              <a:t>  3.</a:t>
            </a:r>
            <a:r>
              <a:rPr lang="zh-CN" altLang="en-US" sz="1600" dirty="0"/>
              <a:t>继续沿橘色线路行进至数字标</a:t>
            </a:r>
            <a:r>
              <a:rPr lang="en-US" altLang="zh-CN" sz="1600" dirty="0"/>
              <a:t>4</a:t>
            </a:r>
            <a:r>
              <a:rPr lang="zh-CN" altLang="en-US" sz="1600" dirty="0"/>
              <a:t>八卦处，之后跳步至三点交汇处（数字标</a:t>
            </a:r>
            <a:r>
              <a:rPr lang="en-US" altLang="zh-CN" sz="1600" dirty="0"/>
              <a:t>5</a:t>
            </a:r>
            <a:r>
              <a:rPr lang="zh-CN" altLang="en-US" sz="1600" dirty="0"/>
              <a:t>）</a:t>
            </a:r>
            <a:endParaRPr lang="en-US" altLang="zh-CN" sz="1600" dirty="0"/>
          </a:p>
          <a:p>
            <a:r>
              <a:rPr lang="en-US" altLang="zh-CN" sz="1600" dirty="0"/>
              <a:t>  4.</a:t>
            </a:r>
            <a:r>
              <a:rPr lang="zh-CN" altLang="en-US" sz="1600" dirty="0"/>
              <a:t>橘色线路行进至数字标</a:t>
            </a:r>
            <a:r>
              <a:rPr lang="en-US" altLang="zh-CN" sz="1600" dirty="0"/>
              <a:t>6</a:t>
            </a:r>
            <a:r>
              <a:rPr lang="zh-CN" altLang="en-US" sz="1600" dirty="0"/>
              <a:t>处。</a:t>
            </a:r>
            <a:endParaRPr lang="en-US" altLang="zh-CN" sz="1600" dirty="0"/>
          </a:p>
          <a:p>
            <a:r>
              <a:rPr lang="en-US" altLang="zh-CN" sz="1600" dirty="0"/>
              <a:t>  5.</a:t>
            </a:r>
            <a:r>
              <a:rPr lang="zh-CN" altLang="en-US" sz="1600" dirty="0"/>
              <a:t>期间穿插行进蓝色线路，保证同一天蓝色线路处于数字标</a:t>
            </a:r>
            <a:r>
              <a:rPr lang="en-US" altLang="zh-CN" sz="1600" dirty="0"/>
              <a:t>7</a:t>
            </a:r>
            <a:r>
              <a:rPr lang="zh-CN" altLang="en-US" sz="1600" dirty="0"/>
              <a:t>位置，橘色线路处于数字标</a:t>
            </a:r>
            <a:r>
              <a:rPr lang="en-US" altLang="zh-CN" sz="1600" dirty="0"/>
              <a:t>6</a:t>
            </a:r>
            <a:r>
              <a:rPr lang="zh-CN" altLang="en-US" sz="1600" dirty="0"/>
              <a:t>位置（即拿齐八卦）</a:t>
            </a:r>
            <a:endParaRPr lang="en-US" altLang="zh-CN" sz="1600" dirty="0"/>
          </a:p>
          <a:p>
            <a:r>
              <a:rPr lang="en-US" altLang="zh-CN" sz="1600" dirty="0"/>
              <a:t>  6</a:t>
            </a:r>
            <a:r>
              <a:rPr lang="zh-CN" altLang="en-US" sz="1600" dirty="0"/>
              <a:t>，红线线路黄色线路分别为蓝色线路和橘色线路的衍生，区别于拿完八卦前后。</a:t>
            </a:r>
          </a:p>
        </p:txBody>
      </p:sp>
    </p:spTree>
    <p:extLst>
      <p:ext uri="{BB962C8B-B14F-4D97-AF65-F5344CB8AC3E}">
        <p14:creationId xmlns:p14="http://schemas.microsoft.com/office/powerpoint/2010/main" val="191335939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3" name="组合 32">
            <a:extLst>
              <a:ext uri="{FF2B5EF4-FFF2-40B4-BE49-F238E27FC236}">
                <a16:creationId xmlns:a16="http://schemas.microsoft.com/office/drawing/2014/main" id="{A8957408-AA69-48A6-B5AD-A25A077BE8F7}"/>
              </a:ext>
            </a:extLst>
          </p:cNvPr>
          <p:cNvGrpSpPr/>
          <p:nvPr/>
        </p:nvGrpSpPr>
        <p:grpSpPr>
          <a:xfrm>
            <a:off x="-221793" y="212779"/>
            <a:ext cx="13014352" cy="10489635"/>
            <a:chOff x="-221793" y="212779"/>
            <a:chExt cx="13014352" cy="10489635"/>
          </a:xfrm>
        </p:grpSpPr>
        <p:cxnSp>
          <p:nvCxnSpPr>
            <p:cNvPr id="19" name="Straight Connector 452">
              <a:extLst>
                <a:ext uri="{FF2B5EF4-FFF2-40B4-BE49-F238E27FC236}">
                  <a16:creationId xmlns:a16="http://schemas.microsoft.com/office/drawing/2014/main" id="{16D172C2-B808-4D5F-B263-E546CA21BB2E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69949" y="9414283"/>
              <a:ext cx="1894418" cy="736169"/>
            </a:xfrm>
            <a:prstGeom prst="line">
              <a:avLst/>
            </a:prstGeom>
            <a:ln w="38100">
              <a:solidFill>
                <a:schemeClr val="tx1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Straight Connector 452">
              <a:extLst>
                <a:ext uri="{FF2B5EF4-FFF2-40B4-BE49-F238E27FC236}">
                  <a16:creationId xmlns:a16="http://schemas.microsoft.com/office/drawing/2014/main" id="{E5F83B34-6A72-4951-9844-671155F2F898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2564367" y="8753451"/>
              <a:ext cx="1657350" cy="662244"/>
            </a:xfrm>
            <a:prstGeom prst="line">
              <a:avLst/>
            </a:prstGeom>
            <a:ln w="38100">
              <a:solidFill>
                <a:schemeClr val="tx1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Straight Connector 452">
              <a:extLst>
                <a:ext uri="{FF2B5EF4-FFF2-40B4-BE49-F238E27FC236}">
                  <a16:creationId xmlns:a16="http://schemas.microsoft.com/office/drawing/2014/main" id="{8130E43A-AD6D-480D-80F5-18625C54075B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4221716" y="8571417"/>
              <a:ext cx="0" cy="182034"/>
            </a:xfrm>
            <a:prstGeom prst="line">
              <a:avLst/>
            </a:prstGeom>
            <a:ln w="38100">
              <a:solidFill>
                <a:schemeClr val="tx1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Straight Connector 452">
              <a:extLst>
                <a:ext uri="{FF2B5EF4-FFF2-40B4-BE49-F238E27FC236}">
                  <a16:creationId xmlns:a16="http://schemas.microsoft.com/office/drawing/2014/main" id="{7B51B1AD-DEF4-4712-A0A9-1ED416CFDE6A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3980416" y="7953351"/>
              <a:ext cx="29633" cy="541866"/>
            </a:xfrm>
            <a:prstGeom prst="line">
              <a:avLst/>
            </a:prstGeom>
            <a:ln w="28575" cap="flat" cmpd="sng" algn="ctr">
              <a:solidFill>
                <a:schemeClr val="accent4"/>
              </a:solidFill>
              <a:prstDash val="dash"/>
              <a:round/>
              <a:headEnd type="none" w="med" len="med"/>
              <a:tailEnd type="non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tx1"/>
            </a:fontRef>
          </p:style>
        </p:cxnSp>
        <p:cxnSp>
          <p:nvCxnSpPr>
            <p:cNvPr id="30" name="Straight Connector 452">
              <a:extLst>
                <a:ext uri="{FF2B5EF4-FFF2-40B4-BE49-F238E27FC236}">
                  <a16:creationId xmlns:a16="http://schemas.microsoft.com/office/drawing/2014/main" id="{8C5C5E34-EFCC-4A79-941C-CA85546E7C2C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4010049" y="8495217"/>
              <a:ext cx="211667" cy="76200"/>
            </a:xfrm>
            <a:prstGeom prst="line">
              <a:avLst/>
            </a:prstGeom>
            <a:ln w="38100">
              <a:solidFill>
                <a:schemeClr val="tx1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Straight Connector 452">
              <a:extLst>
                <a:ext uri="{FF2B5EF4-FFF2-40B4-BE49-F238E27FC236}">
                  <a16:creationId xmlns:a16="http://schemas.microsoft.com/office/drawing/2014/main" id="{F67263FE-8467-4438-BE51-A7B17387C399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3980416" y="7580818"/>
              <a:ext cx="1" cy="372533"/>
            </a:xfrm>
            <a:prstGeom prst="line">
              <a:avLst/>
            </a:prstGeom>
            <a:ln w="38100">
              <a:solidFill>
                <a:srgbClr val="00B0F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Straight Connector 452">
              <a:extLst>
                <a:ext uri="{FF2B5EF4-FFF2-40B4-BE49-F238E27FC236}">
                  <a16:creationId xmlns:a16="http://schemas.microsoft.com/office/drawing/2014/main" id="{CAB85F3E-5BE7-4F14-A320-EE70D5819EAA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3741153" y="7500588"/>
              <a:ext cx="239262" cy="97164"/>
            </a:xfrm>
            <a:prstGeom prst="line">
              <a:avLst/>
            </a:prstGeom>
            <a:ln w="38100">
              <a:solidFill>
                <a:srgbClr val="00B0F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" name="Straight Connector 452">
              <a:extLst>
                <a:ext uri="{FF2B5EF4-FFF2-40B4-BE49-F238E27FC236}">
                  <a16:creationId xmlns:a16="http://schemas.microsoft.com/office/drawing/2014/main" id="{09397D70-629D-4F86-9A74-82D0B877D54A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3741153" y="7309884"/>
              <a:ext cx="1" cy="182107"/>
            </a:xfrm>
            <a:prstGeom prst="line">
              <a:avLst/>
            </a:prstGeom>
            <a:ln w="38100">
              <a:solidFill>
                <a:srgbClr val="00B0F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" name="Straight Connector 452">
              <a:extLst>
                <a:ext uri="{FF2B5EF4-FFF2-40B4-BE49-F238E27FC236}">
                  <a16:creationId xmlns:a16="http://schemas.microsoft.com/office/drawing/2014/main" id="{7C8AB8E9-4C75-44BD-A269-6220988CF17B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3514749" y="7214532"/>
              <a:ext cx="226406" cy="98781"/>
            </a:xfrm>
            <a:prstGeom prst="line">
              <a:avLst/>
            </a:prstGeom>
            <a:ln w="38100">
              <a:solidFill>
                <a:srgbClr val="00B0F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9" name="Straight Connector 452">
              <a:extLst>
                <a:ext uri="{FF2B5EF4-FFF2-40B4-BE49-F238E27FC236}">
                  <a16:creationId xmlns:a16="http://schemas.microsoft.com/office/drawing/2014/main" id="{09CEE071-8B5E-41C0-BAB6-31F4A15D0BE8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3514749" y="7039315"/>
              <a:ext cx="0" cy="175219"/>
            </a:xfrm>
            <a:prstGeom prst="line">
              <a:avLst/>
            </a:prstGeom>
            <a:ln w="38100">
              <a:solidFill>
                <a:srgbClr val="00B0F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" name="Straight Connector 452">
              <a:extLst>
                <a:ext uri="{FF2B5EF4-FFF2-40B4-BE49-F238E27FC236}">
                  <a16:creationId xmlns:a16="http://schemas.microsoft.com/office/drawing/2014/main" id="{4C38355A-1F64-40AE-BCAB-C6CA3224A084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3528762" y="6747552"/>
              <a:ext cx="692954" cy="291763"/>
            </a:xfrm>
            <a:prstGeom prst="line">
              <a:avLst/>
            </a:prstGeom>
            <a:ln w="38100">
              <a:solidFill>
                <a:srgbClr val="00B0F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2" name="Straight Connector 452">
              <a:extLst>
                <a:ext uri="{FF2B5EF4-FFF2-40B4-BE49-F238E27FC236}">
                  <a16:creationId xmlns:a16="http://schemas.microsoft.com/office/drawing/2014/main" id="{44EFE598-49E5-4821-BBE5-828D2F48CC31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4212658" y="6549656"/>
              <a:ext cx="0" cy="197897"/>
            </a:xfrm>
            <a:prstGeom prst="line">
              <a:avLst/>
            </a:prstGeom>
            <a:ln w="38100">
              <a:solidFill>
                <a:srgbClr val="00B0F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4" name="Straight Connector 452">
              <a:extLst>
                <a:ext uri="{FF2B5EF4-FFF2-40B4-BE49-F238E27FC236}">
                  <a16:creationId xmlns:a16="http://schemas.microsoft.com/office/drawing/2014/main" id="{E16BA676-1512-41C2-9D49-B179F2C2DC8F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3514749" y="6294474"/>
              <a:ext cx="706967" cy="297135"/>
            </a:xfrm>
            <a:prstGeom prst="line">
              <a:avLst/>
            </a:prstGeom>
            <a:ln w="38100">
              <a:solidFill>
                <a:srgbClr val="00B0F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5" name="Straight Connector 452">
              <a:extLst>
                <a:ext uri="{FF2B5EF4-FFF2-40B4-BE49-F238E27FC236}">
                  <a16:creationId xmlns:a16="http://schemas.microsoft.com/office/drawing/2014/main" id="{E37E0740-368A-45C4-B8E0-73B52A181E90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3494567" y="5768163"/>
              <a:ext cx="1" cy="530710"/>
            </a:xfrm>
            <a:prstGeom prst="line">
              <a:avLst/>
            </a:prstGeom>
            <a:ln w="38100">
              <a:solidFill>
                <a:srgbClr val="00B0F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6" name="Straight Connector 452">
              <a:extLst>
                <a:ext uri="{FF2B5EF4-FFF2-40B4-BE49-F238E27FC236}">
                  <a16:creationId xmlns:a16="http://schemas.microsoft.com/office/drawing/2014/main" id="{5060E408-FEB3-47B0-955E-6A9CB85F6B78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3494568" y="5651205"/>
              <a:ext cx="246585" cy="116958"/>
            </a:xfrm>
            <a:prstGeom prst="line">
              <a:avLst/>
            </a:prstGeom>
            <a:ln w="38100">
              <a:solidFill>
                <a:srgbClr val="00B0F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7" name="Straight Connector 452">
              <a:extLst>
                <a:ext uri="{FF2B5EF4-FFF2-40B4-BE49-F238E27FC236}">
                  <a16:creationId xmlns:a16="http://schemas.microsoft.com/office/drawing/2014/main" id="{1E4F0B60-638C-40F9-891F-CBCA9163E18E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3733830" y="5546786"/>
              <a:ext cx="246585" cy="116958"/>
            </a:xfrm>
            <a:prstGeom prst="line">
              <a:avLst/>
            </a:prstGeom>
            <a:ln w="38100">
              <a:solidFill>
                <a:srgbClr val="00B0F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8" name="Straight Connector 452">
              <a:extLst>
                <a:ext uri="{FF2B5EF4-FFF2-40B4-BE49-F238E27FC236}">
                  <a16:creationId xmlns:a16="http://schemas.microsoft.com/office/drawing/2014/main" id="{FD76EB10-5D62-4C47-BB42-468612999025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3733830" y="5470586"/>
              <a:ext cx="232243" cy="78562"/>
            </a:xfrm>
            <a:prstGeom prst="line">
              <a:avLst/>
            </a:prstGeom>
            <a:ln w="38100">
              <a:solidFill>
                <a:srgbClr val="00B0F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9" name="Straight Connector 452">
              <a:extLst>
                <a:ext uri="{FF2B5EF4-FFF2-40B4-BE49-F238E27FC236}">
                  <a16:creationId xmlns:a16="http://schemas.microsoft.com/office/drawing/2014/main" id="{2F3F923E-40DF-47FC-B001-576A1D31B485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3761005" y="5114987"/>
              <a:ext cx="1" cy="361700"/>
            </a:xfrm>
            <a:prstGeom prst="line">
              <a:avLst/>
            </a:prstGeom>
            <a:ln w="38100">
              <a:solidFill>
                <a:srgbClr val="00B0F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0" name="Straight Connector 452">
              <a:extLst>
                <a:ext uri="{FF2B5EF4-FFF2-40B4-BE49-F238E27FC236}">
                  <a16:creationId xmlns:a16="http://schemas.microsoft.com/office/drawing/2014/main" id="{3F2DFAC1-985B-4993-A89D-9C2F94A7D8D3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3763464" y="4645123"/>
              <a:ext cx="231768" cy="465666"/>
            </a:xfrm>
            <a:prstGeom prst="line">
              <a:avLst/>
            </a:prstGeom>
            <a:ln w="9525" cap="flat" cmpd="sng" algn="ctr">
              <a:solidFill>
                <a:schemeClr val="accent4"/>
              </a:solidFill>
              <a:prstDash val="dash"/>
              <a:round/>
              <a:headEnd type="none" w="med" len="med"/>
              <a:tailEnd type="non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tx1"/>
            </a:fontRef>
          </p:style>
        </p:cxnSp>
        <p:cxnSp>
          <p:nvCxnSpPr>
            <p:cNvPr id="86" name="Straight Connector 452">
              <a:extLst>
                <a:ext uri="{FF2B5EF4-FFF2-40B4-BE49-F238E27FC236}">
                  <a16:creationId xmlns:a16="http://schemas.microsoft.com/office/drawing/2014/main" id="{EB1C51CD-5D1A-49D1-8B10-0ED1DE174872}"/>
                </a:ext>
              </a:extLst>
            </p:cNvPr>
            <p:cNvCxnSpPr>
              <a:cxnSpLocks/>
            </p:cNvCxnSpPr>
            <p:nvPr/>
          </p:nvCxnSpPr>
          <p:spPr>
            <a:xfrm>
              <a:off x="3741153" y="1406617"/>
              <a:ext cx="274687" cy="100395"/>
            </a:xfrm>
            <a:prstGeom prst="line">
              <a:avLst/>
            </a:prstGeom>
            <a:ln w="38100">
              <a:solidFill>
                <a:srgbClr val="00B0F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8" name="Straight Connector 452">
              <a:extLst>
                <a:ext uri="{FF2B5EF4-FFF2-40B4-BE49-F238E27FC236}">
                  <a16:creationId xmlns:a16="http://schemas.microsoft.com/office/drawing/2014/main" id="{CA61FE06-7029-415C-80D8-7B36828A6273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4218022" y="1128135"/>
              <a:ext cx="680226" cy="263148"/>
            </a:xfrm>
            <a:prstGeom prst="line">
              <a:avLst/>
            </a:prstGeom>
            <a:ln w="38100" cap="flat" cmpd="sng" algn="ctr">
              <a:solidFill>
                <a:schemeClr val="accent4"/>
              </a:solidFill>
              <a:prstDash val="dash"/>
              <a:round/>
              <a:headEnd type="none" w="med" len="med"/>
              <a:tailEnd type="non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tx1"/>
            </a:fontRef>
          </p:style>
        </p:cxnSp>
        <p:cxnSp>
          <p:nvCxnSpPr>
            <p:cNvPr id="92" name="Straight Connector 452">
              <a:extLst>
                <a:ext uri="{FF2B5EF4-FFF2-40B4-BE49-F238E27FC236}">
                  <a16:creationId xmlns:a16="http://schemas.microsoft.com/office/drawing/2014/main" id="{AB31386F-95B0-48EF-82A9-72AE4C3CB915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3225800" y="1421889"/>
              <a:ext cx="552185" cy="187180"/>
            </a:xfrm>
            <a:prstGeom prst="line">
              <a:avLst/>
            </a:prstGeom>
            <a:ln w="38100">
              <a:solidFill>
                <a:srgbClr val="00B0F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4" name="Straight Connector 452">
              <a:extLst>
                <a:ext uri="{FF2B5EF4-FFF2-40B4-BE49-F238E27FC236}">
                  <a16:creationId xmlns:a16="http://schemas.microsoft.com/office/drawing/2014/main" id="{9FF656C7-D549-4DB6-B478-4E0BDB8BF615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3252659" y="1594853"/>
              <a:ext cx="0" cy="545096"/>
            </a:xfrm>
            <a:prstGeom prst="line">
              <a:avLst/>
            </a:prstGeom>
            <a:ln w="38100">
              <a:solidFill>
                <a:srgbClr val="00B0F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6" name="Straight Connector 452">
              <a:extLst>
                <a:ext uri="{FF2B5EF4-FFF2-40B4-BE49-F238E27FC236}">
                  <a16:creationId xmlns:a16="http://schemas.microsoft.com/office/drawing/2014/main" id="{8D0CB3D3-B246-46CB-A8DD-6A5E7ECBA5FC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3022600" y="2139951"/>
              <a:ext cx="230059" cy="86509"/>
            </a:xfrm>
            <a:prstGeom prst="line">
              <a:avLst/>
            </a:prstGeom>
            <a:ln w="38100">
              <a:solidFill>
                <a:srgbClr val="00B0F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8" name="Straight Connector 452">
              <a:extLst>
                <a:ext uri="{FF2B5EF4-FFF2-40B4-BE49-F238E27FC236}">
                  <a16:creationId xmlns:a16="http://schemas.microsoft.com/office/drawing/2014/main" id="{043621FF-3AF6-4BAE-BC1E-674ABFC92444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3022600" y="2226460"/>
              <a:ext cx="0" cy="1316841"/>
            </a:xfrm>
            <a:prstGeom prst="line">
              <a:avLst/>
            </a:prstGeom>
            <a:ln w="38100">
              <a:solidFill>
                <a:srgbClr val="00B0F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0" name="Straight Connector 452">
              <a:extLst>
                <a:ext uri="{FF2B5EF4-FFF2-40B4-BE49-F238E27FC236}">
                  <a16:creationId xmlns:a16="http://schemas.microsoft.com/office/drawing/2014/main" id="{B7DA4DA4-5885-4760-A028-C647A6984D39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757936" y="3543300"/>
              <a:ext cx="264664" cy="78568"/>
            </a:xfrm>
            <a:prstGeom prst="line">
              <a:avLst/>
            </a:prstGeom>
            <a:ln w="38100">
              <a:solidFill>
                <a:srgbClr val="00B0F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2" name="Straight Connector 452">
              <a:extLst>
                <a:ext uri="{FF2B5EF4-FFF2-40B4-BE49-F238E27FC236}">
                  <a16:creationId xmlns:a16="http://schemas.microsoft.com/office/drawing/2014/main" id="{018EC595-995F-4134-9E73-04E4C3F6169A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3980416" y="7591086"/>
              <a:ext cx="935664" cy="367532"/>
            </a:xfrm>
            <a:prstGeom prst="line">
              <a:avLst/>
            </a:prstGeom>
            <a:ln w="38100">
              <a:solidFill>
                <a:schemeClr val="accent2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5" name="Straight Connector 452">
              <a:extLst>
                <a:ext uri="{FF2B5EF4-FFF2-40B4-BE49-F238E27FC236}">
                  <a16:creationId xmlns:a16="http://schemas.microsoft.com/office/drawing/2014/main" id="{78CD99F4-0D61-4E03-9D39-790C79EADEC9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4880944" y="7597054"/>
              <a:ext cx="776905" cy="276946"/>
            </a:xfrm>
            <a:prstGeom prst="line">
              <a:avLst/>
            </a:prstGeom>
            <a:ln w="38100">
              <a:solidFill>
                <a:schemeClr val="accent2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8" name="Straight Connector 452">
              <a:extLst>
                <a:ext uri="{FF2B5EF4-FFF2-40B4-BE49-F238E27FC236}">
                  <a16:creationId xmlns:a16="http://schemas.microsoft.com/office/drawing/2014/main" id="{E97775EF-78B2-43E7-9641-E6641EF9C81E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628171" y="7870801"/>
              <a:ext cx="1" cy="161949"/>
            </a:xfrm>
            <a:prstGeom prst="line">
              <a:avLst/>
            </a:prstGeom>
            <a:ln w="38100">
              <a:solidFill>
                <a:schemeClr val="accent2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0" name="Straight Connector 452">
              <a:extLst>
                <a:ext uri="{FF2B5EF4-FFF2-40B4-BE49-F238E27FC236}">
                  <a16:creationId xmlns:a16="http://schemas.microsoft.com/office/drawing/2014/main" id="{B864A5DD-8D27-4DF5-BD81-CC13774624C7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5626556" y="8047543"/>
              <a:ext cx="262105" cy="108153"/>
            </a:xfrm>
            <a:prstGeom prst="line">
              <a:avLst/>
            </a:prstGeom>
            <a:ln w="38100">
              <a:solidFill>
                <a:schemeClr val="accent2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4" name="Straight Connector 452">
              <a:extLst>
                <a:ext uri="{FF2B5EF4-FFF2-40B4-BE49-F238E27FC236}">
                  <a16:creationId xmlns:a16="http://schemas.microsoft.com/office/drawing/2014/main" id="{17702E49-0302-4D8B-BA35-A69D85730379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5882977" y="8028748"/>
              <a:ext cx="230683" cy="126947"/>
            </a:xfrm>
            <a:prstGeom prst="line">
              <a:avLst/>
            </a:prstGeom>
            <a:ln w="38100">
              <a:solidFill>
                <a:schemeClr val="accent2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9" name="Straight Connector 452">
              <a:extLst>
                <a:ext uri="{FF2B5EF4-FFF2-40B4-BE49-F238E27FC236}">
                  <a16:creationId xmlns:a16="http://schemas.microsoft.com/office/drawing/2014/main" id="{36B13EB3-F73B-4850-B872-7A32289AF489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831953" y="7676708"/>
              <a:ext cx="724252" cy="292543"/>
            </a:xfrm>
            <a:prstGeom prst="line">
              <a:avLst/>
            </a:prstGeom>
            <a:ln w="38100" cap="flat" cmpd="sng" algn="ctr">
              <a:solidFill>
                <a:schemeClr val="accent2"/>
              </a:solidFill>
              <a:prstDash val="dash"/>
              <a:round/>
              <a:headEnd type="none" w="med" len="med"/>
              <a:tailEnd type="non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tx1"/>
            </a:fontRef>
          </p:style>
        </p:cxnSp>
        <p:cxnSp>
          <p:nvCxnSpPr>
            <p:cNvPr id="122" name="Straight Connector 452">
              <a:extLst>
                <a:ext uri="{FF2B5EF4-FFF2-40B4-BE49-F238E27FC236}">
                  <a16:creationId xmlns:a16="http://schemas.microsoft.com/office/drawing/2014/main" id="{96EBCDDC-9740-49DD-BFD0-8E8FD5C8D84F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7556206" y="7660786"/>
              <a:ext cx="450700" cy="183995"/>
            </a:xfrm>
            <a:prstGeom prst="line">
              <a:avLst/>
            </a:prstGeom>
            <a:ln w="38100">
              <a:solidFill>
                <a:schemeClr val="accent2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4" name="Straight Connector 452">
              <a:extLst>
                <a:ext uri="{FF2B5EF4-FFF2-40B4-BE49-F238E27FC236}">
                  <a16:creationId xmlns:a16="http://schemas.microsoft.com/office/drawing/2014/main" id="{F1814F3E-0E45-4D3E-A938-06FF5980A46B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8006906" y="7870801"/>
              <a:ext cx="0" cy="353484"/>
            </a:xfrm>
            <a:prstGeom prst="line">
              <a:avLst/>
            </a:prstGeom>
            <a:ln w="38100">
              <a:solidFill>
                <a:schemeClr val="accent2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2" name="Straight Connector 452">
              <a:extLst>
                <a:ext uri="{FF2B5EF4-FFF2-40B4-BE49-F238E27FC236}">
                  <a16:creationId xmlns:a16="http://schemas.microsoft.com/office/drawing/2014/main" id="{B91037D4-7751-4800-9968-BC137B87A9A8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8014584" y="8179833"/>
              <a:ext cx="215016" cy="113562"/>
            </a:xfrm>
            <a:prstGeom prst="line">
              <a:avLst/>
            </a:prstGeom>
            <a:ln w="38100">
              <a:solidFill>
                <a:schemeClr val="accent2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6" name="Straight Connector 452">
              <a:extLst>
                <a:ext uri="{FF2B5EF4-FFF2-40B4-BE49-F238E27FC236}">
                  <a16:creationId xmlns:a16="http://schemas.microsoft.com/office/drawing/2014/main" id="{C300D8AD-B19D-44FB-A2FA-EE59BBAC4F93}"/>
                </a:ext>
              </a:extLst>
            </p:cNvPr>
            <p:cNvCxnSpPr>
              <a:cxnSpLocks/>
            </p:cNvCxnSpPr>
            <p:nvPr/>
          </p:nvCxnSpPr>
          <p:spPr>
            <a:xfrm>
              <a:off x="9646241" y="7935418"/>
              <a:ext cx="4749" cy="556337"/>
            </a:xfrm>
            <a:prstGeom prst="line">
              <a:avLst/>
            </a:prstGeom>
            <a:ln w="38100">
              <a:solidFill>
                <a:schemeClr val="accent2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0" name="Straight Connector 452">
              <a:extLst>
                <a:ext uri="{FF2B5EF4-FFF2-40B4-BE49-F238E27FC236}">
                  <a16:creationId xmlns:a16="http://schemas.microsoft.com/office/drawing/2014/main" id="{91B833CD-B69B-4E73-9E97-16321793E50B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9905264" y="7282774"/>
              <a:ext cx="17834" cy="185250"/>
            </a:xfrm>
            <a:prstGeom prst="line">
              <a:avLst/>
            </a:prstGeom>
            <a:ln w="38100">
              <a:solidFill>
                <a:schemeClr val="accent2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2" name="Straight Connector 452">
              <a:extLst>
                <a:ext uri="{FF2B5EF4-FFF2-40B4-BE49-F238E27FC236}">
                  <a16:creationId xmlns:a16="http://schemas.microsoft.com/office/drawing/2014/main" id="{D07A79DE-BCEC-4DC9-95FC-AC8740D3B325}"/>
                </a:ext>
              </a:extLst>
            </p:cNvPr>
            <p:cNvCxnSpPr>
              <a:cxnSpLocks/>
            </p:cNvCxnSpPr>
            <p:nvPr/>
          </p:nvCxnSpPr>
          <p:spPr>
            <a:xfrm>
              <a:off x="10147058" y="6304221"/>
              <a:ext cx="0" cy="959702"/>
            </a:xfrm>
            <a:prstGeom prst="line">
              <a:avLst/>
            </a:prstGeom>
            <a:ln w="38100">
              <a:solidFill>
                <a:schemeClr val="accent2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6" name="Straight Connector 452">
              <a:extLst>
                <a:ext uri="{FF2B5EF4-FFF2-40B4-BE49-F238E27FC236}">
                  <a16:creationId xmlns:a16="http://schemas.microsoft.com/office/drawing/2014/main" id="{388ED75D-7FF0-41A2-9EB3-4C9B091D1038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0150549" y="6110177"/>
              <a:ext cx="446567" cy="184297"/>
            </a:xfrm>
            <a:prstGeom prst="line">
              <a:avLst/>
            </a:prstGeom>
            <a:ln w="38100">
              <a:solidFill>
                <a:schemeClr val="accent2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8" name="Straight Connector 452">
              <a:extLst>
                <a:ext uri="{FF2B5EF4-FFF2-40B4-BE49-F238E27FC236}">
                  <a16:creationId xmlns:a16="http://schemas.microsoft.com/office/drawing/2014/main" id="{2D6A641E-C75B-4571-9BE5-3E83FF6C1091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0593574" y="5709684"/>
              <a:ext cx="244547" cy="400493"/>
            </a:xfrm>
            <a:prstGeom prst="line">
              <a:avLst/>
            </a:prstGeom>
            <a:ln w="34925" cap="flat" cmpd="sng" algn="ctr">
              <a:solidFill>
                <a:srgbClr val="FFFF00"/>
              </a:solidFill>
              <a:prstDash val="dash"/>
              <a:round/>
              <a:headEnd type="none" w="med" len="med"/>
              <a:tailEnd type="non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tx1"/>
            </a:fontRef>
          </p:style>
        </p:cxnSp>
        <p:cxnSp>
          <p:nvCxnSpPr>
            <p:cNvPr id="150" name="Straight Connector 452">
              <a:extLst>
                <a:ext uri="{FF2B5EF4-FFF2-40B4-BE49-F238E27FC236}">
                  <a16:creationId xmlns:a16="http://schemas.microsoft.com/office/drawing/2014/main" id="{B4BEDDDA-2BA7-44B9-BB50-B10D2E837884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0838122" y="5546786"/>
              <a:ext cx="226827" cy="116958"/>
            </a:xfrm>
            <a:prstGeom prst="line">
              <a:avLst/>
            </a:prstGeom>
            <a:ln w="38100">
              <a:solidFill>
                <a:schemeClr val="accent2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2" name="Straight Connector 452">
              <a:extLst>
                <a:ext uri="{FF2B5EF4-FFF2-40B4-BE49-F238E27FC236}">
                  <a16:creationId xmlns:a16="http://schemas.microsoft.com/office/drawing/2014/main" id="{7771AEFB-A352-4328-AEE8-C39793016BC3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11064950" y="5529066"/>
              <a:ext cx="493933" cy="207800"/>
            </a:xfrm>
            <a:prstGeom prst="line">
              <a:avLst/>
            </a:prstGeom>
            <a:ln w="38100">
              <a:solidFill>
                <a:schemeClr val="accent2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4" name="Straight Connector 452">
              <a:extLst>
                <a:ext uri="{FF2B5EF4-FFF2-40B4-BE49-F238E27FC236}">
                  <a16:creationId xmlns:a16="http://schemas.microsoft.com/office/drawing/2014/main" id="{C0C6B8E9-F186-491F-BEE8-6DE376B8E2F9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1799503" y="5975407"/>
              <a:ext cx="1230" cy="559197"/>
            </a:xfrm>
            <a:prstGeom prst="line">
              <a:avLst/>
            </a:prstGeom>
            <a:ln w="38100">
              <a:solidFill>
                <a:schemeClr val="accent2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7" name="Straight Connector 452">
              <a:extLst>
                <a:ext uri="{FF2B5EF4-FFF2-40B4-BE49-F238E27FC236}">
                  <a16:creationId xmlns:a16="http://schemas.microsoft.com/office/drawing/2014/main" id="{8C2FC8BF-2BDE-4271-AF25-C67937F2A947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1064949" y="3459126"/>
              <a:ext cx="0" cy="2050741"/>
            </a:xfrm>
            <a:prstGeom prst="line">
              <a:avLst/>
            </a:prstGeom>
            <a:ln w="38100">
              <a:solidFill>
                <a:schemeClr val="accent2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9" name="Straight Connector 452">
              <a:extLst>
                <a:ext uri="{FF2B5EF4-FFF2-40B4-BE49-F238E27FC236}">
                  <a16:creationId xmlns:a16="http://schemas.microsoft.com/office/drawing/2014/main" id="{C7EA6926-1209-4F62-BCE9-1BCF7C0C6E91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8229600" y="8293395"/>
              <a:ext cx="7677" cy="745806"/>
            </a:xfrm>
            <a:prstGeom prst="line">
              <a:avLst/>
            </a:prstGeom>
            <a:ln w="38100">
              <a:solidFill>
                <a:schemeClr val="accent2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2" name="Straight Connector 452">
              <a:extLst>
                <a:ext uri="{FF2B5EF4-FFF2-40B4-BE49-F238E27FC236}">
                  <a16:creationId xmlns:a16="http://schemas.microsoft.com/office/drawing/2014/main" id="{489BF7AA-3080-4F38-A577-2825903F8913}"/>
                </a:ext>
              </a:extLst>
            </p:cNvPr>
            <p:cNvCxnSpPr>
              <a:cxnSpLocks/>
            </p:cNvCxnSpPr>
            <p:nvPr/>
          </p:nvCxnSpPr>
          <p:spPr>
            <a:xfrm>
              <a:off x="8244955" y="9039201"/>
              <a:ext cx="207338" cy="113562"/>
            </a:xfrm>
            <a:prstGeom prst="line">
              <a:avLst/>
            </a:prstGeom>
            <a:ln w="38100">
              <a:solidFill>
                <a:schemeClr val="accent2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4" name="Straight Connector 452">
              <a:extLst>
                <a:ext uri="{FF2B5EF4-FFF2-40B4-BE49-F238E27FC236}">
                  <a16:creationId xmlns:a16="http://schemas.microsoft.com/office/drawing/2014/main" id="{23B66423-8BD4-43EB-8F8F-B57EAF882DB6}"/>
                </a:ext>
              </a:extLst>
            </p:cNvPr>
            <p:cNvCxnSpPr>
              <a:cxnSpLocks/>
            </p:cNvCxnSpPr>
            <p:nvPr/>
          </p:nvCxnSpPr>
          <p:spPr>
            <a:xfrm>
              <a:off x="8452293" y="9138488"/>
              <a:ext cx="7678" cy="142013"/>
            </a:xfrm>
            <a:prstGeom prst="line">
              <a:avLst/>
            </a:prstGeom>
            <a:ln w="38100">
              <a:solidFill>
                <a:schemeClr val="accent2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1" name="Straight Connector 452">
              <a:extLst>
                <a:ext uri="{FF2B5EF4-FFF2-40B4-BE49-F238E27FC236}">
                  <a16:creationId xmlns:a16="http://schemas.microsoft.com/office/drawing/2014/main" id="{AD699E34-754A-4B70-9990-6D8FEBD2261A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10391554" y="8772951"/>
              <a:ext cx="446567" cy="365538"/>
            </a:xfrm>
            <a:prstGeom prst="line">
              <a:avLst/>
            </a:prstGeom>
            <a:ln w="28575" cap="flat" cmpd="sng" algn="ctr">
              <a:solidFill>
                <a:schemeClr val="accent2"/>
              </a:solidFill>
              <a:prstDash val="dash"/>
              <a:round/>
              <a:headEnd type="none" w="med" len="med"/>
              <a:tailEnd type="non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tx1"/>
            </a:fontRef>
          </p:style>
        </p:cxnSp>
        <p:cxnSp>
          <p:nvCxnSpPr>
            <p:cNvPr id="173" name="Straight Connector 452">
              <a:extLst>
                <a:ext uri="{FF2B5EF4-FFF2-40B4-BE49-F238E27FC236}">
                  <a16:creationId xmlns:a16="http://schemas.microsoft.com/office/drawing/2014/main" id="{2A9A58F1-C2FC-4052-92DF-B2703ABAA45C}"/>
                </a:ext>
              </a:extLst>
            </p:cNvPr>
            <p:cNvCxnSpPr>
              <a:cxnSpLocks/>
            </p:cNvCxnSpPr>
            <p:nvPr/>
          </p:nvCxnSpPr>
          <p:spPr>
            <a:xfrm>
              <a:off x="10838121" y="9196103"/>
              <a:ext cx="0" cy="1060771"/>
            </a:xfrm>
            <a:prstGeom prst="line">
              <a:avLst/>
            </a:prstGeom>
            <a:ln w="38100">
              <a:solidFill>
                <a:schemeClr val="accent2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6" name="Straight Connector 452">
              <a:extLst>
                <a:ext uri="{FF2B5EF4-FFF2-40B4-BE49-F238E27FC236}">
                  <a16:creationId xmlns:a16="http://schemas.microsoft.com/office/drawing/2014/main" id="{A968F24C-EF29-45C9-B00E-E9AFFB913505}"/>
                </a:ext>
              </a:extLst>
            </p:cNvPr>
            <p:cNvCxnSpPr>
              <a:cxnSpLocks/>
            </p:cNvCxnSpPr>
            <p:nvPr/>
          </p:nvCxnSpPr>
          <p:spPr>
            <a:xfrm>
              <a:off x="10838121" y="10256874"/>
              <a:ext cx="270723" cy="101086"/>
            </a:xfrm>
            <a:prstGeom prst="line">
              <a:avLst/>
            </a:prstGeom>
            <a:ln w="38100">
              <a:solidFill>
                <a:schemeClr val="accent2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2" name="Straight Connector 452">
              <a:extLst>
                <a:ext uri="{FF2B5EF4-FFF2-40B4-BE49-F238E27FC236}">
                  <a16:creationId xmlns:a16="http://schemas.microsoft.com/office/drawing/2014/main" id="{C222B5FD-ECBB-4C10-8B26-E6F586FED346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8459971" y="9024975"/>
              <a:ext cx="241155" cy="142013"/>
            </a:xfrm>
            <a:prstGeom prst="line">
              <a:avLst/>
            </a:prstGeom>
            <a:ln w="38100">
              <a:solidFill>
                <a:schemeClr val="accent2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4" name="Straight Connector 452">
              <a:extLst>
                <a:ext uri="{FF2B5EF4-FFF2-40B4-BE49-F238E27FC236}">
                  <a16:creationId xmlns:a16="http://schemas.microsoft.com/office/drawing/2014/main" id="{16B1D5F2-035A-4C9F-9A8D-21197BACA5F7}"/>
                </a:ext>
              </a:extLst>
            </p:cNvPr>
            <p:cNvCxnSpPr>
              <a:cxnSpLocks/>
            </p:cNvCxnSpPr>
            <p:nvPr/>
          </p:nvCxnSpPr>
          <p:spPr>
            <a:xfrm>
              <a:off x="8711898" y="8855499"/>
              <a:ext cx="1" cy="167533"/>
            </a:xfrm>
            <a:prstGeom prst="line">
              <a:avLst/>
            </a:prstGeom>
            <a:ln w="38100">
              <a:solidFill>
                <a:schemeClr val="accent2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7" name="Straight Connector 452">
              <a:extLst>
                <a:ext uri="{FF2B5EF4-FFF2-40B4-BE49-F238E27FC236}">
                  <a16:creationId xmlns:a16="http://schemas.microsoft.com/office/drawing/2014/main" id="{D7FB0BC2-5CE9-4958-AD58-1007C356824D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8722673" y="8753451"/>
              <a:ext cx="230623" cy="83766"/>
            </a:xfrm>
            <a:prstGeom prst="line">
              <a:avLst/>
            </a:prstGeom>
            <a:ln w="38100">
              <a:solidFill>
                <a:schemeClr val="accent2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1" name="Straight Connector 452">
              <a:extLst>
                <a:ext uri="{FF2B5EF4-FFF2-40B4-BE49-F238E27FC236}">
                  <a16:creationId xmlns:a16="http://schemas.microsoft.com/office/drawing/2014/main" id="{36C13788-49EA-42CD-A4A2-24C4F6EA3BC4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8927396" y="8494814"/>
              <a:ext cx="721446" cy="262273"/>
            </a:xfrm>
            <a:prstGeom prst="line">
              <a:avLst/>
            </a:prstGeom>
            <a:ln w="38100">
              <a:solidFill>
                <a:schemeClr val="accent2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3" name="Straight Connector 452">
              <a:extLst>
                <a:ext uri="{FF2B5EF4-FFF2-40B4-BE49-F238E27FC236}">
                  <a16:creationId xmlns:a16="http://schemas.microsoft.com/office/drawing/2014/main" id="{11D90FC6-D22D-4F85-BAAE-834D069FCC84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9652460" y="8491951"/>
              <a:ext cx="717650" cy="261501"/>
            </a:xfrm>
            <a:prstGeom prst="line">
              <a:avLst/>
            </a:prstGeom>
            <a:ln w="38100">
              <a:solidFill>
                <a:schemeClr val="accent2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9" name="Straight Connector 452">
              <a:extLst>
                <a:ext uri="{FF2B5EF4-FFF2-40B4-BE49-F238E27FC236}">
                  <a16:creationId xmlns:a16="http://schemas.microsoft.com/office/drawing/2014/main" id="{A37B54D2-DCCA-41C2-BE16-287944AE0E76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9638485" y="7549170"/>
              <a:ext cx="16221" cy="407514"/>
            </a:xfrm>
            <a:prstGeom prst="line">
              <a:avLst/>
            </a:prstGeom>
            <a:ln w="38100">
              <a:solidFill>
                <a:schemeClr val="accent2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1" name="Straight Connector 452">
              <a:extLst>
                <a:ext uri="{FF2B5EF4-FFF2-40B4-BE49-F238E27FC236}">
                  <a16:creationId xmlns:a16="http://schemas.microsoft.com/office/drawing/2014/main" id="{0DEEB9BD-E34E-4076-9402-B0931063E015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9655852" y="7491991"/>
              <a:ext cx="228754" cy="54725"/>
            </a:xfrm>
            <a:prstGeom prst="line">
              <a:avLst/>
            </a:prstGeom>
            <a:ln w="38100">
              <a:solidFill>
                <a:schemeClr val="accent2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7" name="Straight Connector 452">
              <a:extLst>
                <a:ext uri="{FF2B5EF4-FFF2-40B4-BE49-F238E27FC236}">
                  <a16:creationId xmlns:a16="http://schemas.microsoft.com/office/drawing/2014/main" id="{43059246-DC21-420E-967A-F5A7E6F3F5EE}"/>
                </a:ext>
              </a:extLst>
            </p:cNvPr>
            <p:cNvCxnSpPr>
              <a:cxnSpLocks/>
            </p:cNvCxnSpPr>
            <p:nvPr/>
          </p:nvCxnSpPr>
          <p:spPr>
            <a:xfrm>
              <a:off x="2757936" y="3618929"/>
              <a:ext cx="531174" cy="192381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1" name="Straight Connector 452">
              <a:extLst>
                <a:ext uri="{FF2B5EF4-FFF2-40B4-BE49-F238E27FC236}">
                  <a16:creationId xmlns:a16="http://schemas.microsoft.com/office/drawing/2014/main" id="{6E2A91A9-548B-4336-AC29-A72A51468C87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3263016" y="3443637"/>
              <a:ext cx="0" cy="349980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3" name="Straight Connector 452">
              <a:extLst>
                <a:ext uri="{FF2B5EF4-FFF2-40B4-BE49-F238E27FC236}">
                  <a16:creationId xmlns:a16="http://schemas.microsoft.com/office/drawing/2014/main" id="{61774772-DC2D-40BC-A11B-1EA6F7683C66}"/>
                </a:ext>
              </a:extLst>
            </p:cNvPr>
            <p:cNvCxnSpPr>
              <a:cxnSpLocks/>
            </p:cNvCxnSpPr>
            <p:nvPr/>
          </p:nvCxnSpPr>
          <p:spPr>
            <a:xfrm>
              <a:off x="3263016" y="3459126"/>
              <a:ext cx="265746" cy="84174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5" name="Straight Connector 452">
              <a:extLst>
                <a:ext uri="{FF2B5EF4-FFF2-40B4-BE49-F238E27FC236}">
                  <a16:creationId xmlns:a16="http://schemas.microsoft.com/office/drawing/2014/main" id="{E3858567-DA5B-4C20-A11C-F2FD29E50705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3515952" y="3433783"/>
              <a:ext cx="225201" cy="95442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7" name="Straight Connector 452">
              <a:extLst>
                <a:ext uri="{FF2B5EF4-FFF2-40B4-BE49-F238E27FC236}">
                  <a16:creationId xmlns:a16="http://schemas.microsoft.com/office/drawing/2014/main" id="{1EE5C6B8-3790-4457-9374-1CAF7222DABE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3741153" y="3255105"/>
              <a:ext cx="19852" cy="180732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9" name="Straight Connector 452">
              <a:extLst>
                <a:ext uri="{FF2B5EF4-FFF2-40B4-BE49-F238E27FC236}">
                  <a16:creationId xmlns:a16="http://schemas.microsoft.com/office/drawing/2014/main" id="{E9B107C8-02AB-4723-B8B0-FA6084DA17F6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3514749" y="3169605"/>
              <a:ext cx="243384" cy="99220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1" name="Straight Connector 452">
              <a:extLst>
                <a:ext uri="{FF2B5EF4-FFF2-40B4-BE49-F238E27FC236}">
                  <a16:creationId xmlns:a16="http://schemas.microsoft.com/office/drawing/2014/main" id="{81E034DB-9D46-41E1-97E5-BAFCE866C62F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3287265" y="3180135"/>
              <a:ext cx="238656" cy="66164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3" name="Straight Connector 452">
              <a:extLst>
                <a:ext uri="{FF2B5EF4-FFF2-40B4-BE49-F238E27FC236}">
                  <a16:creationId xmlns:a16="http://schemas.microsoft.com/office/drawing/2014/main" id="{0D4EE988-78C5-4D32-90CD-0C772B79FAE4}"/>
                </a:ext>
              </a:extLst>
            </p:cNvPr>
            <p:cNvCxnSpPr>
              <a:cxnSpLocks/>
            </p:cNvCxnSpPr>
            <p:nvPr/>
          </p:nvCxnSpPr>
          <p:spPr>
            <a:xfrm>
              <a:off x="3262549" y="2339711"/>
              <a:ext cx="10672" cy="896058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5" name="Straight Connector 452">
              <a:extLst>
                <a:ext uri="{FF2B5EF4-FFF2-40B4-BE49-F238E27FC236}">
                  <a16:creationId xmlns:a16="http://schemas.microsoft.com/office/drawing/2014/main" id="{7F802F3C-272B-4975-9D25-869940CF48F4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3257996" y="2328017"/>
              <a:ext cx="519989" cy="212153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6" name="Straight Connector 452">
              <a:extLst>
                <a:ext uri="{FF2B5EF4-FFF2-40B4-BE49-F238E27FC236}">
                  <a16:creationId xmlns:a16="http://schemas.microsoft.com/office/drawing/2014/main" id="{E0FD0FBC-B18A-41E1-99F8-9852E620075B}"/>
                </a:ext>
              </a:extLst>
            </p:cNvPr>
            <p:cNvCxnSpPr>
              <a:cxnSpLocks/>
            </p:cNvCxnSpPr>
            <p:nvPr/>
          </p:nvCxnSpPr>
          <p:spPr>
            <a:xfrm>
              <a:off x="3751079" y="2124613"/>
              <a:ext cx="1" cy="399256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8" name="Straight Connector 452">
              <a:extLst>
                <a:ext uri="{FF2B5EF4-FFF2-40B4-BE49-F238E27FC236}">
                  <a16:creationId xmlns:a16="http://schemas.microsoft.com/office/drawing/2014/main" id="{08B80F70-AAD9-4A91-B9F1-A84F49B21640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3494567" y="2149183"/>
              <a:ext cx="236413" cy="94416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3" name="Straight Connector 452">
              <a:extLst>
                <a:ext uri="{FF2B5EF4-FFF2-40B4-BE49-F238E27FC236}">
                  <a16:creationId xmlns:a16="http://schemas.microsoft.com/office/drawing/2014/main" id="{59A83622-9B4D-4571-A6EA-F333C9A9CF55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742628" y="1854800"/>
              <a:ext cx="240665" cy="121107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5" name="Straight Connector 452">
              <a:extLst>
                <a:ext uri="{FF2B5EF4-FFF2-40B4-BE49-F238E27FC236}">
                  <a16:creationId xmlns:a16="http://schemas.microsoft.com/office/drawing/2014/main" id="{46225254-76BF-418E-B166-4AA15DE9336B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3009311" y="1311274"/>
              <a:ext cx="985921" cy="356536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6" name="Straight Connector 452">
              <a:extLst>
                <a:ext uri="{FF2B5EF4-FFF2-40B4-BE49-F238E27FC236}">
                  <a16:creationId xmlns:a16="http://schemas.microsoft.com/office/drawing/2014/main" id="{9920CA21-495B-4F47-A302-B0CCAEB87434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4006214" y="1384902"/>
              <a:ext cx="245982" cy="108767"/>
            </a:xfrm>
            <a:prstGeom prst="line">
              <a:avLst/>
            </a:prstGeom>
            <a:ln w="38100">
              <a:solidFill>
                <a:srgbClr val="00B0F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82" name="箭头: 上弧形 181">
              <a:extLst>
                <a:ext uri="{FF2B5EF4-FFF2-40B4-BE49-F238E27FC236}">
                  <a16:creationId xmlns:a16="http://schemas.microsoft.com/office/drawing/2014/main" id="{4489DDAE-5DBC-47F5-A85F-0C9ABE2FA43E}"/>
                </a:ext>
              </a:extLst>
            </p:cNvPr>
            <p:cNvSpPr/>
            <p:nvPr/>
          </p:nvSpPr>
          <p:spPr>
            <a:xfrm rot="20421026">
              <a:off x="3888130" y="826728"/>
              <a:ext cx="1383620" cy="549939"/>
            </a:xfrm>
            <a:prstGeom prst="curvedDownArrow">
              <a:avLst/>
            </a:prstGeom>
          </p:spPr>
          <p:style>
            <a:lnRef idx="2">
              <a:schemeClr val="accent2">
                <a:shade val="50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tx1"/>
                </a:solidFill>
              </a:endParaRPr>
            </a:p>
          </p:txBody>
        </p:sp>
        <p:cxnSp>
          <p:nvCxnSpPr>
            <p:cNvPr id="682" name="Straight Connector 452">
              <a:extLst>
                <a:ext uri="{FF2B5EF4-FFF2-40B4-BE49-F238E27FC236}">
                  <a16:creationId xmlns:a16="http://schemas.microsoft.com/office/drawing/2014/main" id="{D5C40019-9B56-40C1-A2EE-A4CDD062767F}"/>
                </a:ext>
              </a:extLst>
            </p:cNvPr>
            <p:cNvCxnSpPr>
              <a:cxnSpLocks/>
            </p:cNvCxnSpPr>
            <p:nvPr/>
          </p:nvCxnSpPr>
          <p:spPr>
            <a:xfrm>
              <a:off x="11064949" y="3472631"/>
              <a:ext cx="492642" cy="234869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85" name="Straight Connector 452">
              <a:extLst>
                <a:ext uri="{FF2B5EF4-FFF2-40B4-BE49-F238E27FC236}">
                  <a16:creationId xmlns:a16="http://schemas.microsoft.com/office/drawing/2014/main" id="{A24648BE-4BDF-4085-9F36-8B40C647AE24}"/>
                </a:ext>
              </a:extLst>
            </p:cNvPr>
            <p:cNvCxnSpPr>
              <a:cxnSpLocks/>
            </p:cNvCxnSpPr>
            <p:nvPr/>
          </p:nvCxnSpPr>
          <p:spPr>
            <a:xfrm>
              <a:off x="11551901" y="3348020"/>
              <a:ext cx="0" cy="359480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87" name="Straight Connector 452">
              <a:extLst>
                <a:ext uri="{FF2B5EF4-FFF2-40B4-BE49-F238E27FC236}">
                  <a16:creationId xmlns:a16="http://schemas.microsoft.com/office/drawing/2014/main" id="{EC9A78EE-ABA9-45E2-9D9A-0A91979F8AC2}"/>
                </a:ext>
              </a:extLst>
            </p:cNvPr>
            <p:cNvCxnSpPr>
              <a:cxnSpLocks/>
            </p:cNvCxnSpPr>
            <p:nvPr/>
          </p:nvCxnSpPr>
          <p:spPr>
            <a:xfrm>
              <a:off x="11316748" y="3222726"/>
              <a:ext cx="240630" cy="120382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89" name="Straight Connector 452">
              <a:extLst>
                <a:ext uri="{FF2B5EF4-FFF2-40B4-BE49-F238E27FC236}">
                  <a16:creationId xmlns:a16="http://schemas.microsoft.com/office/drawing/2014/main" id="{A959F024-34B3-4F56-9F06-3BA83016BEC7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1111794" y="2880115"/>
              <a:ext cx="199475" cy="76157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91" name="Straight Connector 452">
              <a:extLst>
                <a:ext uri="{FF2B5EF4-FFF2-40B4-BE49-F238E27FC236}">
                  <a16:creationId xmlns:a16="http://schemas.microsoft.com/office/drawing/2014/main" id="{0DDF550E-860F-4893-AA87-203B6B23A5EC}"/>
                </a:ext>
              </a:extLst>
            </p:cNvPr>
            <p:cNvCxnSpPr>
              <a:cxnSpLocks/>
            </p:cNvCxnSpPr>
            <p:nvPr/>
          </p:nvCxnSpPr>
          <p:spPr>
            <a:xfrm>
              <a:off x="10370110" y="2876940"/>
              <a:ext cx="521033" cy="184394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93" name="Straight Connector 452">
              <a:extLst>
                <a:ext uri="{FF2B5EF4-FFF2-40B4-BE49-F238E27FC236}">
                  <a16:creationId xmlns:a16="http://schemas.microsoft.com/office/drawing/2014/main" id="{B4B3EFD4-3539-4409-BD66-D3A025A7FFB3}"/>
                </a:ext>
              </a:extLst>
            </p:cNvPr>
            <p:cNvCxnSpPr>
              <a:cxnSpLocks/>
            </p:cNvCxnSpPr>
            <p:nvPr/>
          </p:nvCxnSpPr>
          <p:spPr>
            <a:xfrm>
              <a:off x="10376852" y="2697158"/>
              <a:ext cx="0" cy="180901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96" name="Straight Connector 452">
              <a:extLst>
                <a:ext uri="{FF2B5EF4-FFF2-40B4-BE49-F238E27FC236}">
                  <a16:creationId xmlns:a16="http://schemas.microsoft.com/office/drawing/2014/main" id="{E71C7867-0B7F-4E30-A6EE-CA518F395879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0376852" y="2514600"/>
              <a:ext cx="461269" cy="182558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98" name="Straight Connector 452">
              <a:extLst>
                <a:ext uri="{FF2B5EF4-FFF2-40B4-BE49-F238E27FC236}">
                  <a16:creationId xmlns:a16="http://schemas.microsoft.com/office/drawing/2014/main" id="{7A7157A3-2529-4547-842A-B188CC896018}"/>
                </a:ext>
              </a:extLst>
            </p:cNvPr>
            <p:cNvCxnSpPr>
              <a:cxnSpLocks/>
            </p:cNvCxnSpPr>
            <p:nvPr/>
          </p:nvCxnSpPr>
          <p:spPr>
            <a:xfrm>
              <a:off x="10838121" y="2169383"/>
              <a:ext cx="0" cy="351701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01" name="Straight Connector 452">
              <a:extLst>
                <a:ext uri="{FF2B5EF4-FFF2-40B4-BE49-F238E27FC236}">
                  <a16:creationId xmlns:a16="http://schemas.microsoft.com/office/drawing/2014/main" id="{C2A730A5-0004-463F-9972-147D54676BE8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0630626" y="2172394"/>
              <a:ext cx="207495" cy="84628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03" name="Straight Connector 452">
              <a:extLst>
                <a:ext uri="{FF2B5EF4-FFF2-40B4-BE49-F238E27FC236}">
                  <a16:creationId xmlns:a16="http://schemas.microsoft.com/office/drawing/2014/main" id="{11182456-E616-4617-91C2-C6834965C54E}"/>
                </a:ext>
              </a:extLst>
            </p:cNvPr>
            <p:cNvCxnSpPr>
              <a:cxnSpLocks/>
            </p:cNvCxnSpPr>
            <p:nvPr/>
          </p:nvCxnSpPr>
          <p:spPr>
            <a:xfrm>
              <a:off x="10127358" y="2056263"/>
              <a:ext cx="529788" cy="195781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05" name="Straight Connector 452">
              <a:extLst>
                <a:ext uri="{FF2B5EF4-FFF2-40B4-BE49-F238E27FC236}">
                  <a16:creationId xmlns:a16="http://schemas.microsoft.com/office/drawing/2014/main" id="{E7CB92A9-9CAC-42C4-A29E-E256003C2194}"/>
                </a:ext>
              </a:extLst>
            </p:cNvPr>
            <p:cNvCxnSpPr>
              <a:cxnSpLocks/>
            </p:cNvCxnSpPr>
            <p:nvPr/>
          </p:nvCxnSpPr>
          <p:spPr>
            <a:xfrm>
              <a:off x="10147058" y="1859283"/>
              <a:ext cx="0" cy="205363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08" name="Straight Connector 452">
              <a:extLst>
                <a:ext uri="{FF2B5EF4-FFF2-40B4-BE49-F238E27FC236}">
                  <a16:creationId xmlns:a16="http://schemas.microsoft.com/office/drawing/2014/main" id="{DFBAF5A5-F688-49AF-BF7B-2AE28B18CD6C}"/>
                </a:ext>
              </a:extLst>
            </p:cNvPr>
            <p:cNvCxnSpPr>
              <a:cxnSpLocks/>
            </p:cNvCxnSpPr>
            <p:nvPr/>
          </p:nvCxnSpPr>
          <p:spPr>
            <a:xfrm>
              <a:off x="9675912" y="1701799"/>
              <a:ext cx="474705" cy="158761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10" name="Straight Connector 452">
              <a:extLst>
                <a:ext uri="{FF2B5EF4-FFF2-40B4-BE49-F238E27FC236}">
                  <a16:creationId xmlns:a16="http://schemas.microsoft.com/office/drawing/2014/main" id="{B5971ACA-1DE4-458A-AC47-8B6E69DDF574}"/>
                </a:ext>
              </a:extLst>
            </p:cNvPr>
            <p:cNvCxnSpPr>
              <a:cxnSpLocks/>
            </p:cNvCxnSpPr>
            <p:nvPr/>
          </p:nvCxnSpPr>
          <p:spPr>
            <a:xfrm>
              <a:off x="9654706" y="1507012"/>
              <a:ext cx="8092" cy="195019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12" name="Straight Connector 452">
              <a:extLst>
                <a:ext uri="{FF2B5EF4-FFF2-40B4-BE49-F238E27FC236}">
                  <a16:creationId xmlns:a16="http://schemas.microsoft.com/office/drawing/2014/main" id="{24D954D5-92FA-4FB1-BCC4-8E14601221A3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9654687" y="1413799"/>
              <a:ext cx="240802" cy="127720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14" name="Straight Connector 452">
              <a:extLst>
                <a:ext uri="{FF2B5EF4-FFF2-40B4-BE49-F238E27FC236}">
                  <a16:creationId xmlns:a16="http://schemas.microsoft.com/office/drawing/2014/main" id="{ABCD227D-F49A-41D3-A74F-83042E52957A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9905263" y="1421889"/>
              <a:ext cx="0" cy="209217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16" name="Straight Connector 452">
              <a:extLst>
                <a:ext uri="{FF2B5EF4-FFF2-40B4-BE49-F238E27FC236}">
                  <a16:creationId xmlns:a16="http://schemas.microsoft.com/office/drawing/2014/main" id="{78C48E50-E0A3-4F4E-BA34-7FF74688C6CA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9895489" y="1489542"/>
              <a:ext cx="251569" cy="118754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19" name="Straight Connector 452">
              <a:extLst>
                <a:ext uri="{FF2B5EF4-FFF2-40B4-BE49-F238E27FC236}">
                  <a16:creationId xmlns:a16="http://schemas.microsoft.com/office/drawing/2014/main" id="{6F38CA2A-9D00-41FB-B756-B0CCF8B8E24E}"/>
                </a:ext>
              </a:extLst>
            </p:cNvPr>
            <p:cNvCxnSpPr>
              <a:cxnSpLocks/>
            </p:cNvCxnSpPr>
            <p:nvPr/>
          </p:nvCxnSpPr>
          <p:spPr>
            <a:xfrm>
              <a:off x="10134984" y="1499388"/>
              <a:ext cx="15565" cy="197433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21" name="Straight Connector 452">
              <a:extLst>
                <a:ext uri="{FF2B5EF4-FFF2-40B4-BE49-F238E27FC236}">
                  <a16:creationId xmlns:a16="http://schemas.microsoft.com/office/drawing/2014/main" id="{7CA6A3AB-5B92-4DA3-9A6E-1596CA01750A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0158331" y="1252512"/>
              <a:ext cx="1152938" cy="438590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23" name="Straight Connector 452">
              <a:extLst>
                <a:ext uri="{FF2B5EF4-FFF2-40B4-BE49-F238E27FC236}">
                  <a16:creationId xmlns:a16="http://schemas.microsoft.com/office/drawing/2014/main" id="{304622CE-E292-47D4-864D-48602CFD49B1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1311269" y="1047045"/>
              <a:ext cx="7782" cy="205467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25" name="Straight Connector 452">
              <a:extLst>
                <a:ext uri="{FF2B5EF4-FFF2-40B4-BE49-F238E27FC236}">
                  <a16:creationId xmlns:a16="http://schemas.microsoft.com/office/drawing/2014/main" id="{6298773D-5051-43E2-855E-E010BC52AE80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11319051" y="1047044"/>
              <a:ext cx="711024" cy="275283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27" name="Straight Connector 452">
              <a:extLst>
                <a:ext uri="{FF2B5EF4-FFF2-40B4-BE49-F238E27FC236}">
                  <a16:creationId xmlns:a16="http://schemas.microsoft.com/office/drawing/2014/main" id="{01922BCD-04AD-4657-8F3C-9F5F7BA08EC7}"/>
                </a:ext>
              </a:extLst>
            </p:cNvPr>
            <p:cNvCxnSpPr>
              <a:cxnSpLocks/>
            </p:cNvCxnSpPr>
            <p:nvPr/>
          </p:nvCxnSpPr>
          <p:spPr>
            <a:xfrm>
              <a:off x="12037857" y="1127030"/>
              <a:ext cx="0" cy="174338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29" name="Straight Connector 452">
              <a:extLst>
                <a:ext uri="{FF2B5EF4-FFF2-40B4-BE49-F238E27FC236}">
                  <a16:creationId xmlns:a16="http://schemas.microsoft.com/office/drawing/2014/main" id="{12875708-523E-4C0B-80F6-9E0E147D5621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12031508" y="1127031"/>
              <a:ext cx="471642" cy="195296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32" name="Straight Connector 452">
              <a:extLst>
                <a:ext uri="{FF2B5EF4-FFF2-40B4-BE49-F238E27FC236}">
                  <a16:creationId xmlns:a16="http://schemas.microsoft.com/office/drawing/2014/main" id="{1597B8C6-A06C-4FA9-89A8-49B4FF1DC0E8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2503150" y="1317436"/>
              <a:ext cx="0" cy="198043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34" name="Straight Connector 452">
              <a:extLst>
                <a:ext uri="{FF2B5EF4-FFF2-40B4-BE49-F238E27FC236}">
                  <a16:creationId xmlns:a16="http://schemas.microsoft.com/office/drawing/2014/main" id="{033D306D-42B2-4263-9FB3-14755C764B2E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12276854" y="1421890"/>
              <a:ext cx="226296" cy="85122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36" name="Straight Connector 452">
              <a:extLst>
                <a:ext uri="{FF2B5EF4-FFF2-40B4-BE49-F238E27FC236}">
                  <a16:creationId xmlns:a16="http://schemas.microsoft.com/office/drawing/2014/main" id="{F0C3E5FA-0410-44A8-8912-E8C2221EA91D}"/>
                </a:ext>
              </a:extLst>
            </p:cNvPr>
            <p:cNvCxnSpPr>
              <a:cxnSpLocks/>
            </p:cNvCxnSpPr>
            <p:nvPr/>
          </p:nvCxnSpPr>
          <p:spPr>
            <a:xfrm>
              <a:off x="12283203" y="1427463"/>
              <a:ext cx="0" cy="189097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38" name="Straight Connector 452">
              <a:extLst>
                <a:ext uri="{FF2B5EF4-FFF2-40B4-BE49-F238E27FC236}">
                  <a16:creationId xmlns:a16="http://schemas.microsoft.com/office/drawing/2014/main" id="{80371AC5-39D9-4C35-8050-557F8A4FA511}"/>
                </a:ext>
              </a:extLst>
            </p:cNvPr>
            <p:cNvCxnSpPr>
              <a:cxnSpLocks/>
            </p:cNvCxnSpPr>
            <p:nvPr/>
          </p:nvCxnSpPr>
          <p:spPr>
            <a:xfrm>
              <a:off x="11557378" y="1332914"/>
              <a:ext cx="725826" cy="271607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40" name="Straight Connector 452">
              <a:extLst>
                <a:ext uri="{FF2B5EF4-FFF2-40B4-BE49-F238E27FC236}">
                  <a16:creationId xmlns:a16="http://schemas.microsoft.com/office/drawing/2014/main" id="{8CAEBBE4-6A63-4ABE-AAB6-5E2B7BC5D342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0376852" y="1343415"/>
              <a:ext cx="1199043" cy="436027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42" name="Straight Connector 452">
              <a:extLst>
                <a:ext uri="{FF2B5EF4-FFF2-40B4-BE49-F238E27FC236}">
                  <a16:creationId xmlns:a16="http://schemas.microsoft.com/office/drawing/2014/main" id="{C69DC29B-B717-4583-9CAF-2883CE4DA492}"/>
                </a:ext>
              </a:extLst>
            </p:cNvPr>
            <p:cNvCxnSpPr>
              <a:cxnSpLocks/>
            </p:cNvCxnSpPr>
            <p:nvPr/>
          </p:nvCxnSpPr>
          <p:spPr>
            <a:xfrm>
              <a:off x="10394638" y="1772852"/>
              <a:ext cx="0" cy="189097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43" name="Straight Connector 452">
              <a:extLst>
                <a:ext uri="{FF2B5EF4-FFF2-40B4-BE49-F238E27FC236}">
                  <a16:creationId xmlns:a16="http://schemas.microsoft.com/office/drawing/2014/main" id="{333A9EA8-E3CD-4DDB-BF46-3F3F69EFCF7B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0841832" y="1546846"/>
              <a:ext cx="729048" cy="253378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44" name="Straight Connector 452">
              <a:extLst>
                <a:ext uri="{FF2B5EF4-FFF2-40B4-BE49-F238E27FC236}">
                  <a16:creationId xmlns:a16="http://schemas.microsoft.com/office/drawing/2014/main" id="{0C63EFB7-065E-41AC-913C-0CF29C453C9F}"/>
                </a:ext>
              </a:extLst>
            </p:cNvPr>
            <p:cNvCxnSpPr>
              <a:cxnSpLocks/>
            </p:cNvCxnSpPr>
            <p:nvPr/>
          </p:nvCxnSpPr>
          <p:spPr>
            <a:xfrm>
              <a:off x="11566495" y="1537153"/>
              <a:ext cx="723454" cy="251459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47" name="Straight Connector 452">
              <a:extLst>
                <a:ext uri="{FF2B5EF4-FFF2-40B4-BE49-F238E27FC236}">
                  <a16:creationId xmlns:a16="http://schemas.microsoft.com/office/drawing/2014/main" id="{1B329416-A786-4153-9EE6-270D100019E8}"/>
                </a:ext>
              </a:extLst>
            </p:cNvPr>
            <p:cNvCxnSpPr>
              <a:cxnSpLocks/>
            </p:cNvCxnSpPr>
            <p:nvPr/>
          </p:nvCxnSpPr>
          <p:spPr>
            <a:xfrm>
              <a:off x="10397262" y="1966960"/>
              <a:ext cx="241398" cy="111482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49" name="Straight Connector 452">
              <a:extLst>
                <a:ext uri="{FF2B5EF4-FFF2-40B4-BE49-F238E27FC236}">
                  <a16:creationId xmlns:a16="http://schemas.microsoft.com/office/drawing/2014/main" id="{EF45B343-4011-408D-B68F-3D3C08B3EB05}"/>
                </a:ext>
              </a:extLst>
            </p:cNvPr>
            <p:cNvCxnSpPr>
              <a:cxnSpLocks/>
            </p:cNvCxnSpPr>
            <p:nvPr/>
          </p:nvCxnSpPr>
          <p:spPr>
            <a:xfrm>
              <a:off x="10618205" y="1864188"/>
              <a:ext cx="12421" cy="214254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51" name="Straight Connector 452">
              <a:extLst>
                <a:ext uri="{FF2B5EF4-FFF2-40B4-BE49-F238E27FC236}">
                  <a16:creationId xmlns:a16="http://schemas.microsoft.com/office/drawing/2014/main" id="{7B0F9C82-0693-466E-9EDC-291AC66228A8}"/>
                </a:ext>
              </a:extLst>
            </p:cNvPr>
            <p:cNvCxnSpPr>
              <a:cxnSpLocks/>
            </p:cNvCxnSpPr>
            <p:nvPr/>
          </p:nvCxnSpPr>
          <p:spPr>
            <a:xfrm>
              <a:off x="10593574" y="1877189"/>
              <a:ext cx="471375" cy="197436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53" name="Straight Connector 452">
              <a:extLst>
                <a:ext uri="{FF2B5EF4-FFF2-40B4-BE49-F238E27FC236}">
                  <a16:creationId xmlns:a16="http://schemas.microsoft.com/office/drawing/2014/main" id="{FE307C74-9BCB-4D84-9005-9984B5376AFE}"/>
                </a:ext>
              </a:extLst>
            </p:cNvPr>
            <p:cNvCxnSpPr>
              <a:cxnSpLocks/>
            </p:cNvCxnSpPr>
            <p:nvPr/>
          </p:nvCxnSpPr>
          <p:spPr>
            <a:xfrm>
              <a:off x="10851569" y="1797399"/>
              <a:ext cx="214379" cy="79407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54" name="Straight Connector 452">
              <a:extLst>
                <a:ext uri="{FF2B5EF4-FFF2-40B4-BE49-F238E27FC236}">
                  <a16:creationId xmlns:a16="http://schemas.microsoft.com/office/drawing/2014/main" id="{50251CDF-4C04-4D6E-A4BC-2A02C8FFD7C4}"/>
                </a:ext>
              </a:extLst>
            </p:cNvPr>
            <p:cNvCxnSpPr>
              <a:cxnSpLocks/>
            </p:cNvCxnSpPr>
            <p:nvPr/>
          </p:nvCxnSpPr>
          <p:spPr>
            <a:xfrm>
              <a:off x="11064949" y="1864562"/>
              <a:ext cx="9737" cy="217738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57" name="Straight Connector 452">
              <a:extLst>
                <a:ext uri="{FF2B5EF4-FFF2-40B4-BE49-F238E27FC236}">
                  <a16:creationId xmlns:a16="http://schemas.microsoft.com/office/drawing/2014/main" id="{02E7AFA3-01A7-4A41-97AE-A5DA8146F7A1}"/>
                </a:ext>
              </a:extLst>
            </p:cNvPr>
            <p:cNvCxnSpPr>
              <a:cxnSpLocks/>
            </p:cNvCxnSpPr>
            <p:nvPr/>
          </p:nvCxnSpPr>
          <p:spPr>
            <a:xfrm>
              <a:off x="11566495" y="1537153"/>
              <a:ext cx="214379" cy="79407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58" name="Straight Connector 452">
              <a:extLst>
                <a:ext uri="{FF2B5EF4-FFF2-40B4-BE49-F238E27FC236}">
                  <a16:creationId xmlns:a16="http://schemas.microsoft.com/office/drawing/2014/main" id="{1EA99197-0789-4641-BC43-1F598960F394}"/>
                </a:ext>
              </a:extLst>
            </p:cNvPr>
            <p:cNvCxnSpPr>
              <a:cxnSpLocks/>
            </p:cNvCxnSpPr>
            <p:nvPr/>
          </p:nvCxnSpPr>
          <p:spPr>
            <a:xfrm>
              <a:off x="11566495" y="1701799"/>
              <a:ext cx="514380" cy="196503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61" name="Straight Connector 452">
              <a:extLst>
                <a:ext uri="{FF2B5EF4-FFF2-40B4-BE49-F238E27FC236}">
                  <a16:creationId xmlns:a16="http://schemas.microsoft.com/office/drawing/2014/main" id="{F0A26B47-73EE-4155-8B45-B493DC203A6C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2062689" y="1772852"/>
              <a:ext cx="236647" cy="125450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63" name="Straight Connector 452">
              <a:extLst>
                <a:ext uri="{FF2B5EF4-FFF2-40B4-BE49-F238E27FC236}">
                  <a16:creationId xmlns:a16="http://schemas.microsoft.com/office/drawing/2014/main" id="{EFA5A220-95F6-47BD-8489-F76B7BDAD432}"/>
                </a:ext>
              </a:extLst>
            </p:cNvPr>
            <p:cNvCxnSpPr>
              <a:cxnSpLocks/>
            </p:cNvCxnSpPr>
            <p:nvPr/>
          </p:nvCxnSpPr>
          <p:spPr>
            <a:xfrm>
              <a:off x="11573388" y="1693303"/>
              <a:ext cx="7229" cy="192160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64" name="Straight Connector 452">
              <a:extLst>
                <a:ext uri="{FF2B5EF4-FFF2-40B4-BE49-F238E27FC236}">
                  <a16:creationId xmlns:a16="http://schemas.microsoft.com/office/drawing/2014/main" id="{DD841334-61EB-4550-B318-7272E5CEE1F8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1355289" y="1791780"/>
              <a:ext cx="2133" cy="365690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66" name="Straight Connector 452">
              <a:extLst>
                <a:ext uri="{FF2B5EF4-FFF2-40B4-BE49-F238E27FC236}">
                  <a16:creationId xmlns:a16="http://schemas.microsoft.com/office/drawing/2014/main" id="{25F842E1-6FEC-4506-BC1E-3836B924EFB3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1101206" y="2127691"/>
              <a:ext cx="256217" cy="137622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68" name="Straight Connector 452">
              <a:extLst>
                <a:ext uri="{FF2B5EF4-FFF2-40B4-BE49-F238E27FC236}">
                  <a16:creationId xmlns:a16="http://schemas.microsoft.com/office/drawing/2014/main" id="{7EA46B63-2978-4463-9D5D-329D847EF191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1085982" y="2257249"/>
              <a:ext cx="1" cy="348464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71" name="Straight Connector 452">
              <a:extLst>
                <a:ext uri="{FF2B5EF4-FFF2-40B4-BE49-F238E27FC236}">
                  <a16:creationId xmlns:a16="http://schemas.microsoft.com/office/drawing/2014/main" id="{D5E999AE-72F3-440D-B53A-162AAF785DEF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0630626" y="2614153"/>
              <a:ext cx="454853" cy="178691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73" name="Straight Connector 452">
              <a:extLst>
                <a:ext uri="{FF2B5EF4-FFF2-40B4-BE49-F238E27FC236}">
                  <a16:creationId xmlns:a16="http://schemas.microsoft.com/office/drawing/2014/main" id="{69767FFC-E390-4247-BA3C-B426DC476FC5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10642299" y="2790330"/>
              <a:ext cx="215753" cy="70665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75" name="Straight Connector 452">
              <a:extLst>
                <a:ext uri="{FF2B5EF4-FFF2-40B4-BE49-F238E27FC236}">
                  <a16:creationId xmlns:a16="http://schemas.microsoft.com/office/drawing/2014/main" id="{D11849D6-A68F-487F-8E38-C723719B6D4F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0860506" y="2697101"/>
              <a:ext cx="450763" cy="183012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78" name="Straight Connector 452">
              <a:extLst>
                <a:ext uri="{FF2B5EF4-FFF2-40B4-BE49-F238E27FC236}">
                  <a16:creationId xmlns:a16="http://schemas.microsoft.com/office/drawing/2014/main" id="{9DCC85BC-1B62-4FC1-BAB4-29FC341A0862}"/>
                </a:ext>
              </a:extLst>
            </p:cNvPr>
            <p:cNvCxnSpPr>
              <a:cxnSpLocks/>
            </p:cNvCxnSpPr>
            <p:nvPr/>
          </p:nvCxnSpPr>
          <p:spPr>
            <a:xfrm>
              <a:off x="11366539" y="1794024"/>
              <a:ext cx="194604" cy="91439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80" name="Straight Connector 452">
              <a:extLst>
                <a:ext uri="{FF2B5EF4-FFF2-40B4-BE49-F238E27FC236}">
                  <a16:creationId xmlns:a16="http://schemas.microsoft.com/office/drawing/2014/main" id="{9DFD0E00-A690-4368-AB7D-4CF8121CF6A7}"/>
                </a:ext>
              </a:extLst>
            </p:cNvPr>
            <p:cNvCxnSpPr>
              <a:cxnSpLocks/>
            </p:cNvCxnSpPr>
            <p:nvPr/>
          </p:nvCxnSpPr>
          <p:spPr>
            <a:xfrm>
              <a:off x="11328517" y="2328040"/>
              <a:ext cx="1" cy="367424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84" name="Straight Connector 452">
              <a:extLst>
                <a:ext uri="{FF2B5EF4-FFF2-40B4-BE49-F238E27FC236}">
                  <a16:creationId xmlns:a16="http://schemas.microsoft.com/office/drawing/2014/main" id="{CE64CB6B-FA8C-4580-8AFC-98ED58457429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1319051" y="2243989"/>
              <a:ext cx="261566" cy="67016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86" name="Straight Connector 452">
              <a:extLst>
                <a:ext uri="{FF2B5EF4-FFF2-40B4-BE49-F238E27FC236}">
                  <a16:creationId xmlns:a16="http://schemas.microsoft.com/office/drawing/2014/main" id="{78FD3C0C-A0FD-4CE7-BF34-40747D660A19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11570880" y="2064646"/>
              <a:ext cx="8734" cy="179343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88" name="Straight Connector 452">
              <a:extLst>
                <a:ext uri="{FF2B5EF4-FFF2-40B4-BE49-F238E27FC236}">
                  <a16:creationId xmlns:a16="http://schemas.microsoft.com/office/drawing/2014/main" id="{BB5DC9E8-BD5E-48AB-A972-1919DF2169AB}"/>
                </a:ext>
              </a:extLst>
            </p:cNvPr>
            <p:cNvCxnSpPr>
              <a:cxnSpLocks/>
            </p:cNvCxnSpPr>
            <p:nvPr/>
          </p:nvCxnSpPr>
          <p:spPr>
            <a:xfrm>
              <a:off x="11551900" y="2074625"/>
              <a:ext cx="257025" cy="81045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91" name="Straight Connector 452">
              <a:extLst>
                <a:ext uri="{FF2B5EF4-FFF2-40B4-BE49-F238E27FC236}">
                  <a16:creationId xmlns:a16="http://schemas.microsoft.com/office/drawing/2014/main" id="{55866D71-E3BA-450D-9DEF-7E9B8845034A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1808925" y="2045486"/>
              <a:ext cx="228932" cy="110184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93" name="Straight Connector 452">
              <a:extLst>
                <a:ext uri="{FF2B5EF4-FFF2-40B4-BE49-F238E27FC236}">
                  <a16:creationId xmlns:a16="http://schemas.microsoft.com/office/drawing/2014/main" id="{AB38575E-9692-41CD-A763-D69A21A2F363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12052617" y="2038999"/>
              <a:ext cx="2948" cy="196652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95" name="Straight Connector 452">
              <a:extLst>
                <a:ext uri="{FF2B5EF4-FFF2-40B4-BE49-F238E27FC236}">
                  <a16:creationId xmlns:a16="http://schemas.microsoft.com/office/drawing/2014/main" id="{E2821748-FED8-4D1E-A6AF-431B58946737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1541975" y="2235651"/>
              <a:ext cx="495882" cy="222202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98" name="Straight Connector 452">
              <a:extLst>
                <a:ext uri="{FF2B5EF4-FFF2-40B4-BE49-F238E27FC236}">
                  <a16:creationId xmlns:a16="http://schemas.microsoft.com/office/drawing/2014/main" id="{B635ED05-D59B-493B-A958-C400DC104FAE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1570880" y="2412819"/>
              <a:ext cx="495882" cy="222202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99" name="Straight Connector 452">
              <a:extLst>
                <a:ext uri="{FF2B5EF4-FFF2-40B4-BE49-F238E27FC236}">
                  <a16:creationId xmlns:a16="http://schemas.microsoft.com/office/drawing/2014/main" id="{90100B3C-2F42-4DD4-A6E1-0168D57D1A19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11559892" y="2440442"/>
              <a:ext cx="2948" cy="196652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00" name="Straight Connector 452">
              <a:extLst>
                <a:ext uri="{FF2B5EF4-FFF2-40B4-BE49-F238E27FC236}">
                  <a16:creationId xmlns:a16="http://schemas.microsoft.com/office/drawing/2014/main" id="{453E5E73-3236-486B-BB69-F7E795BB4C45}"/>
                </a:ext>
              </a:extLst>
            </p:cNvPr>
            <p:cNvCxnSpPr>
              <a:cxnSpLocks/>
            </p:cNvCxnSpPr>
            <p:nvPr/>
          </p:nvCxnSpPr>
          <p:spPr>
            <a:xfrm>
              <a:off x="12060806" y="2418704"/>
              <a:ext cx="214003" cy="99575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02" name="Straight Connector 452">
              <a:extLst>
                <a:ext uri="{FF2B5EF4-FFF2-40B4-BE49-F238E27FC236}">
                  <a16:creationId xmlns:a16="http://schemas.microsoft.com/office/drawing/2014/main" id="{8A0C1676-FC52-423A-87A9-FF6CF3821525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1541149" y="2518279"/>
              <a:ext cx="741178" cy="274565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04" name="Straight Connector 452">
              <a:extLst>
                <a:ext uri="{FF2B5EF4-FFF2-40B4-BE49-F238E27FC236}">
                  <a16:creationId xmlns:a16="http://schemas.microsoft.com/office/drawing/2014/main" id="{51D5FD37-57F9-416D-AA7F-24CACFBF2814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1766939" y="2589987"/>
              <a:ext cx="781560" cy="297627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06" name="Straight Connector 452">
              <a:extLst>
                <a:ext uri="{FF2B5EF4-FFF2-40B4-BE49-F238E27FC236}">
                  <a16:creationId xmlns:a16="http://schemas.microsoft.com/office/drawing/2014/main" id="{AFD7D16A-A31C-4B0F-934B-BB0C2361CC19}"/>
                </a:ext>
              </a:extLst>
            </p:cNvPr>
            <p:cNvCxnSpPr>
              <a:cxnSpLocks/>
            </p:cNvCxnSpPr>
            <p:nvPr/>
          </p:nvCxnSpPr>
          <p:spPr>
            <a:xfrm>
              <a:off x="11541149" y="2786295"/>
              <a:ext cx="214003" cy="99575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07" name="Straight Connector 452">
              <a:extLst>
                <a:ext uri="{FF2B5EF4-FFF2-40B4-BE49-F238E27FC236}">
                  <a16:creationId xmlns:a16="http://schemas.microsoft.com/office/drawing/2014/main" id="{24ACF83A-D5E8-4C70-B9D2-72F90714CEF6}"/>
                </a:ext>
              </a:extLst>
            </p:cNvPr>
            <p:cNvCxnSpPr>
              <a:cxnSpLocks/>
            </p:cNvCxnSpPr>
            <p:nvPr/>
          </p:nvCxnSpPr>
          <p:spPr>
            <a:xfrm>
              <a:off x="12547118" y="2583693"/>
              <a:ext cx="0" cy="223541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09" name="Straight Connector 452">
              <a:extLst>
                <a:ext uri="{FF2B5EF4-FFF2-40B4-BE49-F238E27FC236}">
                  <a16:creationId xmlns:a16="http://schemas.microsoft.com/office/drawing/2014/main" id="{C2A57CDC-24A0-4BA9-BEEC-708B2F1E66B4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2282327" y="2786426"/>
              <a:ext cx="252889" cy="105993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12" name="Straight Connector 452">
              <a:extLst>
                <a:ext uri="{FF2B5EF4-FFF2-40B4-BE49-F238E27FC236}">
                  <a16:creationId xmlns:a16="http://schemas.microsoft.com/office/drawing/2014/main" id="{5A9FB467-137C-4778-A112-0D1EFEF0D68F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2299336" y="2878060"/>
              <a:ext cx="1916" cy="194891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14" name="Straight Connector 452">
              <a:extLst>
                <a:ext uri="{FF2B5EF4-FFF2-40B4-BE49-F238E27FC236}">
                  <a16:creationId xmlns:a16="http://schemas.microsoft.com/office/drawing/2014/main" id="{7E46F422-69CD-4616-90DF-EAD513C99173}"/>
                </a:ext>
              </a:extLst>
            </p:cNvPr>
            <p:cNvCxnSpPr>
              <a:cxnSpLocks/>
            </p:cNvCxnSpPr>
            <p:nvPr/>
          </p:nvCxnSpPr>
          <p:spPr>
            <a:xfrm>
              <a:off x="12052617" y="2975505"/>
              <a:ext cx="248635" cy="97447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16" name="Straight Connector 452">
              <a:extLst>
                <a:ext uri="{FF2B5EF4-FFF2-40B4-BE49-F238E27FC236}">
                  <a16:creationId xmlns:a16="http://schemas.microsoft.com/office/drawing/2014/main" id="{C464EA6A-3B4A-4617-9E88-126B3840C66E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1780874" y="2975506"/>
              <a:ext cx="260590" cy="97445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18" name="Straight Connector 452">
              <a:extLst>
                <a:ext uri="{FF2B5EF4-FFF2-40B4-BE49-F238E27FC236}">
                  <a16:creationId xmlns:a16="http://schemas.microsoft.com/office/drawing/2014/main" id="{997E7A3B-DF59-4F7A-BEDA-D8AA4616AD4E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1797859" y="3354878"/>
              <a:ext cx="264379" cy="78905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19" name="Straight Connector 452">
              <a:extLst>
                <a:ext uri="{FF2B5EF4-FFF2-40B4-BE49-F238E27FC236}">
                  <a16:creationId xmlns:a16="http://schemas.microsoft.com/office/drawing/2014/main" id="{D6D5E960-FCAA-4BCF-8B8B-87C01F7677AF}"/>
                </a:ext>
              </a:extLst>
            </p:cNvPr>
            <p:cNvCxnSpPr>
              <a:cxnSpLocks/>
            </p:cNvCxnSpPr>
            <p:nvPr/>
          </p:nvCxnSpPr>
          <p:spPr>
            <a:xfrm>
              <a:off x="11795913" y="3090821"/>
              <a:ext cx="248635" cy="97447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20" name="Straight Connector 452">
              <a:extLst>
                <a:ext uri="{FF2B5EF4-FFF2-40B4-BE49-F238E27FC236}">
                  <a16:creationId xmlns:a16="http://schemas.microsoft.com/office/drawing/2014/main" id="{E873DC48-64C6-4235-A715-1AE8CBDBBB4B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1768410" y="3188268"/>
              <a:ext cx="261665" cy="65222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23" name="Straight Connector 452">
              <a:extLst>
                <a:ext uri="{FF2B5EF4-FFF2-40B4-BE49-F238E27FC236}">
                  <a16:creationId xmlns:a16="http://schemas.microsoft.com/office/drawing/2014/main" id="{A22498C9-FE53-4F8D-AD19-7CA687CDA567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1785456" y="3240237"/>
              <a:ext cx="1916" cy="194891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24" name="Straight Connector 452">
              <a:extLst>
                <a:ext uri="{FF2B5EF4-FFF2-40B4-BE49-F238E27FC236}">
                  <a16:creationId xmlns:a16="http://schemas.microsoft.com/office/drawing/2014/main" id="{5A0C091C-1175-4C63-BF2F-9A29E0D24523}"/>
                </a:ext>
              </a:extLst>
            </p:cNvPr>
            <p:cNvCxnSpPr>
              <a:cxnSpLocks/>
            </p:cNvCxnSpPr>
            <p:nvPr/>
          </p:nvCxnSpPr>
          <p:spPr>
            <a:xfrm>
              <a:off x="12044744" y="3366159"/>
              <a:ext cx="7873" cy="341341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26" name="Straight Connector 452">
              <a:extLst>
                <a:ext uri="{FF2B5EF4-FFF2-40B4-BE49-F238E27FC236}">
                  <a16:creationId xmlns:a16="http://schemas.microsoft.com/office/drawing/2014/main" id="{86EA138C-19B5-423F-88CE-D52AD6E3CFA7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11802337" y="3627820"/>
              <a:ext cx="250596" cy="68861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28" name="Straight Connector 452">
              <a:extLst>
                <a:ext uri="{FF2B5EF4-FFF2-40B4-BE49-F238E27FC236}">
                  <a16:creationId xmlns:a16="http://schemas.microsoft.com/office/drawing/2014/main" id="{A70A80FB-BC69-416B-83CB-5C520544E672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1818821" y="3627820"/>
              <a:ext cx="0" cy="183490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30" name="Straight Connector 452">
              <a:extLst>
                <a:ext uri="{FF2B5EF4-FFF2-40B4-BE49-F238E27FC236}">
                  <a16:creationId xmlns:a16="http://schemas.microsoft.com/office/drawing/2014/main" id="{BC1CDF99-FDF6-49DB-9995-18302257DC21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11818821" y="3805973"/>
              <a:ext cx="225727" cy="121502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32" name="Straight Connector 452">
              <a:extLst>
                <a:ext uri="{FF2B5EF4-FFF2-40B4-BE49-F238E27FC236}">
                  <a16:creationId xmlns:a16="http://schemas.microsoft.com/office/drawing/2014/main" id="{C1BCCB8E-7285-4DBB-B716-178686FB1144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2030077" y="3793617"/>
              <a:ext cx="244732" cy="120637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35" name="Straight Connector 452">
              <a:extLst>
                <a:ext uri="{FF2B5EF4-FFF2-40B4-BE49-F238E27FC236}">
                  <a16:creationId xmlns:a16="http://schemas.microsoft.com/office/drawing/2014/main" id="{DA84FE6A-6B50-4234-8796-242735C9ABC4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12264147" y="3788727"/>
              <a:ext cx="239003" cy="125527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38" name="Straight Connector 452">
              <a:extLst>
                <a:ext uri="{FF2B5EF4-FFF2-40B4-BE49-F238E27FC236}">
                  <a16:creationId xmlns:a16="http://schemas.microsoft.com/office/drawing/2014/main" id="{24CC5375-645D-46A3-B1D8-AFEEF1165529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2503150" y="3889226"/>
              <a:ext cx="1" cy="216624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41" name="Straight Connector 452">
              <a:extLst>
                <a:ext uri="{FF2B5EF4-FFF2-40B4-BE49-F238E27FC236}">
                  <a16:creationId xmlns:a16="http://schemas.microsoft.com/office/drawing/2014/main" id="{2595158F-4324-4904-AAA9-C3C7E965C7BA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2282327" y="4074003"/>
              <a:ext cx="220823" cy="94802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43" name="Straight Connector 452">
              <a:extLst>
                <a:ext uri="{FF2B5EF4-FFF2-40B4-BE49-F238E27FC236}">
                  <a16:creationId xmlns:a16="http://schemas.microsoft.com/office/drawing/2014/main" id="{AA372884-73E3-4F97-9E9D-DE1F0203EFA2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2289949" y="3974425"/>
              <a:ext cx="0" cy="180849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45" name="Straight Connector 452">
              <a:extLst>
                <a:ext uri="{FF2B5EF4-FFF2-40B4-BE49-F238E27FC236}">
                  <a16:creationId xmlns:a16="http://schemas.microsoft.com/office/drawing/2014/main" id="{370D6BAA-69B2-4A8C-B42A-790A0B75C68E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2044548" y="4011190"/>
              <a:ext cx="245401" cy="94661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48" name="Straight Connector 452">
              <a:extLst>
                <a:ext uri="{FF2B5EF4-FFF2-40B4-BE49-F238E27FC236}">
                  <a16:creationId xmlns:a16="http://schemas.microsoft.com/office/drawing/2014/main" id="{7218DDF5-0394-4C29-9752-E222EB445A8A}"/>
                </a:ext>
              </a:extLst>
            </p:cNvPr>
            <p:cNvCxnSpPr>
              <a:cxnSpLocks/>
            </p:cNvCxnSpPr>
            <p:nvPr/>
          </p:nvCxnSpPr>
          <p:spPr>
            <a:xfrm>
              <a:off x="11328517" y="3811310"/>
              <a:ext cx="716030" cy="282749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50" name="Straight Connector 452">
              <a:extLst>
                <a:ext uri="{FF2B5EF4-FFF2-40B4-BE49-F238E27FC236}">
                  <a16:creationId xmlns:a16="http://schemas.microsoft.com/office/drawing/2014/main" id="{9C4ABADA-71A4-46D7-92B2-B1EF7BC0C06D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1326174" y="3800505"/>
              <a:ext cx="1" cy="216624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51" name="Straight Connector 452">
              <a:extLst>
                <a:ext uri="{FF2B5EF4-FFF2-40B4-BE49-F238E27FC236}">
                  <a16:creationId xmlns:a16="http://schemas.microsoft.com/office/drawing/2014/main" id="{9E1E0F82-7DCC-4F1F-BEE7-D7319F2AF05F}"/>
                </a:ext>
              </a:extLst>
            </p:cNvPr>
            <p:cNvCxnSpPr>
              <a:cxnSpLocks/>
            </p:cNvCxnSpPr>
            <p:nvPr/>
          </p:nvCxnSpPr>
          <p:spPr>
            <a:xfrm>
              <a:off x="11328517" y="3998798"/>
              <a:ext cx="716030" cy="282749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52" name="Straight Connector 452">
              <a:extLst>
                <a:ext uri="{FF2B5EF4-FFF2-40B4-BE49-F238E27FC236}">
                  <a16:creationId xmlns:a16="http://schemas.microsoft.com/office/drawing/2014/main" id="{5983FCF9-EA17-41CE-95E7-7BB2A6C54BB3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2044546" y="4274088"/>
              <a:ext cx="1" cy="216624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53" name="Straight Connector 452">
              <a:extLst>
                <a:ext uri="{FF2B5EF4-FFF2-40B4-BE49-F238E27FC236}">
                  <a16:creationId xmlns:a16="http://schemas.microsoft.com/office/drawing/2014/main" id="{C8A5CB93-762C-414A-B622-7BFD1304F9DC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12045248" y="4467935"/>
              <a:ext cx="218899" cy="88902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55" name="Straight Connector 452">
              <a:extLst>
                <a:ext uri="{FF2B5EF4-FFF2-40B4-BE49-F238E27FC236}">
                  <a16:creationId xmlns:a16="http://schemas.microsoft.com/office/drawing/2014/main" id="{7E3995C2-D4B7-4F4D-AEF9-B41739445D48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2282327" y="4541336"/>
              <a:ext cx="1" cy="207573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57" name="Straight Connector 452">
              <a:extLst>
                <a:ext uri="{FF2B5EF4-FFF2-40B4-BE49-F238E27FC236}">
                  <a16:creationId xmlns:a16="http://schemas.microsoft.com/office/drawing/2014/main" id="{C07CE07E-1E3E-43E0-84B2-2D6D4184401E}"/>
                </a:ext>
              </a:extLst>
            </p:cNvPr>
            <p:cNvCxnSpPr>
              <a:cxnSpLocks/>
            </p:cNvCxnSpPr>
            <p:nvPr/>
          </p:nvCxnSpPr>
          <p:spPr>
            <a:xfrm>
              <a:off x="11808925" y="4539473"/>
              <a:ext cx="455222" cy="209436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61" name="Straight Connector 452">
              <a:extLst>
                <a:ext uri="{FF2B5EF4-FFF2-40B4-BE49-F238E27FC236}">
                  <a16:creationId xmlns:a16="http://schemas.microsoft.com/office/drawing/2014/main" id="{C8F6D14C-80ED-4322-8F33-378C70B0E735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1795913" y="4335466"/>
              <a:ext cx="1" cy="207573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62" name="Straight Connector 452">
              <a:extLst>
                <a:ext uri="{FF2B5EF4-FFF2-40B4-BE49-F238E27FC236}">
                  <a16:creationId xmlns:a16="http://schemas.microsoft.com/office/drawing/2014/main" id="{055C7812-73CE-4494-A863-1B525C75BA4E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11573388" y="4281547"/>
              <a:ext cx="221179" cy="72813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64" name="Straight Connector 452">
              <a:extLst>
                <a:ext uri="{FF2B5EF4-FFF2-40B4-BE49-F238E27FC236}">
                  <a16:creationId xmlns:a16="http://schemas.microsoft.com/office/drawing/2014/main" id="{DE0436B4-7F0A-4F51-84E1-E447DAEA9AAB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1579614" y="4282425"/>
              <a:ext cx="1" cy="207573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65" name="Straight Connector 452">
              <a:extLst>
                <a:ext uri="{FF2B5EF4-FFF2-40B4-BE49-F238E27FC236}">
                  <a16:creationId xmlns:a16="http://schemas.microsoft.com/office/drawing/2014/main" id="{C3E6A0E2-1F8A-44ED-931C-A40457A1D557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10848651" y="4172685"/>
              <a:ext cx="717843" cy="314209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67" name="Straight Connector 452">
              <a:extLst>
                <a:ext uri="{FF2B5EF4-FFF2-40B4-BE49-F238E27FC236}">
                  <a16:creationId xmlns:a16="http://schemas.microsoft.com/office/drawing/2014/main" id="{3A948DB0-7B45-4BE7-9C57-211B512CACB8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0842287" y="3632522"/>
              <a:ext cx="6076" cy="539789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69" name="Straight Connector 452">
              <a:extLst>
                <a:ext uri="{FF2B5EF4-FFF2-40B4-BE49-F238E27FC236}">
                  <a16:creationId xmlns:a16="http://schemas.microsoft.com/office/drawing/2014/main" id="{87724417-0BBF-4F84-ACDD-7C5858A4DDFD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10636873" y="3544196"/>
              <a:ext cx="221179" cy="72813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70" name="Straight Connector 452">
              <a:extLst>
                <a:ext uri="{FF2B5EF4-FFF2-40B4-BE49-F238E27FC236}">
                  <a16:creationId xmlns:a16="http://schemas.microsoft.com/office/drawing/2014/main" id="{1289E9BD-A472-4AB9-8693-B5727762793B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0628504" y="3519508"/>
              <a:ext cx="1" cy="216624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71" name="Straight Connector 452">
              <a:extLst>
                <a:ext uri="{FF2B5EF4-FFF2-40B4-BE49-F238E27FC236}">
                  <a16:creationId xmlns:a16="http://schemas.microsoft.com/office/drawing/2014/main" id="{35E08C45-DD68-4D5E-9BC8-355D6F252027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0396962" y="3707500"/>
              <a:ext cx="235552" cy="98473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73" name="Straight Connector 452">
              <a:extLst>
                <a:ext uri="{FF2B5EF4-FFF2-40B4-BE49-F238E27FC236}">
                  <a16:creationId xmlns:a16="http://schemas.microsoft.com/office/drawing/2014/main" id="{04CA492B-195A-40F5-A14B-B707052F34D7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10372395" y="3818962"/>
              <a:ext cx="221179" cy="72813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74" name="Straight Connector 452">
              <a:extLst>
                <a:ext uri="{FF2B5EF4-FFF2-40B4-BE49-F238E27FC236}">
                  <a16:creationId xmlns:a16="http://schemas.microsoft.com/office/drawing/2014/main" id="{5937E8B2-7CEC-4841-B172-CFD4E23AEDB9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0363873" y="3885274"/>
              <a:ext cx="200181" cy="112264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76" name="Straight Connector 452">
              <a:extLst>
                <a:ext uri="{FF2B5EF4-FFF2-40B4-BE49-F238E27FC236}">
                  <a16:creationId xmlns:a16="http://schemas.microsoft.com/office/drawing/2014/main" id="{7835CF3F-F230-408F-931B-4A7E8231AFF3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10363874" y="4007833"/>
              <a:ext cx="229700" cy="86226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78" name="Straight Connector 452">
              <a:extLst>
                <a:ext uri="{FF2B5EF4-FFF2-40B4-BE49-F238E27FC236}">
                  <a16:creationId xmlns:a16="http://schemas.microsoft.com/office/drawing/2014/main" id="{0D1004FB-BF68-453C-A80F-2D347C16787B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0602064" y="4069953"/>
              <a:ext cx="1" cy="216624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79" name="Straight Connector 452">
              <a:extLst>
                <a:ext uri="{FF2B5EF4-FFF2-40B4-BE49-F238E27FC236}">
                  <a16:creationId xmlns:a16="http://schemas.microsoft.com/office/drawing/2014/main" id="{B01226EB-7DDE-4E39-9233-B4D8CA6CF020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10616470" y="4266662"/>
              <a:ext cx="221179" cy="72813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80" name="Straight Connector 452">
              <a:extLst>
                <a:ext uri="{FF2B5EF4-FFF2-40B4-BE49-F238E27FC236}">
                  <a16:creationId xmlns:a16="http://schemas.microsoft.com/office/drawing/2014/main" id="{FD4FFA18-12FD-4C7E-A178-66168D403C1F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10848242" y="4337223"/>
              <a:ext cx="7259" cy="409283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82" name="Straight Connector 452">
              <a:extLst>
                <a:ext uri="{FF2B5EF4-FFF2-40B4-BE49-F238E27FC236}">
                  <a16:creationId xmlns:a16="http://schemas.microsoft.com/office/drawing/2014/main" id="{ECF565B9-B9DE-4118-9AF4-D1FD7A54B366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0593574" y="4733830"/>
              <a:ext cx="245401" cy="94661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83" name="Straight Connector 452">
              <a:extLst>
                <a:ext uri="{FF2B5EF4-FFF2-40B4-BE49-F238E27FC236}">
                  <a16:creationId xmlns:a16="http://schemas.microsoft.com/office/drawing/2014/main" id="{75508B51-21F2-4E67-9956-DBE514A18CEA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10611665" y="4822554"/>
              <a:ext cx="240206" cy="109574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86" name="Straight Connector 452">
              <a:extLst>
                <a:ext uri="{FF2B5EF4-FFF2-40B4-BE49-F238E27FC236}">
                  <a16:creationId xmlns:a16="http://schemas.microsoft.com/office/drawing/2014/main" id="{A422BEE6-D685-4B2D-9411-FE24C83870B9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0823960" y="4732894"/>
              <a:ext cx="505177" cy="181925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88" name="Straight Connector 452">
              <a:extLst>
                <a:ext uri="{FF2B5EF4-FFF2-40B4-BE49-F238E27FC236}">
                  <a16:creationId xmlns:a16="http://schemas.microsoft.com/office/drawing/2014/main" id="{9EAE8E1B-5050-4B99-944B-C9BAFFAD0FFD}"/>
                </a:ext>
              </a:extLst>
            </p:cNvPr>
            <p:cNvCxnSpPr>
              <a:cxnSpLocks/>
            </p:cNvCxnSpPr>
            <p:nvPr/>
          </p:nvCxnSpPr>
          <p:spPr>
            <a:xfrm>
              <a:off x="11308151" y="4544439"/>
              <a:ext cx="688220" cy="293264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89" name="Straight Connector 452">
              <a:extLst>
                <a:ext uri="{FF2B5EF4-FFF2-40B4-BE49-F238E27FC236}">
                  <a16:creationId xmlns:a16="http://schemas.microsoft.com/office/drawing/2014/main" id="{CFA45FB3-5420-4614-BCE5-222C36A92202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2022775" y="4820672"/>
              <a:ext cx="1" cy="207573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90" name="Straight Connector 452">
              <a:extLst>
                <a:ext uri="{FF2B5EF4-FFF2-40B4-BE49-F238E27FC236}">
                  <a16:creationId xmlns:a16="http://schemas.microsoft.com/office/drawing/2014/main" id="{746BD3BE-22F0-4D62-BAB5-41F6F35AC65F}"/>
                </a:ext>
              </a:extLst>
            </p:cNvPr>
            <p:cNvCxnSpPr>
              <a:cxnSpLocks/>
            </p:cNvCxnSpPr>
            <p:nvPr/>
          </p:nvCxnSpPr>
          <p:spPr>
            <a:xfrm>
              <a:off x="11579752" y="4833436"/>
              <a:ext cx="413024" cy="175717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92" name="Straight Connector 452">
              <a:extLst>
                <a:ext uri="{FF2B5EF4-FFF2-40B4-BE49-F238E27FC236}">
                  <a16:creationId xmlns:a16="http://schemas.microsoft.com/office/drawing/2014/main" id="{3440279A-2BF6-4D69-B767-C87DA238D097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1326174" y="4833623"/>
              <a:ext cx="240321" cy="98505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94" name="Straight Connector 452">
              <a:extLst>
                <a:ext uri="{FF2B5EF4-FFF2-40B4-BE49-F238E27FC236}">
                  <a16:creationId xmlns:a16="http://schemas.microsoft.com/office/drawing/2014/main" id="{8E84CB8F-BEA3-4118-BFF7-4E2EA6089398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1317551" y="4907142"/>
              <a:ext cx="0" cy="371646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96" name="Straight Connector 452">
              <a:extLst>
                <a:ext uri="{FF2B5EF4-FFF2-40B4-BE49-F238E27FC236}">
                  <a16:creationId xmlns:a16="http://schemas.microsoft.com/office/drawing/2014/main" id="{22AE8C08-9307-43D8-9575-D1BDE58E9F21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1311269" y="5093455"/>
              <a:ext cx="455670" cy="179889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98" name="Straight Connector 452">
              <a:extLst>
                <a:ext uri="{FF2B5EF4-FFF2-40B4-BE49-F238E27FC236}">
                  <a16:creationId xmlns:a16="http://schemas.microsoft.com/office/drawing/2014/main" id="{D174CEF4-C4AF-400C-8BDA-23DDD1D2EB39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1796796" y="5088219"/>
              <a:ext cx="1" cy="207573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99" name="Straight Connector 452">
              <a:extLst>
                <a:ext uri="{FF2B5EF4-FFF2-40B4-BE49-F238E27FC236}">
                  <a16:creationId xmlns:a16="http://schemas.microsoft.com/office/drawing/2014/main" id="{2A3F6126-F370-4329-B2DE-0FE4369834F2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1338659" y="5279173"/>
              <a:ext cx="455670" cy="179889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00" name="Straight Connector 452">
              <a:extLst>
                <a:ext uri="{FF2B5EF4-FFF2-40B4-BE49-F238E27FC236}">
                  <a16:creationId xmlns:a16="http://schemas.microsoft.com/office/drawing/2014/main" id="{195C988A-8B34-4507-951F-9ED89DF322B2}"/>
                </a:ext>
              </a:extLst>
            </p:cNvPr>
            <p:cNvCxnSpPr>
              <a:cxnSpLocks/>
            </p:cNvCxnSpPr>
            <p:nvPr/>
          </p:nvCxnSpPr>
          <p:spPr>
            <a:xfrm>
              <a:off x="11322226" y="5453941"/>
              <a:ext cx="257526" cy="104718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02" name="Straight Connector 452">
              <a:extLst>
                <a:ext uri="{FF2B5EF4-FFF2-40B4-BE49-F238E27FC236}">
                  <a16:creationId xmlns:a16="http://schemas.microsoft.com/office/drawing/2014/main" id="{25730B63-D04A-4F65-B148-55984E36E8E8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1584294" y="5459062"/>
              <a:ext cx="210035" cy="99598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04" name="Straight Connector 452">
              <a:extLst>
                <a:ext uri="{FF2B5EF4-FFF2-40B4-BE49-F238E27FC236}">
                  <a16:creationId xmlns:a16="http://schemas.microsoft.com/office/drawing/2014/main" id="{92CC249D-59D7-4E28-A2BF-3773667FDA48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1807196" y="5447288"/>
              <a:ext cx="3095" cy="362850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07" name="Straight Connector 452">
              <a:extLst>
                <a:ext uri="{FF2B5EF4-FFF2-40B4-BE49-F238E27FC236}">
                  <a16:creationId xmlns:a16="http://schemas.microsoft.com/office/drawing/2014/main" id="{B4DE8C23-AB98-4B95-B340-4F8A8AA1157E}"/>
                </a:ext>
              </a:extLst>
            </p:cNvPr>
            <p:cNvCxnSpPr>
              <a:cxnSpLocks/>
            </p:cNvCxnSpPr>
            <p:nvPr/>
          </p:nvCxnSpPr>
          <p:spPr>
            <a:xfrm>
              <a:off x="12012512" y="5726088"/>
              <a:ext cx="262297" cy="100003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09" name="Straight Connector 452">
              <a:extLst>
                <a:ext uri="{FF2B5EF4-FFF2-40B4-BE49-F238E27FC236}">
                  <a16:creationId xmlns:a16="http://schemas.microsoft.com/office/drawing/2014/main" id="{DC45F621-0D99-4E3A-86F6-A054D1ADB3BD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2274809" y="5823850"/>
              <a:ext cx="1" cy="207573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10" name="Straight Connector 452">
              <a:extLst>
                <a:ext uri="{FF2B5EF4-FFF2-40B4-BE49-F238E27FC236}">
                  <a16:creationId xmlns:a16="http://schemas.microsoft.com/office/drawing/2014/main" id="{21A3B43E-70E9-4BD5-9651-E10D91F0549E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12044547" y="5902605"/>
              <a:ext cx="237780" cy="124359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12" name="Straight Connector 452">
              <a:extLst>
                <a:ext uri="{FF2B5EF4-FFF2-40B4-BE49-F238E27FC236}">
                  <a16:creationId xmlns:a16="http://schemas.microsoft.com/office/drawing/2014/main" id="{D2A48005-11F8-40AC-AC07-A21899B5B9B8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2047357" y="5944309"/>
              <a:ext cx="1" cy="538400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14" name="Straight Connector 452">
              <a:extLst>
                <a:ext uri="{FF2B5EF4-FFF2-40B4-BE49-F238E27FC236}">
                  <a16:creationId xmlns:a16="http://schemas.microsoft.com/office/drawing/2014/main" id="{336AAFE5-BED4-4B4F-BDC4-A278FEC0D330}"/>
                </a:ext>
              </a:extLst>
            </p:cNvPr>
            <p:cNvCxnSpPr>
              <a:cxnSpLocks/>
            </p:cNvCxnSpPr>
            <p:nvPr/>
          </p:nvCxnSpPr>
          <p:spPr>
            <a:xfrm>
              <a:off x="12033448" y="6467693"/>
              <a:ext cx="488819" cy="174396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15" name="Straight Connector 452">
              <a:extLst>
                <a:ext uri="{FF2B5EF4-FFF2-40B4-BE49-F238E27FC236}">
                  <a16:creationId xmlns:a16="http://schemas.microsoft.com/office/drawing/2014/main" id="{1B184B3C-F902-4C3B-9E76-5294870591CA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2522266" y="6631803"/>
              <a:ext cx="1" cy="207573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16" name="Straight Connector 452">
              <a:extLst>
                <a:ext uri="{FF2B5EF4-FFF2-40B4-BE49-F238E27FC236}">
                  <a16:creationId xmlns:a16="http://schemas.microsoft.com/office/drawing/2014/main" id="{E32A0B36-16E9-47BC-AB85-892EFB222260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12264147" y="6746822"/>
              <a:ext cx="245008" cy="84415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18" name="Straight Connector 452">
              <a:extLst>
                <a:ext uri="{FF2B5EF4-FFF2-40B4-BE49-F238E27FC236}">
                  <a16:creationId xmlns:a16="http://schemas.microsoft.com/office/drawing/2014/main" id="{7B3ED970-50B6-43EB-9DC6-17BBB396AB8E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2280595" y="6767951"/>
              <a:ext cx="1" cy="207573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19" name="Straight Connector 452">
              <a:extLst>
                <a:ext uri="{FF2B5EF4-FFF2-40B4-BE49-F238E27FC236}">
                  <a16:creationId xmlns:a16="http://schemas.microsoft.com/office/drawing/2014/main" id="{C3D6A50C-9CA9-4918-A674-449BD9340B83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1735076" y="6943162"/>
              <a:ext cx="554873" cy="191976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21" name="Straight Connector 452">
              <a:extLst>
                <a:ext uri="{FF2B5EF4-FFF2-40B4-BE49-F238E27FC236}">
                  <a16:creationId xmlns:a16="http://schemas.microsoft.com/office/drawing/2014/main" id="{36C1AB64-282E-4141-B328-62424D1EC247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11559892" y="7023333"/>
              <a:ext cx="193064" cy="103787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23" name="Straight Connector 452">
              <a:extLst>
                <a:ext uri="{FF2B5EF4-FFF2-40B4-BE49-F238E27FC236}">
                  <a16:creationId xmlns:a16="http://schemas.microsoft.com/office/drawing/2014/main" id="{238CB0C1-C280-4781-A187-981530A1C5CB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1564790" y="6822741"/>
              <a:ext cx="1704" cy="192574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25" name="Straight Connector 452">
              <a:extLst>
                <a:ext uri="{FF2B5EF4-FFF2-40B4-BE49-F238E27FC236}">
                  <a16:creationId xmlns:a16="http://schemas.microsoft.com/office/drawing/2014/main" id="{EED0208B-CE64-41F8-8F17-624A8A7C6519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11355289" y="6746822"/>
              <a:ext cx="216395" cy="96287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27" name="Straight Connector 452">
              <a:extLst>
                <a:ext uri="{FF2B5EF4-FFF2-40B4-BE49-F238E27FC236}">
                  <a16:creationId xmlns:a16="http://schemas.microsoft.com/office/drawing/2014/main" id="{97355CF7-3F71-41AB-950D-D86E57E80605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11336406" y="6561088"/>
              <a:ext cx="1" cy="196569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29" name="Straight Connector 452">
              <a:extLst>
                <a:ext uri="{FF2B5EF4-FFF2-40B4-BE49-F238E27FC236}">
                  <a16:creationId xmlns:a16="http://schemas.microsoft.com/office/drawing/2014/main" id="{FA1D8EDE-C229-41A7-9C17-3EC6A70F283A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1336407" y="6454630"/>
              <a:ext cx="252573" cy="114702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31" name="Straight Connector 452">
              <a:extLst>
                <a:ext uri="{FF2B5EF4-FFF2-40B4-BE49-F238E27FC236}">
                  <a16:creationId xmlns:a16="http://schemas.microsoft.com/office/drawing/2014/main" id="{CFF34F16-4004-4CD3-8B0B-0ED799EE2458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11588979" y="6268014"/>
              <a:ext cx="1" cy="196569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32" name="Straight Connector 452">
              <a:extLst>
                <a:ext uri="{FF2B5EF4-FFF2-40B4-BE49-F238E27FC236}">
                  <a16:creationId xmlns:a16="http://schemas.microsoft.com/office/drawing/2014/main" id="{35FA5925-185B-43BB-A630-CFA93CA00D3F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1101206" y="6263826"/>
              <a:ext cx="478546" cy="218883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34" name="Straight Connector 452">
              <a:extLst>
                <a:ext uri="{FF2B5EF4-FFF2-40B4-BE49-F238E27FC236}">
                  <a16:creationId xmlns:a16="http://schemas.microsoft.com/office/drawing/2014/main" id="{EC36341A-0661-43FD-BEEA-C8D902266AE4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1088707" y="6468028"/>
              <a:ext cx="7310" cy="363209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36" name="Straight Connector 452">
              <a:extLst>
                <a:ext uri="{FF2B5EF4-FFF2-40B4-BE49-F238E27FC236}">
                  <a16:creationId xmlns:a16="http://schemas.microsoft.com/office/drawing/2014/main" id="{02460F06-99C4-47D4-9E7F-2EF43E420F47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11088706" y="6814521"/>
              <a:ext cx="240431" cy="128641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38" name="Straight Connector 452">
              <a:extLst>
                <a:ext uri="{FF2B5EF4-FFF2-40B4-BE49-F238E27FC236}">
                  <a16:creationId xmlns:a16="http://schemas.microsoft.com/office/drawing/2014/main" id="{BE4F21AB-4E98-4605-B328-2E087AE6BB09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1559892" y="7167635"/>
              <a:ext cx="0" cy="233302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40" name="Straight Connector 452">
              <a:extLst>
                <a:ext uri="{FF2B5EF4-FFF2-40B4-BE49-F238E27FC236}">
                  <a16:creationId xmlns:a16="http://schemas.microsoft.com/office/drawing/2014/main" id="{F53FC3CF-0B43-4E0E-A303-6A6AB217FC49}"/>
                </a:ext>
              </a:extLst>
            </p:cNvPr>
            <p:cNvCxnSpPr>
              <a:cxnSpLocks/>
            </p:cNvCxnSpPr>
            <p:nvPr/>
          </p:nvCxnSpPr>
          <p:spPr>
            <a:xfrm>
              <a:off x="11319051" y="7284286"/>
              <a:ext cx="240841" cy="111198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42" name="Straight Connector 452">
              <a:extLst>
                <a:ext uri="{FF2B5EF4-FFF2-40B4-BE49-F238E27FC236}">
                  <a16:creationId xmlns:a16="http://schemas.microsoft.com/office/drawing/2014/main" id="{E2B6CA7B-17C4-4E5F-A3D6-3AB852C5A598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1064949" y="7288928"/>
              <a:ext cx="245634" cy="97046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44" name="Straight Connector 452">
              <a:extLst>
                <a:ext uri="{FF2B5EF4-FFF2-40B4-BE49-F238E27FC236}">
                  <a16:creationId xmlns:a16="http://schemas.microsoft.com/office/drawing/2014/main" id="{CE8320CA-EBBA-4892-A7B7-ED7FFC1A2007}"/>
                </a:ext>
              </a:extLst>
            </p:cNvPr>
            <p:cNvCxnSpPr>
              <a:cxnSpLocks/>
            </p:cNvCxnSpPr>
            <p:nvPr/>
          </p:nvCxnSpPr>
          <p:spPr>
            <a:xfrm>
              <a:off x="11083094" y="7380818"/>
              <a:ext cx="253312" cy="119770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46" name="Straight Connector 452">
              <a:extLst>
                <a:ext uri="{FF2B5EF4-FFF2-40B4-BE49-F238E27FC236}">
                  <a16:creationId xmlns:a16="http://schemas.microsoft.com/office/drawing/2014/main" id="{42287CA0-B6AD-4788-97F9-684EFBEAB0A3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0657146" y="7479700"/>
              <a:ext cx="669028" cy="261550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48" name="Straight Connector 452">
              <a:extLst>
                <a:ext uri="{FF2B5EF4-FFF2-40B4-BE49-F238E27FC236}">
                  <a16:creationId xmlns:a16="http://schemas.microsoft.com/office/drawing/2014/main" id="{2D71B9B5-5B04-4517-B8AA-C84E3BED4B85}"/>
                </a:ext>
              </a:extLst>
            </p:cNvPr>
            <p:cNvCxnSpPr>
              <a:cxnSpLocks/>
            </p:cNvCxnSpPr>
            <p:nvPr/>
          </p:nvCxnSpPr>
          <p:spPr>
            <a:xfrm>
              <a:off x="10641006" y="7735527"/>
              <a:ext cx="423943" cy="216248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50" name="Straight Connector 452">
              <a:extLst>
                <a:ext uri="{FF2B5EF4-FFF2-40B4-BE49-F238E27FC236}">
                  <a16:creationId xmlns:a16="http://schemas.microsoft.com/office/drawing/2014/main" id="{56065CB1-1AE9-4DD7-B6EF-E3AC5C3DB6EA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0823960" y="7930892"/>
              <a:ext cx="240989" cy="116651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52" name="Straight Connector 452">
              <a:extLst>
                <a:ext uri="{FF2B5EF4-FFF2-40B4-BE49-F238E27FC236}">
                  <a16:creationId xmlns:a16="http://schemas.microsoft.com/office/drawing/2014/main" id="{3E7801C3-4455-485A-870C-9EC04314E640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11288668" y="6903750"/>
              <a:ext cx="249304" cy="223174"/>
            </a:xfrm>
            <a:prstGeom prst="line">
              <a:avLst/>
            </a:prstGeom>
            <a:ln w="25400" cap="flat" cmpd="sng" algn="ctr">
              <a:solidFill>
                <a:srgbClr val="FFFF00"/>
              </a:solidFill>
              <a:prstDash val="dash"/>
              <a:round/>
              <a:headEnd type="none" w="med" len="med"/>
              <a:tailEnd type="non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tx1"/>
            </a:fontRef>
          </p:style>
        </p:cxnSp>
        <p:cxnSp>
          <p:nvCxnSpPr>
            <p:cNvPr id="954" name="Straight Connector 452">
              <a:extLst>
                <a:ext uri="{FF2B5EF4-FFF2-40B4-BE49-F238E27FC236}">
                  <a16:creationId xmlns:a16="http://schemas.microsoft.com/office/drawing/2014/main" id="{E32B3D45-C0AC-46C3-8424-A2F50BC65541}"/>
                </a:ext>
              </a:extLst>
            </p:cNvPr>
            <p:cNvCxnSpPr>
              <a:cxnSpLocks/>
            </p:cNvCxnSpPr>
            <p:nvPr/>
          </p:nvCxnSpPr>
          <p:spPr>
            <a:xfrm>
              <a:off x="10835093" y="8032750"/>
              <a:ext cx="491081" cy="194758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56" name="Straight Connector 452">
              <a:extLst>
                <a:ext uri="{FF2B5EF4-FFF2-40B4-BE49-F238E27FC236}">
                  <a16:creationId xmlns:a16="http://schemas.microsoft.com/office/drawing/2014/main" id="{8CFBF2E1-4788-41DF-A88A-E724301811DF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11323618" y="8209158"/>
              <a:ext cx="2556" cy="176017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58" name="Straight Connector 452">
              <a:extLst>
                <a:ext uri="{FF2B5EF4-FFF2-40B4-BE49-F238E27FC236}">
                  <a16:creationId xmlns:a16="http://schemas.microsoft.com/office/drawing/2014/main" id="{72C77D38-C7F0-4934-8FB7-CF26D2B4B981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1092362" y="8397183"/>
              <a:ext cx="244044" cy="98034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60" name="Straight Connector 452">
              <a:extLst>
                <a:ext uri="{FF2B5EF4-FFF2-40B4-BE49-F238E27FC236}">
                  <a16:creationId xmlns:a16="http://schemas.microsoft.com/office/drawing/2014/main" id="{57B4F929-A1AE-4E28-9815-790F58BFECEB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1087377" y="8481297"/>
              <a:ext cx="1" cy="207573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62" name="Straight Connector 452">
              <a:extLst>
                <a:ext uri="{FF2B5EF4-FFF2-40B4-BE49-F238E27FC236}">
                  <a16:creationId xmlns:a16="http://schemas.microsoft.com/office/drawing/2014/main" id="{6C856F77-5556-41C0-BB28-D302932C1D6C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1064949" y="8504360"/>
              <a:ext cx="508439" cy="190326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64" name="Straight Connector 452">
              <a:extLst>
                <a:ext uri="{FF2B5EF4-FFF2-40B4-BE49-F238E27FC236}">
                  <a16:creationId xmlns:a16="http://schemas.microsoft.com/office/drawing/2014/main" id="{211AAB6D-38F9-4566-A7C2-0E70BBE2A0CE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1566494" y="7953351"/>
              <a:ext cx="0" cy="554051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66" name="Straight Connector 452">
              <a:extLst>
                <a:ext uri="{FF2B5EF4-FFF2-40B4-BE49-F238E27FC236}">
                  <a16:creationId xmlns:a16="http://schemas.microsoft.com/office/drawing/2014/main" id="{CA1F3750-9E86-4D2B-B3BB-82190683D3D8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1557378" y="7843651"/>
              <a:ext cx="261443" cy="105129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68" name="Straight Connector 452">
              <a:extLst>
                <a:ext uri="{FF2B5EF4-FFF2-40B4-BE49-F238E27FC236}">
                  <a16:creationId xmlns:a16="http://schemas.microsoft.com/office/drawing/2014/main" id="{837E0773-6006-4660-94D8-D027C90894AF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1805008" y="7273074"/>
              <a:ext cx="4377" cy="566006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70" name="Straight Connector 452">
              <a:extLst>
                <a:ext uri="{FF2B5EF4-FFF2-40B4-BE49-F238E27FC236}">
                  <a16:creationId xmlns:a16="http://schemas.microsoft.com/office/drawing/2014/main" id="{BF7E640D-AFDD-4490-97A8-94E8F019D366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1800733" y="7208665"/>
              <a:ext cx="243813" cy="55258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72" name="Straight Connector 452">
              <a:extLst>
                <a:ext uri="{FF2B5EF4-FFF2-40B4-BE49-F238E27FC236}">
                  <a16:creationId xmlns:a16="http://schemas.microsoft.com/office/drawing/2014/main" id="{8218D872-FAF8-44B1-9822-6F6B5B8C17FB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12055028" y="7208665"/>
              <a:ext cx="219781" cy="74109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74" name="Straight Connector 452">
              <a:extLst>
                <a:ext uri="{FF2B5EF4-FFF2-40B4-BE49-F238E27FC236}">
                  <a16:creationId xmlns:a16="http://schemas.microsoft.com/office/drawing/2014/main" id="{7ABEBB57-F68F-4326-A6BD-32B616D68044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2062547" y="7282774"/>
              <a:ext cx="165847" cy="91638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76" name="Straight Connector 452">
              <a:extLst>
                <a:ext uri="{FF2B5EF4-FFF2-40B4-BE49-F238E27FC236}">
                  <a16:creationId xmlns:a16="http://schemas.microsoft.com/office/drawing/2014/main" id="{AC062B6C-7366-40EC-9D1C-B84B54DB1ADF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2044546" y="7366478"/>
              <a:ext cx="20544" cy="224608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78" name="Straight Connector 452">
              <a:extLst>
                <a:ext uri="{FF2B5EF4-FFF2-40B4-BE49-F238E27FC236}">
                  <a16:creationId xmlns:a16="http://schemas.microsoft.com/office/drawing/2014/main" id="{BC7482B4-9F94-4E93-BDDF-6C199070A85A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2037459" y="7489528"/>
              <a:ext cx="226688" cy="91638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80" name="Straight Connector 452">
              <a:extLst>
                <a:ext uri="{FF2B5EF4-FFF2-40B4-BE49-F238E27FC236}">
                  <a16:creationId xmlns:a16="http://schemas.microsoft.com/office/drawing/2014/main" id="{73FFEB61-9725-404E-B337-A00BB9976BF3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12247309" y="7497462"/>
              <a:ext cx="20020" cy="179246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83" name="Straight Connector 452">
              <a:extLst>
                <a:ext uri="{FF2B5EF4-FFF2-40B4-BE49-F238E27FC236}">
                  <a16:creationId xmlns:a16="http://schemas.microsoft.com/office/drawing/2014/main" id="{6205FFA7-E835-4880-8BBD-0B0EE5D579C5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2051249" y="7669537"/>
              <a:ext cx="217087" cy="89623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85" name="Straight Connector 452">
              <a:extLst>
                <a:ext uri="{FF2B5EF4-FFF2-40B4-BE49-F238E27FC236}">
                  <a16:creationId xmlns:a16="http://schemas.microsoft.com/office/drawing/2014/main" id="{F786F9AD-1421-4FB1-9A5D-323018A40BB6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12060743" y="7758991"/>
              <a:ext cx="194627" cy="63435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87" name="Straight Connector 452">
              <a:extLst>
                <a:ext uri="{FF2B5EF4-FFF2-40B4-BE49-F238E27FC236}">
                  <a16:creationId xmlns:a16="http://schemas.microsoft.com/office/drawing/2014/main" id="{7D1017E2-92ED-4503-A909-337EEF85B2F0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2264147" y="7767084"/>
              <a:ext cx="255547" cy="62022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89" name="Straight Connector 452">
              <a:extLst>
                <a:ext uri="{FF2B5EF4-FFF2-40B4-BE49-F238E27FC236}">
                  <a16:creationId xmlns:a16="http://schemas.microsoft.com/office/drawing/2014/main" id="{37EBD5B0-E48D-4BC4-B4CE-E7758CBF8021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12503150" y="7773429"/>
              <a:ext cx="20020" cy="179246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90" name="Straight Connector 452">
              <a:extLst>
                <a:ext uri="{FF2B5EF4-FFF2-40B4-BE49-F238E27FC236}">
                  <a16:creationId xmlns:a16="http://schemas.microsoft.com/office/drawing/2014/main" id="{B34043CA-8299-4398-8EEA-B1EB2C26A8AC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2044546" y="7947152"/>
              <a:ext cx="456456" cy="184959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92" name="Straight Connector 452">
              <a:extLst>
                <a:ext uri="{FF2B5EF4-FFF2-40B4-BE49-F238E27FC236}">
                  <a16:creationId xmlns:a16="http://schemas.microsoft.com/office/drawing/2014/main" id="{E85B0042-EF76-44A7-81B4-9B02D6F51505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11856622" y="8061544"/>
              <a:ext cx="194627" cy="63435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93" name="Straight Connector 452">
              <a:extLst>
                <a:ext uri="{FF2B5EF4-FFF2-40B4-BE49-F238E27FC236}">
                  <a16:creationId xmlns:a16="http://schemas.microsoft.com/office/drawing/2014/main" id="{F56E015E-91BB-4E4B-BF09-51405C212D40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1823685" y="8059182"/>
              <a:ext cx="2637" cy="193027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95" name="Straight Connector 452">
              <a:extLst>
                <a:ext uri="{FF2B5EF4-FFF2-40B4-BE49-F238E27FC236}">
                  <a16:creationId xmlns:a16="http://schemas.microsoft.com/office/drawing/2014/main" id="{33831F08-F502-432D-AAED-DDD1D5669805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11822916" y="8238800"/>
              <a:ext cx="194627" cy="63435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96" name="Straight Connector 452">
              <a:extLst>
                <a:ext uri="{FF2B5EF4-FFF2-40B4-BE49-F238E27FC236}">
                  <a16:creationId xmlns:a16="http://schemas.microsoft.com/office/drawing/2014/main" id="{C7274915-B625-4DC3-9B4C-337EF93F1105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1797825" y="8325809"/>
              <a:ext cx="226688" cy="91638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97" name="Straight Connector 452">
              <a:extLst>
                <a:ext uri="{FF2B5EF4-FFF2-40B4-BE49-F238E27FC236}">
                  <a16:creationId xmlns:a16="http://schemas.microsoft.com/office/drawing/2014/main" id="{1316FA47-88AB-4B5C-A958-81F4C426DD77}"/>
                </a:ext>
              </a:extLst>
            </p:cNvPr>
            <p:cNvCxnSpPr>
              <a:cxnSpLocks/>
            </p:cNvCxnSpPr>
            <p:nvPr/>
          </p:nvCxnSpPr>
          <p:spPr>
            <a:xfrm>
              <a:off x="11801443" y="8414703"/>
              <a:ext cx="21473" cy="203574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99" name="Straight Connector 452">
              <a:extLst>
                <a:ext uri="{FF2B5EF4-FFF2-40B4-BE49-F238E27FC236}">
                  <a16:creationId xmlns:a16="http://schemas.microsoft.com/office/drawing/2014/main" id="{4B05CCD4-AD49-496C-933A-7009C7ABD74B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11793843" y="8620147"/>
              <a:ext cx="733928" cy="250919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01" name="Straight Connector 452">
              <a:extLst>
                <a:ext uri="{FF2B5EF4-FFF2-40B4-BE49-F238E27FC236}">
                  <a16:creationId xmlns:a16="http://schemas.microsoft.com/office/drawing/2014/main" id="{CD8E1815-E018-440B-8382-11447117BAA1}"/>
                </a:ext>
              </a:extLst>
            </p:cNvPr>
            <p:cNvCxnSpPr>
              <a:cxnSpLocks/>
            </p:cNvCxnSpPr>
            <p:nvPr/>
          </p:nvCxnSpPr>
          <p:spPr>
            <a:xfrm>
              <a:off x="12530792" y="8857641"/>
              <a:ext cx="4424" cy="556642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02" name="Straight Connector 452">
              <a:extLst>
                <a:ext uri="{FF2B5EF4-FFF2-40B4-BE49-F238E27FC236}">
                  <a16:creationId xmlns:a16="http://schemas.microsoft.com/office/drawing/2014/main" id="{9C2F52BE-B777-4E6F-AE9C-7A36CEA829CE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1793843" y="9520592"/>
              <a:ext cx="998716" cy="352443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04" name="Straight Connector 452">
              <a:extLst>
                <a:ext uri="{FF2B5EF4-FFF2-40B4-BE49-F238E27FC236}">
                  <a16:creationId xmlns:a16="http://schemas.microsoft.com/office/drawing/2014/main" id="{9241BC1A-2BDB-493E-9607-6D8EBFE7EB4E}"/>
                </a:ext>
              </a:extLst>
            </p:cNvPr>
            <p:cNvCxnSpPr>
              <a:cxnSpLocks/>
            </p:cNvCxnSpPr>
            <p:nvPr/>
          </p:nvCxnSpPr>
          <p:spPr>
            <a:xfrm>
              <a:off x="11807196" y="9877246"/>
              <a:ext cx="222879" cy="91555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29" name="Straight Connector 452">
              <a:extLst>
                <a:ext uri="{FF2B5EF4-FFF2-40B4-BE49-F238E27FC236}">
                  <a16:creationId xmlns:a16="http://schemas.microsoft.com/office/drawing/2014/main" id="{2EF877F4-4A3A-4B32-BC35-BD4ECBCFBE17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9426125" y="7030102"/>
              <a:ext cx="228562" cy="77117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44" name="Straight Connector 452">
              <a:extLst>
                <a:ext uri="{FF2B5EF4-FFF2-40B4-BE49-F238E27FC236}">
                  <a16:creationId xmlns:a16="http://schemas.microsoft.com/office/drawing/2014/main" id="{BC1E71FF-18BF-4D65-A92B-3F1B38D3072A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9927714" y="6193171"/>
              <a:ext cx="3429" cy="938505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46" name="Straight Connector 452">
              <a:extLst>
                <a:ext uri="{FF2B5EF4-FFF2-40B4-BE49-F238E27FC236}">
                  <a16:creationId xmlns:a16="http://schemas.microsoft.com/office/drawing/2014/main" id="{2BD1531A-D520-4EAA-A822-FA78DB123C0B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9930740" y="6000216"/>
              <a:ext cx="471153" cy="196825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47" name="Straight Connector 452">
              <a:extLst>
                <a:ext uri="{FF2B5EF4-FFF2-40B4-BE49-F238E27FC236}">
                  <a16:creationId xmlns:a16="http://schemas.microsoft.com/office/drawing/2014/main" id="{20FFD606-2A33-4BCD-8DE6-FADBD0E7EAB2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9923098" y="5990595"/>
              <a:ext cx="214645" cy="108566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49" name="Straight Connector 452">
              <a:extLst>
                <a:ext uri="{FF2B5EF4-FFF2-40B4-BE49-F238E27FC236}">
                  <a16:creationId xmlns:a16="http://schemas.microsoft.com/office/drawing/2014/main" id="{DADFD50F-AA1D-4213-8F69-80560694D6C3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9669277" y="6221760"/>
              <a:ext cx="6393" cy="248888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50" name="Straight Connector 452">
              <a:extLst>
                <a:ext uri="{FF2B5EF4-FFF2-40B4-BE49-F238E27FC236}">
                  <a16:creationId xmlns:a16="http://schemas.microsoft.com/office/drawing/2014/main" id="{A42FD23E-EB67-4970-90B4-2C147457FA3B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9421610" y="6480657"/>
              <a:ext cx="254616" cy="67314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54" name="Straight Connector 452">
              <a:extLst>
                <a:ext uri="{FF2B5EF4-FFF2-40B4-BE49-F238E27FC236}">
                  <a16:creationId xmlns:a16="http://schemas.microsoft.com/office/drawing/2014/main" id="{E85D18AB-B9F7-49CD-A77D-18B8512906C2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9422268" y="6549339"/>
              <a:ext cx="232419" cy="104314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58" name="Straight Connector 452">
              <a:extLst>
                <a:ext uri="{FF2B5EF4-FFF2-40B4-BE49-F238E27FC236}">
                  <a16:creationId xmlns:a16="http://schemas.microsoft.com/office/drawing/2014/main" id="{F91E0F1D-A672-454D-809B-5F651A13D49D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9466399" y="6729967"/>
              <a:ext cx="214645" cy="108566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59" name="Straight Connector 452">
              <a:extLst>
                <a:ext uri="{FF2B5EF4-FFF2-40B4-BE49-F238E27FC236}">
                  <a16:creationId xmlns:a16="http://schemas.microsoft.com/office/drawing/2014/main" id="{B45D1231-608E-4B62-AEBA-A1F7DF18D533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9447763" y="6718665"/>
              <a:ext cx="6393" cy="248888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60" name="Straight Connector 452">
              <a:extLst>
                <a:ext uri="{FF2B5EF4-FFF2-40B4-BE49-F238E27FC236}">
                  <a16:creationId xmlns:a16="http://schemas.microsoft.com/office/drawing/2014/main" id="{390BF64C-FBAD-435D-9C22-43C332C43083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8954693" y="6714175"/>
              <a:ext cx="492824" cy="228754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62" name="Straight Connector 452">
              <a:extLst>
                <a:ext uri="{FF2B5EF4-FFF2-40B4-BE49-F238E27FC236}">
                  <a16:creationId xmlns:a16="http://schemas.microsoft.com/office/drawing/2014/main" id="{0541F5B4-E400-489B-8667-13369B0C1717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8961930" y="6697713"/>
              <a:ext cx="6393" cy="248888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63" name="Straight Connector 452">
              <a:extLst>
                <a:ext uri="{FF2B5EF4-FFF2-40B4-BE49-F238E27FC236}">
                  <a16:creationId xmlns:a16="http://schemas.microsoft.com/office/drawing/2014/main" id="{6E09B8B9-351A-4A27-8C0B-3AFFA63ADE56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8978165" y="6918486"/>
              <a:ext cx="214645" cy="108566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64" name="Straight Connector 452">
              <a:extLst>
                <a:ext uri="{FF2B5EF4-FFF2-40B4-BE49-F238E27FC236}">
                  <a16:creationId xmlns:a16="http://schemas.microsoft.com/office/drawing/2014/main" id="{7BFA202F-144E-4B6C-8DBA-35075FE295FF}"/>
                </a:ext>
              </a:extLst>
            </p:cNvPr>
            <p:cNvCxnSpPr>
              <a:cxnSpLocks/>
            </p:cNvCxnSpPr>
            <p:nvPr/>
          </p:nvCxnSpPr>
          <p:spPr>
            <a:xfrm>
              <a:off x="9186520" y="7027052"/>
              <a:ext cx="6391" cy="173027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66" name="Straight Connector 452">
              <a:extLst>
                <a:ext uri="{FF2B5EF4-FFF2-40B4-BE49-F238E27FC236}">
                  <a16:creationId xmlns:a16="http://schemas.microsoft.com/office/drawing/2014/main" id="{91BBB6C9-78B9-410D-B2C4-648AF77B8D54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8723131" y="7007828"/>
              <a:ext cx="472961" cy="177863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67" name="Straight Connector 452">
              <a:extLst>
                <a:ext uri="{FF2B5EF4-FFF2-40B4-BE49-F238E27FC236}">
                  <a16:creationId xmlns:a16="http://schemas.microsoft.com/office/drawing/2014/main" id="{0F5A3A40-360C-4203-AD95-AC9750810854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8708081" y="7018519"/>
              <a:ext cx="8092" cy="478943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83" name="Straight Connector 452">
              <a:extLst>
                <a:ext uri="{FF2B5EF4-FFF2-40B4-BE49-F238E27FC236}">
                  <a16:creationId xmlns:a16="http://schemas.microsoft.com/office/drawing/2014/main" id="{92E40EFE-17C5-4E99-8F97-155CF0659BF8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1108844" y="9775371"/>
              <a:ext cx="479044" cy="175906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86" name="Straight Connector 452">
              <a:extLst>
                <a:ext uri="{FF2B5EF4-FFF2-40B4-BE49-F238E27FC236}">
                  <a16:creationId xmlns:a16="http://schemas.microsoft.com/office/drawing/2014/main" id="{0ED9F6AE-02D9-4DE6-A5FB-62DE82B1176B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1101206" y="9944612"/>
              <a:ext cx="2176" cy="205840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94" name="Straight Connector 452">
              <a:extLst>
                <a:ext uri="{FF2B5EF4-FFF2-40B4-BE49-F238E27FC236}">
                  <a16:creationId xmlns:a16="http://schemas.microsoft.com/office/drawing/2014/main" id="{29B4EF58-9ECF-4BFC-B975-A275CB4D3470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10430700" y="8585083"/>
              <a:ext cx="651693" cy="637793"/>
            </a:xfrm>
            <a:prstGeom prst="line">
              <a:avLst/>
            </a:prstGeom>
            <a:ln w="28575" cap="flat" cmpd="sng" algn="ctr">
              <a:solidFill>
                <a:srgbClr val="FFFF00"/>
              </a:solidFill>
              <a:prstDash val="dash"/>
              <a:round/>
              <a:headEnd type="none" w="med" len="med"/>
              <a:tailEnd type="non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tx1"/>
            </a:fontRef>
          </p:style>
        </p:cxnSp>
        <p:cxnSp>
          <p:nvCxnSpPr>
            <p:cNvPr id="1198" name="Straight Connector 452">
              <a:extLst>
                <a:ext uri="{FF2B5EF4-FFF2-40B4-BE49-F238E27FC236}">
                  <a16:creationId xmlns:a16="http://schemas.microsoft.com/office/drawing/2014/main" id="{C441E067-BBD5-4DC1-8AC5-9078B6A485C3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9426125" y="7100036"/>
              <a:ext cx="21267" cy="1109074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41" name="Straight Connector 452">
              <a:extLst>
                <a:ext uri="{FF2B5EF4-FFF2-40B4-BE49-F238E27FC236}">
                  <a16:creationId xmlns:a16="http://schemas.microsoft.com/office/drawing/2014/main" id="{36850345-CD85-4FE4-8196-FD27A76B4DB2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9445165" y="8209158"/>
              <a:ext cx="966394" cy="380201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45" name="Straight Connector 452">
              <a:extLst>
                <a:ext uri="{FF2B5EF4-FFF2-40B4-BE49-F238E27FC236}">
                  <a16:creationId xmlns:a16="http://schemas.microsoft.com/office/drawing/2014/main" id="{2DBD034C-ADD7-4826-9678-5849F04B1AC1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9668880" y="6005008"/>
              <a:ext cx="234315" cy="194432"/>
            </a:xfrm>
            <a:prstGeom prst="line">
              <a:avLst/>
            </a:prstGeom>
            <a:ln w="28575" cap="flat" cmpd="sng" algn="ctr">
              <a:solidFill>
                <a:srgbClr val="FFFF00"/>
              </a:solidFill>
              <a:prstDash val="dash"/>
              <a:round/>
              <a:headEnd type="none" w="med" len="med"/>
              <a:tailEnd type="non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tx1"/>
            </a:fontRef>
          </p:style>
        </p:cxnSp>
        <p:cxnSp>
          <p:nvCxnSpPr>
            <p:cNvPr id="1248" name="Straight Connector 452">
              <a:extLst>
                <a:ext uri="{FF2B5EF4-FFF2-40B4-BE49-F238E27FC236}">
                  <a16:creationId xmlns:a16="http://schemas.microsoft.com/office/drawing/2014/main" id="{49A45554-C376-48B3-89AD-2B9994294A76}"/>
                </a:ext>
              </a:extLst>
            </p:cNvPr>
            <p:cNvCxnSpPr>
              <a:cxnSpLocks/>
            </p:cNvCxnSpPr>
            <p:nvPr/>
          </p:nvCxnSpPr>
          <p:spPr>
            <a:xfrm>
              <a:off x="2517375" y="1852527"/>
              <a:ext cx="244477" cy="108437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51" name="Straight Connector 452">
              <a:extLst>
                <a:ext uri="{FF2B5EF4-FFF2-40B4-BE49-F238E27FC236}">
                  <a16:creationId xmlns:a16="http://schemas.microsoft.com/office/drawing/2014/main" id="{69503E11-F5DD-4C26-95C9-33C0CC69CEBD}"/>
                </a:ext>
              </a:extLst>
            </p:cNvPr>
            <p:cNvCxnSpPr>
              <a:cxnSpLocks/>
            </p:cNvCxnSpPr>
            <p:nvPr/>
          </p:nvCxnSpPr>
          <p:spPr>
            <a:xfrm>
              <a:off x="2535871" y="1522011"/>
              <a:ext cx="0" cy="327994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53" name="Straight Connector 452">
              <a:extLst>
                <a:ext uri="{FF2B5EF4-FFF2-40B4-BE49-F238E27FC236}">
                  <a16:creationId xmlns:a16="http://schemas.microsoft.com/office/drawing/2014/main" id="{FFC9FCDE-550C-415A-B3F0-7A00E1E67084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2079885" y="1515479"/>
              <a:ext cx="437490" cy="170529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55" name="Straight Connector 452">
              <a:extLst>
                <a:ext uri="{FF2B5EF4-FFF2-40B4-BE49-F238E27FC236}">
                  <a16:creationId xmlns:a16="http://schemas.microsoft.com/office/drawing/2014/main" id="{CE4E26DB-5472-48E2-8D61-C14A75B5446E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1595747" y="1507012"/>
              <a:ext cx="504831" cy="155081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57" name="Straight Connector 452">
              <a:extLst>
                <a:ext uri="{FF2B5EF4-FFF2-40B4-BE49-F238E27FC236}">
                  <a16:creationId xmlns:a16="http://schemas.microsoft.com/office/drawing/2014/main" id="{1066BAF0-BF7F-4F46-9321-18FBE362471E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349638" y="1503749"/>
              <a:ext cx="268328" cy="96994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59" name="Straight Connector 452">
              <a:extLst>
                <a:ext uri="{FF2B5EF4-FFF2-40B4-BE49-F238E27FC236}">
                  <a16:creationId xmlns:a16="http://schemas.microsoft.com/office/drawing/2014/main" id="{6F32B3A5-7052-4A73-8B19-551FE89A60EE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916541" y="1413799"/>
              <a:ext cx="456035" cy="163472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65" name="Straight Connector 452">
              <a:extLst>
                <a:ext uri="{FF2B5EF4-FFF2-40B4-BE49-F238E27FC236}">
                  <a16:creationId xmlns:a16="http://schemas.microsoft.com/office/drawing/2014/main" id="{4291F997-8F2C-4826-B4D2-4DDD977FD395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128738" y="1332914"/>
              <a:ext cx="478235" cy="146920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67" name="Straight Connector 452">
              <a:extLst>
                <a:ext uri="{FF2B5EF4-FFF2-40B4-BE49-F238E27FC236}">
                  <a16:creationId xmlns:a16="http://schemas.microsoft.com/office/drawing/2014/main" id="{25A6BDCA-A59F-4CDE-9B8C-3190A49435F8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1614637" y="1332914"/>
              <a:ext cx="243449" cy="72341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69" name="Straight Connector 452">
              <a:extLst>
                <a:ext uri="{FF2B5EF4-FFF2-40B4-BE49-F238E27FC236}">
                  <a16:creationId xmlns:a16="http://schemas.microsoft.com/office/drawing/2014/main" id="{BEC1B06F-A944-4257-BDA9-6791DBC44BBE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853157" y="1315516"/>
              <a:ext cx="245551" cy="92598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71" name="Straight Connector 452">
              <a:extLst>
                <a:ext uri="{FF2B5EF4-FFF2-40B4-BE49-F238E27FC236}">
                  <a16:creationId xmlns:a16="http://schemas.microsoft.com/office/drawing/2014/main" id="{2CE200A8-7BB8-4A50-AAB6-D12F440A23BF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2103927" y="1331892"/>
              <a:ext cx="243449" cy="72341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72" name="Straight Connector 452">
              <a:extLst>
                <a:ext uri="{FF2B5EF4-FFF2-40B4-BE49-F238E27FC236}">
                  <a16:creationId xmlns:a16="http://schemas.microsoft.com/office/drawing/2014/main" id="{5D59A04D-1D82-4402-BAEA-7BFA4B120C46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2313697" y="1321439"/>
              <a:ext cx="251697" cy="73531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74" name="Straight Connector 452">
              <a:extLst>
                <a:ext uri="{FF2B5EF4-FFF2-40B4-BE49-F238E27FC236}">
                  <a16:creationId xmlns:a16="http://schemas.microsoft.com/office/drawing/2014/main" id="{46150980-6C26-43B4-8C8B-C3FF663BCB81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2530017" y="1329352"/>
              <a:ext cx="243449" cy="72341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75" name="Straight Connector 452">
              <a:extLst>
                <a:ext uri="{FF2B5EF4-FFF2-40B4-BE49-F238E27FC236}">
                  <a16:creationId xmlns:a16="http://schemas.microsoft.com/office/drawing/2014/main" id="{377F3276-083B-4AF2-B197-D1C099F83A4F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2762391" y="1337263"/>
              <a:ext cx="251697" cy="73531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85" name="Straight Connector 452">
              <a:extLst>
                <a:ext uri="{FF2B5EF4-FFF2-40B4-BE49-F238E27FC236}">
                  <a16:creationId xmlns:a16="http://schemas.microsoft.com/office/drawing/2014/main" id="{22F2A4E6-6517-4848-AA80-7A9E235D08E2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9916139" y="7246336"/>
              <a:ext cx="228562" cy="77117"/>
            </a:xfrm>
            <a:prstGeom prst="line">
              <a:avLst/>
            </a:prstGeom>
            <a:ln w="38100">
              <a:solidFill>
                <a:schemeClr val="accent2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86" name="Straight Connector 452">
              <a:extLst>
                <a:ext uri="{FF2B5EF4-FFF2-40B4-BE49-F238E27FC236}">
                  <a16:creationId xmlns:a16="http://schemas.microsoft.com/office/drawing/2014/main" id="{FC0C19D4-9B35-4E9B-8F2E-3903173EF4EE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9642230" y="7037938"/>
              <a:ext cx="302955" cy="93738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90" name="Straight Connector 452">
              <a:extLst>
                <a:ext uri="{FF2B5EF4-FFF2-40B4-BE49-F238E27FC236}">
                  <a16:creationId xmlns:a16="http://schemas.microsoft.com/office/drawing/2014/main" id="{B34FB42A-DD51-4F1B-BCB2-77B2CBE73B92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9663965" y="6611145"/>
              <a:ext cx="6393" cy="248888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99" name="Straight Connector 452">
              <a:extLst>
                <a:ext uri="{FF2B5EF4-FFF2-40B4-BE49-F238E27FC236}">
                  <a16:creationId xmlns:a16="http://schemas.microsoft.com/office/drawing/2014/main" id="{7CE3B0D5-745B-489E-B52D-B3305E27E7C4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5620656" y="853591"/>
              <a:ext cx="17775" cy="170205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00" name="Straight Connector 452">
              <a:extLst>
                <a:ext uri="{FF2B5EF4-FFF2-40B4-BE49-F238E27FC236}">
                  <a16:creationId xmlns:a16="http://schemas.microsoft.com/office/drawing/2014/main" id="{0C70803D-498A-420A-9D4E-5025DFBE44F0}"/>
                </a:ext>
              </a:extLst>
            </p:cNvPr>
            <p:cNvCxnSpPr>
              <a:cxnSpLocks/>
            </p:cNvCxnSpPr>
            <p:nvPr/>
          </p:nvCxnSpPr>
          <p:spPr>
            <a:xfrm>
              <a:off x="5609461" y="838828"/>
              <a:ext cx="294007" cy="69835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302" name="Hexagon 3601">
              <a:extLst>
                <a:ext uri="{FF2B5EF4-FFF2-40B4-BE49-F238E27FC236}">
                  <a16:creationId xmlns:a16="http://schemas.microsoft.com/office/drawing/2014/main" id="{A13EBC53-40E0-4F55-8E59-1927CC351DF0}"/>
                </a:ext>
              </a:extLst>
            </p:cNvPr>
            <p:cNvSpPr/>
            <p:nvPr/>
          </p:nvSpPr>
          <p:spPr>
            <a:xfrm>
              <a:off x="5457535" y="1135967"/>
              <a:ext cx="309581" cy="185472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cxnSp>
          <p:nvCxnSpPr>
            <p:cNvPr id="1303" name="Straight Connector 452">
              <a:extLst>
                <a:ext uri="{FF2B5EF4-FFF2-40B4-BE49-F238E27FC236}">
                  <a16:creationId xmlns:a16="http://schemas.microsoft.com/office/drawing/2014/main" id="{73DD7E9A-372B-4AFA-8AFE-3E3A30AC5784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876594" y="926106"/>
              <a:ext cx="1" cy="223672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05" name="Straight Connector 452">
              <a:extLst>
                <a:ext uri="{FF2B5EF4-FFF2-40B4-BE49-F238E27FC236}">
                  <a16:creationId xmlns:a16="http://schemas.microsoft.com/office/drawing/2014/main" id="{4E28E040-8668-4E82-997D-78FBEB2CB5EB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903468" y="1018798"/>
              <a:ext cx="238316" cy="115053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08" name="Straight Connector 452">
              <a:extLst>
                <a:ext uri="{FF2B5EF4-FFF2-40B4-BE49-F238E27FC236}">
                  <a16:creationId xmlns:a16="http://schemas.microsoft.com/office/drawing/2014/main" id="{9E8DB484-D73C-45B0-BD2B-A431B7065E7F}"/>
                </a:ext>
              </a:extLst>
            </p:cNvPr>
            <p:cNvCxnSpPr>
              <a:cxnSpLocks/>
            </p:cNvCxnSpPr>
            <p:nvPr/>
          </p:nvCxnSpPr>
          <p:spPr>
            <a:xfrm>
              <a:off x="6149566" y="1049560"/>
              <a:ext cx="422686" cy="164639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10" name="Straight Connector 452">
              <a:extLst>
                <a:ext uri="{FF2B5EF4-FFF2-40B4-BE49-F238E27FC236}">
                  <a16:creationId xmlns:a16="http://schemas.microsoft.com/office/drawing/2014/main" id="{86E5D7F4-4C65-408A-BC08-9C07845F0E1E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391381" y="1224680"/>
              <a:ext cx="176401" cy="86594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12" name="Straight Connector 452">
              <a:extLst>
                <a:ext uri="{FF2B5EF4-FFF2-40B4-BE49-F238E27FC236}">
                  <a16:creationId xmlns:a16="http://schemas.microsoft.com/office/drawing/2014/main" id="{630FE280-3BEC-4133-A2EF-94A7801E9A75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6416837" y="1321454"/>
              <a:ext cx="150945" cy="80239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14" name="Straight Connector 452">
              <a:extLst>
                <a:ext uri="{FF2B5EF4-FFF2-40B4-BE49-F238E27FC236}">
                  <a16:creationId xmlns:a16="http://schemas.microsoft.com/office/drawing/2014/main" id="{6AF1B10B-76E0-4D4D-8DC7-F5C2EE22EF65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592196" y="1252512"/>
              <a:ext cx="471428" cy="155603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17" name="Straight Connector 452">
              <a:extLst>
                <a:ext uri="{FF2B5EF4-FFF2-40B4-BE49-F238E27FC236}">
                  <a16:creationId xmlns:a16="http://schemas.microsoft.com/office/drawing/2014/main" id="{79AD6273-5F51-40A7-B9E2-7124901D9509}"/>
                </a:ext>
              </a:extLst>
            </p:cNvPr>
            <p:cNvCxnSpPr>
              <a:cxnSpLocks/>
            </p:cNvCxnSpPr>
            <p:nvPr/>
          </p:nvCxnSpPr>
          <p:spPr>
            <a:xfrm>
              <a:off x="7024442" y="1259398"/>
              <a:ext cx="251533" cy="62041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19" name="Straight Connector 452">
              <a:extLst>
                <a:ext uri="{FF2B5EF4-FFF2-40B4-BE49-F238E27FC236}">
                  <a16:creationId xmlns:a16="http://schemas.microsoft.com/office/drawing/2014/main" id="{E420EAAA-74EB-4B60-A910-37C56545A552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7312193" y="1252512"/>
              <a:ext cx="224506" cy="93267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21" name="Straight Connector 452">
              <a:extLst>
                <a:ext uri="{FF2B5EF4-FFF2-40B4-BE49-F238E27FC236}">
                  <a16:creationId xmlns:a16="http://schemas.microsoft.com/office/drawing/2014/main" id="{1C44450C-1048-40A9-96B1-2368AD4FDBA3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7533590" y="1018798"/>
              <a:ext cx="16026" cy="195401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24" name="Straight Connector 452">
              <a:extLst>
                <a:ext uri="{FF2B5EF4-FFF2-40B4-BE49-F238E27FC236}">
                  <a16:creationId xmlns:a16="http://schemas.microsoft.com/office/drawing/2014/main" id="{C74D7C18-2C83-4140-806E-40EF6C852465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7553509" y="938693"/>
              <a:ext cx="238316" cy="115053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25" name="Straight Connector 452">
              <a:extLst>
                <a:ext uri="{FF2B5EF4-FFF2-40B4-BE49-F238E27FC236}">
                  <a16:creationId xmlns:a16="http://schemas.microsoft.com/office/drawing/2014/main" id="{99CAD4DB-0A3B-409E-A35A-BEEE16290BED}"/>
                </a:ext>
              </a:extLst>
            </p:cNvPr>
            <p:cNvCxnSpPr>
              <a:cxnSpLocks/>
            </p:cNvCxnSpPr>
            <p:nvPr/>
          </p:nvCxnSpPr>
          <p:spPr>
            <a:xfrm>
              <a:off x="7814368" y="956825"/>
              <a:ext cx="415232" cy="170205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27" name="Straight Connector 452">
              <a:extLst>
                <a:ext uri="{FF2B5EF4-FFF2-40B4-BE49-F238E27FC236}">
                  <a16:creationId xmlns:a16="http://schemas.microsoft.com/office/drawing/2014/main" id="{D3C5171B-1E56-4F59-A39B-7DEC8E66F0F9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8222780" y="1133952"/>
              <a:ext cx="32725" cy="187487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29" name="Straight Connector 452">
              <a:extLst>
                <a:ext uri="{FF2B5EF4-FFF2-40B4-BE49-F238E27FC236}">
                  <a16:creationId xmlns:a16="http://schemas.microsoft.com/office/drawing/2014/main" id="{569AA84E-8490-48E1-A8E0-C7BE01519D5F}"/>
                </a:ext>
              </a:extLst>
            </p:cNvPr>
            <p:cNvCxnSpPr>
              <a:cxnSpLocks/>
            </p:cNvCxnSpPr>
            <p:nvPr/>
          </p:nvCxnSpPr>
          <p:spPr>
            <a:xfrm>
              <a:off x="8225111" y="1328361"/>
              <a:ext cx="243304" cy="45667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31" name="Straight Connector 452">
              <a:extLst>
                <a:ext uri="{FF2B5EF4-FFF2-40B4-BE49-F238E27FC236}">
                  <a16:creationId xmlns:a16="http://schemas.microsoft.com/office/drawing/2014/main" id="{63E55E6E-4A9C-438F-BBC0-AAF5BB126902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8465550" y="1402735"/>
              <a:ext cx="9828" cy="201786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33" name="Straight Connector 452">
              <a:extLst>
                <a:ext uri="{FF2B5EF4-FFF2-40B4-BE49-F238E27FC236}">
                  <a16:creationId xmlns:a16="http://schemas.microsoft.com/office/drawing/2014/main" id="{53FE95C9-E788-490A-948C-536AE1A721D6}"/>
                </a:ext>
              </a:extLst>
            </p:cNvPr>
            <p:cNvCxnSpPr>
              <a:cxnSpLocks/>
            </p:cNvCxnSpPr>
            <p:nvPr/>
          </p:nvCxnSpPr>
          <p:spPr>
            <a:xfrm>
              <a:off x="8039329" y="1408114"/>
              <a:ext cx="412964" cy="172752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36" name="Straight Connector 452">
              <a:extLst>
                <a:ext uri="{FF2B5EF4-FFF2-40B4-BE49-F238E27FC236}">
                  <a16:creationId xmlns:a16="http://schemas.microsoft.com/office/drawing/2014/main" id="{78A4E55B-A7BE-46F6-9692-68AB88190B4E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8022966" y="1196674"/>
              <a:ext cx="32725" cy="187487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37" name="Straight Connector 452">
              <a:extLst>
                <a:ext uri="{FF2B5EF4-FFF2-40B4-BE49-F238E27FC236}">
                  <a16:creationId xmlns:a16="http://schemas.microsoft.com/office/drawing/2014/main" id="{B0E5EFBA-DF47-4735-8728-A2DC45097AF4}"/>
                </a:ext>
              </a:extLst>
            </p:cNvPr>
            <p:cNvCxnSpPr>
              <a:cxnSpLocks/>
            </p:cNvCxnSpPr>
            <p:nvPr/>
          </p:nvCxnSpPr>
          <p:spPr>
            <a:xfrm>
              <a:off x="7791825" y="1133851"/>
              <a:ext cx="205924" cy="73667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39" name="Straight Connector 452">
              <a:extLst>
                <a:ext uri="{FF2B5EF4-FFF2-40B4-BE49-F238E27FC236}">
                  <a16:creationId xmlns:a16="http://schemas.microsoft.com/office/drawing/2014/main" id="{384667D8-6214-4580-9E26-57196946E426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7777556" y="1156685"/>
              <a:ext cx="21265" cy="201519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42" name="Straight Connector 452">
              <a:extLst>
                <a:ext uri="{FF2B5EF4-FFF2-40B4-BE49-F238E27FC236}">
                  <a16:creationId xmlns:a16="http://schemas.microsoft.com/office/drawing/2014/main" id="{BEAA2869-2E87-4C04-9768-D63D7F14CE8E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7522084" y="1335956"/>
              <a:ext cx="253082" cy="72158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44" name="Straight Connector 452">
              <a:extLst>
                <a:ext uri="{FF2B5EF4-FFF2-40B4-BE49-F238E27FC236}">
                  <a16:creationId xmlns:a16="http://schemas.microsoft.com/office/drawing/2014/main" id="{E277C48F-6C82-472F-A150-3190B71392D6}"/>
                </a:ext>
              </a:extLst>
            </p:cNvPr>
            <p:cNvCxnSpPr>
              <a:cxnSpLocks/>
            </p:cNvCxnSpPr>
            <p:nvPr/>
          </p:nvCxnSpPr>
          <p:spPr>
            <a:xfrm>
              <a:off x="7556205" y="1391283"/>
              <a:ext cx="932430" cy="381569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46" name="Straight Connector 452">
              <a:extLst>
                <a:ext uri="{FF2B5EF4-FFF2-40B4-BE49-F238E27FC236}">
                  <a16:creationId xmlns:a16="http://schemas.microsoft.com/office/drawing/2014/main" id="{C45359AD-2148-46BB-B341-36ED374B602B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8473093" y="1788612"/>
              <a:ext cx="9828" cy="201786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47" name="Straight Connector 452">
              <a:extLst>
                <a:ext uri="{FF2B5EF4-FFF2-40B4-BE49-F238E27FC236}">
                  <a16:creationId xmlns:a16="http://schemas.microsoft.com/office/drawing/2014/main" id="{988E38CA-12CF-44A5-9EF3-9867D1DC0F73}"/>
                </a:ext>
              </a:extLst>
            </p:cNvPr>
            <p:cNvCxnSpPr>
              <a:cxnSpLocks/>
            </p:cNvCxnSpPr>
            <p:nvPr/>
          </p:nvCxnSpPr>
          <p:spPr>
            <a:xfrm>
              <a:off x="8499760" y="1960016"/>
              <a:ext cx="478405" cy="177309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49" name="Straight Connector 452">
              <a:extLst>
                <a:ext uri="{FF2B5EF4-FFF2-40B4-BE49-F238E27FC236}">
                  <a16:creationId xmlns:a16="http://schemas.microsoft.com/office/drawing/2014/main" id="{27FB5940-6994-4A3F-B1C5-6419D1B2CE27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8953296" y="2152225"/>
              <a:ext cx="15028" cy="194527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51" name="Straight Connector 452">
              <a:extLst>
                <a:ext uri="{FF2B5EF4-FFF2-40B4-BE49-F238E27FC236}">
                  <a16:creationId xmlns:a16="http://schemas.microsoft.com/office/drawing/2014/main" id="{7995227F-91B4-4ABB-B9A2-D9FF3D87296E}"/>
                </a:ext>
              </a:extLst>
            </p:cNvPr>
            <p:cNvCxnSpPr>
              <a:cxnSpLocks/>
            </p:cNvCxnSpPr>
            <p:nvPr/>
          </p:nvCxnSpPr>
          <p:spPr>
            <a:xfrm>
              <a:off x="8957716" y="2345832"/>
              <a:ext cx="205924" cy="73667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52" name="Straight Connector 452">
              <a:extLst>
                <a:ext uri="{FF2B5EF4-FFF2-40B4-BE49-F238E27FC236}">
                  <a16:creationId xmlns:a16="http://schemas.microsoft.com/office/drawing/2014/main" id="{5F9FBB9C-FEAF-41DF-9643-1C3E89B2645F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8978165" y="2438221"/>
              <a:ext cx="185475" cy="73531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54" name="Straight Connector 452">
              <a:extLst>
                <a:ext uri="{FF2B5EF4-FFF2-40B4-BE49-F238E27FC236}">
                  <a16:creationId xmlns:a16="http://schemas.microsoft.com/office/drawing/2014/main" id="{D9E6DB37-2228-4C3E-B0E1-CBEE541128F3}"/>
                </a:ext>
              </a:extLst>
            </p:cNvPr>
            <p:cNvCxnSpPr>
              <a:cxnSpLocks/>
            </p:cNvCxnSpPr>
            <p:nvPr/>
          </p:nvCxnSpPr>
          <p:spPr>
            <a:xfrm>
              <a:off x="8968323" y="2511752"/>
              <a:ext cx="485833" cy="166204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56" name="Straight Connector 452">
              <a:extLst>
                <a:ext uri="{FF2B5EF4-FFF2-40B4-BE49-F238E27FC236}">
                  <a16:creationId xmlns:a16="http://schemas.microsoft.com/office/drawing/2014/main" id="{4AFFA1E7-C511-4F94-A193-12D65FA5845F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9414149" y="2678405"/>
              <a:ext cx="32493" cy="233998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57" name="Straight Connector 452">
              <a:extLst>
                <a:ext uri="{FF2B5EF4-FFF2-40B4-BE49-F238E27FC236}">
                  <a16:creationId xmlns:a16="http://schemas.microsoft.com/office/drawing/2014/main" id="{293A37AD-7B78-420A-A69C-3F74354914DD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9426051" y="2905328"/>
              <a:ext cx="204640" cy="30308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59" name="Straight Connector 452">
              <a:extLst>
                <a:ext uri="{FF2B5EF4-FFF2-40B4-BE49-F238E27FC236}">
                  <a16:creationId xmlns:a16="http://schemas.microsoft.com/office/drawing/2014/main" id="{9481550C-BE4D-4B09-A554-35522A446814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9648312" y="2935638"/>
              <a:ext cx="20965" cy="389120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62" name="Straight Connector 452">
              <a:extLst>
                <a:ext uri="{FF2B5EF4-FFF2-40B4-BE49-F238E27FC236}">
                  <a16:creationId xmlns:a16="http://schemas.microsoft.com/office/drawing/2014/main" id="{DF19F990-9E9B-410D-9B0B-4B5E9F80C45E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9186520" y="3328165"/>
              <a:ext cx="499277" cy="215136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66" name="Straight Connector 452">
              <a:extLst>
                <a:ext uri="{FF2B5EF4-FFF2-40B4-BE49-F238E27FC236}">
                  <a16:creationId xmlns:a16="http://schemas.microsoft.com/office/drawing/2014/main" id="{DE597EF5-396A-4F6C-9320-6BC2B719F833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9192810" y="3535049"/>
              <a:ext cx="8296" cy="373768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68" name="Straight Connector 452">
              <a:extLst>
                <a:ext uri="{FF2B5EF4-FFF2-40B4-BE49-F238E27FC236}">
                  <a16:creationId xmlns:a16="http://schemas.microsoft.com/office/drawing/2014/main" id="{4C16617C-9EE6-462C-9FA6-9DCF36AA1684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8953296" y="3908817"/>
              <a:ext cx="248836" cy="473583"/>
            </a:xfrm>
            <a:prstGeom prst="line">
              <a:avLst/>
            </a:prstGeom>
            <a:ln w="38100" cap="flat" cmpd="sng" algn="ctr">
              <a:solidFill>
                <a:schemeClr val="accent4"/>
              </a:solidFill>
              <a:prstDash val="dash"/>
              <a:round/>
              <a:headEnd type="none" w="med" len="med"/>
              <a:tailEnd type="non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tx1"/>
            </a:fontRef>
          </p:style>
        </p:cxnSp>
        <p:cxnSp>
          <p:nvCxnSpPr>
            <p:cNvPr id="1370" name="Straight Connector 452">
              <a:extLst>
                <a:ext uri="{FF2B5EF4-FFF2-40B4-BE49-F238E27FC236}">
                  <a16:creationId xmlns:a16="http://schemas.microsoft.com/office/drawing/2014/main" id="{796FEDA3-7E91-483E-9DB4-2442E922676C}"/>
                </a:ext>
              </a:extLst>
            </p:cNvPr>
            <p:cNvCxnSpPr>
              <a:cxnSpLocks/>
            </p:cNvCxnSpPr>
            <p:nvPr/>
          </p:nvCxnSpPr>
          <p:spPr>
            <a:xfrm>
              <a:off x="8482921" y="3429133"/>
              <a:ext cx="459444" cy="215255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72" name="Straight Connector 452">
              <a:extLst>
                <a:ext uri="{FF2B5EF4-FFF2-40B4-BE49-F238E27FC236}">
                  <a16:creationId xmlns:a16="http://schemas.microsoft.com/office/drawing/2014/main" id="{2B478430-F936-4F24-8807-84BF2808E0B2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8501648" y="3253190"/>
              <a:ext cx="1" cy="177139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74" name="Straight Connector 452">
              <a:extLst>
                <a:ext uri="{FF2B5EF4-FFF2-40B4-BE49-F238E27FC236}">
                  <a16:creationId xmlns:a16="http://schemas.microsoft.com/office/drawing/2014/main" id="{2DC880EE-28EC-4B1C-B968-AE47C066893D}"/>
                </a:ext>
              </a:extLst>
            </p:cNvPr>
            <p:cNvCxnSpPr>
              <a:cxnSpLocks/>
            </p:cNvCxnSpPr>
            <p:nvPr/>
          </p:nvCxnSpPr>
          <p:spPr>
            <a:xfrm>
              <a:off x="8516104" y="3248695"/>
              <a:ext cx="445826" cy="180356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76" name="Straight Connector 452">
              <a:extLst>
                <a:ext uri="{FF2B5EF4-FFF2-40B4-BE49-F238E27FC236}">
                  <a16:creationId xmlns:a16="http://schemas.microsoft.com/office/drawing/2014/main" id="{54232540-79EE-40D9-845E-E6EC09654E35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8952852" y="3258512"/>
              <a:ext cx="492313" cy="161432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78" name="Straight Connector 452">
              <a:extLst>
                <a:ext uri="{FF2B5EF4-FFF2-40B4-BE49-F238E27FC236}">
                  <a16:creationId xmlns:a16="http://schemas.microsoft.com/office/drawing/2014/main" id="{939283B0-0B72-4F22-8882-24DB1A6C825A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9418970" y="3072341"/>
              <a:ext cx="15028" cy="194527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79" name="Straight Connector 452">
              <a:extLst>
                <a:ext uri="{FF2B5EF4-FFF2-40B4-BE49-F238E27FC236}">
                  <a16:creationId xmlns:a16="http://schemas.microsoft.com/office/drawing/2014/main" id="{EFC123D0-F5CB-4C12-A393-3AF89895DFE4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8976785" y="3105802"/>
              <a:ext cx="442625" cy="149303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81" name="Straight Connector 452">
              <a:extLst>
                <a:ext uri="{FF2B5EF4-FFF2-40B4-BE49-F238E27FC236}">
                  <a16:creationId xmlns:a16="http://schemas.microsoft.com/office/drawing/2014/main" id="{A8470097-3E61-4587-AF5E-4CC8C76DC1E2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8699487" y="3150377"/>
              <a:ext cx="268836" cy="102813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86" name="Straight Connector 452">
              <a:extLst>
                <a:ext uri="{FF2B5EF4-FFF2-40B4-BE49-F238E27FC236}">
                  <a16:creationId xmlns:a16="http://schemas.microsoft.com/office/drawing/2014/main" id="{D6BF459E-DEAE-4677-BF75-855CCBC7C424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8725889" y="2975505"/>
              <a:ext cx="276" cy="212763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88" name="Straight Connector 452">
              <a:extLst>
                <a:ext uri="{FF2B5EF4-FFF2-40B4-BE49-F238E27FC236}">
                  <a16:creationId xmlns:a16="http://schemas.microsoft.com/office/drawing/2014/main" id="{2EAF73D3-9F75-4895-A45E-9323132BD189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8730007" y="2974189"/>
              <a:ext cx="268836" cy="102813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89" name="Straight Connector 452">
              <a:extLst>
                <a:ext uri="{FF2B5EF4-FFF2-40B4-BE49-F238E27FC236}">
                  <a16:creationId xmlns:a16="http://schemas.microsoft.com/office/drawing/2014/main" id="{447794B7-ED8F-42AC-A0FF-FB3AE0E89752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8989699" y="2989089"/>
              <a:ext cx="175128" cy="94165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91" name="Straight Connector 452">
              <a:extLst>
                <a:ext uri="{FF2B5EF4-FFF2-40B4-BE49-F238E27FC236}">
                  <a16:creationId xmlns:a16="http://schemas.microsoft.com/office/drawing/2014/main" id="{EB3C544B-202B-4C9B-9287-D7BB62D76454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9166902" y="2784838"/>
              <a:ext cx="25185" cy="219150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96" name="Straight Connector 452">
              <a:extLst>
                <a:ext uri="{FF2B5EF4-FFF2-40B4-BE49-F238E27FC236}">
                  <a16:creationId xmlns:a16="http://schemas.microsoft.com/office/drawing/2014/main" id="{FC62B7D5-5689-4F84-88EB-8049432C5606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8974857" y="2792679"/>
              <a:ext cx="185475" cy="73531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97" name="Straight Connector 452">
              <a:extLst>
                <a:ext uri="{FF2B5EF4-FFF2-40B4-BE49-F238E27FC236}">
                  <a16:creationId xmlns:a16="http://schemas.microsoft.com/office/drawing/2014/main" id="{0C0AAE64-D8ED-44E4-B33C-9E3B593FCD26}"/>
                </a:ext>
              </a:extLst>
            </p:cNvPr>
            <p:cNvCxnSpPr>
              <a:cxnSpLocks/>
            </p:cNvCxnSpPr>
            <p:nvPr/>
          </p:nvCxnSpPr>
          <p:spPr>
            <a:xfrm>
              <a:off x="8773987" y="2809767"/>
              <a:ext cx="205924" cy="73667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98" name="Straight Connector 452">
              <a:extLst>
                <a:ext uri="{FF2B5EF4-FFF2-40B4-BE49-F238E27FC236}">
                  <a16:creationId xmlns:a16="http://schemas.microsoft.com/office/drawing/2014/main" id="{6BF36296-B954-4C20-A6F8-C10896456FA6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8749103" y="2703498"/>
              <a:ext cx="237086" cy="125563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00" name="Straight Connector 452">
              <a:extLst>
                <a:ext uri="{FF2B5EF4-FFF2-40B4-BE49-F238E27FC236}">
                  <a16:creationId xmlns:a16="http://schemas.microsoft.com/office/drawing/2014/main" id="{5E8B1E56-B4CA-48D7-A309-02231287AF39}"/>
                </a:ext>
              </a:extLst>
            </p:cNvPr>
            <p:cNvCxnSpPr>
              <a:cxnSpLocks/>
            </p:cNvCxnSpPr>
            <p:nvPr/>
          </p:nvCxnSpPr>
          <p:spPr>
            <a:xfrm>
              <a:off x="8717829" y="2618727"/>
              <a:ext cx="281014" cy="100217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02" name="Straight Connector 452">
              <a:extLst>
                <a:ext uri="{FF2B5EF4-FFF2-40B4-BE49-F238E27FC236}">
                  <a16:creationId xmlns:a16="http://schemas.microsoft.com/office/drawing/2014/main" id="{3A509E4E-11D5-4AD4-BC56-6C3E73C24FA6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8516717" y="2621932"/>
              <a:ext cx="185475" cy="73531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03" name="Straight Connector 452">
              <a:extLst>
                <a:ext uri="{FF2B5EF4-FFF2-40B4-BE49-F238E27FC236}">
                  <a16:creationId xmlns:a16="http://schemas.microsoft.com/office/drawing/2014/main" id="{3E2C51F8-6E81-4F1E-9576-639CEE97191F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8498483" y="2691800"/>
              <a:ext cx="9828" cy="201786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404" name="Hexagon 3601">
              <a:extLst>
                <a:ext uri="{FF2B5EF4-FFF2-40B4-BE49-F238E27FC236}">
                  <a16:creationId xmlns:a16="http://schemas.microsoft.com/office/drawing/2014/main" id="{15B13C1D-507C-475D-8095-E0AD4B6F401A}"/>
                </a:ext>
              </a:extLst>
            </p:cNvPr>
            <p:cNvSpPr/>
            <p:nvPr/>
          </p:nvSpPr>
          <p:spPr>
            <a:xfrm>
              <a:off x="7861398" y="2967897"/>
              <a:ext cx="309581" cy="185472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1405" name="Hexagon 3601">
              <a:extLst>
                <a:ext uri="{FF2B5EF4-FFF2-40B4-BE49-F238E27FC236}">
                  <a16:creationId xmlns:a16="http://schemas.microsoft.com/office/drawing/2014/main" id="{16DAEFF4-67D6-4941-A1FD-6AD111C47237}"/>
                </a:ext>
              </a:extLst>
            </p:cNvPr>
            <p:cNvSpPr/>
            <p:nvPr/>
          </p:nvSpPr>
          <p:spPr>
            <a:xfrm>
              <a:off x="7613112" y="2886869"/>
              <a:ext cx="309581" cy="185472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cxnSp>
          <p:nvCxnSpPr>
            <p:cNvPr id="1406" name="Straight Connector 452">
              <a:extLst>
                <a:ext uri="{FF2B5EF4-FFF2-40B4-BE49-F238E27FC236}">
                  <a16:creationId xmlns:a16="http://schemas.microsoft.com/office/drawing/2014/main" id="{35D051DE-1D5A-4C13-A4F8-C1759FD48E99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8014584" y="2894367"/>
              <a:ext cx="452293" cy="166266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08" name="Straight Connector 452">
              <a:extLst>
                <a:ext uri="{FF2B5EF4-FFF2-40B4-BE49-F238E27FC236}">
                  <a16:creationId xmlns:a16="http://schemas.microsoft.com/office/drawing/2014/main" id="{917A5662-A900-4D8C-8692-14CA5AEFACF7}"/>
                </a:ext>
              </a:extLst>
            </p:cNvPr>
            <p:cNvCxnSpPr>
              <a:cxnSpLocks/>
            </p:cNvCxnSpPr>
            <p:nvPr/>
          </p:nvCxnSpPr>
          <p:spPr>
            <a:xfrm>
              <a:off x="7731649" y="2959995"/>
              <a:ext cx="281014" cy="100217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09" name="Straight Connector 452">
              <a:extLst>
                <a:ext uri="{FF2B5EF4-FFF2-40B4-BE49-F238E27FC236}">
                  <a16:creationId xmlns:a16="http://schemas.microsoft.com/office/drawing/2014/main" id="{4F22E8DB-3A68-49AC-B9B5-986F7D784173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7775016" y="2793561"/>
              <a:ext cx="15028" cy="194527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10" name="Straight Connector 452">
              <a:extLst>
                <a:ext uri="{FF2B5EF4-FFF2-40B4-BE49-F238E27FC236}">
                  <a16:creationId xmlns:a16="http://schemas.microsoft.com/office/drawing/2014/main" id="{9A1B2A9C-AE71-4707-B405-A82B584B2927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7792787" y="2709196"/>
              <a:ext cx="253082" cy="72158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11" name="Straight Connector 452">
              <a:extLst>
                <a:ext uri="{FF2B5EF4-FFF2-40B4-BE49-F238E27FC236}">
                  <a16:creationId xmlns:a16="http://schemas.microsoft.com/office/drawing/2014/main" id="{D5C74963-6812-4E28-BBB4-9F2DF9FE2187}"/>
                </a:ext>
              </a:extLst>
            </p:cNvPr>
            <p:cNvCxnSpPr>
              <a:cxnSpLocks/>
            </p:cNvCxnSpPr>
            <p:nvPr/>
          </p:nvCxnSpPr>
          <p:spPr>
            <a:xfrm>
              <a:off x="8068394" y="2713495"/>
              <a:ext cx="203265" cy="79184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13" name="Straight Connector 452">
              <a:extLst>
                <a:ext uri="{FF2B5EF4-FFF2-40B4-BE49-F238E27FC236}">
                  <a16:creationId xmlns:a16="http://schemas.microsoft.com/office/drawing/2014/main" id="{01EB0131-44B3-4295-A56C-41BB78C858C3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8254691" y="2626633"/>
              <a:ext cx="9828" cy="201786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14" name="Straight Connector 452">
              <a:extLst>
                <a:ext uri="{FF2B5EF4-FFF2-40B4-BE49-F238E27FC236}">
                  <a16:creationId xmlns:a16="http://schemas.microsoft.com/office/drawing/2014/main" id="{C642BCF6-9052-48A4-AADA-920951C55FDA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8242191" y="2538768"/>
              <a:ext cx="251577" cy="96253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16" name="Straight Connector 452">
              <a:extLst>
                <a:ext uri="{FF2B5EF4-FFF2-40B4-BE49-F238E27FC236}">
                  <a16:creationId xmlns:a16="http://schemas.microsoft.com/office/drawing/2014/main" id="{18FDB7D9-AA5E-4287-9D34-33CCAD315530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8488635" y="2328017"/>
              <a:ext cx="4114" cy="220340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19" name="Straight Connector 452">
              <a:extLst>
                <a:ext uri="{FF2B5EF4-FFF2-40B4-BE49-F238E27FC236}">
                  <a16:creationId xmlns:a16="http://schemas.microsoft.com/office/drawing/2014/main" id="{F8DEAAFC-B8F4-4096-A151-123CC992DB77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8488622" y="2259789"/>
              <a:ext cx="241286" cy="88033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21" name="Straight Connector 452">
              <a:extLst>
                <a:ext uri="{FF2B5EF4-FFF2-40B4-BE49-F238E27FC236}">
                  <a16:creationId xmlns:a16="http://schemas.microsoft.com/office/drawing/2014/main" id="{D54A71F0-FF19-4AD4-AB4B-2043861581F7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8271659" y="2054219"/>
              <a:ext cx="478042" cy="189380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23" name="Straight Connector 452">
              <a:extLst>
                <a:ext uri="{FF2B5EF4-FFF2-40B4-BE49-F238E27FC236}">
                  <a16:creationId xmlns:a16="http://schemas.microsoft.com/office/drawing/2014/main" id="{F775FBAC-CB04-4661-B82D-6E4B9DCF5874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8253328" y="2065264"/>
              <a:ext cx="3571" cy="372923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26" name="Straight Connector 452">
              <a:extLst>
                <a:ext uri="{FF2B5EF4-FFF2-40B4-BE49-F238E27FC236}">
                  <a16:creationId xmlns:a16="http://schemas.microsoft.com/office/drawing/2014/main" id="{9480E0D6-442A-4157-951D-06D1B44FB599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8039328" y="2457853"/>
              <a:ext cx="228101" cy="56747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29" name="Straight Connector 452">
              <a:extLst>
                <a:ext uri="{FF2B5EF4-FFF2-40B4-BE49-F238E27FC236}">
                  <a16:creationId xmlns:a16="http://schemas.microsoft.com/office/drawing/2014/main" id="{750B123A-5666-4809-A1B2-70FE6D7BB007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8029537" y="2315555"/>
              <a:ext cx="15028" cy="194527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30" name="Straight Connector 452">
              <a:extLst>
                <a:ext uri="{FF2B5EF4-FFF2-40B4-BE49-F238E27FC236}">
                  <a16:creationId xmlns:a16="http://schemas.microsoft.com/office/drawing/2014/main" id="{1FD2F827-3014-4885-A97E-A1C9520E3E4E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7765295" y="2230917"/>
              <a:ext cx="260702" cy="107371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32" name="Straight Connector 452">
              <a:extLst>
                <a:ext uri="{FF2B5EF4-FFF2-40B4-BE49-F238E27FC236}">
                  <a16:creationId xmlns:a16="http://schemas.microsoft.com/office/drawing/2014/main" id="{A56D0E30-F665-4B29-BC43-27F8C61E8980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7762932" y="2229543"/>
              <a:ext cx="3571" cy="372923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33" name="Straight Connector 452">
              <a:extLst>
                <a:ext uri="{FF2B5EF4-FFF2-40B4-BE49-F238E27FC236}">
                  <a16:creationId xmlns:a16="http://schemas.microsoft.com/office/drawing/2014/main" id="{9C8E7C06-D167-478B-AD56-BF7E920C8679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7549616" y="2621660"/>
              <a:ext cx="222362" cy="97284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36" name="Straight Connector 452">
              <a:extLst>
                <a:ext uri="{FF2B5EF4-FFF2-40B4-BE49-F238E27FC236}">
                  <a16:creationId xmlns:a16="http://schemas.microsoft.com/office/drawing/2014/main" id="{7321ACE7-F7A2-4EDF-882C-591D38A10297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7550583" y="2341137"/>
              <a:ext cx="3571" cy="372923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37" name="Straight Connector 452">
              <a:extLst>
                <a:ext uri="{FF2B5EF4-FFF2-40B4-BE49-F238E27FC236}">
                  <a16:creationId xmlns:a16="http://schemas.microsoft.com/office/drawing/2014/main" id="{8D68C8F8-52CA-4017-9E23-734554E1CC8E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7316435" y="2250119"/>
              <a:ext cx="260702" cy="107371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38" name="Straight Connector 452">
              <a:extLst>
                <a:ext uri="{FF2B5EF4-FFF2-40B4-BE49-F238E27FC236}">
                  <a16:creationId xmlns:a16="http://schemas.microsoft.com/office/drawing/2014/main" id="{E9D9EF25-E831-4D96-BF28-DAFA8E3DDFA4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7311981" y="2264613"/>
              <a:ext cx="14771" cy="530791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42" name="Straight Connector 452">
              <a:extLst>
                <a:ext uri="{FF2B5EF4-FFF2-40B4-BE49-F238E27FC236}">
                  <a16:creationId xmlns:a16="http://schemas.microsoft.com/office/drawing/2014/main" id="{49C4EF81-EB00-4530-980B-8966704679BC}"/>
                </a:ext>
              </a:extLst>
            </p:cNvPr>
            <p:cNvCxnSpPr>
              <a:cxnSpLocks/>
            </p:cNvCxnSpPr>
            <p:nvPr/>
          </p:nvCxnSpPr>
          <p:spPr>
            <a:xfrm>
              <a:off x="6826101" y="2612536"/>
              <a:ext cx="510898" cy="149674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44" name="Straight Connector 452">
              <a:extLst>
                <a:ext uri="{FF2B5EF4-FFF2-40B4-BE49-F238E27FC236}">
                  <a16:creationId xmlns:a16="http://schemas.microsoft.com/office/drawing/2014/main" id="{C9F7E4B4-72E6-43A5-82A9-8B754AE4D25C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803827" y="2409567"/>
              <a:ext cx="15028" cy="194527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45" name="Straight Connector 452">
              <a:extLst>
                <a:ext uri="{FF2B5EF4-FFF2-40B4-BE49-F238E27FC236}">
                  <a16:creationId xmlns:a16="http://schemas.microsoft.com/office/drawing/2014/main" id="{55129D18-A031-48D7-8C93-55AE2C44812E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6800787" y="2406292"/>
              <a:ext cx="260702" cy="107371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46" name="Straight Connector 452">
              <a:extLst>
                <a:ext uri="{FF2B5EF4-FFF2-40B4-BE49-F238E27FC236}">
                  <a16:creationId xmlns:a16="http://schemas.microsoft.com/office/drawing/2014/main" id="{1D9BF920-74B8-42EB-BFC4-326E1F62DF30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7046825" y="2328017"/>
              <a:ext cx="4339" cy="198854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48" name="Straight Connector 452">
              <a:extLst>
                <a:ext uri="{FF2B5EF4-FFF2-40B4-BE49-F238E27FC236}">
                  <a16:creationId xmlns:a16="http://schemas.microsoft.com/office/drawing/2014/main" id="{6D0A59AD-40F2-4D47-AF43-3FEFE0917F7E}"/>
                </a:ext>
              </a:extLst>
            </p:cNvPr>
            <p:cNvCxnSpPr>
              <a:cxnSpLocks/>
            </p:cNvCxnSpPr>
            <p:nvPr/>
          </p:nvCxnSpPr>
          <p:spPr>
            <a:xfrm>
              <a:off x="6836347" y="2238649"/>
              <a:ext cx="203265" cy="79184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49" name="Straight Connector 452">
              <a:extLst>
                <a:ext uri="{FF2B5EF4-FFF2-40B4-BE49-F238E27FC236}">
                  <a16:creationId xmlns:a16="http://schemas.microsoft.com/office/drawing/2014/main" id="{B6CFE1F0-81EA-43D4-B1C8-DDD277F1E87A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855324" y="1852527"/>
              <a:ext cx="919692" cy="356311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451" name="Hexagon 3601">
              <a:extLst>
                <a:ext uri="{FF2B5EF4-FFF2-40B4-BE49-F238E27FC236}">
                  <a16:creationId xmlns:a16="http://schemas.microsoft.com/office/drawing/2014/main" id="{C5AD92EA-FF3E-4B26-BC80-23F0822FBC43}"/>
                </a:ext>
              </a:extLst>
            </p:cNvPr>
            <p:cNvSpPr/>
            <p:nvPr/>
          </p:nvSpPr>
          <p:spPr>
            <a:xfrm>
              <a:off x="7875893" y="1852081"/>
              <a:ext cx="309581" cy="185472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cxnSp>
          <p:nvCxnSpPr>
            <p:cNvPr id="1452" name="Straight Connector 452">
              <a:extLst>
                <a:ext uri="{FF2B5EF4-FFF2-40B4-BE49-F238E27FC236}">
                  <a16:creationId xmlns:a16="http://schemas.microsoft.com/office/drawing/2014/main" id="{293B40CD-79DD-4C72-8B0E-E6216B9EE57A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7784133" y="1857352"/>
              <a:ext cx="260702" cy="107371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53" name="Straight Connector 452">
              <a:extLst>
                <a:ext uri="{FF2B5EF4-FFF2-40B4-BE49-F238E27FC236}">
                  <a16:creationId xmlns:a16="http://schemas.microsoft.com/office/drawing/2014/main" id="{7EA9595E-3551-4DC7-90A2-147625172EA0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8026837" y="1877189"/>
              <a:ext cx="253082" cy="72158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54" name="Straight Connector 452">
              <a:extLst>
                <a:ext uri="{FF2B5EF4-FFF2-40B4-BE49-F238E27FC236}">
                  <a16:creationId xmlns:a16="http://schemas.microsoft.com/office/drawing/2014/main" id="{E0CE357F-1A6B-421C-886E-76D37E36AAB6}"/>
                </a:ext>
              </a:extLst>
            </p:cNvPr>
            <p:cNvCxnSpPr>
              <a:cxnSpLocks/>
            </p:cNvCxnSpPr>
            <p:nvPr/>
          </p:nvCxnSpPr>
          <p:spPr>
            <a:xfrm>
              <a:off x="7539071" y="1561849"/>
              <a:ext cx="696943" cy="317961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56" name="Straight Connector 452">
              <a:extLst>
                <a:ext uri="{FF2B5EF4-FFF2-40B4-BE49-F238E27FC236}">
                  <a16:creationId xmlns:a16="http://schemas.microsoft.com/office/drawing/2014/main" id="{1604AE9A-291B-4E22-A47F-789213E4991A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7549460" y="1586185"/>
              <a:ext cx="3025" cy="181429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59" name="Straight Connector 452">
              <a:extLst>
                <a:ext uri="{FF2B5EF4-FFF2-40B4-BE49-F238E27FC236}">
                  <a16:creationId xmlns:a16="http://schemas.microsoft.com/office/drawing/2014/main" id="{4E91E7A1-A1AE-41BD-B665-77505E254E9D}"/>
                </a:ext>
              </a:extLst>
            </p:cNvPr>
            <p:cNvCxnSpPr>
              <a:cxnSpLocks/>
            </p:cNvCxnSpPr>
            <p:nvPr/>
          </p:nvCxnSpPr>
          <p:spPr>
            <a:xfrm>
              <a:off x="7295050" y="1662093"/>
              <a:ext cx="229702" cy="110817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62" name="Straight Connector 452">
              <a:extLst>
                <a:ext uri="{FF2B5EF4-FFF2-40B4-BE49-F238E27FC236}">
                  <a16:creationId xmlns:a16="http://schemas.microsoft.com/office/drawing/2014/main" id="{4236B55F-F1B3-4DEA-B125-74694B1E2845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7279218" y="1477198"/>
              <a:ext cx="3025" cy="181429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63" name="Straight Connector 452">
              <a:extLst>
                <a:ext uri="{FF2B5EF4-FFF2-40B4-BE49-F238E27FC236}">
                  <a16:creationId xmlns:a16="http://schemas.microsoft.com/office/drawing/2014/main" id="{5BF32E60-80E0-4AE2-9875-B7824983DD42}"/>
                </a:ext>
              </a:extLst>
            </p:cNvPr>
            <p:cNvCxnSpPr>
              <a:cxnSpLocks/>
            </p:cNvCxnSpPr>
            <p:nvPr/>
          </p:nvCxnSpPr>
          <p:spPr>
            <a:xfrm>
              <a:off x="7074239" y="1421472"/>
              <a:ext cx="219124" cy="58362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66" name="Straight Connector 452">
              <a:extLst>
                <a:ext uri="{FF2B5EF4-FFF2-40B4-BE49-F238E27FC236}">
                  <a16:creationId xmlns:a16="http://schemas.microsoft.com/office/drawing/2014/main" id="{2AA1CFEC-FC21-40AC-899F-3DA7C42AD287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611023" y="1429577"/>
              <a:ext cx="435797" cy="172438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68" name="Straight Connector 452">
              <a:extLst>
                <a:ext uri="{FF2B5EF4-FFF2-40B4-BE49-F238E27FC236}">
                  <a16:creationId xmlns:a16="http://schemas.microsoft.com/office/drawing/2014/main" id="{E8D9460C-218C-4ADF-937F-7074D4192A6C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6609326" y="1594854"/>
              <a:ext cx="237547" cy="82045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70" name="Straight Connector 452">
              <a:extLst>
                <a:ext uri="{FF2B5EF4-FFF2-40B4-BE49-F238E27FC236}">
                  <a16:creationId xmlns:a16="http://schemas.microsoft.com/office/drawing/2014/main" id="{239DAC54-9749-4F13-B2DE-F8F847FC9518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4013917" y="4354360"/>
              <a:ext cx="702767" cy="267872"/>
            </a:xfrm>
            <a:prstGeom prst="line">
              <a:avLst/>
            </a:prstGeom>
            <a:ln w="38100">
              <a:solidFill>
                <a:srgbClr val="00B0F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72" name="Straight Connector 452">
              <a:extLst>
                <a:ext uri="{FF2B5EF4-FFF2-40B4-BE49-F238E27FC236}">
                  <a16:creationId xmlns:a16="http://schemas.microsoft.com/office/drawing/2014/main" id="{25E185DD-F3AD-424B-88D2-A15718C28C03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4704763" y="3800505"/>
              <a:ext cx="0" cy="550002"/>
            </a:xfrm>
            <a:prstGeom prst="line">
              <a:avLst/>
            </a:prstGeom>
            <a:ln w="38100">
              <a:solidFill>
                <a:srgbClr val="00B0F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74" name="Straight Connector 452">
              <a:extLst>
                <a:ext uri="{FF2B5EF4-FFF2-40B4-BE49-F238E27FC236}">
                  <a16:creationId xmlns:a16="http://schemas.microsoft.com/office/drawing/2014/main" id="{AD2842C0-9130-447B-8E21-B5296B4ADDC0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4716684" y="3721933"/>
              <a:ext cx="199396" cy="89377"/>
            </a:xfrm>
            <a:prstGeom prst="line">
              <a:avLst/>
            </a:prstGeom>
            <a:ln w="38100">
              <a:solidFill>
                <a:srgbClr val="00B0F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76" name="Straight Connector 452">
              <a:extLst>
                <a:ext uri="{FF2B5EF4-FFF2-40B4-BE49-F238E27FC236}">
                  <a16:creationId xmlns:a16="http://schemas.microsoft.com/office/drawing/2014/main" id="{F48B1257-0D80-4CFD-A5EF-E60B9CC91724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4929238" y="3519508"/>
              <a:ext cx="0" cy="218762"/>
            </a:xfrm>
            <a:prstGeom prst="line">
              <a:avLst/>
            </a:prstGeom>
            <a:ln w="38100">
              <a:solidFill>
                <a:srgbClr val="00B0F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78" name="Straight Connector 452">
              <a:extLst>
                <a:ext uri="{FF2B5EF4-FFF2-40B4-BE49-F238E27FC236}">
                  <a16:creationId xmlns:a16="http://schemas.microsoft.com/office/drawing/2014/main" id="{BD359A41-88AE-4428-9CC9-577B8D8E65D7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4940761" y="3266868"/>
              <a:ext cx="694737" cy="256293"/>
            </a:xfrm>
            <a:prstGeom prst="line">
              <a:avLst/>
            </a:prstGeom>
            <a:ln w="38100">
              <a:solidFill>
                <a:srgbClr val="00B0F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80" name="Straight Connector 452">
              <a:extLst>
                <a:ext uri="{FF2B5EF4-FFF2-40B4-BE49-F238E27FC236}">
                  <a16:creationId xmlns:a16="http://schemas.microsoft.com/office/drawing/2014/main" id="{168BBE70-4CE1-417B-8C7B-8DB2A6AA483A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643629" y="3041487"/>
              <a:ext cx="7286" cy="196114"/>
            </a:xfrm>
            <a:prstGeom prst="line">
              <a:avLst/>
            </a:prstGeom>
            <a:ln w="38100">
              <a:solidFill>
                <a:srgbClr val="00B0F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82" name="Straight Connector 452">
              <a:extLst>
                <a:ext uri="{FF2B5EF4-FFF2-40B4-BE49-F238E27FC236}">
                  <a16:creationId xmlns:a16="http://schemas.microsoft.com/office/drawing/2014/main" id="{0971F076-D87E-48E3-A1D5-523A424890D5}"/>
                </a:ext>
              </a:extLst>
            </p:cNvPr>
            <p:cNvCxnSpPr>
              <a:cxnSpLocks/>
            </p:cNvCxnSpPr>
            <p:nvPr/>
          </p:nvCxnSpPr>
          <p:spPr>
            <a:xfrm>
              <a:off x="4905225" y="2781354"/>
              <a:ext cx="730977" cy="279873"/>
            </a:xfrm>
            <a:prstGeom prst="line">
              <a:avLst/>
            </a:prstGeom>
            <a:ln w="38100">
              <a:solidFill>
                <a:srgbClr val="00B0F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85" name="Straight Connector 452">
              <a:extLst>
                <a:ext uri="{FF2B5EF4-FFF2-40B4-BE49-F238E27FC236}">
                  <a16:creationId xmlns:a16="http://schemas.microsoft.com/office/drawing/2014/main" id="{1ABD52E6-6CB0-417F-B1BD-C68458106606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4909201" y="2591626"/>
              <a:ext cx="7286" cy="196114"/>
            </a:xfrm>
            <a:prstGeom prst="line">
              <a:avLst/>
            </a:prstGeom>
            <a:ln w="38100">
              <a:solidFill>
                <a:srgbClr val="00B0F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86" name="Straight Connector 452">
              <a:extLst>
                <a:ext uri="{FF2B5EF4-FFF2-40B4-BE49-F238E27FC236}">
                  <a16:creationId xmlns:a16="http://schemas.microsoft.com/office/drawing/2014/main" id="{DB89CED4-A753-4295-AD1B-41ACD31EAF40}"/>
                </a:ext>
              </a:extLst>
            </p:cNvPr>
            <p:cNvCxnSpPr>
              <a:cxnSpLocks/>
            </p:cNvCxnSpPr>
            <p:nvPr/>
          </p:nvCxnSpPr>
          <p:spPr>
            <a:xfrm>
              <a:off x="4666163" y="2506830"/>
              <a:ext cx="222822" cy="70142"/>
            </a:xfrm>
            <a:prstGeom prst="line">
              <a:avLst/>
            </a:prstGeom>
            <a:ln w="38100">
              <a:solidFill>
                <a:srgbClr val="00B0F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88" name="Straight Connector 452">
              <a:extLst>
                <a:ext uri="{FF2B5EF4-FFF2-40B4-BE49-F238E27FC236}">
                  <a16:creationId xmlns:a16="http://schemas.microsoft.com/office/drawing/2014/main" id="{E1354112-6AAE-48F2-BF26-39588B75FEC8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4666163" y="2303804"/>
              <a:ext cx="7286" cy="196114"/>
            </a:xfrm>
            <a:prstGeom prst="line">
              <a:avLst/>
            </a:prstGeom>
            <a:ln w="38100">
              <a:solidFill>
                <a:srgbClr val="00B0F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89" name="Straight Connector 452">
              <a:extLst>
                <a:ext uri="{FF2B5EF4-FFF2-40B4-BE49-F238E27FC236}">
                  <a16:creationId xmlns:a16="http://schemas.microsoft.com/office/drawing/2014/main" id="{18632693-B1C6-48FF-9048-7B331DF5EE5E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4686703" y="2238304"/>
              <a:ext cx="224821" cy="73614"/>
            </a:xfrm>
            <a:prstGeom prst="line">
              <a:avLst/>
            </a:prstGeom>
            <a:ln w="38100">
              <a:solidFill>
                <a:srgbClr val="00B0F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91" name="Straight Connector 452">
              <a:extLst>
                <a:ext uri="{FF2B5EF4-FFF2-40B4-BE49-F238E27FC236}">
                  <a16:creationId xmlns:a16="http://schemas.microsoft.com/office/drawing/2014/main" id="{36A210C2-2077-4C3A-96DF-A2791EFC5D28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4912845" y="2240232"/>
              <a:ext cx="301550" cy="92067"/>
            </a:xfrm>
            <a:prstGeom prst="line">
              <a:avLst/>
            </a:prstGeom>
            <a:ln w="38100">
              <a:solidFill>
                <a:srgbClr val="00B0F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94" name="Straight Connector 452">
              <a:extLst>
                <a:ext uri="{FF2B5EF4-FFF2-40B4-BE49-F238E27FC236}">
                  <a16:creationId xmlns:a16="http://schemas.microsoft.com/office/drawing/2014/main" id="{F0260A07-E542-43EF-8690-1F09509E0C68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212290" y="2005838"/>
              <a:ext cx="407914" cy="318403"/>
            </a:xfrm>
            <a:prstGeom prst="line">
              <a:avLst/>
            </a:prstGeom>
            <a:ln w="38100" cap="flat" cmpd="sng" algn="ctr">
              <a:solidFill>
                <a:srgbClr val="00B0F0"/>
              </a:solidFill>
              <a:prstDash val="dash"/>
              <a:round/>
              <a:headEnd type="none" w="med" len="med"/>
              <a:tailEnd type="non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tx1"/>
            </a:fontRef>
          </p:style>
        </p:cxnSp>
        <p:cxnSp>
          <p:nvCxnSpPr>
            <p:cNvPr id="1496" name="Straight Connector 452">
              <a:extLst>
                <a:ext uri="{FF2B5EF4-FFF2-40B4-BE49-F238E27FC236}">
                  <a16:creationId xmlns:a16="http://schemas.microsoft.com/office/drawing/2014/main" id="{B983B6BD-7141-4A22-B5FE-5316BA265D27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628171" y="1676899"/>
              <a:ext cx="730510" cy="303460"/>
            </a:xfrm>
            <a:prstGeom prst="line">
              <a:avLst/>
            </a:prstGeom>
            <a:ln w="38100">
              <a:solidFill>
                <a:srgbClr val="00B0F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98" name="Straight Connector 452">
              <a:extLst>
                <a:ext uri="{FF2B5EF4-FFF2-40B4-BE49-F238E27FC236}">
                  <a16:creationId xmlns:a16="http://schemas.microsoft.com/office/drawing/2014/main" id="{C98CB364-3B7A-4D60-9C33-70742DFFA057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6348181" y="1507578"/>
              <a:ext cx="4339" cy="198854"/>
            </a:xfrm>
            <a:prstGeom prst="line">
              <a:avLst/>
            </a:prstGeom>
            <a:ln w="38100">
              <a:solidFill>
                <a:srgbClr val="00B0F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99" name="Straight Connector 452">
              <a:extLst>
                <a:ext uri="{FF2B5EF4-FFF2-40B4-BE49-F238E27FC236}">
                  <a16:creationId xmlns:a16="http://schemas.microsoft.com/office/drawing/2014/main" id="{419131A8-DDB9-41B2-8744-DE86D510BDC1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5194499" y="1018798"/>
              <a:ext cx="1114686" cy="488215"/>
            </a:xfrm>
            <a:prstGeom prst="line">
              <a:avLst/>
            </a:prstGeom>
            <a:ln w="38100">
              <a:solidFill>
                <a:srgbClr val="00B0F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04" name="Straight Connector 452">
              <a:extLst>
                <a:ext uri="{FF2B5EF4-FFF2-40B4-BE49-F238E27FC236}">
                  <a16:creationId xmlns:a16="http://schemas.microsoft.com/office/drawing/2014/main" id="{91CCAF41-7FC6-48AC-BA27-0B51B16A2919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4838322" y="1018798"/>
              <a:ext cx="356177" cy="130741"/>
            </a:xfrm>
            <a:prstGeom prst="line">
              <a:avLst/>
            </a:prstGeom>
            <a:ln w="38100">
              <a:solidFill>
                <a:srgbClr val="00B0F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07" name="Straight Connector 452">
              <a:extLst>
                <a:ext uri="{FF2B5EF4-FFF2-40B4-BE49-F238E27FC236}">
                  <a16:creationId xmlns:a16="http://schemas.microsoft.com/office/drawing/2014/main" id="{BF8EF789-E5AF-4ADD-8BC4-EB95A608A683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6819206" y="1611500"/>
              <a:ext cx="253324" cy="53910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09" name="Straight Connector 452">
              <a:extLst>
                <a:ext uri="{FF2B5EF4-FFF2-40B4-BE49-F238E27FC236}">
                  <a16:creationId xmlns:a16="http://schemas.microsoft.com/office/drawing/2014/main" id="{E32FE5A4-0C67-4793-ABA2-DA5D98D98A39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7095868" y="1583033"/>
              <a:ext cx="4339" cy="198854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10" name="Straight Connector 452">
              <a:extLst>
                <a:ext uri="{FF2B5EF4-FFF2-40B4-BE49-F238E27FC236}">
                  <a16:creationId xmlns:a16="http://schemas.microsoft.com/office/drawing/2014/main" id="{70829F48-E40A-43E5-B756-B94045E5CA91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7098038" y="1798875"/>
              <a:ext cx="203291" cy="53206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12" name="Straight Connector 452">
              <a:extLst>
                <a:ext uri="{FF2B5EF4-FFF2-40B4-BE49-F238E27FC236}">
                  <a16:creationId xmlns:a16="http://schemas.microsoft.com/office/drawing/2014/main" id="{5E588AA1-CD5A-4E14-A67B-F3DE09BA4FAC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814327" y="1875353"/>
              <a:ext cx="496759" cy="198854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14" name="Straight Connector 452">
              <a:extLst>
                <a:ext uri="{FF2B5EF4-FFF2-40B4-BE49-F238E27FC236}">
                  <a16:creationId xmlns:a16="http://schemas.microsoft.com/office/drawing/2014/main" id="{0354FFA4-18AA-4423-9090-D1CE67283EE6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6842951" y="1874653"/>
              <a:ext cx="4339" cy="198854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15" name="Straight Connector 452">
              <a:extLst>
                <a:ext uri="{FF2B5EF4-FFF2-40B4-BE49-F238E27FC236}">
                  <a16:creationId xmlns:a16="http://schemas.microsoft.com/office/drawing/2014/main" id="{87719433-3A88-4267-A3A6-7692E5CD780F}"/>
                </a:ext>
              </a:extLst>
            </p:cNvPr>
            <p:cNvCxnSpPr>
              <a:cxnSpLocks/>
            </p:cNvCxnSpPr>
            <p:nvPr/>
          </p:nvCxnSpPr>
          <p:spPr>
            <a:xfrm>
              <a:off x="6590839" y="1751077"/>
              <a:ext cx="229702" cy="110817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16" name="Straight Connector 452">
              <a:extLst>
                <a:ext uri="{FF2B5EF4-FFF2-40B4-BE49-F238E27FC236}">
                  <a16:creationId xmlns:a16="http://schemas.microsoft.com/office/drawing/2014/main" id="{5CAEE36B-03BD-4D5A-AF3E-550881512BD3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6605506" y="1769861"/>
              <a:ext cx="4339" cy="198854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17" name="Straight Connector 452">
              <a:extLst>
                <a:ext uri="{FF2B5EF4-FFF2-40B4-BE49-F238E27FC236}">
                  <a16:creationId xmlns:a16="http://schemas.microsoft.com/office/drawing/2014/main" id="{4F1B7AFC-2ACF-40A7-B326-7C69E89D4D4A}"/>
                </a:ext>
              </a:extLst>
            </p:cNvPr>
            <p:cNvCxnSpPr>
              <a:cxnSpLocks/>
            </p:cNvCxnSpPr>
            <p:nvPr/>
          </p:nvCxnSpPr>
          <p:spPr>
            <a:xfrm>
              <a:off x="6358147" y="1872252"/>
              <a:ext cx="229702" cy="110817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18" name="Straight Connector 452">
              <a:extLst>
                <a:ext uri="{FF2B5EF4-FFF2-40B4-BE49-F238E27FC236}">
                  <a16:creationId xmlns:a16="http://schemas.microsoft.com/office/drawing/2014/main" id="{B17B3C77-866C-450C-9530-AA48D36792E1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6340809" y="1871633"/>
              <a:ext cx="4339" cy="198854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19" name="Straight Connector 452">
              <a:extLst>
                <a:ext uri="{FF2B5EF4-FFF2-40B4-BE49-F238E27FC236}">
                  <a16:creationId xmlns:a16="http://schemas.microsoft.com/office/drawing/2014/main" id="{3910F627-F421-465D-B800-00E4FB4ADE2F}"/>
                </a:ext>
              </a:extLst>
            </p:cNvPr>
            <p:cNvCxnSpPr>
              <a:cxnSpLocks/>
            </p:cNvCxnSpPr>
            <p:nvPr/>
          </p:nvCxnSpPr>
          <p:spPr>
            <a:xfrm>
              <a:off x="6093716" y="1953829"/>
              <a:ext cx="229702" cy="110817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20" name="Straight Connector 452">
              <a:extLst>
                <a:ext uri="{FF2B5EF4-FFF2-40B4-BE49-F238E27FC236}">
                  <a16:creationId xmlns:a16="http://schemas.microsoft.com/office/drawing/2014/main" id="{FB203FB1-86FE-4764-B01C-8EECBB17286F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836459" y="1957089"/>
              <a:ext cx="250290" cy="87667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22" name="Straight Connector 452">
              <a:extLst>
                <a:ext uri="{FF2B5EF4-FFF2-40B4-BE49-F238E27FC236}">
                  <a16:creationId xmlns:a16="http://schemas.microsoft.com/office/drawing/2014/main" id="{366332E9-9B7B-4813-9624-CE3AC2474972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5879406" y="1658627"/>
              <a:ext cx="3571" cy="372923"/>
            </a:xfrm>
            <a:prstGeom prst="line">
              <a:avLst/>
            </a:prstGeom>
            <a:ln w="38100" cap="flat" cmpd="sng" algn="ctr">
              <a:solidFill>
                <a:srgbClr val="FF0000"/>
              </a:solidFill>
              <a:prstDash val="dash"/>
              <a:round/>
              <a:headEnd type="none" w="med" len="med"/>
              <a:tailEnd type="non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tx1"/>
            </a:fontRef>
          </p:style>
        </p:cxnSp>
        <p:cxnSp>
          <p:nvCxnSpPr>
            <p:cNvPr id="1523" name="Straight Connector 452">
              <a:extLst>
                <a:ext uri="{FF2B5EF4-FFF2-40B4-BE49-F238E27FC236}">
                  <a16:creationId xmlns:a16="http://schemas.microsoft.com/office/drawing/2014/main" id="{50EDF0F4-AAFD-461E-94A8-95B95A5D12B4}"/>
                </a:ext>
              </a:extLst>
            </p:cNvPr>
            <p:cNvCxnSpPr>
              <a:cxnSpLocks/>
            </p:cNvCxnSpPr>
            <p:nvPr/>
          </p:nvCxnSpPr>
          <p:spPr>
            <a:xfrm>
              <a:off x="5621254" y="1583033"/>
              <a:ext cx="251407" cy="97128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25" name="Straight Connector 452">
              <a:extLst>
                <a:ext uri="{FF2B5EF4-FFF2-40B4-BE49-F238E27FC236}">
                  <a16:creationId xmlns:a16="http://schemas.microsoft.com/office/drawing/2014/main" id="{A0771157-6EB0-4733-9A46-3D6933554954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5627213" y="1589384"/>
              <a:ext cx="21562" cy="152341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27" name="Straight Connector 452">
              <a:extLst>
                <a:ext uri="{FF2B5EF4-FFF2-40B4-BE49-F238E27FC236}">
                  <a16:creationId xmlns:a16="http://schemas.microsoft.com/office/drawing/2014/main" id="{26C167FC-AADF-4B27-9C89-916C8403964D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4949206" y="1761514"/>
              <a:ext cx="622186" cy="292706"/>
            </a:xfrm>
            <a:prstGeom prst="line">
              <a:avLst/>
            </a:prstGeom>
            <a:ln w="38100" cap="flat" cmpd="sng" algn="ctr">
              <a:solidFill>
                <a:srgbClr val="FF0000"/>
              </a:solidFill>
              <a:prstDash val="dash"/>
              <a:round/>
              <a:headEnd type="none" w="med" len="med"/>
              <a:tailEnd type="non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tx1"/>
            </a:fontRef>
          </p:style>
        </p:cxnSp>
        <p:cxnSp>
          <p:nvCxnSpPr>
            <p:cNvPr id="1530" name="Straight Connector 452">
              <a:extLst>
                <a:ext uri="{FF2B5EF4-FFF2-40B4-BE49-F238E27FC236}">
                  <a16:creationId xmlns:a16="http://schemas.microsoft.com/office/drawing/2014/main" id="{EA68CF9E-5806-4806-91D1-FF6655E14FDC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4683972" y="2044427"/>
              <a:ext cx="229702" cy="88918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32" name="Straight Connector 452">
              <a:extLst>
                <a:ext uri="{FF2B5EF4-FFF2-40B4-BE49-F238E27FC236}">
                  <a16:creationId xmlns:a16="http://schemas.microsoft.com/office/drawing/2014/main" id="{F2D9E02F-5106-4EFD-85D9-778A8BC5A1FC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4474072" y="2110035"/>
              <a:ext cx="229797" cy="305969"/>
            </a:xfrm>
            <a:prstGeom prst="line">
              <a:avLst/>
            </a:prstGeom>
            <a:ln w="38100" cap="flat" cmpd="sng" algn="ctr">
              <a:solidFill>
                <a:srgbClr val="FF0000"/>
              </a:solidFill>
              <a:prstDash val="dash"/>
              <a:round/>
              <a:headEnd type="none" w="med" len="med"/>
              <a:tailEnd type="non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tx1"/>
            </a:fontRef>
          </p:style>
        </p:cxnSp>
        <p:cxnSp>
          <p:nvCxnSpPr>
            <p:cNvPr id="1534" name="Straight Connector 452">
              <a:extLst>
                <a:ext uri="{FF2B5EF4-FFF2-40B4-BE49-F238E27FC236}">
                  <a16:creationId xmlns:a16="http://schemas.microsoft.com/office/drawing/2014/main" id="{AD4363E8-E0AF-425C-ADF3-F37ED9572FD3}"/>
                </a:ext>
              </a:extLst>
            </p:cNvPr>
            <p:cNvCxnSpPr>
              <a:cxnSpLocks/>
            </p:cNvCxnSpPr>
            <p:nvPr/>
          </p:nvCxnSpPr>
          <p:spPr>
            <a:xfrm>
              <a:off x="4440630" y="2429328"/>
              <a:ext cx="8592" cy="352026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36" name="Straight Connector 452">
              <a:extLst>
                <a:ext uri="{FF2B5EF4-FFF2-40B4-BE49-F238E27FC236}">
                  <a16:creationId xmlns:a16="http://schemas.microsoft.com/office/drawing/2014/main" id="{0F482418-92D0-4376-A7AB-C6410712DD16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4401530" y="2703498"/>
              <a:ext cx="286656" cy="96294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39" name="Straight Connector 452">
              <a:extLst>
                <a:ext uri="{FF2B5EF4-FFF2-40B4-BE49-F238E27FC236}">
                  <a16:creationId xmlns:a16="http://schemas.microsoft.com/office/drawing/2014/main" id="{15B189EB-0732-4EE4-89EB-7E4D5627E363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4690640" y="2717126"/>
              <a:ext cx="16348" cy="334563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41" name="Straight Connector 452">
              <a:extLst>
                <a:ext uri="{FF2B5EF4-FFF2-40B4-BE49-F238E27FC236}">
                  <a16:creationId xmlns:a16="http://schemas.microsoft.com/office/drawing/2014/main" id="{D948AF4A-9B37-48DA-B77B-93A29D23FE24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4702150" y="3045936"/>
              <a:ext cx="233812" cy="134199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43" name="Straight Connector 452">
              <a:extLst>
                <a:ext uri="{FF2B5EF4-FFF2-40B4-BE49-F238E27FC236}">
                  <a16:creationId xmlns:a16="http://schemas.microsoft.com/office/drawing/2014/main" id="{0392DF18-DB46-4A99-A5A4-911A86993005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4929238" y="3096948"/>
              <a:ext cx="232253" cy="49170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45" name="Straight Connector 452">
              <a:extLst>
                <a:ext uri="{FF2B5EF4-FFF2-40B4-BE49-F238E27FC236}">
                  <a16:creationId xmlns:a16="http://schemas.microsoft.com/office/drawing/2014/main" id="{F3B910D2-3645-4159-A119-740BD2BA3074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183606" y="2787740"/>
              <a:ext cx="216187" cy="304002"/>
            </a:xfrm>
            <a:prstGeom prst="line">
              <a:avLst/>
            </a:prstGeom>
            <a:ln w="38100" cap="flat" cmpd="sng" algn="ctr">
              <a:solidFill>
                <a:srgbClr val="FF0000"/>
              </a:solidFill>
              <a:prstDash val="dash"/>
              <a:round/>
              <a:headEnd type="none" w="med" len="med"/>
              <a:tailEnd type="non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tx1"/>
            </a:fontRef>
          </p:style>
        </p:cxnSp>
        <p:cxnSp>
          <p:nvCxnSpPr>
            <p:cNvPr id="1547" name="Straight Connector 452">
              <a:extLst>
                <a:ext uri="{FF2B5EF4-FFF2-40B4-BE49-F238E27FC236}">
                  <a16:creationId xmlns:a16="http://schemas.microsoft.com/office/drawing/2014/main" id="{86E34F98-676D-4DB1-BBB9-94C9A778DA00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5394699" y="2612536"/>
              <a:ext cx="20728" cy="188279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49" name="Straight Connector 452">
              <a:extLst>
                <a:ext uri="{FF2B5EF4-FFF2-40B4-BE49-F238E27FC236}">
                  <a16:creationId xmlns:a16="http://schemas.microsoft.com/office/drawing/2014/main" id="{ABC35E64-1618-4742-AF3B-C5398291DE34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5425377" y="2635021"/>
              <a:ext cx="213881" cy="52352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51" name="Straight Connector 452">
              <a:extLst>
                <a:ext uri="{FF2B5EF4-FFF2-40B4-BE49-F238E27FC236}">
                  <a16:creationId xmlns:a16="http://schemas.microsoft.com/office/drawing/2014/main" id="{03F95BCC-E50B-4BB7-B94D-6222C22C2981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5624250" y="2701350"/>
              <a:ext cx="24525" cy="159645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53" name="Straight Connector 452">
              <a:extLst>
                <a:ext uri="{FF2B5EF4-FFF2-40B4-BE49-F238E27FC236}">
                  <a16:creationId xmlns:a16="http://schemas.microsoft.com/office/drawing/2014/main" id="{7F5503B7-DB7F-437D-BD85-E0AEA8BA31A2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647272" y="2787608"/>
              <a:ext cx="232134" cy="73387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56" name="Straight Connector 452">
              <a:extLst>
                <a:ext uri="{FF2B5EF4-FFF2-40B4-BE49-F238E27FC236}">
                  <a16:creationId xmlns:a16="http://schemas.microsoft.com/office/drawing/2014/main" id="{5B74D443-513A-44DD-A052-0F82ED0EFB24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882921" y="2787609"/>
              <a:ext cx="1739" cy="180288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59" name="Straight Connector 452">
              <a:extLst>
                <a:ext uri="{FF2B5EF4-FFF2-40B4-BE49-F238E27FC236}">
                  <a16:creationId xmlns:a16="http://schemas.microsoft.com/office/drawing/2014/main" id="{909D0399-3591-4A71-9EE0-5CB56DBA38B8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912163" y="2860995"/>
              <a:ext cx="207524" cy="99000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62" name="Straight Connector 452">
              <a:extLst>
                <a:ext uri="{FF2B5EF4-FFF2-40B4-BE49-F238E27FC236}">
                  <a16:creationId xmlns:a16="http://schemas.microsoft.com/office/drawing/2014/main" id="{0AF36D6F-3777-4432-8642-124843C36D2D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116842" y="2883160"/>
              <a:ext cx="1739" cy="180288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63" name="Straight Connector 452">
              <a:extLst>
                <a:ext uri="{FF2B5EF4-FFF2-40B4-BE49-F238E27FC236}">
                  <a16:creationId xmlns:a16="http://schemas.microsoft.com/office/drawing/2014/main" id="{F046AF5C-CBA0-42B5-86FD-E98AF943D566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6103301" y="3071786"/>
              <a:ext cx="295050" cy="81583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65" name="Straight Connector 452">
              <a:extLst>
                <a:ext uri="{FF2B5EF4-FFF2-40B4-BE49-F238E27FC236}">
                  <a16:creationId xmlns:a16="http://schemas.microsoft.com/office/drawing/2014/main" id="{D92CDC5A-8046-4B26-9300-719D0890D27C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6114323" y="3167197"/>
              <a:ext cx="262012" cy="87908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67" name="Straight Connector 452">
              <a:extLst>
                <a:ext uri="{FF2B5EF4-FFF2-40B4-BE49-F238E27FC236}">
                  <a16:creationId xmlns:a16="http://schemas.microsoft.com/office/drawing/2014/main" id="{CE510723-F290-4706-BA47-1848443D46C9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5911176" y="3153369"/>
              <a:ext cx="230608" cy="92930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69" name="Straight Connector 452">
              <a:extLst>
                <a:ext uri="{FF2B5EF4-FFF2-40B4-BE49-F238E27FC236}">
                  <a16:creationId xmlns:a16="http://schemas.microsoft.com/office/drawing/2014/main" id="{807FC463-2DA0-4E86-93D9-C087F1E1BE72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905595" y="3180135"/>
              <a:ext cx="1739" cy="180288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70" name="Straight Connector 452">
              <a:extLst>
                <a:ext uri="{FF2B5EF4-FFF2-40B4-BE49-F238E27FC236}">
                  <a16:creationId xmlns:a16="http://schemas.microsoft.com/office/drawing/2014/main" id="{625D5432-55EE-46B9-8FED-4469AFAADB6A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5920118" y="3362834"/>
              <a:ext cx="229448" cy="63555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73" name="Straight Connector 452">
              <a:extLst>
                <a:ext uri="{FF2B5EF4-FFF2-40B4-BE49-F238E27FC236}">
                  <a16:creationId xmlns:a16="http://schemas.microsoft.com/office/drawing/2014/main" id="{E00F2EF0-0568-40FF-9421-BC38539B2DF1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141784" y="3407534"/>
              <a:ext cx="7782" cy="220286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76" name="Straight Connector 452">
              <a:extLst>
                <a:ext uri="{FF2B5EF4-FFF2-40B4-BE49-F238E27FC236}">
                  <a16:creationId xmlns:a16="http://schemas.microsoft.com/office/drawing/2014/main" id="{D7D0D798-EEF2-4255-842B-E414D97DC03B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5879406" y="3632770"/>
              <a:ext cx="262012" cy="87908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77" name="Straight Connector 452">
              <a:extLst>
                <a:ext uri="{FF2B5EF4-FFF2-40B4-BE49-F238E27FC236}">
                  <a16:creationId xmlns:a16="http://schemas.microsoft.com/office/drawing/2014/main" id="{6F6D1634-11F4-45BE-AB0A-83A081579001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909696" y="3738270"/>
              <a:ext cx="1739" cy="180288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78" name="Straight Connector 452">
              <a:extLst>
                <a:ext uri="{FF2B5EF4-FFF2-40B4-BE49-F238E27FC236}">
                  <a16:creationId xmlns:a16="http://schemas.microsoft.com/office/drawing/2014/main" id="{18E57FCB-D4F9-45B5-97FB-DE53468D1C21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5402450" y="3929397"/>
              <a:ext cx="480527" cy="159854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80" name="Straight Connector 452">
              <a:extLst>
                <a:ext uri="{FF2B5EF4-FFF2-40B4-BE49-F238E27FC236}">
                  <a16:creationId xmlns:a16="http://schemas.microsoft.com/office/drawing/2014/main" id="{EDB4B9D8-9A1C-4469-8D05-D80775943B37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5202425" y="4012149"/>
              <a:ext cx="229448" cy="63555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81" name="Straight Connector 452">
              <a:extLst>
                <a:ext uri="{FF2B5EF4-FFF2-40B4-BE49-F238E27FC236}">
                  <a16:creationId xmlns:a16="http://schemas.microsoft.com/office/drawing/2014/main" id="{EF5A603D-3166-41D8-AA5D-8926EAA934C4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5241924" y="3800505"/>
              <a:ext cx="408991" cy="226264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83" name="Straight Connector 452">
              <a:extLst>
                <a:ext uri="{FF2B5EF4-FFF2-40B4-BE49-F238E27FC236}">
                  <a16:creationId xmlns:a16="http://schemas.microsoft.com/office/drawing/2014/main" id="{9B993747-4A45-4E63-BB5D-7860F804E7A7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5411349" y="3712039"/>
              <a:ext cx="221280" cy="106923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85" name="Straight Connector 452">
              <a:extLst>
                <a:ext uri="{FF2B5EF4-FFF2-40B4-BE49-F238E27FC236}">
                  <a16:creationId xmlns:a16="http://schemas.microsoft.com/office/drawing/2014/main" id="{C3BCCD38-07BA-4C95-95FA-57218AE6AAD7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5478146" y="3543300"/>
              <a:ext cx="411037" cy="162173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87" name="Straight Connector 452">
              <a:extLst>
                <a:ext uri="{FF2B5EF4-FFF2-40B4-BE49-F238E27FC236}">
                  <a16:creationId xmlns:a16="http://schemas.microsoft.com/office/drawing/2014/main" id="{6ADC022E-EE6A-499C-A733-F598F48C2F8A}"/>
                </a:ext>
              </a:extLst>
            </p:cNvPr>
            <p:cNvCxnSpPr>
              <a:cxnSpLocks/>
            </p:cNvCxnSpPr>
            <p:nvPr/>
          </p:nvCxnSpPr>
          <p:spPr>
            <a:xfrm>
              <a:off x="5397809" y="3178705"/>
              <a:ext cx="475882" cy="338631"/>
            </a:xfrm>
            <a:prstGeom prst="line">
              <a:avLst/>
            </a:prstGeom>
            <a:ln w="38100" cap="flat" cmpd="sng" algn="ctr">
              <a:solidFill>
                <a:srgbClr val="FF0000"/>
              </a:solidFill>
              <a:prstDash val="dash"/>
              <a:round/>
              <a:headEnd type="none" w="med" len="med"/>
              <a:tailEnd type="non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tx1"/>
            </a:fontRef>
          </p:style>
        </p:cxnSp>
        <p:cxnSp>
          <p:nvCxnSpPr>
            <p:cNvPr id="1592" name="Straight Connector 452">
              <a:extLst>
                <a:ext uri="{FF2B5EF4-FFF2-40B4-BE49-F238E27FC236}">
                  <a16:creationId xmlns:a16="http://schemas.microsoft.com/office/drawing/2014/main" id="{645C8E76-07B8-4176-B7E1-5AF1D72BE0F2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4909201" y="3201783"/>
              <a:ext cx="488608" cy="168259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95" name="Straight Connector 452">
              <a:extLst>
                <a:ext uri="{FF2B5EF4-FFF2-40B4-BE49-F238E27FC236}">
                  <a16:creationId xmlns:a16="http://schemas.microsoft.com/office/drawing/2014/main" id="{98A7A895-DEF5-475C-8DA8-E63F50DA8473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4700945" y="3268825"/>
              <a:ext cx="208256" cy="87082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97" name="Straight Connector 452">
              <a:extLst>
                <a:ext uri="{FF2B5EF4-FFF2-40B4-BE49-F238E27FC236}">
                  <a16:creationId xmlns:a16="http://schemas.microsoft.com/office/drawing/2014/main" id="{F255F153-61D2-4345-B96C-FE564B4921B9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4439721" y="3262651"/>
              <a:ext cx="232134" cy="73387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98" name="Straight Connector 452">
              <a:extLst>
                <a:ext uri="{FF2B5EF4-FFF2-40B4-BE49-F238E27FC236}">
                  <a16:creationId xmlns:a16="http://schemas.microsoft.com/office/drawing/2014/main" id="{96D88C77-E9B9-400B-9EE2-3D2AE357116F}"/>
                </a:ext>
              </a:extLst>
            </p:cNvPr>
            <p:cNvCxnSpPr>
              <a:cxnSpLocks/>
            </p:cNvCxnSpPr>
            <p:nvPr/>
          </p:nvCxnSpPr>
          <p:spPr>
            <a:xfrm>
              <a:off x="4449059" y="3349436"/>
              <a:ext cx="222822" cy="70142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99" name="Straight Connector 452">
              <a:extLst>
                <a:ext uri="{FF2B5EF4-FFF2-40B4-BE49-F238E27FC236}">
                  <a16:creationId xmlns:a16="http://schemas.microsoft.com/office/drawing/2014/main" id="{939EA14C-0A4E-43FD-8955-6F0FC6070A6C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4685366" y="3422015"/>
              <a:ext cx="7286" cy="196114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00" name="Straight Connector 452">
              <a:extLst>
                <a:ext uri="{FF2B5EF4-FFF2-40B4-BE49-F238E27FC236}">
                  <a16:creationId xmlns:a16="http://schemas.microsoft.com/office/drawing/2014/main" id="{3318E3E5-7997-4D18-A0ED-4E8B05B9E378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4458873" y="3620931"/>
              <a:ext cx="269735" cy="270844"/>
            </a:xfrm>
            <a:prstGeom prst="line">
              <a:avLst/>
            </a:prstGeom>
            <a:ln w="38100" cap="flat" cmpd="sng" algn="ctr">
              <a:solidFill>
                <a:srgbClr val="FF0000"/>
              </a:solidFill>
              <a:prstDash val="dash"/>
              <a:round/>
              <a:headEnd type="none" w="med" len="med"/>
              <a:tailEnd type="non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tx1"/>
            </a:fontRef>
          </p:style>
        </p:cxnSp>
        <p:cxnSp>
          <p:nvCxnSpPr>
            <p:cNvPr id="1602" name="Straight Connector 452">
              <a:extLst>
                <a:ext uri="{FF2B5EF4-FFF2-40B4-BE49-F238E27FC236}">
                  <a16:creationId xmlns:a16="http://schemas.microsoft.com/office/drawing/2014/main" id="{808BEFB6-5915-43A4-93F5-C3BA1C938477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4461738" y="3878677"/>
              <a:ext cx="0" cy="387985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04" name="Straight Connector 452">
              <a:extLst>
                <a:ext uri="{FF2B5EF4-FFF2-40B4-BE49-F238E27FC236}">
                  <a16:creationId xmlns:a16="http://schemas.microsoft.com/office/drawing/2014/main" id="{6E80F63E-B401-4514-B60C-4CB99C4CAE14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8963480" y="4371629"/>
              <a:ext cx="8296" cy="373768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05" name="Straight Connector 452">
              <a:extLst>
                <a:ext uri="{FF2B5EF4-FFF2-40B4-BE49-F238E27FC236}">
                  <a16:creationId xmlns:a16="http://schemas.microsoft.com/office/drawing/2014/main" id="{8809E8E6-A48D-4DA9-910C-1A2D678562D1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8957716" y="4626010"/>
              <a:ext cx="221778" cy="103238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08" name="Straight Connector 452">
              <a:extLst>
                <a:ext uri="{FF2B5EF4-FFF2-40B4-BE49-F238E27FC236}">
                  <a16:creationId xmlns:a16="http://schemas.microsoft.com/office/drawing/2014/main" id="{7E81C92D-F622-4F20-A89F-451D3D21D2CC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9166902" y="4442922"/>
              <a:ext cx="1995" cy="175800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10" name="Straight Connector 452">
              <a:extLst>
                <a:ext uri="{FF2B5EF4-FFF2-40B4-BE49-F238E27FC236}">
                  <a16:creationId xmlns:a16="http://schemas.microsoft.com/office/drawing/2014/main" id="{A42AC3DD-8771-41B1-BAAB-561947192E7B}"/>
                </a:ext>
              </a:extLst>
            </p:cNvPr>
            <p:cNvCxnSpPr>
              <a:cxnSpLocks/>
            </p:cNvCxnSpPr>
            <p:nvPr/>
          </p:nvCxnSpPr>
          <p:spPr>
            <a:xfrm>
              <a:off x="9177193" y="4416305"/>
              <a:ext cx="250913" cy="112193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12" name="Straight Connector 452">
              <a:extLst>
                <a:ext uri="{FF2B5EF4-FFF2-40B4-BE49-F238E27FC236}">
                  <a16:creationId xmlns:a16="http://schemas.microsoft.com/office/drawing/2014/main" id="{1356CDCC-B1BE-46E2-AC6A-C0D2E5C8AECD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9412155" y="4486412"/>
              <a:ext cx="9455" cy="254703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14" name="Straight Connector 452">
              <a:extLst>
                <a:ext uri="{FF2B5EF4-FFF2-40B4-BE49-F238E27FC236}">
                  <a16:creationId xmlns:a16="http://schemas.microsoft.com/office/drawing/2014/main" id="{431B1AA6-56C1-457B-B4D3-9700E237E418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9409881" y="4723322"/>
              <a:ext cx="272953" cy="87900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16" name="Straight Connector 452">
              <a:extLst>
                <a:ext uri="{FF2B5EF4-FFF2-40B4-BE49-F238E27FC236}">
                  <a16:creationId xmlns:a16="http://schemas.microsoft.com/office/drawing/2014/main" id="{22838FBE-CB04-48F1-BFED-CB2CE2188F3B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9211239" y="4819058"/>
              <a:ext cx="451560" cy="170069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19" name="Straight Connector 452">
              <a:extLst>
                <a:ext uri="{FF2B5EF4-FFF2-40B4-BE49-F238E27FC236}">
                  <a16:creationId xmlns:a16="http://schemas.microsoft.com/office/drawing/2014/main" id="{668955E0-FB43-45F3-A94A-4422FA3BA3C3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9241064" y="4998609"/>
              <a:ext cx="184987" cy="87078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21" name="Straight Connector 452">
              <a:extLst>
                <a:ext uri="{FF2B5EF4-FFF2-40B4-BE49-F238E27FC236}">
                  <a16:creationId xmlns:a16="http://schemas.microsoft.com/office/drawing/2014/main" id="{985B1222-2BD2-465A-908F-D891E6701097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9405903" y="4996963"/>
              <a:ext cx="276931" cy="85660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23" name="Straight Connector 452">
              <a:extLst>
                <a:ext uri="{FF2B5EF4-FFF2-40B4-BE49-F238E27FC236}">
                  <a16:creationId xmlns:a16="http://schemas.microsoft.com/office/drawing/2014/main" id="{F4B21728-2149-496E-A3B5-9B047DABE436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9684800" y="5002559"/>
              <a:ext cx="465749" cy="167937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25" name="Straight Connector 452">
              <a:extLst>
                <a:ext uri="{FF2B5EF4-FFF2-40B4-BE49-F238E27FC236}">
                  <a16:creationId xmlns:a16="http://schemas.microsoft.com/office/drawing/2014/main" id="{0F7CB298-6623-423B-B6F7-E3789B0764B0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9907640" y="5170276"/>
              <a:ext cx="276931" cy="85660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26" name="Straight Connector 452">
              <a:extLst>
                <a:ext uri="{FF2B5EF4-FFF2-40B4-BE49-F238E27FC236}">
                  <a16:creationId xmlns:a16="http://schemas.microsoft.com/office/drawing/2014/main" id="{5676EDDC-4D9C-4799-A2CE-5AF886805E89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9665144" y="5173812"/>
              <a:ext cx="250996" cy="103736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28" name="Straight Connector 452">
              <a:extLst>
                <a:ext uri="{FF2B5EF4-FFF2-40B4-BE49-F238E27FC236}">
                  <a16:creationId xmlns:a16="http://schemas.microsoft.com/office/drawing/2014/main" id="{795861AC-4526-42A7-B3C6-57A94F6A0FB7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9687011" y="5187671"/>
              <a:ext cx="0" cy="174162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31" name="Straight Connector 452">
              <a:extLst>
                <a:ext uri="{FF2B5EF4-FFF2-40B4-BE49-F238E27FC236}">
                  <a16:creationId xmlns:a16="http://schemas.microsoft.com/office/drawing/2014/main" id="{1D68BEEF-51E2-45A8-A0EF-1A048E2C6549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9413303" y="5366904"/>
              <a:ext cx="269531" cy="102213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34" name="Straight Connector 452">
              <a:extLst>
                <a:ext uri="{FF2B5EF4-FFF2-40B4-BE49-F238E27FC236}">
                  <a16:creationId xmlns:a16="http://schemas.microsoft.com/office/drawing/2014/main" id="{F06B740C-B49C-4920-85B9-143A6DDC5467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9433998" y="5476687"/>
              <a:ext cx="0" cy="157179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37" name="Straight Connector 452">
              <a:extLst>
                <a:ext uri="{FF2B5EF4-FFF2-40B4-BE49-F238E27FC236}">
                  <a16:creationId xmlns:a16="http://schemas.microsoft.com/office/drawing/2014/main" id="{FA835E17-0626-48D8-899D-3A2FB3AABCA2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9186520" y="5626820"/>
              <a:ext cx="258645" cy="112074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40" name="Straight Connector 452">
              <a:extLst>
                <a:ext uri="{FF2B5EF4-FFF2-40B4-BE49-F238E27FC236}">
                  <a16:creationId xmlns:a16="http://schemas.microsoft.com/office/drawing/2014/main" id="{AE5E0D98-09CB-4091-9B51-832324603BE7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9211239" y="5755140"/>
              <a:ext cx="0" cy="157179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41" name="Straight Connector 452">
              <a:extLst>
                <a:ext uri="{FF2B5EF4-FFF2-40B4-BE49-F238E27FC236}">
                  <a16:creationId xmlns:a16="http://schemas.microsoft.com/office/drawing/2014/main" id="{B1A3A659-1140-4B2A-9673-35ED03BBF722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8937775" y="5909931"/>
              <a:ext cx="263513" cy="95077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43" name="Straight Connector 452">
              <a:extLst>
                <a:ext uri="{FF2B5EF4-FFF2-40B4-BE49-F238E27FC236}">
                  <a16:creationId xmlns:a16="http://schemas.microsoft.com/office/drawing/2014/main" id="{8B2DED5B-3598-4B28-B61C-01371CE358C8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8712643" y="5909930"/>
              <a:ext cx="225132" cy="95608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45" name="Straight Connector 452">
              <a:extLst>
                <a:ext uri="{FF2B5EF4-FFF2-40B4-BE49-F238E27FC236}">
                  <a16:creationId xmlns:a16="http://schemas.microsoft.com/office/drawing/2014/main" id="{DCC20212-0B54-46A9-BE0F-719D95FFD677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8244955" y="5909930"/>
              <a:ext cx="458603" cy="189231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47" name="Straight Connector 452">
              <a:extLst>
                <a:ext uri="{FF2B5EF4-FFF2-40B4-BE49-F238E27FC236}">
                  <a16:creationId xmlns:a16="http://schemas.microsoft.com/office/drawing/2014/main" id="{51CDE94B-E8FD-46BE-92BD-BF1F9ACA688B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8006906" y="6004545"/>
              <a:ext cx="260143" cy="98857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82" name="Straight Connector 452">
              <a:extLst>
                <a:ext uri="{FF2B5EF4-FFF2-40B4-BE49-F238E27FC236}">
                  <a16:creationId xmlns:a16="http://schemas.microsoft.com/office/drawing/2014/main" id="{1413ED1D-5574-4386-9BF6-2020306B658C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8021987" y="5630892"/>
              <a:ext cx="231341" cy="93479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84" name="Straight Connector 452">
              <a:extLst>
                <a:ext uri="{FF2B5EF4-FFF2-40B4-BE49-F238E27FC236}">
                  <a16:creationId xmlns:a16="http://schemas.microsoft.com/office/drawing/2014/main" id="{163E13C6-3DDE-4AC6-AF68-2C0A1D4A41CF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8020185" y="6381362"/>
              <a:ext cx="16867" cy="352277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85" name="Straight Connector 452">
              <a:extLst>
                <a:ext uri="{FF2B5EF4-FFF2-40B4-BE49-F238E27FC236}">
                  <a16:creationId xmlns:a16="http://schemas.microsoft.com/office/drawing/2014/main" id="{F37965D6-57C9-4626-85D8-329F1803337E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7610399" y="6729967"/>
              <a:ext cx="458603" cy="189231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87" name="Straight Connector 452">
              <a:extLst>
                <a:ext uri="{FF2B5EF4-FFF2-40B4-BE49-F238E27FC236}">
                  <a16:creationId xmlns:a16="http://schemas.microsoft.com/office/drawing/2014/main" id="{16AFB1AB-E6CD-4095-A3C5-2BD76A1FE8F0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7309822" y="6822157"/>
              <a:ext cx="325211" cy="104488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89" name="Straight Connector 452">
              <a:extLst>
                <a:ext uri="{FF2B5EF4-FFF2-40B4-BE49-F238E27FC236}">
                  <a16:creationId xmlns:a16="http://schemas.microsoft.com/office/drawing/2014/main" id="{947BF822-9E59-4EF2-BEFC-65B2943E804D}"/>
                </a:ext>
              </a:extLst>
            </p:cNvPr>
            <p:cNvCxnSpPr>
              <a:cxnSpLocks/>
            </p:cNvCxnSpPr>
            <p:nvPr/>
          </p:nvCxnSpPr>
          <p:spPr>
            <a:xfrm>
              <a:off x="7303614" y="6659372"/>
              <a:ext cx="14268" cy="184352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94" name="Straight Connector 452">
              <a:extLst>
                <a:ext uri="{FF2B5EF4-FFF2-40B4-BE49-F238E27FC236}">
                  <a16:creationId xmlns:a16="http://schemas.microsoft.com/office/drawing/2014/main" id="{300E304D-F387-4BB6-8BE6-8B038F1C35F6}"/>
                </a:ext>
              </a:extLst>
            </p:cNvPr>
            <p:cNvCxnSpPr>
              <a:cxnSpLocks/>
            </p:cNvCxnSpPr>
            <p:nvPr/>
          </p:nvCxnSpPr>
          <p:spPr>
            <a:xfrm>
              <a:off x="8019833" y="6005588"/>
              <a:ext cx="2151" cy="196737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21" name="Straight Connector 452">
              <a:extLst>
                <a:ext uri="{FF2B5EF4-FFF2-40B4-BE49-F238E27FC236}">
                  <a16:creationId xmlns:a16="http://schemas.microsoft.com/office/drawing/2014/main" id="{742E3C00-9148-41D7-85C9-BB740781B3AA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838986" y="6926645"/>
              <a:ext cx="212817" cy="111791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22" name="Straight Connector 452">
              <a:extLst>
                <a:ext uri="{FF2B5EF4-FFF2-40B4-BE49-F238E27FC236}">
                  <a16:creationId xmlns:a16="http://schemas.microsoft.com/office/drawing/2014/main" id="{D853EABD-04EC-43F3-A70B-6E4ED882611A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6599381" y="6918486"/>
              <a:ext cx="226456" cy="104316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24" name="Straight Connector 452">
              <a:extLst>
                <a:ext uri="{FF2B5EF4-FFF2-40B4-BE49-F238E27FC236}">
                  <a16:creationId xmlns:a16="http://schemas.microsoft.com/office/drawing/2014/main" id="{135D81B5-C56A-40F0-926E-D424B08E0E33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6615657" y="6738017"/>
              <a:ext cx="16326" cy="195857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26" name="Straight Connector 452">
              <a:extLst>
                <a:ext uri="{FF2B5EF4-FFF2-40B4-BE49-F238E27FC236}">
                  <a16:creationId xmlns:a16="http://schemas.microsoft.com/office/drawing/2014/main" id="{43FFB44C-BEA4-4C67-A295-665E632EF30E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5627213" y="6232563"/>
              <a:ext cx="261447" cy="66096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28" name="Straight Connector 452">
              <a:extLst>
                <a:ext uri="{FF2B5EF4-FFF2-40B4-BE49-F238E27FC236}">
                  <a16:creationId xmlns:a16="http://schemas.microsoft.com/office/drawing/2014/main" id="{4019F9E8-7FBB-415F-8EE7-394D23A83B30}"/>
                </a:ext>
              </a:extLst>
            </p:cNvPr>
            <p:cNvCxnSpPr>
              <a:cxnSpLocks/>
            </p:cNvCxnSpPr>
            <p:nvPr/>
          </p:nvCxnSpPr>
          <p:spPr>
            <a:xfrm>
              <a:off x="5641510" y="5998474"/>
              <a:ext cx="10075" cy="210454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30" name="Straight Connector 452">
              <a:extLst>
                <a:ext uri="{FF2B5EF4-FFF2-40B4-BE49-F238E27FC236}">
                  <a16:creationId xmlns:a16="http://schemas.microsoft.com/office/drawing/2014/main" id="{E99C7043-D493-4950-A3AE-4F0BD9120524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5406418" y="5858083"/>
              <a:ext cx="242357" cy="146462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35" name="Straight Connector 452">
              <a:extLst>
                <a:ext uri="{FF2B5EF4-FFF2-40B4-BE49-F238E27FC236}">
                  <a16:creationId xmlns:a16="http://schemas.microsoft.com/office/drawing/2014/main" id="{D4D4D2E2-B1D4-44EB-8A7A-6C241CCF6DE4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5425377" y="5810138"/>
              <a:ext cx="225539" cy="60520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38" name="Straight Connector 452">
              <a:extLst>
                <a:ext uri="{FF2B5EF4-FFF2-40B4-BE49-F238E27FC236}">
                  <a16:creationId xmlns:a16="http://schemas.microsoft.com/office/drawing/2014/main" id="{6E07F0BD-481C-4183-9DE8-6EE47A9CD9B7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5149551" y="5651205"/>
              <a:ext cx="484738" cy="133956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40" name="Straight Connector 452">
              <a:extLst>
                <a:ext uri="{FF2B5EF4-FFF2-40B4-BE49-F238E27FC236}">
                  <a16:creationId xmlns:a16="http://schemas.microsoft.com/office/drawing/2014/main" id="{5C504C63-8DAE-4AFD-A4D2-8FF27E072DDA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4931256" y="5634078"/>
              <a:ext cx="199617" cy="91442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42" name="Straight Connector 452">
              <a:extLst>
                <a:ext uri="{FF2B5EF4-FFF2-40B4-BE49-F238E27FC236}">
                  <a16:creationId xmlns:a16="http://schemas.microsoft.com/office/drawing/2014/main" id="{45AB6BF8-31B8-43A6-A38F-9F9A16902B69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4935962" y="5554673"/>
              <a:ext cx="22550" cy="200467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45" name="Straight Connector 452">
              <a:extLst>
                <a:ext uri="{FF2B5EF4-FFF2-40B4-BE49-F238E27FC236}">
                  <a16:creationId xmlns:a16="http://schemas.microsoft.com/office/drawing/2014/main" id="{E8F3DC6C-3D95-4C84-8E7E-AB1F67004764}"/>
                </a:ext>
              </a:extLst>
            </p:cNvPr>
            <p:cNvCxnSpPr>
              <a:cxnSpLocks/>
            </p:cNvCxnSpPr>
            <p:nvPr/>
          </p:nvCxnSpPr>
          <p:spPr>
            <a:xfrm>
              <a:off x="4657943" y="5464666"/>
              <a:ext cx="302686" cy="82579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47" name="Straight Connector 452">
              <a:extLst>
                <a:ext uri="{FF2B5EF4-FFF2-40B4-BE49-F238E27FC236}">
                  <a16:creationId xmlns:a16="http://schemas.microsoft.com/office/drawing/2014/main" id="{9D0EABEC-C0DA-4042-A905-BEE0D97E2F9F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4683972" y="5264252"/>
              <a:ext cx="30709" cy="245615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49" name="Straight Connector 452">
              <a:extLst>
                <a:ext uri="{FF2B5EF4-FFF2-40B4-BE49-F238E27FC236}">
                  <a16:creationId xmlns:a16="http://schemas.microsoft.com/office/drawing/2014/main" id="{4AC4B813-1BEA-4681-A6EB-3D7955B0B351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4673449" y="5183399"/>
              <a:ext cx="262513" cy="57192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51" name="Straight Connector 452">
              <a:extLst>
                <a:ext uri="{FF2B5EF4-FFF2-40B4-BE49-F238E27FC236}">
                  <a16:creationId xmlns:a16="http://schemas.microsoft.com/office/drawing/2014/main" id="{AC1241D6-112F-46EE-8F9A-2E7E7C729224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4915413" y="4971128"/>
              <a:ext cx="22550" cy="200467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52" name="Straight Connector 452">
              <a:extLst>
                <a:ext uri="{FF2B5EF4-FFF2-40B4-BE49-F238E27FC236}">
                  <a16:creationId xmlns:a16="http://schemas.microsoft.com/office/drawing/2014/main" id="{671D0BB6-0BCC-4EA8-B261-E1EA0BE17B4C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4934641" y="4895250"/>
              <a:ext cx="244053" cy="78889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54" name="Straight Connector 452">
              <a:extLst>
                <a:ext uri="{FF2B5EF4-FFF2-40B4-BE49-F238E27FC236}">
                  <a16:creationId xmlns:a16="http://schemas.microsoft.com/office/drawing/2014/main" id="{3A970791-982A-493A-BCC5-A6E8D85C55BC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5167419" y="4729248"/>
              <a:ext cx="11275" cy="148354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58" name="Straight Connector 452">
              <a:extLst>
                <a:ext uri="{FF2B5EF4-FFF2-40B4-BE49-F238E27FC236}">
                  <a16:creationId xmlns:a16="http://schemas.microsoft.com/office/drawing/2014/main" id="{5D58E67F-C1AA-4766-B0CF-11428207ED32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5165031" y="4736500"/>
              <a:ext cx="243394" cy="66925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60" name="Straight Connector 452">
              <a:extLst>
                <a:ext uri="{FF2B5EF4-FFF2-40B4-BE49-F238E27FC236}">
                  <a16:creationId xmlns:a16="http://schemas.microsoft.com/office/drawing/2014/main" id="{9BB6E43A-656C-4F9A-B7D4-73681FD64EC2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5419707" y="4722953"/>
              <a:ext cx="221803" cy="74638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63" name="Straight Connector 452">
              <a:extLst>
                <a:ext uri="{FF2B5EF4-FFF2-40B4-BE49-F238E27FC236}">
                  <a16:creationId xmlns:a16="http://schemas.microsoft.com/office/drawing/2014/main" id="{9EB43971-C922-4084-B74C-2133848AAC80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5629543" y="4726648"/>
              <a:ext cx="31983" cy="183885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68" name="Straight Connector 452">
              <a:extLst>
                <a:ext uri="{FF2B5EF4-FFF2-40B4-BE49-F238E27FC236}">
                  <a16:creationId xmlns:a16="http://schemas.microsoft.com/office/drawing/2014/main" id="{99D9B99E-8EE2-42D1-B3B8-3ED96DEC3072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408925" y="4925407"/>
              <a:ext cx="224609" cy="48732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70" name="Straight Connector 452">
              <a:extLst>
                <a:ext uri="{FF2B5EF4-FFF2-40B4-BE49-F238E27FC236}">
                  <a16:creationId xmlns:a16="http://schemas.microsoft.com/office/drawing/2014/main" id="{7840799A-D8C7-4B65-9770-EE922A35C647}"/>
                </a:ext>
              </a:extLst>
            </p:cNvPr>
            <p:cNvCxnSpPr>
              <a:cxnSpLocks/>
            </p:cNvCxnSpPr>
            <p:nvPr/>
          </p:nvCxnSpPr>
          <p:spPr>
            <a:xfrm>
              <a:off x="5416605" y="4980107"/>
              <a:ext cx="3272" cy="400809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73" name="Straight Connector 452">
              <a:extLst>
                <a:ext uri="{FF2B5EF4-FFF2-40B4-BE49-F238E27FC236}">
                  <a16:creationId xmlns:a16="http://schemas.microsoft.com/office/drawing/2014/main" id="{BF0E24AD-6BF1-4CDB-98BE-37361E5DCE19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391920" y="5271102"/>
              <a:ext cx="291744" cy="105084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75" name="Straight Connector 452">
              <a:extLst>
                <a:ext uri="{FF2B5EF4-FFF2-40B4-BE49-F238E27FC236}">
                  <a16:creationId xmlns:a16="http://schemas.microsoft.com/office/drawing/2014/main" id="{986628DB-0E74-45B7-91F1-AF871627DD90}"/>
                </a:ext>
              </a:extLst>
            </p:cNvPr>
            <p:cNvCxnSpPr>
              <a:cxnSpLocks/>
            </p:cNvCxnSpPr>
            <p:nvPr/>
          </p:nvCxnSpPr>
          <p:spPr>
            <a:xfrm>
              <a:off x="5646547" y="5284060"/>
              <a:ext cx="5953" cy="335272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77" name="Straight Connector 452">
              <a:extLst>
                <a:ext uri="{FF2B5EF4-FFF2-40B4-BE49-F238E27FC236}">
                  <a16:creationId xmlns:a16="http://schemas.microsoft.com/office/drawing/2014/main" id="{9B08CA59-D3C8-405B-B5F2-B59C25881C43}"/>
                </a:ext>
              </a:extLst>
            </p:cNvPr>
            <p:cNvCxnSpPr>
              <a:cxnSpLocks/>
            </p:cNvCxnSpPr>
            <p:nvPr/>
          </p:nvCxnSpPr>
          <p:spPr>
            <a:xfrm>
              <a:off x="5644159" y="5626228"/>
              <a:ext cx="476692" cy="197622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96" name="Straight Connector 452">
              <a:extLst>
                <a:ext uri="{FF2B5EF4-FFF2-40B4-BE49-F238E27FC236}">
                  <a16:creationId xmlns:a16="http://schemas.microsoft.com/office/drawing/2014/main" id="{04175D61-6541-4289-8814-523511761C03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8257084" y="5554673"/>
              <a:ext cx="14575" cy="190948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03" name="Straight Connector 452">
              <a:extLst>
                <a:ext uri="{FF2B5EF4-FFF2-40B4-BE49-F238E27FC236}">
                  <a16:creationId xmlns:a16="http://schemas.microsoft.com/office/drawing/2014/main" id="{FE0FB8A4-E220-435D-9356-A82DD8B97FC0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7552128" y="5345465"/>
              <a:ext cx="253971" cy="106412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26" name="Straight Connector 452">
              <a:extLst>
                <a:ext uri="{FF2B5EF4-FFF2-40B4-BE49-F238E27FC236}">
                  <a16:creationId xmlns:a16="http://schemas.microsoft.com/office/drawing/2014/main" id="{D635BC43-E74A-4E5E-89BE-2523D68B6C99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7768873" y="5171641"/>
              <a:ext cx="8516" cy="181121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32" name="Straight Connector 452">
              <a:extLst>
                <a:ext uri="{FF2B5EF4-FFF2-40B4-BE49-F238E27FC236}">
                  <a16:creationId xmlns:a16="http://schemas.microsoft.com/office/drawing/2014/main" id="{2D0BFEAC-CC58-486F-86BD-34ABD1F28722}"/>
                </a:ext>
              </a:extLst>
            </p:cNvPr>
            <p:cNvCxnSpPr>
              <a:cxnSpLocks/>
            </p:cNvCxnSpPr>
            <p:nvPr/>
          </p:nvCxnSpPr>
          <p:spPr>
            <a:xfrm>
              <a:off x="11561989" y="5742429"/>
              <a:ext cx="0" cy="170634"/>
            </a:xfrm>
            <a:prstGeom prst="line">
              <a:avLst/>
            </a:prstGeom>
            <a:ln w="38100">
              <a:solidFill>
                <a:schemeClr val="accent2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35" name="Straight Connector 452">
              <a:extLst>
                <a:ext uri="{FF2B5EF4-FFF2-40B4-BE49-F238E27FC236}">
                  <a16:creationId xmlns:a16="http://schemas.microsoft.com/office/drawing/2014/main" id="{7D470B75-FF14-4C79-BA86-2A9F6F5CE8DF}"/>
                </a:ext>
              </a:extLst>
            </p:cNvPr>
            <p:cNvCxnSpPr>
              <a:cxnSpLocks/>
            </p:cNvCxnSpPr>
            <p:nvPr/>
          </p:nvCxnSpPr>
          <p:spPr>
            <a:xfrm>
              <a:off x="11551900" y="5909930"/>
              <a:ext cx="235472" cy="70376"/>
            </a:xfrm>
            <a:prstGeom prst="line">
              <a:avLst/>
            </a:prstGeom>
            <a:ln w="38100">
              <a:solidFill>
                <a:schemeClr val="accent2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41" name="Straight Connector 452">
              <a:extLst>
                <a:ext uri="{FF2B5EF4-FFF2-40B4-BE49-F238E27FC236}">
                  <a16:creationId xmlns:a16="http://schemas.microsoft.com/office/drawing/2014/main" id="{2C043765-B1B8-4B83-8747-8191789FBF8E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1807196" y="5729621"/>
              <a:ext cx="198837" cy="67774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46" name="Straight Connector 452">
              <a:extLst>
                <a:ext uri="{FF2B5EF4-FFF2-40B4-BE49-F238E27FC236}">
                  <a16:creationId xmlns:a16="http://schemas.microsoft.com/office/drawing/2014/main" id="{A5B9A8F6-F7A2-4D33-85F2-02948B726BFE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1316528" y="4532211"/>
              <a:ext cx="1" cy="207573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53" name="Straight Connector 452">
              <a:extLst>
                <a:ext uri="{FF2B5EF4-FFF2-40B4-BE49-F238E27FC236}">
                  <a16:creationId xmlns:a16="http://schemas.microsoft.com/office/drawing/2014/main" id="{0C992EE3-1CEF-469D-9C49-C4028F6E25FA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8271915" y="5376186"/>
              <a:ext cx="443148" cy="181539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55" name="Straight Connector 452">
              <a:extLst>
                <a:ext uri="{FF2B5EF4-FFF2-40B4-BE49-F238E27FC236}">
                  <a16:creationId xmlns:a16="http://schemas.microsoft.com/office/drawing/2014/main" id="{CDC68B87-F3C8-4331-A896-90A612EEFD39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8708081" y="5180511"/>
              <a:ext cx="6566" cy="206549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57" name="Straight Connector 452">
              <a:extLst>
                <a:ext uri="{FF2B5EF4-FFF2-40B4-BE49-F238E27FC236}">
                  <a16:creationId xmlns:a16="http://schemas.microsoft.com/office/drawing/2014/main" id="{7AA2ECF4-67A2-4F2D-B6B3-6261301FFA8B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8711364" y="5092965"/>
              <a:ext cx="249446" cy="94707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59" name="Straight Connector 452">
              <a:extLst>
                <a:ext uri="{FF2B5EF4-FFF2-40B4-BE49-F238E27FC236}">
                  <a16:creationId xmlns:a16="http://schemas.microsoft.com/office/drawing/2014/main" id="{4454C69A-B38F-4753-833A-919D8E82078C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8717829" y="4989127"/>
              <a:ext cx="257028" cy="114002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61" name="Straight Connector 452">
              <a:extLst>
                <a:ext uri="{FF2B5EF4-FFF2-40B4-BE49-F238E27FC236}">
                  <a16:creationId xmlns:a16="http://schemas.microsoft.com/office/drawing/2014/main" id="{AAA422AC-BE75-4F7E-9C1C-13D4012A5E26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8482921" y="4981886"/>
              <a:ext cx="230090" cy="104641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63" name="Straight Connector 452">
              <a:extLst>
                <a:ext uri="{FF2B5EF4-FFF2-40B4-BE49-F238E27FC236}">
                  <a16:creationId xmlns:a16="http://schemas.microsoft.com/office/drawing/2014/main" id="{B022ADDA-BC35-416A-B9A5-48A2367DF582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8250617" y="4984764"/>
              <a:ext cx="248573" cy="89405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65" name="Straight Connector 452">
              <a:extLst>
                <a:ext uri="{FF2B5EF4-FFF2-40B4-BE49-F238E27FC236}">
                  <a16:creationId xmlns:a16="http://schemas.microsoft.com/office/drawing/2014/main" id="{D220FC87-3AC0-4A17-821F-BC5BF01FBFB0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7793421" y="4984764"/>
              <a:ext cx="451534" cy="198635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70" name="Straight Connector 452">
              <a:extLst>
                <a:ext uri="{FF2B5EF4-FFF2-40B4-BE49-F238E27FC236}">
                  <a16:creationId xmlns:a16="http://schemas.microsoft.com/office/drawing/2014/main" id="{730B99AA-1684-4D7C-B7CB-46BE60C2EE16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7300091" y="5715886"/>
              <a:ext cx="12216" cy="200308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73" name="Straight Connector 452">
              <a:extLst>
                <a:ext uri="{FF2B5EF4-FFF2-40B4-BE49-F238E27FC236}">
                  <a16:creationId xmlns:a16="http://schemas.microsoft.com/office/drawing/2014/main" id="{D30DF402-5A91-42AE-8BD9-F2B0E49B2F0D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7291731" y="5627859"/>
              <a:ext cx="257729" cy="106885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74" name="Straight Connector 452">
              <a:extLst>
                <a:ext uri="{FF2B5EF4-FFF2-40B4-BE49-F238E27FC236}">
                  <a16:creationId xmlns:a16="http://schemas.microsoft.com/office/drawing/2014/main" id="{BB5E3E05-186D-4EE1-B55C-687EB8C05D62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616096" y="6272450"/>
              <a:ext cx="739012" cy="280505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97" name="Straight Connector 452">
              <a:extLst>
                <a:ext uri="{FF2B5EF4-FFF2-40B4-BE49-F238E27FC236}">
                  <a16:creationId xmlns:a16="http://schemas.microsoft.com/office/drawing/2014/main" id="{47000B44-8072-4F7F-90B2-0DCEBFEDEF45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7077195" y="6679930"/>
              <a:ext cx="208737" cy="66892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00" name="Straight Connector 452">
              <a:extLst>
                <a:ext uri="{FF2B5EF4-FFF2-40B4-BE49-F238E27FC236}">
                  <a16:creationId xmlns:a16="http://schemas.microsoft.com/office/drawing/2014/main" id="{C52C1E97-D5F9-4026-A418-E5B46142762C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7064952" y="6746468"/>
              <a:ext cx="31536" cy="180177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06" name="Straight Connector 452">
              <a:extLst>
                <a:ext uri="{FF2B5EF4-FFF2-40B4-BE49-F238E27FC236}">
                  <a16:creationId xmlns:a16="http://schemas.microsoft.com/office/drawing/2014/main" id="{EF2BCFAD-AE7E-43D5-9839-62E05CAD1091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375874" y="6738017"/>
              <a:ext cx="231478" cy="97929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08" name="Straight Connector 452">
              <a:extLst>
                <a:ext uri="{FF2B5EF4-FFF2-40B4-BE49-F238E27FC236}">
                  <a16:creationId xmlns:a16="http://schemas.microsoft.com/office/drawing/2014/main" id="{BE97739C-FB2D-42C6-BEAC-CE757DFB95EE}"/>
                </a:ext>
              </a:extLst>
            </p:cNvPr>
            <p:cNvCxnSpPr>
              <a:cxnSpLocks/>
            </p:cNvCxnSpPr>
            <p:nvPr/>
          </p:nvCxnSpPr>
          <p:spPr>
            <a:xfrm>
              <a:off x="5879406" y="6648604"/>
              <a:ext cx="495994" cy="169321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10" name="Straight Connector 452">
              <a:extLst>
                <a:ext uri="{FF2B5EF4-FFF2-40B4-BE49-F238E27FC236}">
                  <a16:creationId xmlns:a16="http://schemas.microsoft.com/office/drawing/2014/main" id="{95AE308C-51B6-434D-9E2A-9C4CE5E67893}"/>
                </a:ext>
              </a:extLst>
            </p:cNvPr>
            <p:cNvCxnSpPr>
              <a:cxnSpLocks/>
            </p:cNvCxnSpPr>
            <p:nvPr/>
          </p:nvCxnSpPr>
          <p:spPr>
            <a:xfrm>
              <a:off x="5859185" y="6298873"/>
              <a:ext cx="22006" cy="360499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12" name="Straight Connector 452">
              <a:extLst>
                <a:ext uri="{FF2B5EF4-FFF2-40B4-BE49-F238E27FC236}">
                  <a16:creationId xmlns:a16="http://schemas.microsoft.com/office/drawing/2014/main" id="{2E17F0E6-0A3B-458E-9EB9-06915654CDF1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6109338" y="6377811"/>
              <a:ext cx="275943" cy="101311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49" name="Straight Connector 452">
              <a:extLst>
                <a:ext uri="{FF2B5EF4-FFF2-40B4-BE49-F238E27FC236}">
                  <a16:creationId xmlns:a16="http://schemas.microsoft.com/office/drawing/2014/main" id="{A2C2114C-9123-4CE7-AFD0-90744ED69DC1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6103581" y="5834107"/>
              <a:ext cx="13261" cy="545886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51" name="Straight Connector 452">
              <a:extLst>
                <a:ext uri="{FF2B5EF4-FFF2-40B4-BE49-F238E27FC236}">
                  <a16:creationId xmlns:a16="http://schemas.microsoft.com/office/drawing/2014/main" id="{6FD41197-5578-47A0-A0F4-C6D7BB730D73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6368330" y="6093803"/>
              <a:ext cx="6656" cy="368711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54" name="Straight Connector 452">
              <a:extLst>
                <a:ext uri="{FF2B5EF4-FFF2-40B4-BE49-F238E27FC236}">
                  <a16:creationId xmlns:a16="http://schemas.microsoft.com/office/drawing/2014/main" id="{4B62095A-E542-463F-AB53-57905F60B530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7072530" y="5255936"/>
              <a:ext cx="499983" cy="198005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56" name="Straight Connector 452">
              <a:extLst>
                <a:ext uri="{FF2B5EF4-FFF2-40B4-BE49-F238E27FC236}">
                  <a16:creationId xmlns:a16="http://schemas.microsoft.com/office/drawing/2014/main" id="{87011BDB-986A-4D55-BDEE-EBD370B018F5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6861958" y="5257416"/>
              <a:ext cx="231311" cy="109488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58" name="Straight Connector 452">
              <a:extLst>
                <a:ext uri="{FF2B5EF4-FFF2-40B4-BE49-F238E27FC236}">
                  <a16:creationId xmlns:a16="http://schemas.microsoft.com/office/drawing/2014/main" id="{8C855772-ABAB-4C81-99AC-76E2731CEADC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6895850" y="5377969"/>
              <a:ext cx="169102" cy="91148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60" name="Straight Connector 452">
              <a:extLst>
                <a:ext uri="{FF2B5EF4-FFF2-40B4-BE49-F238E27FC236}">
                  <a16:creationId xmlns:a16="http://schemas.microsoft.com/office/drawing/2014/main" id="{E6D5315B-A4A3-4AB1-B9B3-E1D1BC20731B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6376981" y="5988594"/>
              <a:ext cx="227582" cy="100730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62" name="Straight Connector 452">
              <a:extLst>
                <a:ext uri="{FF2B5EF4-FFF2-40B4-BE49-F238E27FC236}">
                  <a16:creationId xmlns:a16="http://schemas.microsoft.com/office/drawing/2014/main" id="{696B5B55-A703-494B-A5EB-370E2434C97E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368330" y="5474344"/>
              <a:ext cx="700444" cy="273711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66" name="Straight Connector 452">
              <a:extLst>
                <a:ext uri="{FF2B5EF4-FFF2-40B4-BE49-F238E27FC236}">
                  <a16:creationId xmlns:a16="http://schemas.microsoft.com/office/drawing/2014/main" id="{8FC46FD1-080D-4C2D-BB3D-AF48CFEE7AE2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6147819" y="5103190"/>
              <a:ext cx="427041" cy="165736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67" name="Straight Connector 452">
              <a:extLst>
                <a:ext uri="{FF2B5EF4-FFF2-40B4-BE49-F238E27FC236}">
                  <a16:creationId xmlns:a16="http://schemas.microsoft.com/office/drawing/2014/main" id="{A4C93B9D-448B-41CB-82F1-CE354612BF7E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6109898" y="4909371"/>
              <a:ext cx="31569" cy="196125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69" name="Straight Connector 452">
              <a:extLst>
                <a:ext uri="{FF2B5EF4-FFF2-40B4-BE49-F238E27FC236}">
                  <a16:creationId xmlns:a16="http://schemas.microsoft.com/office/drawing/2014/main" id="{F89E92E7-125A-41FE-9448-895C6CED5A87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5850186" y="4813363"/>
              <a:ext cx="268805" cy="91208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70" name="Straight Connector 452">
              <a:extLst>
                <a:ext uri="{FF2B5EF4-FFF2-40B4-BE49-F238E27FC236}">
                  <a16:creationId xmlns:a16="http://schemas.microsoft.com/office/drawing/2014/main" id="{C05D4B0C-3DC6-4001-A28A-CDA80630BEE9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5860806" y="4620117"/>
              <a:ext cx="503017" cy="181877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72" name="Straight Connector 452">
              <a:extLst>
                <a:ext uri="{FF2B5EF4-FFF2-40B4-BE49-F238E27FC236}">
                  <a16:creationId xmlns:a16="http://schemas.microsoft.com/office/drawing/2014/main" id="{3004C23B-532A-4298-929F-04D22F5DF3A2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6342111" y="4608225"/>
              <a:ext cx="5523" cy="407602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74" name="Straight Connector 452">
              <a:extLst>
                <a:ext uri="{FF2B5EF4-FFF2-40B4-BE49-F238E27FC236}">
                  <a16:creationId xmlns:a16="http://schemas.microsoft.com/office/drawing/2014/main" id="{1384495F-F31C-4E7B-BEF5-E26F69062AA5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6323186" y="4904092"/>
              <a:ext cx="251959" cy="108817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77" name="Straight Connector 452">
              <a:extLst>
                <a:ext uri="{FF2B5EF4-FFF2-40B4-BE49-F238E27FC236}">
                  <a16:creationId xmlns:a16="http://schemas.microsoft.com/office/drawing/2014/main" id="{A1A19032-2B32-4D49-B7D9-827EE08E4EEE}"/>
                </a:ext>
              </a:extLst>
            </p:cNvPr>
            <p:cNvCxnSpPr>
              <a:cxnSpLocks/>
              <a:stCxn id="1976" idx="5"/>
            </p:cNvCxnSpPr>
            <p:nvPr/>
          </p:nvCxnSpPr>
          <p:spPr>
            <a:xfrm flipH="1" flipV="1">
              <a:off x="6572637" y="4916111"/>
              <a:ext cx="296336" cy="120098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976" name="椭圆 1975">
              <a:extLst>
                <a:ext uri="{FF2B5EF4-FFF2-40B4-BE49-F238E27FC236}">
                  <a16:creationId xmlns:a16="http://schemas.microsoft.com/office/drawing/2014/main" id="{FD6665D9-6E6A-4FD9-A0FF-39D6E4294D91}"/>
                </a:ext>
              </a:extLst>
            </p:cNvPr>
            <p:cNvSpPr/>
            <p:nvPr/>
          </p:nvSpPr>
          <p:spPr>
            <a:xfrm>
              <a:off x="6765025" y="4934922"/>
              <a:ext cx="121783" cy="118665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cxnSp>
          <p:nvCxnSpPr>
            <p:cNvPr id="1980" name="Straight Connector 452">
              <a:extLst>
                <a:ext uri="{FF2B5EF4-FFF2-40B4-BE49-F238E27FC236}">
                  <a16:creationId xmlns:a16="http://schemas.microsoft.com/office/drawing/2014/main" id="{95CE1AF6-F3D7-4419-B8E2-79615CA45FE4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585308" y="4350507"/>
              <a:ext cx="21" cy="587124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82" name="Straight Connector 452">
              <a:extLst>
                <a:ext uri="{FF2B5EF4-FFF2-40B4-BE49-F238E27FC236}">
                  <a16:creationId xmlns:a16="http://schemas.microsoft.com/office/drawing/2014/main" id="{C70E52CC-8867-47CC-8487-DFD9B738AB74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604563" y="4253943"/>
              <a:ext cx="220988" cy="96564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84" name="Straight Connector 452">
              <a:extLst>
                <a:ext uri="{FF2B5EF4-FFF2-40B4-BE49-F238E27FC236}">
                  <a16:creationId xmlns:a16="http://schemas.microsoft.com/office/drawing/2014/main" id="{94B2B6C2-4F17-4778-9405-0138CCBF4837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6818855" y="4078568"/>
              <a:ext cx="8630" cy="185832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86" name="Straight Connector 452">
              <a:extLst>
                <a:ext uri="{FF2B5EF4-FFF2-40B4-BE49-F238E27FC236}">
                  <a16:creationId xmlns:a16="http://schemas.microsoft.com/office/drawing/2014/main" id="{E52E0A46-8E7F-41A0-B86C-6E84CCECFA5F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824341" y="3979643"/>
              <a:ext cx="256161" cy="97832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89" name="Straight Connector 452">
              <a:extLst>
                <a:ext uri="{FF2B5EF4-FFF2-40B4-BE49-F238E27FC236}">
                  <a16:creationId xmlns:a16="http://schemas.microsoft.com/office/drawing/2014/main" id="{5B2F4C2B-FC7F-404F-8B79-875C4C1EB344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7082844" y="3958272"/>
              <a:ext cx="9406" cy="219993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91" name="Straight Connector 452">
              <a:extLst>
                <a:ext uri="{FF2B5EF4-FFF2-40B4-BE49-F238E27FC236}">
                  <a16:creationId xmlns:a16="http://schemas.microsoft.com/office/drawing/2014/main" id="{2C7DDAA5-851B-44E4-8812-235FB7E289A8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7072640" y="4043927"/>
              <a:ext cx="247514" cy="124878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93" name="Straight Connector 452">
              <a:extLst>
                <a:ext uri="{FF2B5EF4-FFF2-40B4-BE49-F238E27FC236}">
                  <a16:creationId xmlns:a16="http://schemas.microsoft.com/office/drawing/2014/main" id="{9ECCE1C0-4CD7-45F2-ACE8-A3C094FCA3AE}"/>
                </a:ext>
              </a:extLst>
            </p:cNvPr>
            <p:cNvCxnSpPr>
              <a:cxnSpLocks/>
            </p:cNvCxnSpPr>
            <p:nvPr/>
          </p:nvCxnSpPr>
          <p:spPr>
            <a:xfrm>
              <a:off x="7314764" y="4052456"/>
              <a:ext cx="250545" cy="116349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95" name="Straight Connector 452">
              <a:extLst>
                <a:ext uri="{FF2B5EF4-FFF2-40B4-BE49-F238E27FC236}">
                  <a16:creationId xmlns:a16="http://schemas.microsoft.com/office/drawing/2014/main" id="{AB05E49C-20DC-4449-AB14-92149A20FCA3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7305537" y="4158825"/>
              <a:ext cx="256697" cy="95118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97" name="Straight Connector 452">
              <a:extLst>
                <a:ext uri="{FF2B5EF4-FFF2-40B4-BE49-F238E27FC236}">
                  <a16:creationId xmlns:a16="http://schemas.microsoft.com/office/drawing/2014/main" id="{C67F8BD2-5EC0-47D2-907F-0B15CEFC177A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7306869" y="4261810"/>
              <a:ext cx="7895" cy="175172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99" name="Straight Connector 452">
              <a:extLst>
                <a:ext uri="{FF2B5EF4-FFF2-40B4-BE49-F238E27FC236}">
                  <a16:creationId xmlns:a16="http://schemas.microsoft.com/office/drawing/2014/main" id="{769AF4B7-6E09-4422-B89E-E258CACF2AF8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838089" y="4449234"/>
              <a:ext cx="468780" cy="180941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01" name="Straight Connector 452">
              <a:extLst>
                <a:ext uri="{FF2B5EF4-FFF2-40B4-BE49-F238E27FC236}">
                  <a16:creationId xmlns:a16="http://schemas.microsoft.com/office/drawing/2014/main" id="{4A91CA5F-A8A9-445A-810D-6EE5C9C799AC}"/>
                </a:ext>
              </a:extLst>
            </p:cNvPr>
            <p:cNvCxnSpPr>
              <a:cxnSpLocks/>
            </p:cNvCxnSpPr>
            <p:nvPr/>
          </p:nvCxnSpPr>
          <p:spPr>
            <a:xfrm>
              <a:off x="6831195" y="4633057"/>
              <a:ext cx="454737" cy="177430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04" name="Straight Connector 452">
              <a:extLst>
                <a:ext uri="{FF2B5EF4-FFF2-40B4-BE49-F238E27FC236}">
                  <a16:creationId xmlns:a16="http://schemas.microsoft.com/office/drawing/2014/main" id="{CD9B9E63-8DB6-4F00-91C9-31683A2FB396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7288430" y="4817267"/>
              <a:ext cx="7895" cy="175172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003" name="椭圆 2002">
              <a:extLst>
                <a:ext uri="{FF2B5EF4-FFF2-40B4-BE49-F238E27FC236}">
                  <a16:creationId xmlns:a16="http://schemas.microsoft.com/office/drawing/2014/main" id="{3533C585-2EFA-4464-A11A-210594C05A2B}"/>
                </a:ext>
              </a:extLst>
            </p:cNvPr>
            <p:cNvSpPr/>
            <p:nvPr/>
          </p:nvSpPr>
          <p:spPr>
            <a:xfrm>
              <a:off x="7233325" y="4930610"/>
              <a:ext cx="121783" cy="118665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cxnSp>
          <p:nvCxnSpPr>
            <p:cNvPr id="2005" name="Straight Connector 452">
              <a:extLst>
                <a:ext uri="{FF2B5EF4-FFF2-40B4-BE49-F238E27FC236}">
                  <a16:creationId xmlns:a16="http://schemas.microsoft.com/office/drawing/2014/main" id="{7C8F3FA4-E954-40AB-AC90-6DF8D40AD877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7306004" y="4719754"/>
              <a:ext cx="225794" cy="87918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07" name="Straight Connector 452">
              <a:extLst>
                <a:ext uri="{FF2B5EF4-FFF2-40B4-BE49-F238E27FC236}">
                  <a16:creationId xmlns:a16="http://schemas.microsoft.com/office/drawing/2014/main" id="{767CA885-D077-427D-BDD4-91D5EF6B369C}"/>
                </a:ext>
              </a:extLst>
            </p:cNvPr>
            <p:cNvCxnSpPr>
              <a:cxnSpLocks/>
            </p:cNvCxnSpPr>
            <p:nvPr/>
          </p:nvCxnSpPr>
          <p:spPr>
            <a:xfrm>
              <a:off x="7544045" y="4717589"/>
              <a:ext cx="239331" cy="99678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09" name="Straight Connector 452">
              <a:extLst>
                <a:ext uri="{FF2B5EF4-FFF2-40B4-BE49-F238E27FC236}">
                  <a16:creationId xmlns:a16="http://schemas.microsoft.com/office/drawing/2014/main" id="{1462A1B5-E71D-4DC5-BCA3-40788B5A83B4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7769688" y="4729349"/>
              <a:ext cx="225794" cy="87918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10" name="Straight Connector 452">
              <a:extLst>
                <a:ext uri="{FF2B5EF4-FFF2-40B4-BE49-F238E27FC236}">
                  <a16:creationId xmlns:a16="http://schemas.microsoft.com/office/drawing/2014/main" id="{5DB25EB1-2D05-415F-845F-679EF5D069F0}"/>
                </a:ext>
              </a:extLst>
            </p:cNvPr>
            <p:cNvCxnSpPr>
              <a:cxnSpLocks/>
            </p:cNvCxnSpPr>
            <p:nvPr/>
          </p:nvCxnSpPr>
          <p:spPr>
            <a:xfrm>
              <a:off x="7756318" y="4620117"/>
              <a:ext cx="490401" cy="222898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011" name="椭圆 2010">
              <a:extLst>
                <a:ext uri="{FF2B5EF4-FFF2-40B4-BE49-F238E27FC236}">
                  <a16:creationId xmlns:a16="http://schemas.microsoft.com/office/drawing/2014/main" id="{E62D674D-A91E-4977-AEA1-9006FEE86F48}"/>
                </a:ext>
              </a:extLst>
            </p:cNvPr>
            <p:cNvSpPr/>
            <p:nvPr/>
          </p:nvSpPr>
          <p:spPr>
            <a:xfrm>
              <a:off x="8179564" y="4767272"/>
              <a:ext cx="121783" cy="118665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cxnSp>
          <p:nvCxnSpPr>
            <p:cNvPr id="2013" name="Straight Connector 452">
              <a:extLst>
                <a:ext uri="{FF2B5EF4-FFF2-40B4-BE49-F238E27FC236}">
                  <a16:creationId xmlns:a16="http://schemas.microsoft.com/office/drawing/2014/main" id="{B2B10F02-EE1A-4E11-B09F-E795A4B46B89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7746382" y="4259926"/>
              <a:ext cx="23306" cy="366705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15" name="Straight Connector 452">
              <a:extLst>
                <a:ext uri="{FF2B5EF4-FFF2-40B4-BE49-F238E27FC236}">
                  <a16:creationId xmlns:a16="http://schemas.microsoft.com/office/drawing/2014/main" id="{B3BD2350-097F-40E8-972B-C6F7407E7368}"/>
                </a:ext>
              </a:extLst>
            </p:cNvPr>
            <p:cNvCxnSpPr>
              <a:cxnSpLocks/>
            </p:cNvCxnSpPr>
            <p:nvPr/>
          </p:nvCxnSpPr>
          <p:spPr>
            <a:xfrm>
              <a:off x="7761429" y="4239982"/>
              <a:ext cx="944397" cy="378492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17" name="Straight Connector 452">
              <a:extLst>
                <a:ext uri="{FF2B5EF4-FFF2-40B4-BE49-F238E27FC236}">
                  <a16:creationId xmlns:a16="http://schemas.microsoft.com/office/drawing/2014/main" id="{772BDBF3-1896-470A-94AB-1209EFD28127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8703412" y="4449234"/>
              <a:ext cx="37984" cy="170896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20" name="Straight Connector 452">
              <a:extLst>
                <a:ext uri="{FF2B5EF4-FFF2-40B4-BE49-F238E27FC236}">
                  <a16:creationId xmlns:a16="http://schemas.microsoft.com/office/drawing/2014/main" id="{2DA1662F-2F67-401A-B391-03AE86F5DA30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8743572" y="3650826"/>
              <a:ext cx="182043" cy="784579"/>
            </a:xfrm>
            <a:prstGeom prst="line">
              <a:avLst/>
            </a:prstGeom>
            <a:ln w="38100" cap="flat" cmpd="sng" algn="ctr">
              <a:solidFill>
                <a:srgbClr val="FF0000"/>
              </a:solidFill>
              <a:prstDash val="dash"/>
              <a:round/>
              <a:headEnd type="none" w="med" len="med"/>
              <a:tailEnd type="non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tx1"/>
            </a:fontRef>
          </p:style>
        </p:cxnSp>
        <p:cxnSp>
          <p:nvCxnSpPr>
            <p:cNvPr id="2024" name="Straight Connector 452">
              <a:extLst>
                <a:ext uri="{FF2B5EF4-FFF2-40B4-BE49-F238E27FC236}">
                  <a16:creationId xmlns:a16="http://schemas.microsoft.com/office/drawing/2014/main" id="{0E86767A-8D67-4DF1-A929-28E45396F92E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2327425" y="9327892"/>
              <a:ext cx="1" cy="185857"/>
            </a:xfrm>
            <a:prstGeom prst="line">
              <a:avLst/>
            </a:prstGeom>
            <a:ln w="38100">
              <a:solidFill>
                <a:srgbClr val="7030A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30" name="Straight Connector 452">
              <a:extLst>
                <a:ext uri="{FF2B5EF4-FFF2-40B4-BE49-F238E27FC236}">
                  <a16:creationId xmlns:a16="http://schemas.microsoft.com/office/drawing/2014/main" id="{0F244556-6D41-4A35-8855-739D906360D1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606973" y="8645248"/>
              <a:ext cx="955320" cy="459561"/>
            </a:xfrm>
            <a:prstGeom prst="line">
              <a:avLst/>
            </a:prstGeom>
            <a:ln w="38100">
              <a:solidFill>
                <a:srgbClr val="7030A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33" name="Straight Connector 452">
              <a:extLst>
                <a:ext uri="{FF2B5EF4-FFF2-40B4-BE49-F238E27FC236}">
                  <a16:creationId xmlns:a16="http://schemas.microsoft.com/office/drawing/2014/main" id="{786B6BC8-3FA4-42F7-9A65-417531D59E61}"/>
                </a:ext>
              </a:extLst>
            </p:cNvPr>
            <p:cNvCxnSpPr>
              <a:cxnSpLocks/>
            </p:cNvCxnSpPr>
            <p:nvPr/>
          </p:nvCxnSpPr>
          <p:spPr>
            <a:xfrm>
              <a:off x="1372576" y="8999683"/>
              <a:ext cx="252693" cy="96299"/>
            </a:xfrm>
            <a:prstGeom prst="line">
              <a:avLst/>
            </a:prstGeom>
            <a:ln w="38100">
              <a:solidFill>
                <a:srgbClr val="7030A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35" name="Straight Connector 452">
              <a:extLst>
                <a:ext uri="{FF2B5EF4-FFF2-40B4-BE49-F238E27FC236}">
                  <a16:creationId xmlns:a16="http://schemas.microsoft.com/office/drawing/2014/main" id="{143650F0-1C9F-4569-B35A-D690474C34EC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118415" y="8999683"/>
              <a:ext cx="245013" cy="61532"/>
            </a:xfrm>
            <a:prstGeom prst="line">
              <a:avLst/>
            </a:prstGeom>
            <a:ln w="38100">
              <a:solidFill>
                <a:srgbClr val="7030A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37" name="Straight Connector 452">
              <a:extLst>
                <a:ext uri="{FF2B5EF4-FFF2-40B4-BE49-F238E27FC236}">
                  <a16:creationId xmlns:a16="http://schemas.microsoft.com/office/drawing/2014/main" id="{0775F309-7470-4379-96F1-2C2EB69CCABE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401410" y="8924954"/>
              <a:ext cx="245013" cy="61532"/>
            </a:xfrm>
            <a:prstGeom prst="line">
              <a:avLst/>
            </a:prstGeom>
            <a:ln w="38100">
              <a:solidFill>
                <a:srgbClr val="7030A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38" name="Straight Connector 452">
              <a:extLst>
                <a:ext uri="{FF2B5EF4-FFF2-40B4-BE49-F238E27FC236}">
                  <a16:creationId xmlns:a16="http://schemas.microsoft.com/office/drawing/2014/main" id="{59583E11-A4EE-46F8-A2BF-77CCA2573C8A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626987" y="8516490"/>
              <a:ext cx="8277" cy="407986"/>
            </a:xfrm>
            <a:prstGeom prst="line">
              <a:avLst/>
            </a:prstGeom>
            <a:ln w="38100">
              <a:solidFill>
                <a:srgbClr val="7030A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40" name="Straight Connector 452">
              <a:extLst>
                <a:ext uri="{FF2B5EF4-FFF2-40B4-BE49-F238E27FC236}">
                  <a16:creationId xmlns:a16="http://schemas.microsoft.com/office/drawing/2014/main" id="{407AB774-D469-42FA-A6A0-9F55203F2332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1158240" y="8335774"/>
              <a:ext cx="475378" cy="197543"/>
            </a:xfrm>
            <a:prstGeom prst="line">
              <a:avLst/>
            </a:prstGeom>
            <a:ln w="38100">
              <a:solidFill>
                <a:srgbClr val="7030A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42" name="Straight Connector 452">
              <a:extLst>
                <a:ext uri="{FF2B5EF4-FFF2-40B4-BE49-F238E27FC236}">
                  <a16:creationId xmlns:a16="http://schemas.microsoft.com/office/drawing/2014/main" id="{1C64286C-71D3-40D7-BAB1-FF214F51BA92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180668" y="8039631"/>
              <a:ext cx="683038" cy="296144"/>
            </a:xfrm>
            <a:prstGeom prst="line">
              <a:avLst/>
            </a:prstGeom>
            <a:ln w="38100">
              <a:solidFill>
                <a:srgbClr val="7030A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44" name="Straight Connector 452">
              <a:extLst>
                <a:ext uri="{FF2B5EF4-FFF2-40B4-BE49-F238E27FC236}">
                  <a16:creationId xmlns:a16="http://schemas.microsoft.com/office/drawing/2014/main" id="{40870CF3-8419-4000-A58A-6EA2BFF241F9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849809" y="7676488"/>
              <a:ext cx="0" cy="379943"/>
            </a:xfrm>
            <a:prstGeom prst="line">
              <a:avLst/>
            </a:prstGeom>
            <a:ln w="38100">
              <a:solidFill>
                <a:srgbClr val="7030A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48" name="Straight Connector 452">
              <a:extLst>
                <a:ext uri="{FF2B5EF4-FFF2-40B4-BE49-F238E27FC236}">
                  <a16:creationId xmlns:a16="http://schemas.microsoft.com/office/drawing/2014/main" id="{6DDE4DDC-BFD6-40AD-A549-16FBA0212C18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848162" y="7580818"/>
              <a:ext cx="250546" cy="95671"/>
            </a:xfrm>
            <a:prstGeom prst="line">
              <a:avLst/>
            </a:prstGeom>
            <a:ln w="38100">
              <a:solidFill>
                <a:srgbClr val="7030A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50" name="Straight Connector 452">
              <a:extLst>
                <a:ext uri="{FF2B5EF4-FFF2-40B4-BE49-F238E27FC236}">
                  <a16:creationId xmlns:a16="http://schemas.microsoft.com/office/drawing/2014/main" id="{426B42D6-0CCA-46E9-870F-21DF06791272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098708" y="7037938"/>
              <a:ext cx="0" cy="532852"/>
            </a:xfrm>
            <a:prstGeom prst="line">
              <a:avLst/>
            </a:prstGeom>
            <a:ln w="38100">
              <a:solidFill>
                <a:srgbClr val="7030A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52" name="Straight Connector 452">
              <a:extLst>
                <a:ext uri="{FF2B5EF4-FFF2-40B4-BE49-F238E27FC236}">
                  <a16:creationId xmlns:a16="http://schemas.microsoft.com/office/drawing/2014/main" id="{B58B4F0B-EB66-4F5B-9057-424DCAF7BEB9}"/>
                </a:ext>
              </a:extLst>
            </p:cNvPr>
            <p:cNvCxnSpPr>
              <a:cxnSpLocks/>
            </p:cNvCxnSpPr>
            <p:nvPr/>
          </p:nvCxnSpPr>
          <p:spPr>
            <a:xfrm>
              <a:off x="1870240" y="6918486"/>
              <a:ext cx="228468" cy="126179"/>
            </a:xfrm>
            <a:prstGeom prst="line">
              <a:avLst/>
            </a:prstGeom>
            <a:ln w="38100">
              <a:solidFill>
                <a:srgbClr val="7030A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54" name="Straight Connector 452">
              <a:extLst>
                <a:ext uri="{FF2B5EF4-FFF2-40B4-BE49-F238E27FC236}">
                  <a16:creationId xmlns:a16="http://schemas.microsoft.com/office/drawing/2014/main" id="{E66B561F-5F51-420B-8A13-5F307546E3A1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878549" y="6738017"/>
              <a:ext cx="0" cy="195858"/>
            </a:xfrm>
            <a:prstGeom prst="line">
              <a:avLst/>
            </a:prstGeom>
            <a:ln w="38100">
              <a:solidFill>
                <a:srgbClr val="7030A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56" name="Straight Connector 452">
              <a:extLst>
                <a:ext uri="{FF2B5EF4-FFF2-40B4-BE49-F238E27FC236}">
                  <a16:creationId xmlns:a16="http://schemas.microsoft.com/office/drawing/2014/main" id="{302EB296-3352-403F-811F-24D03DDB79A9}"/>
                </a:ext>
              </a:extLst>
            </p:cNvPr>
            <p:cNvCxnSpPr>
              <a:cxnSpLocks/>
            </p:cNvCxnSpPr>
            <p:nvPr/>
          </p:nvCxnSpPr>
          <p:spPr>
            <a:xfrm>
              <a:off x="1633618" y="6659372"/>
              <a:ext cx="244931" cy="93147"/>
            </a:xfrm>
            <a:prstGeom prst="line">
              <a:avLst/>
            </a:prstGeom>
            <a:ln w="38100">
              <a:solidFill>
                <a:srgbClr val="7030A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58" name="Straight Connector 452">
              <a:extLst>
                <a:ext uri="{FF2B5EF4-FFF2-40B4-BE49-F238E27FC236}">
                  <a16:creationId xmlns:a16="http://schemas.microsoft.com/office/drawing/2014/main" id="{EB5E7D93-6948-4D24-8091-C3D4BB9B2DD1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639727" y="6443041"/>
              <a:ext cx="6696" cy="219999"/>
            </a:xfrm>
            <a:prstGeom prst="line">
              <a:avLst/>
            </a:prstGeom>
            <a:ln w="38100">
              <a:solidFill>
                <a:srgbClr val="7030A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61" name="Straight Connector 452">
              <a:extLst>
                <a:ext uri="{FF2B5EF4-FFF2-40B4-BE49-F238E27FC236}">
                  <a16:creationId xmlns:a16="http://schemas.microsoft.com/office/drawing/2014/main" id="{F277FEC8-52A5-44B6-B573-0F415D693DB4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1558883" y="10224815"/>
              <a:ext cx="285582" cy="100039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63" name="Straight Connector 452">
              <a:extLst>
                <a:ext uri="{FF2B5EF4-FFF2-40B4-BE49-F238E27FC236}">
                  <a16:creationId xmlns:a16="http://schemas.microsoft.com/office/drawing/2014/main" id="{5B889732-55CD-4B61-8B81-AF57A526CE2C}"/>
                </a:ext>
              </a:extLst>
            </p:cNvPr>
            <p:cNvCxnSpPr>
              <a:cxnSpLocks/>
            </p:cNvCxnSpPr>
            <p:nvPr/>
          </p:nvCxnSpPr>
          <p:spPr>
            <a:xfrm>
              <a:off x="11810547" y="10019895"/>
              <a:ext cx="8274" cy="236979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66" name="Straight Connector 452">
              <a:extLst>
                <a:ext uri="{FF2B5EF4-FFF2-40B4-BE49-F238E27FC236}">
                  <a16:creationId xmlns:a16="http://schemas.microsoft.com/office/drawing/2014/main" id="{B1E7C30C-021A-4F03-A547-85365D2C4AA2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2030075" y="9782367"/>
              <a:ext cx="505141" cy="186435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68" name="Straight Connector 452">
              <a:extLst>
                <a:ext uri="{FF2B5EF4-FFF2-40B4-BE49-F238E27FC236}">
                  <a16:creationId xmlns:a16="http://schemas.microsoft.com/office/drawing/2014/main" id="{2157A5E3-D13C-455C-A82D-07F6828A05E0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2036536" y="9992262"/>
              <a:ext cx="483159" cy="179355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70" name="Straight Connector 452">
              <a:extLst>
                <a:ext uri="{FF2B5EF4-FFF2-40B4-BE49-F238E27FC236}">
                  <a16:creationId xmlns:a16="http://schemas.microsoft.com/office/drawing/2014/main" id="{D98E80FE-5555-4697-9876-F43934EF14B3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10391555" y="10426682"/>
              <a:ext cx="704462" cy="275732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72" name="Straight Connector 452">
              <a:extLst>
                <a:ext uri="{FF2B5EF4-FFF2-40B4-BE49-F238E27FC236}">
                  <a16:creationId xmlns:a16="http://schemas.microsoft.com/office/drawing/2014/main" id="{6A61348C-3E9A-4FA7-80C8-E66C94A864D3}"/>
                </a:ext>
              </a:extLst>
            </p:cNvPr>
            <p:cNvCxnSpPr>
              <a:cxnSpLocks/>
            </p:cNvCxnSpPr>
            <p:nvPr/>
          </p:nvCxnSpPr>
          <p:spPr>
            <a:xfrm>
              <a:off x="10391554" y="10229850"/>
              <a:ext cx="7038" cy="213132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74" name="Straight Connector 452">
              <a:extLst>
                <a:ext uri="{FF2B5EF4-FFF2-40B4-BE49-F238E27FC236}">
                  <a16:creationId xmlns:a16="http://schemas.microsoft.com/office/drawing/2014/main" id="{4C965D69-1072-4C7F-B068-2FF533C3CEE3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10142766" y="10147458"/>
              <a:ext cx="244610" cy="86269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76" name="Straight Connector 452">
              <a:extLst>
                <a:ext uri="{FF2B5EF4-FFF2-40B4-BE49-F238E27FC236}">
                  <a16:creationId xmlns:a16="http://schemas.microsoft.com/office/drawing/2014/main" id="{B625906E-DF5B-41C8-88DB-7889C95BF0EF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9409462" y="9584765"/>
              <a:ext cx="725522" cy="306021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81" name="Straight Connector 452">
              <a:extLst>
                <a:ext uri="{FF2B5EF4-FFF2-40B4-BE49-F238E27FC236}">
                  <a16:creationId xmlns:a16="http://schemas.microsoft.com/office/drawing/2014/main" id="{1AAE7BCE-1F18-47A1-8317-0C2E9ECB26F7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646098" y="6374844"/>
              <a:ext cx="239949" cy="109999"/>
            </a:xfrm>
            <a:prstGeom prst="line">
              <a:avLst/>
            </a:prstGeom>
            <a:ln w="38100">
              <a:solidFill>
                <a:srgbClr val="7030A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83" name="Straight Connector 452">
              <a:extLst>
                <a:ext uri="{FF2B5EF4-FFF2-40B4-BE49-F238E27FC236}">
                  <a16:creationId xmlns:a16="http://schemas.microsoft.com/office/drawing/2014/main" id="{542AE8B0-2A1F-4423-A91A-1D51BBE34730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1385321" y="6211733"/>
              <a:ext cx="472765" cy="161534"/>
            </a:xfrm>
            <a:prstGeom prst="line">
              <a:avLst/>
            </a:prstGeom>
            <a:ln w="38100">
              <a:solidFill>
                <a:srgbClr val="7030A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85" name="Straight Connector 452">
              <a:extLst>
                <a:ext uri="{FF2B5EF4-FFF2-40B4-BE49-F238E27FC236}">
                  <a16:creationId xmlns:a16="http://schemas.microsoft.com/office/drawing/2014/main" id="{4ADB5646-E1CE-49FB-9A94-48D88983E5EB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395929" y="6007841"/>
              <a:ext cx="6696" cy="219999"/>
            </a:xfrm>
            <a:prstGeom prst="line">
              <a:avLst/>
            </a:prstGeom>
            <a:ln w="38100">
              <a:solidFill>
                <a:srgbClr val="7030A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86" name="Straight Connector 452">
              <a:extLst>
                <a:ext uri="{FF2B5EF4-FFF2-40B4-BE49-F238E27FC236}">
                  <a16:creationId xmlns:a16="http://schemas.microsoft.com/office/drawing/2014/main" id="{1D86B88B-9749-4116-9437-3177BBC20F0E}"/>
                </a:ext>
              </a:extLst>
            </p:cNvPr>
            <p:cNvCxnSpPr>
              <a:cxnSpLocks/>
            </p:cNvCxnSpPr>
            <p:nvPr/>
          </p:nvCxnSpPr>
          <p:spPr>
            <a:xfrm>
              <a:off x="726635" y="5709684"/>
              <a:ext cx="690111" cy="317280"/>
            </a:xfrm>
            <a:prstGeom prst="line">
              <a:avLst/>
            </a:prstGeom>
            <a:ln w="38100">
              <a:solidFill>
                <a:srgbClr val="7030A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91" name="Straight Connector 452">
              <a:extLst>
                <a:ext uri="{FF2B5EF4-FFF2-40B4-BE49-F238E27FC236}">
                  <a16:creationId xmlns:a16="http://schemas.microsoft.com/office/drawing/2014/main" id="{95E0FCE4-0AFD-424A-A07C-03B318EAFA7E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873924" y="5927636"/>
              <a:ext cx="232086" cy="108762"/>
            </a:xfrm>
            <a:prstGeom prst="line">
              <a:avLst/>
            </a:prstGeom>
            <a:ln w="38100">
              <a:solidFill>
                <a:srgbClr val="7030A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93" name="Straight Connector 452">
              <a:extLst>
                <a:ext uri="{FF2B5EF4-FFF2-40B4-BE49-F238E27FC236}">
                  <a16:creationId xmlns:a16="http://schemas.microsoft.com/office/drawing/2014/main" id="{DD4A5EA1-3628-428C-8041-694675715901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115774" y="4732894"/>
              <a:ext cx="228566" cy="111786"/>
            </a:xfrm>
            <a:prstGeom prst="line">
              <a:avLst/>
            </a:prstGeom>
            <a:ln w="38100">
              <a:solidFill>
                <a:srgbClr val="7030A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96" name="Straight Connector 452">
              <a:extLst>
                <a:ext uri="{FF2B5EF4-FFF2-40B4-BE49-F238E27FC236}">
                  <a16:creationId xmlns:a16="http://schemas.microsoft.com/office/drawing/2014/main" id="{2FA41B72-0D84-455D-9D80-57395F714E22}"/>
                </a:ext>
              </a:extLst>
            </p:cNvPr>
            <p:cNvCxnSpPr>
              <a:cxnSpLocks/>
            </p:cNvCxnSpPr>
            <p:nvPr/>
          </p:nvCxnSpPr>
          <p:spPr>
            <a:xfrm>
              <a:off x="1610988" y="5916841"/>
              <a:ext cx="255419" cy="108471"/>
            </a:xfrm>
            <a:prstGeom prst="line">
              <a:avLst/>
            </a:prstGeom>
            <a:ln w="38100">
              <a:solidFill>
                <a:srgbClr val="7030A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97" name="Straight Connector 452">
              <a:extLst>
                <a:ext uri="{FF2B5EF4-FFF2-40B4-BE49-F238E27FC236}">
                  <a16:creationId xmlns:a16="http://schemas.microsoft.com/office/drawing/2014/main" id="{690B3434-0342-44E6-B210-55673210EA56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639321" y="5759798"/>
              <a:ext cx="0" cy="167838"/>
            </a:xfrm>
            <a:prstGeom prst="line">
              <a:avLst/>
            </a:prstGeom>
            <a:ln w="38100">
              <a:solidFill>
                <a:srgbClr val="7030A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98" name="Straight Connector 452">
              <a:extLst>
                <a:ext uri="{FF2B5EF4-FFF2-40B4-BE49-F238E27FC236}">
                  <a16:creationId xmlns:a16="http://schemas.microsoft.com/office/drawing/2014/main" id="{46789F57-3E03-455A-93DE-1BBEF70B1CEE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090904" y="5733113"/>
              <a:ext cx="0" cy="175443"/>
            </a:xfrm>
            <a:prstGeom prst="line">
              <a:avLst/>
            </a:prstGeom>
            <a:ln w="38100">
              <a:solidFill>
                <a:srgbClr val="7030A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01" name="Straight Connector 452">
              <a:extLst>
                <a:ext uri="{FF2B5EF4-FFF2-40B4-BE49-F238E27FC236}">
                  <a16:creationId xmlns:a16="http://schemas.microsoft.com/office/drawing/2014/main" id="{C8A18869-993B-4F60-97FD-D737FACEE834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328852" y="4822554"/>
              <a:ext cx="264813" cy="114819"/>
            </a:xfrm>
            <a:prstGeom prst="line">
              <a:avLst/>
            </a:prstGeom>
            <a:ln w="38100">
              <a:solidFill>
                <a:srgbClr val="7030A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03" name="Straight Connector 452">
              <a:extLst>
                <a:ext uri="{FF2B5EF4-FFF2-40B4-BE49-F238E27FC236}">
                  <a16:creationId xmlns:a16="http://schemas.microsoft.com/office/drawing/2014/main" id="{CEBFA283-3901-4A74-8961-B938863A8F8B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2087738" y="5559680"/>
              <a:ext cx="6603" cy="180351"/>
            </a:xfrm>
            <a:prstGeom prst="line">
              <a:avLst/>
            </a:prstGeom>
            <a:ln w="38100">
              <a:solidFill>
                <a:srgbClr val="7030A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05" name="Straight Connector 452">
              <a:extLst>
                <a:ext uri="{FF2B5EF4-FFF2-40B4-BE49-F238E27FC236}">
                  <a16:creationId xmlns:a16="http://schemas.microsoft.com/office/drawing/2014/main" id="{4A3B9BBE-D515-43B2-AFF1-962C8BBEF9E1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094341" y="5376186"/>
              <a:ext cx="6232" cy="200760"/>
            </a:xfrm>
            <a:prstGeom prst="line">
              <a:avLst/>
            </a:prstGeom>
            <a:ln w="38100">
              <a:solidFill>
                <a:srgbClr val="7030A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09" name="Straight Connector 452">
              <a:extLst>
                <a:ext uri="{FF2B5EF4-FFF2-40B4-BE49-F238E27FC236}">
                  <a16:creationId xmlns:a16="http://schemas.microsoft.com/office/drawing/2014/main" id="{2082EF48-98E0-47D0-A497-C4651C7CA673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2132581" y="5365989"/>
              <a:ext cx="196783" cy="110698"/>
            </a:xfrm>
            <a:prstGeom prst="line">
              <a:avLst/>
            </a:prstGeom>
            <a:ln w="38100">
              <a:solidFill>
                <a:srgbClr val="7030A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11" name="Straight Connector 452">
              <a:extLst>
                <a:ext uri="{FF2B5EF4-FFF2-40B4-BE49-F238E27FC236}">
                  <a16:creationId xmlns:a16="http://schemas.microsoft.com/office/drawing/2014/main" id="{BA4D69DC-167A-430C-B6A6-85FA46EF14A0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2321704" y="4910533"/>
              <a:ext cx="6604" cy="578314"/>
            </a:xfrm>
            <a:prstGeom prst="line">
              <a:avLst/>
            </a:prstGeom>
            <a:ln w="38100">
              <a:solidFill>
                <a:srgbClr val="7030A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13" name="Straight Connector 452">
              <a:extLst>
                <a:ext uri="{FF2B5EF4-FFF2-40B4-BE49-F238E27FC236}">
                  <a16:creationId xmlns:a16="http://schemas.microsoft.com/office/drawing/2014/main" id="{9BBDA018-B554-49B1-9BCC-383B77F3BA84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1404002" y="4511080"/>
              <a:ext cx="729042" cy="324749"/>
            </a:xfrm>
            <a:prstGeom prst="line">
              <a:avLst/>
            </a:prstGeom>
            <a:ln w="38100">
              <a:solidFill>
                <a:srgbClr val="7030A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15" name="Straight Connector 452">
              <a:extLst>
                <a:ext uri="{FF2B5EF4-FFF2-40B4-BE49-F238E27FC236}">
                  <a16:creationId xmlns:a16="http://schemas.microsoft.com/office/drawing/2014/main" id="{E6D36292-1424-45EB-B74B-A5C6BB78DA3A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646098" y="4266154"/>
              <a:ext cx="916195" cy="342033"/>
            </a:xfrm>
            <a:prstGeom prst="line">
              <a:avLst/>
            </a:prstGeom>
            <a:ln w="38100">
              <a:solidFill>
                <a:srgbClr val="7030A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18" name="Straight Connector 452">
              <a:extLst>
                <a:ext uri="{FF2B5EF4-FFF2-40B4-BE49-F238E27FC236}">
                  <a16:creationId xmlns:a16="http://schemas.microsoft.com/office/drawing/2014/main" id="{07C4D3CB-2407-442F-A7D0-9613F2B02FC6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2578706" y="4253943"/>
              <a:ext cx="716069" cy="302894"/>
            </a:xfrm>
            <a:prstGeom prst="line">
              <a:avLst/>
            </a:prstGeom>
            <a:ln w="38100">
              <a:solidFill>
                <a:srgbClr val="7030A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21" name="Straight Connector 452">
              <a:extLst>
                <a:ext uri="{FF2B5EF4-FFF2-40B4-BE49-F238E27FC236}">
                  <a16:creationId xmlns:a16="http://schemas.microsoft.com/office/drawing/2014/main" id="{3824657B-5C2C-4F91-A5F7-EB82379CBDF0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3278023" y="3983728"/>
              <a:ext cx="6604" cy="578314"/>
            </a:xfrm>
            <a:prstGeom prst="line">
              <a:avLst/>
            </a:prstGeom>
            <a:ln w="38100">
              <a:solidFill>
                <a:srgbClr val="7030A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22" name="Straight Connector 452">
              <a:extLst>
                <a:ext uri="{FF2B5EF4-FFF2-40B4-BE49-F238E27FC236}">
                  <a16:creationId xmlns:a16="http://schemas.microsoft.com/office/drawing/2014/main" id="{4BCC1097-F1D0-4EDA-BF15-5B2ED04F728D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806364" y="3915317"/>
              <a:ext cx="252060" cy="84824"/>
            </a:xfrm>
            <a:prstGeom prst="line">
              <a:avLst/>
            </a:prstGeom>
            <a:ln w="38100">
              <a:solidFill>
                <a:srgbClr val="7030A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23" name="Straight Connector 452">
              <a:extLst>
                <a:ext uri="{FF2B5EF4-FFF2-40B4-BE49-F238E27FC236}">
                  <a16:creationId xmlns:a16="http://schemas.microsoft.com/office/drawing/2014/main" id="{0583EAAB-00E1-4237-A227-3D588251979F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2080428" y="3685717"/>
              <a:ext cx="741512" cy="311821"/>
            </a:xfrm>
            <a:prstGeom prst="line">
              <a:avLst/>
            </a:prstGeom>
            <a:ln w="38100">
              <a:solidFill>
                <a:srgbClr val="7030A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25" name="Straight Connector 452">
              <a:extLst>
                <a:ext uri="{FF2B5EF4-FFF2-40B4-BE49-F238E27FC236}">
                  <a16:creationId xmlns:a16="http://schemas.microsoft.com/office/drawing/2014/main" id="{0E412DDC-D1FC-420C-B1AB-D0F94A26DE8F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080208" y="3519508"/>
              <a:ext cx="5272" cy="166210"/>
            </a:xfrm>
            <a:prstGeom prst="line">
              <a:avLst/>
            </a:prstGeom>
            <a:ln w="38100">
              <a:solidFill>
                <a:srgbClr val="7030A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28" name="Straight Connector 452">
              <a:extLst>
                <a:ext uri="{FF2B5EF4-FFF2-40B4-BE49-F238E27FC236}">
                  <a16:creationId xmlns:a16="http://schemas.microsoft.com/office/drawing/2014/main" id="{C5A426A0-C9A8-431D-97CF-B07B63DE76BD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1847387" y="3228759"/>
              <a:ext cx="228812" cy="95999"/>
            </a:xfrm>
            <a:prstGeom prst="line">
              <a:avLst/>
            </a:prstGeom>
            <a:ln w="38100">
              <a:solidFill>
                <a:srgbClr val="7030A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130" name="矩形 2129">
              <a:extLst>
                <a:ext uri="{FF2B5EF4-FFF2-40B4-BE49-F238E27FC236}">
                  <a16:creationId xmlns:a16="http://schemas.microsoft.com/office/drawing/2014/main" id="{B2DB03BB-B6D6-4BC0-B39C-3B4E93951B21}"/>
                </a:ext>
              </a:extLst>
            </p:cNvPr>
            <p:cNvSpPr/>
            <p:nvPr/>
          </p:nvSpPr>
          <p:spPr>
            <a:xfrm>
              <a:off x="-221793" y="212779"/>
              <a:ext cx="4849982" cy="646331"/>
            </a:xfrm>
            <a:prstGeom prst="rect">
              <a:avLst/>
            </a:prstGeom>
            <a:noFill/>
          </p:spPr>
          <p:txBody>
            <a:bodyPr wrap="square" lIns="91440" tIns="45720" rIns="91440" bIns="45720">
              <a:spAutoFit/>
            </a:bodyPr>
            <a:lstStyle/>
            <a:p>
              <a:pPr algn="ctr"/>
              <a:r>
                <a:rPr lang="en-US" altLang="zh-CN" sz="3600" b="0" cap="none" spc="0" dirty="0" err="1">
                  <a:ln w="0"/>
                  <a:solidFill>
                    <a:schemeClr val="accent1"/>
                  </a:solidFill>
                  <a:effectLst>
                    <a:outerShdw blurRad="38100" dist="25400" dir="5400000" algn="ctr" rotWithShape="0">
                      <a:srgbClr val="6E747A">
                        <a:alpha val="43000"/>
                      </a:srgbClr>
                    </a:outerShdw>
                  </a:effectLst>
                </a:rPr>
                <a:t>Creatded</a:t>
              </a:r>
              <a:r>
                <a:rPr lang="en-US" altLang="zh-CN" sz="3600" b="0" cap="none" spc="0" dirty="0">
                  <a:ln w="0"/>
                  <a:solidFill>
                    <a:schemeClr val="accent1"/>
                  </a:solidFill>
                  <a:effectLst>
                    <a:outerShdw blurRad="38100" dist="25400" dir="5400000" algn="ctr" rotWithShape="0">
                      <a:srgbClr val="6E747A">
                        <a:alpha val="43000"/>
                      </a:srgbClr>
                    </a:outerShdw>
                  </a:effectLst>
                </a:rPr>
                <a:t> by  </a:t>
              </a:r>
              <a:r>
                <a:rPr lang="zh-CN" altLang="en-US" sz="3600" b="0" cap="none" spc="0" dirty="0">
                  <a:ln w="0"/>
                  <a:solidFill>
                    <a:schemeClr val="accent1"/>
                  </a:solidFill>
                  <a:effectLst>
                    <a:outerShdw blurRad="38100" dist="25400" dir="5400000" algn="ctr" rotWithShape="0">
                      <a:srgbClr val="6E747A">
                        <a:alpha val="43000"/>
                      </a:srgbClr>
                    </a:outerShdw>
                  </a:effectLst>
                </a:rPr>
                <a:t>🦌</a:t>
              </a:r>
            </a:p>
          </p:txBody>
        </p:sp>
        <p:sp>
          <p:nvSpPr>
            <p:cNvPr id="2133" name="文本框 2132">
              <a:extLst>
                <a:ext uri="{FF2B5EF4-FFF2-40B4-BE49-F238E27FC236}">
                  <a16:creationId xmlns:a16="http://schemas.microsoft.com/office/drawing/2014/main" id="{92A10707-5916-43A0-986F-2FC823C00715}"/>
                </a:ext>
              </a:extLst>
            </p:cNvPr>
            <p:cNvSpPr txBox="1"/>
            <p:nvPr/>
          </p:nvSpPr>
          <p:spPr>
            <a:xfrm>
              <a:off x="11013474" y="10109883"/>
              <a:ext cx="30168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dirty="0">
                  <a:solidFill>
                    <a:schemeClr val="accent2"/>
                  </a:solidFill>
                </a:rPr>
                <a:t>1</a:t>
              </a:r>
              <a:endParaRPr lang="zh-CN" altLang="en-US" dirty="0">
                <a:solidFill>
                  <a:schemeClr val="accent2"/>
                </a:solidFill>
              </a:endParaRPr>
            </a:p>
          </p:txBody>
        </p:sp>
        <p:sp>
          <p:nvSpPr>
            <p:cNvPr id="2136" name="文本框 2135">
              <a:extLst>
                <a:ext uri="{FF2B5EF4-FFF2-40B4-BE49-F238E27FC236}">
                  <a16:creationId xmlns:a16="http://schemas.microsoft.com/office/drawing/2014/main" id="{D451C835-AA3A-4D60-BE5B-725D12514C0B}"/>
                </a:ext>
              </a:extLst>
            </p:cNvPr>
            <p:cNvSpPr txBox="1"/>
            <p:nvPr/>
          </p:nvSpPr>
          <p:spPr>
            <a:xfrm>
              <a:off x="9503648" y="8489933"/>
              <a:ext cx="30168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dirty="0">
                  <a:solidFill>
                    <a:schemeClr val="accent2"/>
                  </a:solidFill>
                </a:rPr>
                <a:t>2</a:t>
              </a:r>
              <a:endParaRPr lang="zh-CN" altLang="en-US" dirty="0">
                <a:solidFill>
                  <a:schemeClr val="accent2"/>
                </a:solidFill>
              </a:endParaRPr>
            </a:p>
          </p:txBody>
        </p:sp>
        <p:sp>
          <p:nvSpPr>
            <p:cNvPr id="2137" name="文本框 2136">
              <a:extLst>
                <a:ext uri="{FF2B5EF4-FFF2-40B4-BE49-F238E27FC236}">
                  <a16:creationId xmlns:a16="http://schemas.microsoft.com/office/drawing/2014/main" id="{9D09DEF4-C731-436B-9B27-64864798F6EE}"/>
                </a:ext>
              </a:extLst>
            </p:cNvPr>
            <p:cNvSpPr txBox="1"/>
            <p:nvPr/>
          </p:nvSpPr>
          <p:spPr>
            <a:xfrm>
              <a:off x="9934324" y="6642089"/>
              <a:ext cx="30168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dirty="0">
                  <a:solidFill>
                    <a:schemeClr val="accent2"/>
                  </a:solidFill>
                </a:rPr>
                <a:t>3</a:t>
              </a:r>
              <a:endParaRPr lang="zh-CN" altLang="en-US" dirty="0">
                <a:solidFill>
                  <a:schemeClr val="accent2"/>
                </a:solidFill>
              </a:endParaRPr>
            </a:p>
          </p:txBody>
        </p:sp>
        <p:sp>
          <p:nvSpPr>
            <p:cNvPr id="2138" name="文本框 2137">
              <a:extLst>
                <a:ext uri="{FF2B5EF4-FFF2-40B4-BE49-F238E27FC236}">
                  <a16:creationId xmlns:a16="http://schemas.microsoft.com/office/drawing/2014/main" id="{DEE3AA6D-DF9A-4D3E-B8B8-1FFF270C3193}"/>
                </a:ext>
              </a:extLst>
            </p:cNvPr>
            <p:cNvSpPr txBox="1"/>
            <p:nvPr/>
          </p:nvSpPr>
          <p:spPr>
            <a:xfrm>
              <a:off x="11648150" y="6406849"/>
              <a:ext cx="30168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dirty="0">
                  <a:solidFill>
                    <a:schemeClr val="accent2"/>
                  </a:solidFill>
                </a:rPr>
                <a:t>4</a:t>
              </a:r>
              <a:endParaRPr lang="zh-CN" altLang="en-US" dirty="0">
                <a:solidFill>
                  <a:schemeClr val="accent2"/>
                </a:solidFill>
              </a:endParaRPr>
            </a:p>
          </p:txBody>
        </p:sp>
        <p:sp>
          <p:nvSpPr>
            <p:cNvPr id="2139" name="文本框 2138">
              <a:extLst>
                <a:ext uri="{FF2B5EF4-FFF2-40B4-BE49-F238E27FC236}">
                  <a16:creationId xmlns:a16="http://schemas.microsoft.com/office/drawing/2014/main" id="{9C9647F1-5866-4DDA-8302-6160C73FF0B5}"/>
                </a:ext>
              </a:extLst>
            </p:cNvPr>
            <p:cNvSpPr txBox="1"/>
            <p:nvPr/>
          </p:nvSpPr>
          <p:spPr>
            <a:xfrm>
              <a:off x="10933449" y="5494565"/>
              <a:ext cx="30168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dirty="0">
                  <a:solidFill>
                    <a:schemeClr val="accent2"/>
                  </a:solidFill>
                </a:rPr>
                <a:t>5</a:t>
              </a:r>
              <a:endParaRPr lang="zh-CN" altLang="en-US" dirty="0">
                <a:solidFill>
                  <a:schemeClr val="accent2"/>
                </a:solidFill>
              </a:endParaRPr>
            </a:p>
          </p:txBody>
        </p:sp>
        <p:sp>
          <p:nvSpPr>
            <p:cNvPr id="2140" name="文本框 2139">
              <a:extLst>
                <a:ext uri="{FF2B5EF4-FFF2-40B4-BE49-F238E27FC236}">
                  <a16:creationId xmlns:a16="http://schemas.microsoft.com/office/drawing/2014/main" id="{2C4A900C-63E4-4181-83E0-75B5AE411AB2}"/>
                </a:ext>
              </a:extLst>
            </p:cNvPr>
            <p:cNvSpPr txBox="1"/>
            <p:nvPr/>
          </p:nvSpPr>
          <p:spPr>
            <a:xfrm>
              <a:off x="10898865" y="3206604"/>
              <a:ext cx="30168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dirty="0">
                  <a:solidFill>
                    <a:schemeClr val="accent2"/>
                  </a:solidFill>
                </a:rPr>
                <a:t>6</a:t>
              </a:r>
              <a:endParaRPr lang="zh-CN" altLang="en-US" dirty="0">
                <a:solidFill>
                  <a:schemeClr val="accent2"/>
                </a:solidFill>
              </a:endParaRPr>
            </a:p>
          </p:txBody>
        </p:sp>
        <p:sp>
          <p:nvSpPr>
            <p:cNvPr id="2141" name="文本框 2140">
              <a:extLst>
                <a:ext uri="{FF2B5EF4-FFF2-40B4-BE49-F238E27FC236}">
                  <a16:creationId xmlns:a16="http://schemas.microsoft.com/office/drawing/2014/main" id="{C6A6081C-D6C0-454B-AA78-0FA569916472}"/>
                </a:ext>
              </a:extLst>
            </p:cNvPr>
            <p:cNvSpPr txBox="1"/>
            <p:nvPr/>
          </p:nvSpPr>
          <p:spPr>
            <a:xfrm>
              <a:off x="2539623" y="3412443"/>
              <a:ext cx="30168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dirty="0">
                  <a:solidFill>
                    <a:srgbClr val="00B0F0"/>
                  </a:solidFill>
                </a:rPr>
                <a:t>7</a:t>
              </a:r>
              <a:endParaRPr lang="zh-CN" altLang="en-US" dirty="0">
                <a:solidFill>
                  <a:srgbClr val="00B0F0"/>
                </a:solidFill>
              </a:endParaRPr>
            </a:p>
          </p:txBody>
        </p:sp>
        <p:cxnSp>
          <p:nvCxnSpPr>
            <p:cNvPr id="2144" name="Straight Connector 452">
              <a:extLst>
                <a:ext uri="{FF2B5EF4-FFF2-40B4-BE49-F238E27FC236}">
                  <a16:creationId xmlns:a16="http://schemas.microsoft.com/office/drawing/2014/main" id="{C7963152-6995-4F4E-8507-AC88F60473B0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8689355" y="7570792"/>
              <a:ext cx="25292" cy="204060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47" name="Straight Connector 452">
              <a:extLst>
                <a:ext uri="{FF2B5EF4-FFF2-40B4-BE49-F238E27FC236}">
                  <a16:creationId xmlns:a16="http://schemas.microsoft.com/office/drawing/2014/main" id="{7AEF7ABD-D4BD-4D44-9003-2BF896EF4369}"/>
                </a:ext>
              </a:extLst>
            </p:cNvPr>
            <p:cNvCxnSpPr>
              <a:cxnSpLocks/>
            </p:cNvCxnSpPr>
            <p:nvPr/>
          </p:nvCxnSpPr>
          <p:spPr>
            <a:xfrm>
              <a:off x="7767902" y="7559954"/>
              <a:ext cx="484119" cy="169875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56" name="Straight Connector 452">
              <a:extLst>
                <a:ext uri="{FF2B5EF4-FFF2-40B4-BE49-F238E27FC236}">
                  <a16:creationId xmlns:a16="http://schemas.microsoft.com/office/drawing/2014/main" id="{01D79580-5F7F-4392-9AF3-D1966C41E060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6110254" y="8017578"/>
              <a:ext cx="227747" cy="107401"/>
            </a:xfrm>
            <a:prstGeom prst="line">
              <a:avLst/>
            </a:prstGeom>
            <a:ln w="38100">
              <a:solidFill>
                <a:schemeClr val="accent2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58" name="Straight Connector 452">
              <a:extLst>
                <a:ext uri="{FF2B5EF4-FFF2-40B4-BE49-F238E27FC236}">
                  <a16:creationId xmlns:a16="http://schemas.microsoft.com/office/drawing/2014/main" id="{E5C7D22E-83D6-41CB-8FB8-26C9D2FBD428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6344872" y="7986862"/>
              <a:ext cx="465509" cy="138117"/>
            </a:xfrm>
            <a:prstGeom prst="line">
              <a:avLst/>
            </a:prstGeom>
            <a:ln w="38100">
              <a:solidFill>
                <a:schemeClr val="accent2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62" name="Straight Connector 452">
              <a:extLst>
                <a:ext uri="{FF2B5EF4-FFF2-40B4-BE49-F238E27FC236}">
                  <a16:creationId xmlns:a16="http://schemas.microsoft.com/office/drawing/2014/main" id="{BCBE4FD0-98B0-4FDC-A549-D750E0F270B8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861316" y="7559668"/>
              <a:ext cx="901616" cy="358746"/>
            </a:xfrm>
            <a:prstGeom prst="line">
              <a:avLst/>
            </a:prstGeom>
            <a:ln w="38100" cap="flat" cmpd="sng" algn="ctr">
              <a:solidFill>
                <a:srgbClr val="FFFF00"/>
              </a:solidFill>
              <a:prstDash val="dash"/>
              <a:round/>
              <a:headEnd type="none" w="med" len="med"/>
              <a:tailEnd type="non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tx1"/>
            </a:fontRef>
          </p:style>
        </p:cxnSp>
        <p:cxnSp>
          <p:nvCxnSpPr>
            <p:cNvPr id="2165" name="Straight Connector 452">
              <a:extLst>
                <a:ext uri="{FF2B5EF4-FFF2-40B4-BE49-F238E27FC236}">
                  <a16:creationId xmlns:a16="http://schemas.microsoft.com/office/drawing/2014/main" id="{E679743F-B8AA-4724-8C3F-318EEE788605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387936" y="7731372"/>
              <a:ext cx="430919" cy="199520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67" name="Straight Connector 452">
              <a:extLst>
                <a:ext uri="{FF2B5EF4-FFF2-40B4-BE49-F238E27FC236}">
                  <a16:creationId xmlns:a16="http://schemas.microsoft.com/office/drawing/2014/main" id="{2DE2611F-9848-4F10-B2E8-9058A9FEDBF7}"/>
                </a:ext>
              </a:extLst>
            </p:cNvPr>
            <p:cNvCxnSpPr>
              <a:cxnSpLocks/>
            </p:cNvCxnSpPr>
            <p:nvPr/>
          </p:nvCxnSpPr>
          <p:spPr>
            <a:xfrm>
              <a:off x="6351614" y="7773429"/>
              <a:ext cx="50307" cy="144985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41" name="Straight Connector 452">
              <a:extLst>
                <a:ext uri="{FF2B5EF4-FFF2-40B4-BE49-F238E27FC236}">
                  <a16:creationId xmlns:a16="http://schemas.microsoft.com/office/drawing/2014/main" id="{531B23F8-A140-4615-B5E6-B4630953ABE2}"/>
                </a:ext>
              </a:extLst>
            </p:cNvPr>
            <p:cNvCxnSpPr>
              <a:cxnSpLocks/>
            </p:cNvCxnSpPr>
            <p:nvPr/>
          </p:nvCxnSpPr>
          <p:spPr>
            <a:xfrm>
              <a:off x="3514749" y="1864188"/>
              <a:ext cx="7398" cy="384846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44" name="Straight Connector 452">
              <a:extLst>
                <a:ext uri="{FF2B5EF4-FFF2-40B4-BE49-F238E27FC236}">
                  <a16:creationId xmlns:a16="http://schemas.microsoft.com/office/drawing/2014/main" id="{745A6A6A-C1A2-44B4-96ED-1CA25AB1DC3D}"/>
                </a:ext>
              </a:extLst>
            </p:cNvPr>
            <p:cNvCxnSpPr>
              <a:cxnSpLocks/>
            </p:cNvCxnSpPr>
            <p:nvPr/>
          </p:nvCxnSpPr>
          <p:spPr>
            <a:xfrm>
              <a:off x="2989837" y="1853427"/>
              <a:ext cx="538925" cy="0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648" name="TextBox 647">
              <a:extLst>
                <a:ext uri="{FF2B5EF4-FFF2-40B4-BE49-F238E27FC236}">
                  <a16:creationId xmlns:a16="http://schemas.microsoft.com/office/drawing/2014/main" id="{E1B36547-EA29-4A42-B9E0-9E1C93D2EF7C}"/>
                </a:ext>
              </a:extLst>
            </p:cNvPr>
            <p:cNvSpPr txBox="1"/>
            <p:nvPr/>
          </p:nvSpPr>
          <p:spPr>
            <a:xfrm>
              <a:off x="3954924" y="1582232"/>
              <a:ext cx="418704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44</a:t>
              </a:r>
            </a:p>
          </p:txBody>
        </p:sp>
        <p:sp>
          <p:nvSpPr>
            <p:cNvPr id="649" name="TextBox 648">
              <a:extLst>
                <a:ext uri="{FF2B5EF4-FFF2-40B4-BE49-F238E27FC236}">
                  <a16:creationId xmlns:a16="http://schemas.microsoft.com/office/drawing/2014/main" id="{E0F15551-CA85-4785-AAE1-915CA13D2BF9}"/>
                </a:ext>
              </a:extLst>
            </p:cNvPr>
            <p:cNvSpPr txBox="1"/>
            <p:nvPr/>
          </p:nvSpPr>
          <p:spPr>
            <a:xfrm>
              <a:off x="9174624" y="3538032"/>
              <a:ext cx="418704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93</a:t>
              </a:r>
            </a:p>
          </p:txBody>
        </p:sp>
        <p:sp>
          <p:nvSpPr>
            <p:cNvPr id="650" name="TextBox 649">
              <a:extLst>
                <a:ext uri="{FF2B5EF4-FFF2-40B4-BE49-F238E27FC236}">
                  <a16:creationId xmlns:a16="http://schemas.microsoft.com/office/drawing/2014/main" id="{D0F3B1AB-21B8-46D0-BA08-E720885B7684}"/>
                </a:ext>
              </a:extLst>
            </p:cNvPr>
            <p:cNvSpPr txBox="1"/>
            <p:nvPr/>
          </p:nvSpPr>
          <p:spPr>
            <a:xfrm>
              <a:off x="8685674" y="3538032"/>
              <a:ext cx="55880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/>
                <a:t>254</a:t>
              </a:r>
            </a:p>
          </p:txBody>
        </p:sp>
        <p:sp>
          <p:nvSpPr>
            <p:cNvPr id="651" name="TextBox 650">
              <a:extLst>
                <a:ext uri="{FF2B5EF4-FFF2-40B4-BE49-F238E27FC236}">
                  <a16:creationId xmlns:a16="http://schemas.microsoft.com/office/drawing/2014/main" id="{E2ACEF84-75A9-4924-B89D-55E53A2BF06E}"/>
                </a:ext>
              </a:extLst>
            </p:cNvPr>
            <p:cNvSpPr txBox="1"/>
            <p:nvPr/>
          </p:nvSpPr>
          <p:spPr>
            <a:xfrm>
              <a:off x="5421774" y="1658432"/>
              <a:ext cx="55880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/>
                <a:t>338</a:t>
              </a:r>
            </a:p>
          </p:txBody>
        </p:sp>
        <p:sp>
          <p:nvSpPr>
            <p:cNvPr id="652" name="TextBox 651">
              <a:extLst>
                <a:ext uri="{FF2B5EF4-FFF2-40B4-BE49-F238E27FC236}">
                  <a16:creationId xmlns:a16="http://schemas.microsoft.com/office/drawing/2014/main" id="{4A8D279F-86FD-43A0-BD78-6411B0D515B8}"/>
                </a:ext>
              </a:extLst>
            </p:cNvPr>
            <p:cNvSpPr txBox="1"/>
            <p:nvPr/>
          </p:nvSpPr>
          <p:spPr>
            <a:xfrm>
              <a:off x="4208924" y="4052382"/>
              <a:ext cx="55880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/>
                <a:t>383</a:t>
              </a:r>
            </a:p>
          </p:txBody>
        </p:sp>
        <p:sp>
          <p:nvSpPr>
            <p:cNvPr id="653" name="TextBox 652">
              <a:extLst>
                <a:ext uri="{FF2B5EF4-FFF2-40B4-BE49-F238E27FC236}">
                  <a16:creationId xmlns:a16="http://schemas.microsoft.com/office/drawing/2014/main" id="{6A07F598-6699-40D1-80A5-45B8B7E56A0A}"/>
                </a:ext>
              </a:extLst>
            </p:cNvPr>
            <p:cNvSpPr txBox="1"/>
            <p:nvPr/>
          </p:nvSpPr>
          <p:spPr>
            <a:xfrm>
              <a:off x="11574924" y="3475319"/>
              <a:ext cx="535724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113</a:t>
              </a:r>
            </a:p>
          </p:txBody>
        </p:sp>
        <p:sp>
          <p:nvSpPr>
            <p:cNvPr id="654" name="TextBox 653">
              <a:extLst>
                <a:ext uri="{FF2B5EF4-FFF2-40B4-BE49-F238E27FC236}">
                  <a16:creationId xmlns:a16="http://schemas.microsoft.com/office/drawing/2014/main" id="{765F260B-12BC-4A42-BC76-BE052583F487}"/>
                </a:ext>
              </a:extLst>
            </p:cNvPr>
            <p:cNvSpPr txBox="1"/>
            <p:nvPr/>
          </p:nvSpPr>
          <p:spPr>
            <a:xfrm>
              <a:off x="11614275" y="8421484"/>
              <a:ext cx="535724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240</a:t>
              </a:r>
            </a:p>
          </p:txBody>
        </p:sp>
        <p:sp>
          <p:nvSpPr>
            <p:cNvPr id="658" name="TextBox 657">
              <a:extLst>
                <a:ext uri="{FF2B5EF4-FFF2-40B4-BE49-F238E27FC236}">
                  <a16:creationId xmlns:a16="http://schemas.microsoft.com/office/drawing/2014/main" id="{4B9AFF3C-4C92-4770-B906-5AE26B5CEAB4}"/>
                </a:ext>
              </a:extLst>
            </p:cNvPr>
            <p:cNvSpPr txBox="1"/>
            <p:nvPr/>
          </p:nvSpPr>
          <p:spPr>
            <a:xfrm>
              <a:off x="1513400" y="2987260"/>
              <a:ext cx="418704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81</a:t>
              </a:r>
            </a:p>
          </p:txBody>
        </p:sp>
        <p:cxnSp>
          <p:nvCxnSpPr>
            <p:cNvPr id="656" name="Straight Connector 452">
              <a:extLst>
                <a:ext uri="{FF2B5EF4-FFF2-40B4-BE49-F238E27FC236}">
                  <a16:creationId xmlns:a16="http://schemas.microsoft.com/office/drawing/2014/main" id="{BDC3772B-EEE9-4A11-8AB5-8E2AB2F9BC7A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2547118" y="9309053"/>
              <a:ext cx="230881" cy="92312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59" name="Straight Connector 452">
              <a:extLst>
                <a:ext uri="{FF2B5EF4-FFF2-40B4-BE49-F238E27FC236}">
                  <a16:creationId xmlns:a16="http://schemas.microsoft.com/office/drawing/2014/main" id="{4ED7F238-D5FC-4188-8D19-18C29273EA42}"/>
                </a:ext>
              </a:extLst>
            </p:cNvPr>
            <p:cNvCxnSpPr>
              <a:cxnSpLocks/>
            </p:cNvCxnSpPr>
            <p:nvPr/>
          </p:nvCxnSpPr>
          <p:spPr>
            <a:xfrm>
              <a:off x="12768692" y="9306667"/>
              <a:ext cx="0" cy="215158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64" name="Straight Connector 452">
              <a:extLst>
                <a:ext uri="{FF2B5EF4-FFF2-40B4-BE49-F238E27FC236}">
                  <a16:creationId xmlns:a16="http://schemas.microsoft.com/office/drawing/2014/main" id="{A35077F4-8240-4090-871C-6BBF89C3FDEA}"/>
                </a:ext>
              </a:extLst>
            </p:cNvPr>
            <p:cNvCxnSpPr>
              <a:cxnSpLocks/>
            </p:cNvCxnSpPr>
            <p:nvPr/>
          </p:nvCxnSpPr>
          <p:spPr>
            <a:xfrm>
              <a:off x="12523438" y="9794402"/>
              <a:ext cx="0" cy="215158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67" name="Straight Connector 452">
              <a:extLst>
                <a:ext uri="{FF2B5EF4-FFF2-40B4-BE49-F238E27FC236}">
                  <a16:creationId xmlns:a16="http://schemas.microsoft.com/office/drawing/2014/main" id="{30BFF93C-F234-43D4-954D-D54E4810C0B9}"/>
                </a:ext>
              </a:extLst>
            </p:cNvPr>
            <p:cNvCxnSpPr>
              <a:cxnSpLocks/>
            </p:cNvCxnSpPr>
            <p:nvPr/>
          </p:nvCxnSpPr>
          <p:spPr>
            <a:xfrm>
              <a:off x="11821061" y="10060949"/>
              <a:ext cx="222879" cy="91555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70" name="Straight Connector 452">
              <a:extLst>
                <a:ext uri="{FF2B5EF4-FFF2-40B4-BE49-F238E27FC236}">
                  <a16:creationId xmlns:a16="http://schemas.microsoft.com/office/drawing/2014/main" id="{3397BDDE-9A9D-4D7F-A429-D8BE4F48FF4B}"/>
                </a:ext>
              </a:extLst>
            </p:cNvPr>
            <p:cNvCxnSpPr>
              <a:cxnSpLocks/>
            </p:cNvCxnSpPr>
            <p:nvPr/>
          </p:nvCxnSpPr>
          <p:spPr>
            <a:xfrm>
              <a:off x="11580705" y="10280624"/>
              <a:ext cx="8274" cy="236979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71" name="Straight Connector 452">
              <a:extLst>
                <a:ext uri="{FF2B5EF4-FFF2-40B4-BE49-F238E27FC236}">
                  <a16:creationId xmlns:a16="http://schemas.microsoft.com/office/drawing/2014/main" id="{0607D75B-BDC7-470C-ACD1-80E91913A65A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1101206" y="10499740"/>
              <a:ext cx="499536" cy="184395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75" name="Straight Connector 452">
              <a:extLst>
                <a:ext uri="{FF2B5EF4-FFF2-40B4-BE49-F238E27FC236}">
                  <a16:creationId xmlns:a16="http://schemas.microsoft.com/office/drawing/2014/main" id="{B382F8CA-B03D-481B-8A55-F8C54D20A442}"/>
                </a:ext>
              </a:extLst>
            </p:cNvPr>
            <p:cNvCxnSpPr>
              <a:cxnSpLocks/>
            </p:cNvCxnSpPr>
            <p:nvPr/>
          </p:nvCxnSpPr>
          <p:spPr>
            <a:xfrm>
              <a:off x="10144701" y="9938218"/>
              <a:ext cx="7038" cy="213132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76" name="Straight Connector 452">
              <a:extLst>
                <a:ext uri="{FF2B5EF4-FFF2-40B4-BE49-F238E27FC236}">
                  <a16:creationId xmlns:a16="http://schemas.microsoft.com/office/drawing/2014/main" id="{0D57FF4F-3F61-499F-8162-0CAB208C5C25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9909252" y="9972966"/>
              <a:ext cx="230881" cy="92312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77" name="Straight Connector 452">
              <a:extLst>
                <a:ext uri="{FF2B5EF4-FFF2-40B4-BE49-F238E27FC236}">
                  <a16:creationId xmlns:a16="http://schemas.microsoft.com/office/drawing/2014/main" id="{434821D5-B49B-4E7D-9F17-557BFB117287}"/>
                </a:ext>
              </a:extLst>
            </p:cNvPr>
            <p:cNvCxnSpPr>
              <a:cxnSpLocks/>
            </p:cNvCxnSpPr>
            <p:nvPr/>
          </p:nvCxnSpPr>
          <p:spPr>
            <a:xfrm>
              <a:off x="9922077" y="9831652"/>
              <a:ext cx="7038" cy="213132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78" name="Straight Connector 452">
              <a:extLst>
                <a:ext uri="{FF2B5EF4-FFF2-40B4-BE49-F238E27FC236}">
                  <a16:creationId xmlns:a16="http://schemas.microsoft.com/office/drawing/2014/main" id="{B167809F-2653-4635-BD9A-905734DB9B46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9694033" y="9864921"/>
              <a:ext cx="230881" cy="92312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79" name="Straight Connector 452">
              <a:extLst>
                <a:ext uri="{FF2B5EF4-FFF2-40B4-BE49-F238E27FC236}">
                  <a16:creationId xmlns:a16="http://schemas.microsoft.com/office/drawing/2014/main" id="{69837FDA-18A5-4104-B90E-FF6EF77FBCE7}"/>
                </a:ext>
              </a:extLst>
            </p:cNvPr>
            <p:cNvCxnSpPr>
              <a:cxnSpLocks/>
            </p:cNvCxnSpPr>
            <p:nvPr/>
          </p:nvCxnSpPr>
          <p:spPr>
            <a:xfrm>
              <a:off x="9711059" y="9927535"/>
              <a:ext cx="7038" cy="213132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80" name="Straight Connector 452">
              <a:extLst>
                <a:ext uri="{FF2B5EF4-FFF2-40B4-BE49-F238E27FC236}">
                  <a16:creationId xmlns:a16="http://schemas.microsoft.com/office/drawing/2014/main" id="{AF4870F7-189F-471F-A14C-03EC185AFA31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9692845" y="10142963"/>
              <a:ext cx="244610" cy="86269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81" name="Straight Connector 452">
              <a:extLst>
                <a:ext uri="{FF2B5EF4-FFF2-40B4-BE49-F238E27FC236}">
                  <a16:creationId xmlns:a16="http://schemas.microsoft.com/office/drawing/2014/main" id="{FCF4EB0C-EFFC-41AC-9D54-D79B3FD7CD20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9699709" y="10244104"/>
              <a:ext cx="230881" cy="92312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83" name="Straight Connector 452">
              <a:extLst>
                <a:ext uri="{FF2B5EF4-FFF2-40B4-BE49-F238E27FC236}">
                  <a16:creationId xmlns:a16="http://schemas.microsoft.com/office/drawing/2014/main" id="{52B284D6-68F9-47DE-996D-BF5A088FC200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9444223" y="10244104"/>
              <a:ext cx="271410" cy="113856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84" name="Straight Connector 452">
              <a:extLst>
                <a:ext uri="{FF2B5EF4-FFF2-40B4-BE49-F238E27FC236}">
                  <a16:creationId xmlns:a16="http://schemas.microsoft.com/office/drawing/2014/main" id="{2BDDF8BD-AF49-4539-8757-10578A34B086}"/>
                </a:ext>
              </a:extLst>
            </p:cNvPr>
            <p:cNvCxnSpPr>
              <a:cxnSpLocks/>
            </p:cNvCxnSpPr>
            <p:nvPr/>
          </p:nvCxnSpPr>
          <p:spPr>
            <a:xfrm>
              <a:off x="9433425" y="9873035"/>
              <a:ext cx="10139" cy="395599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88" name="Straight Connector 452">
              <a:extLst>
                <a:ext uri="{FF2B5EF4-FFF2-40B4-BE49-F238E27FC236}">
                  <a16:creationId xmlns:a16="http://schemas.microsoft.com/office/drawing/2014/main" id="{4BEC1133-9FC6-459C-8F4C-9109BB5E9A3B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9888117" y="9494861"/>
              <a:ext cx="244610" cy="86269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90" name="Straight Connector 452">
              <a:extLst>
                <a:ext uri="{FF2B5EF4-FFF2-40B4-BE49-F238E27FC236}">
                  <a16:creationId xmlns:a16="http://schemas.microsoft.com/office/drawing/2014/main" id="{21F1257B-131D-4E8B-916C-5E0435F9E0B3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9904312" y="9407615"/>
              <a:ext cx="230881" cy="92312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92" name="Straight Connector 452">
              <a:extLst>
                <a:ext uri="{FF2B5EF4-FFF2-40B4-BE49-F238E27FC236}">
                  <a16:creationId xmlns:a16="http://schemas.microsoft.com/office/drawing/2014/main" id="{97BC0AB6-98C2-44B2-9C83-82B456F37576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10142686" y="9410612"/>
              <a:ext cx="244610" cy="86269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94" name="Straight Connector 452">
              <a:extLst>
                <a:ext uri="{FF2B5EF4-FFF2-40B4-BE49-F238E27FC236}">
                  <a16:creationId xmlns:a16="http://schemas.microsoft.com/office/drawing/2014/main" id="{2A0F25C0-2CDB-4485-970C-E3B36CF5B665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0394638" y="9407615"/>
              <a:ext cx="230881" cy="92312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95" name="Straight Connector 452">
              <a:extLst>
                <a:ext uri="{FF2B5EF4-FFF2-40B4-BE49-F238E27FC236}">
                  <a16:creationId xmlns:a16="http://schemas.microsoft.com/office/drawing/2014/main" id="{1109CF48-08CE-4B13-BA9D-AA138F93974E}"/>
                </a:ext>
              </a:extLst>
            </p:cNvPr>
            <p:cNvCxnSpPr>
              <a:cxnSpLocks/>
            </p:cNvCxnSpPr>
            <p:nvPr/>
          </p:nvCxnSpPr>
          <p:spPr>
            <a:xfrm>
              <a:off x="10624432" y="9384937"/>
              <a:ext cx="7038" cy="213132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97" name="Straight Connector 452">
              <a:extLst>
                <a:ext uri="{FF2B5EF4-FFF2-40B4-BE49-F238E27FC236}">
                  <a16:creationId xmlns:a16="http://schemas.microsoft.com/office/drawing/2014/main" id="{3214FB66-2337-469A-B466-E9F0C1DB0B30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0139356" y="9574529"/>
              <a:ext cx="502319" cy="201628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99" name="Straight Connector 452">
              <a:extLst>
                <a:ext uri="{FF2B5EF4-FFF2-40B4-BE49-F238E27FC236}">
                  <a16:creationId xmlns:a16="http://schemas.microsoft.com/office/drawing/2014/main" id="{C8CA6810-757F-47D3-A62F-34E49B3B4F07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10152600" y="9772069"/>
              <a:ext cx="486060" cy="193680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00" name="Straight Connector 452">
              <a:extLst>
                <a:ext uri="{FF2B5EF4-FFF2-40B4-BE49-F238E27FC236}">
                  <a16:creationId xmlns:a16="http://schemas.microsoft.com/office/drawing/2014/main" id="{D6BEA8AF-EE5D-47A9-83E7-EC1845CAA6E3}"/>
                </a:ext>
              </a:extLst>
            </p:cNvPr>
            <p:cNvCxnSpPr>
              <a:cxnSpLocks/>
            </p:cNvCxnSpPr>
            <p:nvPr/>
          </p:nvCxnSpPr>
          <p:spPr>
            <a:xfrm>
              <a:off x="10628067" y="9945572"/>
              <a:ext cx="250" cy="375432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02" name="Straight Connector 452">
              <a:extLst>
                <a:ext uri="{FF2B5EF4-FFF2-40B4-BE49-F238E27FC236}">
                  <a16:creationId xmlns:a16="http://schemas.microsoft.com/office/drawing/2014/main" id="{7F29A02D-988E-49B9-96E2-D9B78C73812A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10622784" y="10314488"/>
              <a:ext cx="486060" cy="193680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04" name="Straight Connector 452">
              <a:extLst>
                <a:ext uri="{FF2B5EF4-FFF2-40B4-BE49-F238E27FC236}">
                  <a16:creationId xmlns:a16="http://schemas.microsoft.com/office/drawing/2014/main" id="{9541779B-A40C-4A99-81FE-D854BEFEAD6C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1105525" y="10427258"/>
              <a:ext cx="230881" cy="92312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06" name="Straight Connector 452">
              <a:extLst>
                <a:ext uri="{FF2B5EF4-FFF2-40B4-BE49-F238E27FC236}">
                  <a16:creationId xmlns:a16="http://schemas.microsoft.com/office/drawing/2014/main" id="{FAB4C581-B178-489A-AD80-B7113E07D42B}"/>
                </a:ext>
              </a:extLst>
            </p:cNvPr>
            <p:cNvCxnSpPr>
              <a:cxnSpLocks/>
            </p:cNvCxnSpPr>
            <p:nvPr/>
          </p:nvCxnSpPr>
          <p:spPr>
            <a:xfrm>
              <a:off x="11332845" y="10206687"/>
              <a:ext cx="8274" cy="236979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07" name="Straight Connector 452">
              <a:extLst>
                <a:ext uri="{FF2B5EF4-FFF2-40B4-BE49-F238E27FC236}">
                  <a16:creationId xmlns:a16="http://schemas.microsoft.com/office/drawing/2014/main" id="{135CF7D9-16EF-408C-806B-AEE3534D6B40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1306206" y="10151632"/>
              <a:ext cx="285582" cy="100039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09" name="Straight Connector 452">
              <a:extLst>
                <a:ext uri="{FF2B5EF4-FFF2-40B4-BE49-F238E27FC236}">
                  <a16:creationId xmlns:a16="http://schemas.microsoft.com/office/drawing/2014/main" id="{39A6E1B0-D757-479A-9239-5552EAE3E83D}"/>
                </a:ext>
              </a:extLst>
            </p:cNvPr>
            <p:cNvCxnSpPr>
              <a:cxnSpLocks/>
            </p:cNvCxnSpPr>
            <p:nvPr/>
          </p:nvCxnSpPr>
          <p:spPr>
            <a:xfrm>
              <a:off x="11579614" y="9930436"/>
              <a:ext cx="8274" cy="236979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11" name="Straight Connector 452">
              <a:extLst>
                <a:ext uri="{FF2B5EF4-FFF2-40B4-BE49-F238E27FC236}">
                  <a16:creationId xmlns:a16="http://schemas.microsoft.com/office/drawing/2014/main" id="{78BC3AB7-E437-4657-8B61-1B84B30DB287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1074686" y="9944612"/>
              <a:ext cx="513202" cy="213645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13" name="Straight Connector 452">
              <a:extLst>
                <a:ext uri="{FF2B5EF4-FFF2-40B4-BE49-F238E27FC236}">
                  <a16:creationId xmlns:a16="http://schemas.microsoft.com/office/drawing/2014/main" id="{E9AB6DCD-B051-43E8-A26A-7C6F9018110B}"/>
                </a:ext>
              </a:extLst>
            </p:cNvPr>
            <p:cNvCxnSpPr>
              <a:cxnSpLocks/>
            </p:cNvCxnSpPr>
            <p:nvPr/>
          </p:nvCxnSpPr>
          <p:spPr>
            <a:xfrm>
              <a:off x="11565918" y="9578053"/>
              <a:ext cx="8274" cy="236979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15" name="Straight Connector 452">
              <a:extLst>
                <a:ext uri="{FF2B5EF4-FFF2-40B4-BE49-F238E27FC236}">
                  <a16:creationId xmlns:a16="http://schemas.microsoft.com/office/drawing/2014/main" id="{4779593C-5F54-4D16-B4EF-D3FBCDC115A5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1092508" y="9598118"/>
              <a:ext cx="479044" cy="175906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17" name="Straight Connector 452">
              <a:extLst>
                <a:ext uri="{FF2B5EF4-FFF2-40B4-BE49-F238E27FC236}">
                  <a16:creationId xmlns:a16="http://schemas.microsoft.com/office/drawing/2014/main" id="{81EBAD25-1954-4C92-9613-54505C88D8D0}"/>
                </a:ext>
              </a:extLst>
            </p:cNvPr>
            <p:cNvCxnSpPr>
              <a:cxnSpLocks/>
            </p:cNvCxnSpPr>
            <p:nvPr/>
          </p:nvCxnSpPr>
          <p:spPr>
            <a:xfrm>
              <a:off x="11093875" y="9410612"/>
              <a:ext cx="7331" cy="371755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18" name="Straight Connector 452">
              <a:extLst>
                <a:ext uri="{FF2B5EF4-FFF2-40B4-BE49-F238E27FC236}">
                  <a16:creationId xmlns:a16="http://schemas.microsoft.com/office/drawing/2014/main" id="{3A621479-CDF1-4058-8BB0-CB2CC4948AA5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1051549" y="9316544"/>
              <a:ext cx="285582" cy="100039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20" name="Straight Connector 452">
              <a:extLst>
                <a:ext uri="{FF2B5EF4-FFF2-40B4-BE49-F238E27FC236}">
                  <a16:creationId xmlns:a16="http://schemas.microsoft.com/office/drawing/2014/main" id="{4D4DFC68-8DDA-405E-942C-2087F1E98B70}"/>
                </a:ext>
              </a:extLst>
            </p:cNvPr>
            <p:cNvCxnSpPr>
              <a:cxnSpLocks/>
            </p:cNvCxnSpPr>
            <p:nvPr/>
          </p:nvCxnSpPr>
          <p:spPr>
            <a:xfrm>
              <a:off x="11357422" y="9327892"/>
              <a:ext cx="222879" cy="91555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22" name="Straight Connector 452">
              <a:extLst>
                <a:ext uri="{FF2B5EF4-FFF2-40B4-BE49-F238E27FC236}">
                  <a16:creationId xmlns:a16="http://schemas.microsoft.com/office/drawing/2014/main" id="{B4D88897-A1AC-4236-B4FA-0EB113C0EA83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1535479" y="9137085"/>
              <a:ext cx="285582" cy="100039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24" name="Straight Connector 452">
              <a:extLst>
                <a:ext uri="{FF2B5EF4-FFF2-40B4-BE49-F238E27FC236}">
                  <a16:creationId xmlns:a16="http://schemas.microsoft.com/office/drawing/2014/main" id="{2E3F8193-F4CB-47E0-BDE5-3C2D8798B7B0}"/>
                </a:ext>
              </a:extLst>
            </p:cNvPr>
            <p:cNvCxnSpPr>
              <a:cxnSpLocks/>
            </p:cNvCxnSpPr>
            <p:nvPr/>
          </p:nvCxnSpPr>
          <p:spPr>
            <a:xfrm>
              <a:off x="11562654" y="9209494"/>
              <a:ext cx="8274" cy="236979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26" name="Straight Connector 452">
              <a:extLst>
                <a:ext uri="{FF2B5EF4-FFF2-40B4-BE49-F238E27FC236}">
                  <a16:creationId xmlns:a16="http://schemas.microsoft.com/office/drawing/2014/main" id="{05EBDEB0-418A-4206-929A-59DADB25258A}"/>
                </a:ext>
              </a:extLst>
            </p:cNvPr>
            <p:cNvCxnSpPr>
              <a:cxnSpLocks/>
            </p:cNvCxnSpPr>
            <p:nvPr/>
          </p:nvCxnSpPr>
          <p:spPr>
            <a:xfrm>
              <a:off x="11818821" y="9112584"/>
              <a:ext cx="7501" cy="573487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28" name="Straight Connector 452">
              <a:extLst>
                <a:ext uri="{FF2B5EF4-FFF2-40B4-BE49-F238E27FC236}">
                  <a16:creationId xmlns:a16="http://schemas.microsoft.com/office/drawing/2014/main" id="{92D7DAF3-7553-4FDE-BC45-97CA7EB371D1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1785456" y="9595112"/>
              <a:ext cx="285582" cy="100039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30" name="Straight Connector 452">
              <a:extLst>
                <a:ext uri="{FF2B5EF4-FFF2-40B4-BE49-F238E27FC236}">
                  <a16:creationId xmlns:a16="http://schemas.microsoft.com/office/drawing/2014/main" id="{05F91788-8695-448A-BF00-CD5F7F702D65}"/>
                </a:ext>
              </a:extLst>
            </p:cNvPr>
            <p:cNvCxnSpPr>
              <a:cxnSpLocks/>
            </p:cNvCxnSpPr>
            <p:nvPr/>
          </p:nvCxnSpPr>
          <p:spPr>
            <a:xfrm>
              <a:off x="12046545" y="9029845"/>
              <a:ext cx="7501" cy="573487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31" name="Straight Connector 452">
              <a:extLst>
                <a:ext uri="{FF2B5EF4-FFF2-40B4-BE49-F238E27FC236}">
                  <a16:creationId xmlns:a16="http://schemas.microsoft.com/office/drawing/2014/main" id="{8D052219-803F-4B0E-8AE0-FDE1D991A79B}"/>
                </a:ext>
              </a:extLst>
            </p:cNvPr>
            <p:cNvCxnSpPr>
              <a:cxnSpLocks/>
            </p:cNvCxnSpPr>
            <p:nvPr/>
          </p:nvCxnSpPr>
          <p:spPr>
            <a:xfrm>
              <a:off x="12049895" y="9050203"/>
              <a:ext cx="222879" cy="91555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33" name="Straight Connector 452">
              <a:extLst>
                <a:ext uri="{FF2B5EF4-FFF2-40B4-BE49-F238E27FC236}">
                  <a16:creationId xmlns:a16="http://schemas.microsoft.com/office/drawing/2014/main" id="{EB5F52ED-15FE-4FB6-99A3-BDB1BEFD1F16}"/>
                </a:ext>
              </a:extLst>
            </p:cNvPr>
            <p:cNvCxnSpPr>
              <a:cxnSpLocks/>
            </p:cNvCxnSpPr>
            <p:nvPr/>
          </p:nvCxnSpPr>
          <p:spPr>
            <a:xfrm>
              <a:off x="12280008" y="8924476"/>
              <a:ext cx="8274" cy="236979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35" name="Straight Connector 452">
              <a:extLst>
                <a:ext uri="{FF2B5EF4-FFF2-40B4-BE49-F238E27FC236}">
                  <a16:creationId xmlns:a16="http://schemas.microsoft.com/office/drawing/2014/main" id="{0504E905-0E37-472A-AF49-E727ECD2A27F}"/>
                </a:ext>
              </a:extLst>
            </p:cNvPr>
            <p:cNvCxnSpPr>
              <a:cxnSpLocks/>
            </p:cNvCxnSpPr>
            <p:nvPr/>
          </p:nvCxnSpPr>
          <p:spPr>
            <a:xfrm>
              <a:off x="12036536" y="8857202"/>
              <a:ext cx="251746" cy="73012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37" name="Straight Connector 452">
              <a:extLst>
                <a:ext uri="{FF2B5EF4-FFF2-40B4-BE49-F238E27FC236}">
                  <a16:creationId xmlns:a16="http://schemas.microsoft.com/office/drawing/2014/main" id="{992C4437-BC03-4B28-9564-BFB6402AFB40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1798585" y="8861826"/>
              <a:ext cx="285582" cy="100039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39" name="Straight Connector 452">
              <a:extLst>
                <a:ext uri="{FF2B5EF4-FFF2-40B4-BE49-F238E27FC236}">
                  <a16:creationId xmlns:a16="http://schemas.microsoft.com/office/drawing/2014/main" id="{C5F3ADDB-8269-4CE2-8F18-4421857501CA}"/>
                </a:ext>
              </a:extLst>
            </p:cNvPr>
            <p:cNvCxnSpPr>
              <a:cxnSpLocks/>
            </p:cNvCxnSpPr>
            <p:nvPr/>
          </p:nvCxnSpPr>
          <p:spPr>
            <a:xfrm>
              <a:off x="11817230" y="8759943"/>
              <a:ext cx="8274" cy="236979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41" name="Straight Connector 452">
              <a:extLst>
                <a:ext uri="{FF2B5EF4-FFF2-40B4-BE49-F238E27FC236}">
                  <a16:creationId xmlns:a16="http://schemas.microsoft.com/office/drawing/2014/main" id="{FCEA9A3B-C084-4461-B8BD-AFD8B1EE260C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1336406" y="8779097"/>
              <a:ext cx="491219" cy="174383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45" name="Straight Connector 452">
              <a:extLst>
                <a:ext uri="{FF2B5EF4-FFF2-40B4-BE49-F238E27FC236}">
                  <a16:creationId xmlns:a16="http://schemas.microsoft.com/office/drawing/2014/main" id="{10160BCC-68A0-44BF-BF0B-3C16B94B1FD3}"/>
                </a:ext>
              </a:extLst>
            </p:cNvPr>
            <p:cNvCxnSpPr>
              <a:cxnSpLocks/>
            </p:cNvCxnSpPr>
            <p:nvPr/>
          </p:nvCxnSpPr>
          <p:spPr>
            <a:xfrm>
              <a:off x="11383416" y="8933719"/>
              <a:ext cx="222879" cy="91555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46" name="Straight Connector 452">
              <a:extLst>
                <a:ext uri="{FF2B5EF4-FFF2-40B4-BE49-F238E27FC236}">
                  <a16:creationId xmlns:a16="http://schemas.microsoft.com/office/drawing/2014/main" id="{0C389D6A-4A54-4999-A3CD-A3708B77B439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1080308" y="9012862"/>
              <a:ext cx="534411" cy="224262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48" name="Straight Connector 452">
              <a:extLst>
                <a:ext uri="{FF2B5EF4-FFF2-40B4-BE49-F238E27FC236}">
                  <a16:creationId xmlns:a16="http://schemas.microsoft.com/office/drawing/2014/main" id="{88560D08-D877-460F-9CA5-B599578EB89A}"/>
                </a:ext>
              </a:extLst>
            </p:cNvPr>
            <p:cNvCxnSpPr>
              <a:cxnSpLocks/>
            </p:cNvCxnSpPr>
            <p:nvPr/>
          </p:nvCxnSpPr>
          <p:spPr>
            <a:xfrm>
              <a:off x="2336955" y="9345084"/>
              <a:ext cx="686568" cy="250028"/>
            </a:xfrm>
            <a:prstGeom prst="line">
              <a:avLst/>
            </a:prstGeom>
            <a:ln w="38100">
              <a:solidFill>
                <a:srgbClr val="7030A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50" name="Straight Connector 452">
              <a:extLst>
                <a:ext uri="{FF2B5EF4-FFF2-40B4-BE49-F238E27FC236}">
                  <a16:creationId xmlns:a16="http://schemas.microsoft.com/office/drawing/2014/main" id="{4B50F4BF-0DF3-49E4-BBE9-181205AC25E8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726635" y="5555097"/>
              <a:ext cx="4057" cy="165740"/>
            </a:xfrm>
            <a:prstGeom prst="line">
              <a:avLst/>
            </a:prstGeom>
            <a:ln w="38100">
              <a:solidFill>
                <a:srgbClr val="7030A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52" name="Straight Connector 452">
              <a:extLst>
                <a:ext uri="{FF2B5EF4-FFF2-40B4-BE49-F238E27FC236}">
                  <a16:creationId xmlns:a16="http://schemas.microsoft.com/office/drawing/2014/main" id="{FF568FBE-BC93-4816-BD9B-37F6D75BB2F1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99774" y="5450071"/>
              <a:ext cx="232228" cy="83158"/>
            </a:xfrm>
            <a:prstGeom prst="line">
              <a:avLst/>
            </a:prstGeom>
            <a:ln w="38100">
              <a:solidFill>
                <a:srgbClr val="7030A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55" name="Straight Connector 452">
              <a:extLst>
                <a:ext uri="{FF2B5EF4-FFF2-40B4-BE49-F238E27FC236}">
                  <a16:creationId xmlns:a16="http://schemas.microsoft.com/office/drawing/2014/main" id="{3845DC89-B16B-4EE6-B11B-2E571CFFBD30}"/>
                </a:ext>
              </a:extLst>
            </p:cNvPr>
            <p:cNvCxnSpPr>
              <a:cxnSpLocks/>
            </p:cNvCxnSpPr>
            <p:nvPr/>
          </p:nvCxnSpPr>
          <p:spPr>
            <a:xfrm>
              <a:off x="1166253" y="5369117"/>
              <a:ext cx="5822" cy="173103"/>
            </a:xfrm>
            <a:prstGeom prst="line">
              <a:avLst/>
            </a:prstGeom>
            <a:ln w="38100">
              <a:solidFill>
                <a:srgbClr val="7030A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56" name="Straight Connector 452">
              <a:extLst>
                <a:ext uri="{FF2B5EF4-FFF2-40B4-BE49-F238E27FC236}">
                  <a16:creationId xmlns:a16="http://schemas.microsoft.com/office/drawing/2014/main" id="{C92C291D-4710-4567-A3CB-B27235684B19}"/>
                </a:ext>
              </a:extLst>
            </p:cNvPr>
            <p:cNvCxnSpPr>
              <a:cxnSpLocks/>
            </p:cNvCxnSpPr>
            <p:nvPr/>
          </p:nvCxnSpPr>
          <p:spPr>
            <a:xfrm>
              <a:off x="1156610" y="5548895"/>
              <a:ext cx="479916" cy="199160"/>
            </a:xfrm>
            <a:prstGeom prst="line">
              <a:avLst/>
            </a:prstGeom>
            <a:ln w="38100">
              <a:solidFill>
                <a:srgbClr val="7030A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59" name="Straight Connector 452">
              <a:extLst>
                <a:ext uri="{FF2B5EF4-FFF2-40B4-BE49-F238E27FC236}">
                  <a16:creationId xmlns:a16="http://schemas.microsoft.com/office/drawing/2014/main" id="{0AF8347B-664D-45DF-8064-30598221045E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2559781" y="8666298"/>
              <a:ext cx="5021" cy="780176"/>
            </a:xfrm>
            <a:prstGeom prst="line">
              <a:avLst/>
            </a:prstGeom>
            <a:ln w="38100">
              <a:solidFill>
                <a:srgbClr val="7030A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65" name="Straight Connector 452">
              <a:extLst>
                <a:ext uri="{FF2B5EF4-FFF2-40B4-BE49-F238E27FC236}">
                  <a16:creationId xmlns:a16="http://schemas.microsoft.com/office/drawing/2014/main" id="{792F387D-894C-4F85-9BD9-8E6CD250D58E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8705826" y="7374412"/>
              <a:ext cx="3678" cy="215857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657" name="Arrow: Down 656">
              <a:extLst>
                <a:ext uri="{FF2B5EF4-FFF2-40B4-BE49-F238E27FC236}">
                  <a16:creationId xmlns:a16="http://schemas.microsoft.com/office/drawing/2014/main" id="{1410F014-747A-4087-9FC8-E93882CBBDC3}"/>
                </a:ext>
              </a:extLst>
            </p:cNvPr>
            <p:cNvSpPr/>
            <p:nvPr/>
          </p:nvSpPr>
          <p:spPr>
            <a:xfrm rot="7056376">
              <a:off x="3430053" y="1574621"/>
              <a:ext cx="307929" cy="735349"/>
            </a:xfrm>
            <a:prstGeom prst="downArrow">
              <a:avLst>
                <a:gd name="adj1" fmla="val 50000"/>
                <a:gd name="adj2" fmla="val 121053"/>
              </a:avLst>
            </a:prstGeom>
            <a:solidFill>
              <a:srgbClr val="FFFF00"/>
            </a:solidFill>
          </p:spPr>
          <p:style>
            <a:lnRef idx="2">
              <a:schemeClr val="accent4">
                <a:shade val="50000"/>
              </a:schemeClr>
            </a:lnRef>
            <a:fillRef idx="1">
              <a:schemeClr val="accent4"/>
            </a:fillRef>
            <a:effectRef idx="0">
              <a:schemeClr val="accent4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772" name="Straight Connector 452">
              <a:extLst>
                <a:ext uri="{FF2B5EF4-FFF2-40B4-BE49-F238E27FC236}">
                  <a16:creationId xmlns:a16="http://schemas.microsoft.com/office/drawing/2014/main" id="{79141D05-BD00-4C2C-B1FB-8945D31620AF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2328309" y="4727483"/>
              <a:ext cx="271993" cy="89784"/>
            </a:xfrm>
            <a:prstGeom prst="line">
              <a:avLst/>
            </a:prstGeom>
            <a:ln w="38100">
              <a:solidFill>
                <a:srgbClr val="7030A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74" name="Straight Connector 452">
              <a:extLst>
                <a:ext uri="{FF2B5EF4-FFF2-40B4-BE49-F238E27FC236}">
                  <a16:creationId xmlns:a16="http://schemas.microsoft.com/office/drawing/2014/main" id="{EA6280C9-5483-4F9F-9232-0DFD5EC253D0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864550" y="7789230"/>
              <a:ext cx="446799" cy="157922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76" name="Straight Connector 452">
              <a:extLst>
                <a:ext uri="{FF2B5EF4-FFF2-40B4-BE49-F238E27FC236}">
                  <a16:creationId xmlns:a16="http://schemas.microsoft.com/office/drawing/2014/main" id="{81BB3687-9F93-4804-8452-1218A01BE040}"/>
                </a:ext>
              </a:extLst>
            </p:cNvPr>
            <p:cNvCxnSpPr>
              <a:cxnSpLocks/>
            </p:cNvCxnSpPr>
            <p:nvPr/>
          </p:nvCxnSpPr>
          <p:spPr>
            <a:xfrm>
              <a:off x="5640077" y="7507323"/>
              <a:ext cx="10083" cy="180429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79" name="Straight Connector 452">
              <a:extLst>
                <a:ext uri="{FF2B5EF4-FFF2-40B4-BE49-F238E27FC236}">
                  <a16:creationId xmlns:a16="http://schemas.microsoft.com/office/drawing/2014/main" id="{C45118B7-BC7B-4169-8E81-BD7A019E614E}"/>
                </a:ext>
              </a:extLst>
            </p:cNvPr>
            <p:cNvCxnSpPr>
              <a:cxnSpLocks/>
            </p:cNvCxnSpPr>
            <p:nvPr/>
          </p:nvCxnSpPr>
          <p:spPr>
            <a:xfrm>
              <a:off x="4719765" y="7123077"/>
              <a:ext cx="931834" cy="379787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81" name="Straight Connector 452">
              <a:extLst>
                <a:ext uri="{FF2B5EF4-FFF2-40B4-BE49-F238E27FC236}">
                  <a16:creationId xmlns:a16="http://schemas.microsoft.com/office/drawing/2014/main" id="{5102A2F0-BC70-4DE3-B398-3BDFECD98AFB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4466603" y="7107219"/>
              <a:ext cx="256963" cy="116126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82" name="Straight Connector 452">
              <a:extLst>
                <a:ext uri="{FF2B5EF4-FFF2-40B4-BE49-F238E27FC236}">
                  <a16:creationId xmlns:a16="http://schemas.microsoft.com/office/drawing/2014/main" id="{65411D52-04DD-4710-ABF2-B87EB602E881}"/>
                </a:ext>
              </a:extLst>
            </p:cNvPr>
            <p:cNvCxnSpPr>
              <a:cxnSpLocks/>
            </p:cNvCxnSpPr>
            <p:nvPr/>
          </p:nvCxnSpPr>
          <p:spPr>
            <a:xfrm>
              <a:off x="4479521" y="7031136"/>
              <a:ext cx="10083" cy="180429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83" name="Straight Connector 452">
              <a:extLst>
                <a:ext uri="{FF2B5EF4-FFF2-40B4-BE49-F238E27FC236}">
                  <a16:creationId xmlns:a16="http://schemas.microsoft.com/office/drawing/2014/main" id="{9F692687-8AC3-4175-858D-F950D31739A5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4222898" y="6942929"/>
              <a:ext cx="245489" cy="82099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85" name="Straight Connector 452">
              <a:extLst>
                <a:ext uri="{FF2B5EF4-FFF2-40B4-BE49-F238E27FC236}">
                  <a16:creationId xmlns:a16="http://schemas.microsoft.com/office/drawing/2014/main" id="{D16AF825-A8A8-481A-A75E-17B4AB87B7CA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3989370" y="6648604"/>
              <a:ext cx="238863" cy="276601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87" name="Straight Connector 452">
              <a:extLst>
                <a:ext uri="{FF2B5EF4-FFF2-40B4-BE49-F238E27FC236}">
                  <a16:creationId xmlns:a16="http://schemas.microsoft.com/office/drawing/2014/main" id="{898E3AE8-D454-45EF-AC45-FD0D7B5DF406}"/>
                </a:ext>
              </a:extLst>
            </p:cNvPr>
            <p:cNvCxnSpPr>
              <a:cxnSpLocks/>
            </p:cNvCxnSpPr>
            <p:nvPr/>
          </p:nvCxnSpPr>
          <p:spPr>
            <a:xfrm>
              <a:off x="3265360" y="6379993"/>
              <a:ext cx="728920" cy="297169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90" name="Straight Connector 452">
              <a:extLst>
                <a:ext uri="{FF2B5EF4-FFF2-40B4-BE49-F238E27FC236}">
                  <a16:creationId xmlns:a16="http://schemas.microsoft.com/office/drawing/2014/main" id="{38E10F27-ED95-4AB8-8C1D-68E3BE426897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2799425" y="6462889"/>
              <a:ext cx="238484" cy="77882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92" name="Straight Connector 452">
              <a:extLst>
                <a:ext uri="{FF2B5EF4-FFF2-40B4-BE49-F238E27FC236}">
                  <a16:creationId xmlns:a16="http://schemas.microsoft.com/office/drawing/2014/main" id="{C30AB127-8CB2-40F4-989C-F7AB9B6CB7A4}"/>
                </a:ext>
              </a:extLst>
            </p:cNvPr>
            <p:cNvCxnSpPr>
              <a:cxnSpLocks/>
            </p:cNvCxnSpPr>
            <p:nvPr/>
          </p:nvCxnSpPr>
          <p:spPr>
            <a:xfrm>
              <a:off x="5653311" y="7671275"/>
              <a:ext cx="205874" cy="275877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96" name="Straight Connector 452">
              <a:extLst>
                <a:ext uri="{FF2B5EF4-FFF2-40B4-BE49-F238E27FC236}">
                  <a16:creationId xmlns:a16="http://schemas.microsoft.com/office/drawing/2014/main" id="{92404775-0803-47BD-AABE-A2A595344DA9}"/>
                </a:ext>
              </a:extLst>
            </p:cNvPr>
            <p:cNvCxnSpPr>
              <a:cxnSpLocks/>
            </p:cNvCxnSpPr>
            <p:nvPr/>
          </p:nvCxnSpPr>
          <p:spPr>
            <a:xfrm>
              <a:off x="3279551" y="6383271"/>
              <a:ext cx="10083" cy="180429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97" name="Straight Connector 452">
              <a:extLst>
                <a:ext uri="{FF2B5EF4-FFF2-40B4-BE49-F238E27FC236}">
                  <a16:creationId xmlns:a16="http://schemas.microsoft.com/office/drawing/2014/main" id="{3CBAAC77-62F7-41DD-AEEB-6400C733E9B0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3042595" y="6480657"/>
              <a:ext cx="258707" cy="56870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03" name="Straight Connector 452">
              <a:extLst>
                <a:ext uri="{FF2B5EF4-FFF2-40B4-BE49-F238E27FC236}">
                  <a16:creationId xmlns:a16="http://schemas.microsoft.com/office/drawing/2014/main" id="{92D83638-9108-41BF-B137-97BD099C0837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8469600" y="7662964"/>
              <a:ext cx="7976" cy="200088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05" name="Straight Connector 452">
              <a:extLst>
                <a:ext uri="{FF2B5EF4-FFF2-40B4-BE49-F238E27FC236}">
                  <a16:creationId xmlns:a16="http://schemas.microsoft.com/office/drawing/2014/main" id="{09EE7483-0B4A-4101-80A5-2DD39C9CE696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8459877" y="7761740"/>
              <a:ext cx="262527" cy="84181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08" name="Straight Connector 452">
              <a:extLst>
                <a:ext uri="{FF2B5EF4-FFF2-40B4-BE49-F238E27FC236}">
                  <a16:creationId xmlns:a16="http://schemas.microsoft.com/office/drawing/2014/main" id="{EBF5B64D-EB1E-4E0D-ADD4-ED8162BBDD74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8218367" y="7664107"/>
              <a:ext cx="262527" cy="84181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10" name="Straight Connector 452">
              <a:extLst>
                <a:ext uri="{FF2B5EF4-FFF2-40B4-BE49-F238E27FC236}">
                  <a16:creationId xmlns:a16="http://schemas.microsoft.com/office/drawing/2014/main" id="{12B3D86B-2FA5-4A9B-BD64-0C949FFE2617}"/>
                </a:ext>
              </a:extLst>
            </p:cNvPr>
            <p:cNvCxnSpPr>
              <a:cxnSpLocks/>
            </p:cNvCxnSpPr>
            <p:nvPr/>
          </p:nvCxnSpPr>
          <p:spPr>
            <a:xfrm>
              <a:off x="3051284" y="3911974"/>
              <a:ext cx="223438" cy="79987"/>
            </a:xfrm>
            <a:prstGeom prst="line">
              <a:avLst/>
            </a:prstGeom>
            <a:ln w="38100">
              <a:solidFill>
                <a:srgbClr val="7030A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69" name="Straight Connector 452">
              <a:extLst>
                <a:ext uri="{FF2B5EF4-FFF2-40B4-BE49-F238E27FC236}">
                  <a16:creationId xmlns:a16="http://schemas.microsoft.com/office/drawing/2014/main" id="{F81A3FC3-D99C-4719-84D9-6220F7A4A53D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5391920" y="938693"/>
              <a:ext cx="228284" cy="80105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70" name="Straight Connector 452">
              <a:extLst>
                <a:ext uri="{FF2B5EF4-FFF2-40B4-BE49-F238E27FC236}">
                  <a16:creationId xmlns:a16="http://schemas.microsoft.com/office/drawing/2014/main" id="{5C0DAA5F-3CE4-45F4-B64F-0B023431F77E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5401601" y="953039"/>
              <a:ext cx="13779" cy="364397"/>
            </a:xfrm>
            <a:prstGeom prst="line">
              <a:avLst/>
            </a:prstGeom>
            <a:ln w="31750" cap="flat" cmpd="sng" algn="ctr">
              <a:solidFill>
                <a:srgbClr val="FF0000"/>
              </a:solidFill>
              <a:prstDash val="dash"/>
              <a:round/>
              <a:headEnd type="none" w="med" len="med"/>
              <a:tailEnd type="non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tx1"/>
            </a:fontRef>
          </p:style>
        </p:cxnSp>
        <p:cxnSp>
          <p:nvCxnSpPr>
            <p:cNvPr id="777" name="Straight Connector 452">
              <a:extLst>
                <a:ext uri="{FF2B5EF4-FFF2-40B4-BE49-F238E27FC236}">
                  <a16:creationId xmlns:a16="http://schemas.microsoft.com/office/drawing/2014/main" id="{3A96A3EB-DBAC-4BD2-A921-01190CE36A16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5170085" y="1321870"/>
              <a:ext cx="237292" cy="104467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89" name="Straight Connector 452">
              <a:extLst>
                <a:ext uri="{FF2B5EF4-FFF2-40B4-BE49-F238E27FC236}">
                  <a16:creationId xmlns:a16="http://schemas.microsoft.com/office/drawing/2014/main" id="{353675C8-F6EF-4E31-B087-A5077CAFE73D}"/>
                </a:ext>
              </a:extLst>
            </p:cNvPr>
            <p:cNvCxnSpPr>
              <a:cxnSpLocks/>
              <a:stCxn id="182" idx="3"/>
            </p:cNvCxnSpPr>
            <p:nvPr/>
          </p:nvCxnSpPr>
          <p:spPr>
            <a:xfrm flipH="1">
              <a:off x="5160311" y="1174254"/>
              <a:ext cx="34137" cy="210648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94" name="Straight Connector 452">
              <a:extLst>
                <a:ext uri="{FF2B5EF4-FFF2-40B4-BE49-F238E27FC236}">
                  <a16:creationId xmlns:a16="http://schemas.microsoft.com/office/drawing/2014/main" id="{766FA094-FA7B-4C4B-9D6B-EE5F9B4D1A5B}"/>
                </a:ext>
              </a:extLst>
            </p:cNvPr>
            <p:cNvCxnSpPr>
              <a:cxnSpLocks/>
            </p:cNvCxnSpPr>
            <p:nvPr/>
          </p:nvCxnSpPr>
          <p:spPr>
            <a:xfrm>
              <a:off x="8025090" y="6187118"/>
              <a:ext cx="227877" cy="76708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01" name="Straight Connector 452">
              <a:extLst>
                <a:ext uri="{FF2B5EF4-FFF2-40B4-BE49-F238E27FC236}">
                  <a16:creationId xmlns:a16="http://schemas.microsoft.com/office/drawing/2014/main" id="{31DA8D9A-F1C4-4317-A9DE-195E36A0B71D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8022967" y="6259151"/>
              <a:ext cx="210471" cy="147698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11" name="Straight Connector 452">
              <a:extLst>
                <a:ext uri="{FF2B5EF4-FFF2-40B4-BE49-F238E27FC236}">
                  <a16:creationId xmlns:a16="http://schemas.microsoft.com/office/drawing/2014/main" id="{F6505D6F-A630-459F-89A1-B80C8D9E02C3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601399" y="5973436"/>
              <a:ext cx="1" cy="581455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13" name="Straight Connector 452">
              <a:extLst>
                <a:ext uri="{FF2B5EF4-FFF2-40B4-BE49-F238E27FC236}">
                  <a16:creationId xmlns:a16="http://schemas.microsoft.com/office/drawing/2014/main" id="{3AFA0DEA-E5E0-4BA9-B55D-D048D55B23DD}"/>
                </a:ext>
              </a:extLst>
            </p:cNvPr>
            <p:cNvCxnSpPr>
              <a:cxnSpLocks/>
            </p:cNvCxnSpPr>
            <p:nvPr/>
          </p:nvCxnSpPr>
          <p:spPr>
            <a:xfrm>
              <a:off x="7334833" y="6290526"/>
              <a:ext cx="217046" cy="82490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15" name="Straight Connector 452">
              <a:extLst>
                <a:ext uri="{FF2B5EF4-FFF2-40B4-BE49-F238E27FC236}">
                  <a16:creationId xmlns:a16="http://schemas.microsoft.com/office/drawing/2014/main" id="{4AE2730C-0BC2-4600-B2DD-FD71B59B6AD5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7548058" y="6379994"/>
              <a:ext cx="1403" cy="201801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17" name="Straight Connector 452">
              <a:extLst>
                <a:ext uri="{FF2B5EF4-FFF2-40B4-BE49-F238E27FC236}">
                  <a16:creationId xmlns:a16="http://schemas.microsoft.com/office/drawing/2014/main" id="{697D13AC-6C2B-4993-B134-736582490D6A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7543802" y="6458590"/>
              <a:ext cx="257729" cy="106885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21" name="Straight Connector 452">
              <a:extLst>
                <a:ext uri="{FF2B5EF4-FFF2-40B4-BE49-F238E27FC236}">
                  <a16:creationId xmlns:a16="http://schemas.microsoft.com/office/drawing/2014/main" id="{C475D9F0-6AA7-4089-B346-584A15BBAA9F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7791826" y="6279963"/>
              <a:ext cx="4727" cy="174667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22" name="Straight Connector 452">
              <a:extLst>
                <a:ext uri="{FF2B5EF4-FFF2-40B4-BE49-F238E27FC236}">
                  <a16:creationId xmlns:a16="http://schemas.microsoft.com/office/drawing/2014/main" id="{C40E71DE-C60D-45AE-81E9-C454395F2FB3}"/>
                </a:ext>
              </a:extLst>
            </p:cNvPr>
            <p:cNvCxnSpPr>
              <a:cxnSpLocks/>
            </p:cNvCxnSpPr>
            <p:nvPr/>
          </p:nvCxnSpPr>
          <p:spPr>
            <a:xfrm>
              <a:off x="7328431" y="6090149"/>
              <a:ext cx="455449" cy="196451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25" name="Straight Connector 452">
              <a:extLst>
                <a:ext uri="{FF2B5EF4-FFF2-40B4-BE49-F238E27FC236}">
                  <a16:creationId xmlns:a16="http://schemas.microsoft.com/office/drawing/2014/main" id="{16E1AC59-2B8E-4B95-B04E-5FD185930834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828553" y="6081856"/>
              <a:ext cx="511755" cy="215770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27" name="Straight Connector 452">
              <a:extLst>
                <a:ext uri="{FF2B5EF4-FFF2-40B4-BE49-F238E27FC236}">
                  <a16:creationId xmlns:a16="http://schemas.microsoft.com/office/drawing/2014/main" id="{BBCA9BB5-3227-4D8B-BE56-8753DA959375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823556" y="6103402"/>
              <a:ext cx="7187" cy="181603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29" name="Straight Connector 452">
              <a:extLst>
                <a:ext uri="{FF2B5EF4-FFF2-40B4-BE49-F238E27FC236}">
                  <a16:creationId xmlns:a16="http://schemas.microsoft.com/office/drawing/2014/main" id="{A4406F63-24C6-422C-8833-3B4386BE3828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826912" y="5913597"/>
              <a:ext cx="468030" cy="208045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31" name="Straight Connector 452">
              <a:extLst>
                <a:ext uri="{FF2B5EF4-FFF2-40B4-BE49-F238E27FC236}">
                  <a16:creationId xmlns:a16="http://schemas.microsoft.com/office/drawing/2014/main" id="{C66587BA-B8B8-4F8F-BC1A-617F7EB46EA1}"/>
                </a:ext>
              </a:extLst>
            </p:cNvPr>
            <p:cNvCxnSpPr>
              <a:cxnSpLocks/>
            </p:cNvCxnSpPr>
            <p:nvPr/>
          </p:nvCxnSpPr>
          <p:spPr>
            <a:xfrm>
              <a:off x="7560620" y="5631865"/>
              <a:ext cx="465377" cy="182188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33" name="Straight Connector 452">
              <a:extLst>
                <a:ext uri="{FF2B5EF4-FFF2-40B4-BE49-F238E27FC236}">
                  <a16:creationId xmlns:a16="http://schemas.microsoft.com/office/drawing/2014/main" id="{8B9A8D1B-623A-41E8-A716-521E6380913B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8006906" y="5638407"/>
              <a:ext cx="16060" cy="147708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34" name="Straight Connector 452">
              <a:extLst>
                <a:ext uri="{FF2B5EF4-FFF2-40B4-BE49-F238E27FC236}">
                  <a16:creationId xmlns:a16="http://schemas.microsoft.com/office/drawing/2014/main" id="{9E72B218-AF80-4DB4-84E4-81D5D463558B}"/>
                </a:ext>
              </a:extLst>
            </p:cNvPr>
            <p:cNvCxnSpPr>
              <a:cxnSpLocks/>
            </p:cNvCxnSpPr>
            <p:nvPr/>
          </p:nvCxnSpPr>
          <p:spPr>
            <a:xfrm>
              <a:off x="6097840" y="5648329"/>
              <a:ext cx="287441" cy="98112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36" name="Straight Connector 452">
              <a:extLst>
                <a:ext uri="{FF2B5EF4-FFF2-40B4-BE49-F238E27FC236}">
                  <a16:creationId xmlns:a16="http://schemas.microsoft.com/office/drawing/2014/main" id="{F21074FF-6E78-40BE-8BFD-E13F1390C239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114499" y="5453941"/>
              <a:ext cx="1230" cy="192775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37" name="Straight Connector 452">
              <a:extLst>
                <a:ext uri="{FF2B5EF4-FFF2-40B4-BE49-F238E27FC236}">
                  <a16:creationId xmlns:a16="http://schemas.microsoft.com/office/drawing/2014/main" id="{D3F01362-529B-4E8D-A0A8-0E9C165D6EC0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120108" y="5270540"/>
              <a:ext cx="487681" cy="189645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655" name="TextBox 654">
              <a:extLst>
                <a:ext uri="{FF2B5EF4-FFF2-40B4-BE49-F238E27FC236}">
                  <a16:creationId xmlns:a16="http://schemas.microsoft.com/office/drawing/2014/main" id="{BDB7E855-456F-4449-8169-CFBBD4C7BD82}"/>
                </a:ext>
              </a:extLst>
            </p:cNvPr>
            <p:cNvSpPr txBox="1"/>
            <p:nvPr/>
          </p:nvSpPr>
          <p:spPr>
            <a:xfrm>
              <a:off x="8508924" y="7368662"/>
              <a:ext cx="535724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367</a:t>
              </a:r>
            </a:p>
          </p:txBody>
        </p:sp>
      </p:grpSp>
      <p:sp>
        <p:nvSpPr>
          <p:cNvPr id="839" name="TextBox 838">
            <a:extLst>
              <a:ext uri="{FF2B5EF4-FFF2-40B4-BE49-F238E27FC236}">
                <a16:creationId xmlns:a16="http://schemas.microsoft.com/office/drawing/2014/main" id="{66B793E0-D10F-4E47-A3B5-A4DCD79EC79F}"/>
              </a:ext>
            </a:extLst>
          </p:cNvPr>
          <p:cNvSpPr txBox="1"/>
          <p:nvPr/>
        </p:nvSpPr>
        <p:spPr>
          <a:xfrm>
            <a:off x="4922250" y="1267678"/>
            <a:ext cx="4187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46</a:t>
            </a:r>
          </a:p>
        </p:txBody>
      </p:sp>
      <p:cxnSp>
        <p:nvCxnSpPr>
          <p:cNvPr id="840" name="Straight Connector 452">
            <a:extLst>
              <a:ext uri="{FF2B5EF4-FFF2-40B4-BE49-F238E27FC236}">
                <a16:creationId xmlns:a16="http://schemas.microsoft.com/office/drawing/2014/main" id="{3DE30A59-6AE8-450B-B1F2-7FDD25123528}"/>
              </a:ext>
            </a:extLst>
          </p:cNvPr>
          <p:cNvCxnSpPr>
            <a:cxnSpLocks/>
          </p:cNvCxnSpPr>
          <p:nvPr/>
        </p:nvCxnSpPr>
        <p:spPr>
          <a:xfrm flipH="1">
            <a:off x="11347513" y="3139877"/>
            <a:ext cx="217277" cy="93314"/>
          </a:xfrm>
          <a:prstGeom prst="line">
            <a:avLst/>
          </a:prstGeom>
          <a:ln w="38100">
            <a:solidFill>
              <a:srgbClr val="FFFF00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42" name="Straight Connector 452">
            <a:extLst>
              <a:ext uri="{FF2B5EF4-FFF2-40B4-BE49-F238E27FC236}">
                <a16:creationId xmlns:a16="http://schemas.microsoft.com/office/drawing/2014/main" id="{7A750297-8E80-4C6E-B5D4-A3EB0C1DE956}"/>
              </a:ext>
            </a:extLst>
          </p:cNvPr>
          <p:cNvCxnSpPr>
            <a:cxnSpLocks/>
          </p:cNvCxnSpPr>
          <p:nvPr/>
        </p:nvCxnSpPr>
        <p:spPr>
          <a:xfrm flipV="1">
            <a:off x="11551900" y="2973635"/>
            <a:ext cx="1916" cy="194891"/>
          </a:xfrm>
          <a:prstGeom prst="line">
            <a:avLst/>
          </a:prstGeom>
          <a:ln w="38100">
            <a:solidFill>
              <a:srgbClr val="FFFF00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44" name="Straight Connector 452">
            <a:extLst>
              <a:ext uri="{FF2B5EF4-FFF2-40B4-BE49-F238E27FC236}">
                <a16:creationId xmlns:a16="http://schemas.microsoft.com/office/drawing/2014/main" id="{72824AE1-6731-4707-B7F4-A16C6BA306AD}"/>
              </a:ext>
            </a:extLst>
          </p:cNvPr>
          <p:cNvCxnSpPr>
            <a:cxnSpLocks/>
          </p:cNvCxnSpPr>
          <p:nvPr/>
        </p:nvCxnSpPr>
        <p:spPr>
          <a:xfrm>
            <a:off x="11326019" y="2860746"/>
            <a:ext cx="240630" cy="120382"/>
          </a:xfrm>
          <a:prstGeom prst="line">
            <a:avLst/>
          </a:prstGeom>
          <a:ln w="38100">
            <a:solidFill>
              <a:srgbClr val="FFFF00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46" name="Straight Connector 452">
            <a:extLst>
              <a:ext uri="{FF2B5EF4-FFF2-40B4-BE49-F238E27FC236}">
                <a16:creationId xmlns:a16="http://schemas.microsoft.com/office/drawing/2014/main" id="{F7652A49-5CE7-455A-AAB0-397F0BD76271}"/>
              </a:ext>
            </a:extLst>
          </p:cNvPr>
          <p:cNvCxnSpPr>
            <a:cxnSpLocks/>
          </p:cNvCxnSpPr>
          <p:nvPr/>
        </p:nvCxnSpPr>
        <p:spPr>
          <a:xfrm flipV="1">
            <a:off x="11108844" y="2954345"/>
            <a:ext cx="1916" cy="194891"/>
          </a:xfrm>
          <a:prstGeom prst="line">
            <a:avLst/>
          </a:prstGeom>
          <a:ln w="38100">
            <a:solidFill>
              <a:srgbClr val="FFFF00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47" name="Straight Connector 452">
            <a:extLst>
              <a:ext uri="{FF2B5EF4-FFF2-40B4-BE49-F238E27FC236}">
                <a16:creationId xmlns:a16="http://schemas.microsoft.com/office/drawing/2014/main" id="{8FF0F0A7-0607-4120-A415-7E0BE617004C}"/>
              </a:ext>
            </a:extLst>
          </p:cNvPr>
          <p:cNvCxnSpPr>
            <a:cxnSpLocks/>
          </p:cNvCxnSpPr>
          <p:nvPr/>
        </p:nvCxnSpPr>
        <p:spPr>
          <a:xfrm flipH="1">
            <a:off x="10852540" y="3149715"/>
            <a:ext cx="217277" cy="93314"/>
          </a:xfrm>
          <a:prstGeom prst="line">
            <a:avLst/>
          </a:prstGeom>
          <a:ln w="38100">
            <a:solidFill>
              <a:srgbClr val="FFFF00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49" name="Straight Connector 452">
            <a:extLst>
              <a:ext uri="{FF2B5EF4-FFF2-40B4-BE49-F238E27FC236}">
                <a16:creationId xmlns:a16="http://schemas.microsoft.com/office/drawing/2014/main" id="{1E141416-771E-42B5-8490-153E854206CE}"/>
              </a:ext>
            </a:extLst>
          </p:cNvPr>
          <p:cNvCxnSpPr>
            <a:cxnSpLocks/>
          </p:cNvCxnSpPr>
          <p:nvPr/>
        </p:nvCxnSpPr>
        <p:spPr>
          <a:xfrm flipV="1">
            <a:off x="10879808" y="3040330"/>
            <a:ext cx="1916" cy="194891"/>
          </a:xfrm>
          <a:prstGeom prst="line">
            <a:avLst/>
          </a:prstGeom>
          <a:ln w="38100">
            <a:solidFill>
              <a:srgbClr val="FFFF00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54" name="Arrow: Down 853">
            <a:extLst>
              <a:ext uri="{FF2B5EF4-FFF2-40B4-BE49-F238E27FC236}">
                <a16:creationId xmlns:a16="http://schemas.microsoft.com/office/drawing/2014/main" id="{C0F3834C-080B-48AC-BDE6-A752199A8CBE}"/>
              </a:ext>
            </a:extLst>
          </p:cNvPr>
          <p:cNvSpPr/>
          <p:nvPr/>
        </p:nvSpPr>
        <p:spPr>
          <a:xfrm rot="1589971">
            <a:off x="11077718" y="4704863"/>
            <a:ext cx="307929" cy="735349"/>
          </a:xfrm>
          <a:prstGeom prst="downArrow">
            <a:avLst>
              <a:gd name="adj1" fmla="val 50000"/>
              <a:gd name="adj2" fmla="val 121053"/>
            </a:avLst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856" name="Straight Connector 452">
            <a:extLst>
              <a:ext uri="{FF2B5EF4-FFF2-40B4-BE49-F238E27FC236}">
                <a16:creationId xmlns:a16="http://schemas.microsoft.com/office/drawing/2014/main" id="{26679945-A325-45F9-B1F2-212A9DE3BAAD}"/>
              </a:ext>
            </a:extLst>
          </p:cNvPr>
          <p:cNvCxnSpPr>
            <a:cxnSpLocks/>
          </p:cNvCxnSpPr>
          <p:nvPr/>
        </p:nvCxnSpPr>
        <p:spPr>
          <a:xfrm>
            <a:off x="925261" y="5273624"/>
            <a:ext cx="5822" cy="173103"/>
          </a:xfrm>
          <a:prstGeom prst="line">
            <a:avLst/>
          </a:prstGeom>
          <a:ln w="38100">
            <a:solidFill>
              <a:srgbClr val="7030A0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58" name="Straight Connector 452">
            <a:extLst>
              <a:ext uri="{FF2B5EF4-FFF2-40B4-BE49-F238E27FC236}">
                <a16:creationId xmlns:a16="http://schemas.microsoft.com/office/drawing/2014/main" id="{F4D73820-326F-48DD-9F9B-951E40C2D706}"/>
              </a:ext>
            </a:extLst>
          </p:cNvPr>
          <p:cNvCxnSpPr>
            <a:cxnSpLocks/>
          </p:cNvCxnSpPr>
          <p:nvPr/>
        </p:nvCxnSpPr>
        <p:spPr>
          <a:xfrm>
            <a:off x="934025" y="5279809"/>
            <a:ext cx="244915" cy="101107"/>
          </a:xfrm>
          <a:prstGeom prst="line">
            <a:avLst/>
          </a:prstGeom>
          <a:ln w="38100">
            <a:solidFill>
              <a:srgbClr val="7030A0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60" name="TextBox 759">
            <a:extLst>
              <a:ext uri="{FF2B5EF4-FFF2-40B4-BE49-F238E27FC236}">
                <a16:creationId xmlns:a16="http://schemas.microsoft.com/office/drawing/2014/main" id="{7C93E3D4-90E2-4AE9-A55E-3960C2E800AE}"/>
              </a:ext>
            </a:extLst>
          </p:cNvPr>
          <p:cNvSpPr txBox="1"/>
          <p:nvPr/>
        </p:nvSpPr>
        <p:spPr>
          <a:xfrm>
            <a:off x="2540381" y="6290040"/>
            <a:ext cx="5588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395</a:t>
            </a:r>
          </a:p>
        </p:txBody>
      </p:sp>
      <p:cxnSp>
        <p:nvCxnSpPr>
          <p:cNvPr id="762" name="Straight Connector 452">
            <a:extLst>
              <a:ext uri="{FF2B5EF4-FFF2-40B4-BE49-F238E27FC236}">
                <a16:creationId xmlns:a16="http://schemas.microsoft.com/office/drawing/2014/main" id="{A40ADDA3-871E-4020-A322-70D3131824A8}"/>
              </a:ext>
            </a:extLst>
          </p:cNvPr>
          <p:cNvCxnSpPr>
            <a:cxnSpLocks/>
          </p:cNvCxnSpPr>
          <p:nvPr/>
        </p:nvCxnSpPr>
        <p:spPr>
          <a:xfrm flipV="1">
            <a:off x="2087628" y="3400212"/>
            <a:ext cx="240680" cy="135836"/>
          </a:xfrm>
          <a:prstGeom prst="line">
            <a:avLst/>
          </a:prstGeom>
          <a:ln w="38100">
            <a:solidFill>
              <a:srgbClr val="7030A0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67" name="Straight Connector 452">
            <a:extLst>
              <a:ext uri="{FF2B5EF4-FFF2-40B4-BE49-F238E27FC236}">
                <a16:creationId xmlns:a16="http://schemas.microsoft.com/office/drawing/2014/main" id="{B09EC761-590B-46B1-A3CD-CBB75085C53D}"/>
              </a:ext>
            </a:extLst>
          </p:cNvPr>
          <p:cNvCxnSpPr>
            <a:cxnSpLocks/>
          </p:cNvCxnSpPr>
          <p:nvPr/>
        </p:nvCxnSpPr>
        <p:spPr>
          <a:xfrm flipV="1">
            <a:off x="2064907" y="3197490"/>
            <a:ext cx="240680" cy="135836"/>
          </a:xfrm>
          <a:prstGeom prst="line">
            <a:avLst/>
          </a:prstGeom>
          <a:ln w="38100">
            <a:solidFill>
              <a:srgbClr val="7030A0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59" name="Straight Connector 452">
            <a:extLst>
              <a:ext uri="{FF2B5EF4-FFF2-40B4-BE49-F238E27FC236}">
                <a16:creationId xmlns:a16="http://schemas.microsoft.com/office/drawing/2014/main" id="{DD700890-3F41-438E-8731-364E0F93843E}"/>
              </a:ext>
            </a:extLst>
          </p:cNvPr>
          <p:cNvCxnSpPr>
            <a:cxnSpLocks/>
          </p:cNvCxnSpPr>
          <p:nvPr/>
        </p:nvCxnSpPr>
        <p:spPr>
          <a:xfrm flipV="1">
            <a:off x="2308273" y="3221448"/>
            <a:ext cx="5272" cy="166210"/>
          </a:xfrm>
          <a:prstGeom prst="line">
            <a:avLst/>
          </a:prstGeom>
          <a:ln w="38100">
            <a:solidFill>
              <a:srgbClr val="7030A0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34082475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16075</TotalTime>
  <Words>557</Words>
  <Application>Microsoft Office PowerPoint</Application>
  <PresentationFormat>Custom</PresentationFormat>
  <Paragraphs>124</Paragraphs>
  <Slides>4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8" baseType="lpstr">
      <vt:lpstr>Arial</vt:lpstr>
      <vt:lpstr>Calibri</vt:lpstr>
      <vt:lpstr>Calibri Light</vt:lpstr>
      <vt:lpstr>Office Theme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Jiang, Ruoli</dc:creator>
  <cp:lastModifiedBy>Jiang, Ruoli</cp:lastModifiedBy>
  <cp:revision>364</cp:revision>
  <cp:lastPrinted>2021-06-19T15:20:22Z</cp:lastPrinted>
  <dcterms:created xsi:type="dcterms:W3CDTF">2021-03-25T22:26:05Z</dcterms:created>
  <dcterms:modified xsi:type="dcterms:W3CDTF">2021-08-29T23:34:21Z</dcterms:modified>
</cp:coreProperties>
</file>