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4"/>
  </p:notesMasterIdLst>
  <p:sldIdLst>
    <p:sldId id="257" r:id="rId2"/>
    <p:sldId id="259" r:id="rId3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0" autoAdjust="0"/>
    <p:restoredTop sz="96709" autoAdjust="0"/>
  </p:normalViewPr>
  <p:slideViewPr>
    <p:cSldViewPr snapToGrid="0">
      <p:cViewPr varScale="1">
        <p:scale>
          <a:sx n="58" d="100"/>
          <a:sy n="58" d="100"/>
        </p:scale>
        <p:origin x="30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52214" y="36279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0" name="Hexagon 2689">
              <a:extLst>
                <a:ext uri="{FF2B5EF4-FFF2-40B4-BE49-F238E27FC236}">
                  <a16:creationId xmlns:a16="http://schemas.microsoft.com/office/drawing/2014/main" id="{110AA44E-D969-49EA-AD0E-39146B5B517E}"/>
                </a:ext>
              </a:extLst>
            </p:cNvPr>
            <p:cNvSpPr/>
            <p:nvPr/>
          </p:nvSpPr>
          <p:spPr>
            <a:xfrm>
              <a:off x="5740821" y="9795767"/>
              <a:ext cx="3266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22834" y="98871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3" name="3">
            <a:extLst>
              <a:ext uri="{FF2B5EF4-FFF2-40B4-BE49-F238E27FC236}">
                <a16:creationId xmlns:a16="http://schemas.microsoft.com/office/drawing/2014/main" id="{4D0442B0-E72A-45B4-840A-DFED8DCE5330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48463" y="3144180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50626" y="3425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48463" y="32399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85396" y="35130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83233" y="33273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86063" y="3699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717120" y="36045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715709" y="3234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46819" y="3512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47486" y="36917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44222" y="3144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47270" y="33254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80804" y="3231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75770" y="3598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76437" y="37797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408143" y="36894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415698" y="3144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413984" y="3323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49070" y="32355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49737" y="34120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45710" y="3598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48758" y="37772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84819" y="3146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87867" y="33250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83840" y="35066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84507" y="368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87040" y="3869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124102" y="34208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122456" y="36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120742" y="3783731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58841" y="369727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51112" y="41494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51779" y="4325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50133" y="4512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55562" y="47007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60476" y="48866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424969" y="47884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422740" y="4971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87854" y="48782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90387" y="50618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57397" y="5159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57549" y="5345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89020" y="40528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88421" y="4428438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86775" y="4607633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94584" y="4793661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90235" y="5715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90387" y="58987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721706" y="54366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724239" y="56225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723248" y="5811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725781" y="5992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27064" y="61790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34359" y="6364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57657" y="55362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60190" y="5717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59199" y="59060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61732" y="6087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91032" y="5441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93521" y="5630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93673" y="58144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95063" y="59935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31075" y="5356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26465" y="5542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26573" y="572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29106" y="59098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30496" y="60937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30648" y="62796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36264" y="6467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37654" y="66512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40187" y="68347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97085" y="63755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99618" y="6563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200472" y="6749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209005" y="69354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206776" y="71213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64797" y="6464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64949" y="66505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70565" y="6838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71955" y="7022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72107" y="72080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35121" y="71079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71955" y="73963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72107" y="75822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39322" y="729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35950" y="7478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38483" y="76648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38331" y="7845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40864" y="8024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502342" y="81172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71179" y="7654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71027" y="7835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501806" y="77506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501654" y="79317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503964" y="7383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503812" y="75645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94703" y="5169444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904965" y="5357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68254" y="5450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61263" y="56318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900146" y="5726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97917" y="5910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95644" y="6099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93415" y="6280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66646" y="60052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64417" y="6193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64525" y="63800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67058" y="6561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68254" y="674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33045" y="5817685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28435" y="6003595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38880" y="6189388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71163" y="7662969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913975" y="77616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911573" y="7567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909812" y="73858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41311" y="7304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73282" y="72170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71521" y="7028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608722" y="7306490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609343" y="7120463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36191" y="7018254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52567" y="80370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45403" y="7851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41261" y="76635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41866" y="85810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45814" y="8400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46434" y="82139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77874" y="79445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81592" y="7753698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84594" y="7567671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82624" y="8127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617171" y="8038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615800" y="8227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71520" y="8679979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84972" y="8493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620574" y="85780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58496" y="83082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48951" y="8130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49571" y="7937241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52363" y="85019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91992" y="8032695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92013" y="87657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91992" y="85854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85469" y="83994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85880" y="8952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29914" y="8486947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30599" y="8305377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26406" y="8116652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27030" y="8670029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29587" y="8856534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324421" y="9043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78765" y="8760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71178" y="8579429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71178" y="83961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71178" y="8950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809494" y="88487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815547" y="8670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37935" y="8949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64670" y="9224942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72897" y="90365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510448" y="93216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510448" y="913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82896" y="94985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98899" y="9866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30127" y="9767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217023" y="9588574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67987" y="96822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64511" y="9491142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62319" y="9868632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48379" y="97655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48379" y="95787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46078" y="93929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46078" y="92071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78131" y="9677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73449" y="94893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73449" y="93035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111000" y="93938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111000" y="92080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112312" y="99541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112312" y="9773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116143" y="105023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116143" y="10317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113842" y="10134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85781" y="10596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85781" y="10412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29789" y="110560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120265" y="108739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56553" y="111525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47029" y="10783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89453" y="106933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86141" y="11248736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86140" y="11064246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79078" y="10876065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815420" y="10786757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44688" y="98585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44688" y="967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48519" y="104067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48519" y="102222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46218" y="100388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45205" y="93013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45205" y="91155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46735" y="9486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82310" y="1050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80009" y="97696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80009" y="95885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83840" y="10317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83840" y="101333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81539" y="9954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82056" y="93999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77716" y="9018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84859" y="88324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815089" y="9865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815089" y="96816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821301" y="10410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821301" y="102264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823762" y="100478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817136" y="9490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813311" y="9110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810930" y="8925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822501" y="87458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62800" y="105091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58038" y="103198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62880" y="10138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49233" y="9209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53995" y="9021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53064" y="9765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53064" y="95808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50763" y="9397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58423" y="88378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99474" y="104143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304317" y="10230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90894" y="9300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88513" y="9114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89963" y="98513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87582" y="96740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90043" y="9488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97703" y="8931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27255" y="9764311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27254" y="9576130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38229" y="10324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35848" y="1013283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28785" y="9951794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26921" y="9396986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524874" y="9213655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27255" y="9037379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41207" y="88487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77924" y="89451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75998" y="10231232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61456" y="9852254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63837" y="9670508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10010587" y="103176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10012968" y="101307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50281" y="10224417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308422" y="11887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306041" y="117007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313266" y="115149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50135" y="1198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45374" y="117948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47836" y="116090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45455" y="11415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92875" y="11883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80970" y="116963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86365" y="11321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86365" y="11149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10018678" y="117849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10013916" y="1160043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10011615" y="1141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10006853" y="112234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10021372" y="110594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46105" y="115045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43724" y="1131573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53186" y="111525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62190" y="120684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55047" y="11879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99403" y="121593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89879" y="11974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89959" y="11786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82816" y="11597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78993" y="11220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91903" y="110529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723506" y="118786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721125" y="116898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718946" y="115063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715182" y="11321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725685" y="11137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723506" y="10972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35331" y="122536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28188" y="120668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70163" y="12349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63020" y="121630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55193" y="115931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64644" y="11416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54713" y="112397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51957" y="11068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55730" y="108804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57494" y="11781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204051" y="12061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94527" y="118774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92348" y="116892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200748" y="11505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206307" y="113255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211114" y="122497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84181" y="10964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96733" y="107831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200851" y="10593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34513" y="1178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37286" y="116001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30873" y="1142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40875" y="112357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30873" y="110560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31053" y="10878270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46338" y="121538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39195" y="119670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423646" y="10685091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46338" y="105085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71329" y="118851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73533" y="11699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66977" y="1133327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67103" y="111495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60592" y="109683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82681" y="105968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73533" y="1041498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68648" y="103222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53876" y="101329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201970" y="102376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42264" y="101389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82558" y="102330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913827" y="103277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913827" y="1050718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905586" y="10692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902452" y="1087758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906016" y="1105318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910154" y="112423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97884" y="1143450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901448" y="1161010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905586" y="1179928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37698" y="113449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41262" y="115205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45400" y="117097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76938" y="112516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80502" y="114272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84640" y="1161640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85363" y="106994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88927" y="108750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93065" y="110642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45400" y="107853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48067" y="106031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81941" y="105095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621586" y="109646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624747" y="111572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097273" y="1494431"/>
            <a:ext cx="8839781" cy="7729049"/>
            <a:chOff x="3123583" y="3236146"/>
            <a:chExt cx="8839781" cy="7729049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23583" y="323614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9" name="5">
            <a:extLst>
              <a:ext uri="{FF2B5EF4-FFF2-40B4-BE49-F238E27FC236}">
                <a16:creationId xmlns:a16="http://schemas.microsoft.com/office/drawing/2014/main" id="{49FDC434-1C5E-47DD-8E56-5DE88727E84A}"/>
              </a:ext>
            </a:extLst>
          </p:cNvPr>
          <p:cNvGrpSpPr/>
          <p:nvPr/>
        </p:nvGrpSpPr>
        <p:grpSpPr>
          <a:xfrm>
            <a:off x="5010661" y="846336"/>
            <a:ext cx="7685354" cy="2960661"/>
            <a:chOff x="5010661" y="84633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68150" y="324198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77633" y="305168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68150" y="361669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68150" y="342638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25263" y="352154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3648" y="333123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3806" y="342575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79146" y="323482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3648" y="313904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2135" y="296641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2135" y="277610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2166" y="269084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57069" y="250053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2135" y="240838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77633" y="287031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28367" y="295558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3806" y="305168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1383" y="286664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28367" y="277450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75251" y="267697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2799" y="250053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68149" y="232995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27157" y="241817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28646" y="259429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2223" y="251366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3712" y="26897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69149" y="26083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0638" y="27845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3948" y="269432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35437" y="28704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1286" y="27858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702775" y="29619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55847" y="2705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57336" y="2881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2175" y="26067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3664" y="27828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0518" y="24247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2007" y="260086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3090" y="23338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34579" y="250997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59073" y="22490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0562" y="242518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1068" y="21593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2557" y="233542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4317" y="2058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45806" y="22344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85312" y="19702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86801" y="2146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2830" y="16134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4319" y="17896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2135" y="15217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3624" y="16979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1888" y="180071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3377" y="197683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69022" y="188298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0511" y="205910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697452" y="20690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698941" y="22451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2714" y="1976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56584" y="21521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3199" y="171199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697069" y="188811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25679" y="161671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29549" y="17928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1437" y="15345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65307" y="17107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399136" y="143861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3006" y="162202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39930" y="15222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3800" y="16983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56530" y="124398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0400" y="142010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25814" y="115941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29684" y="133553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86416" y="14306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89519" y="10565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37628" y="134451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3800" y="115804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1997" y="12519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3635" y="10586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58298" y="13442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64861" y="11530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1722" y="9626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19614" y="14351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16475" y="12448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89613" y="15303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86474" y="133997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1025" y="16039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57886" y="141361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27885" y="16919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24746" y="15015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84773" y="16039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1634" y="141361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75271" y="19694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2132" y="1779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44473" y="16979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1334" y="150753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09272" y="1609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06133" y="141882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2314" y="13226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4079" y="17828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1681" y="20545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37886" y="214503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1784" y="25113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87065" y="279243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3926" y="260206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36683" y="288469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3544" y="269432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1329" y="2519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38190" y="232931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799031" y="27935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795892" y="260319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0898" y="24266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797759" y="22362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34772" y="2805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36395" y="262074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1882" y="28953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098743" y="27050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0800" y="26120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57661" y="24217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4118" y="25169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0979" y="23265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37129" y="243636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3990" y="224599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75775" y="21469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2636" y="19566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38377" y="2058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35238" y="1867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095762" y="21486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2623" y="19582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47446" y="16899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4307" y="149962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3273" y="17757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0134" y="15853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3273" y="141224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0134" y="122187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59808" y="16828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56669" y="1492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59581" y="13232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56442" y="113288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16968" y="17707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3829" y="158037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3180" y="14037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0041" y="12133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26428" y="10399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3289" y="8495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89325" y="11381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86186" y="9477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0169" y="150296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77030" y="131259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2851" y="18602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79712" y="166986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24808" y="25191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1669" y="23287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89366" y="24304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86227" y="22400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3363" y="14142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0224" y="122387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39108" y="17701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35969" y="15797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3438" y="21466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0299" y="19562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1553" y="2524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48414" y="2334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3299" y="13213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0160" y="11309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66493" y="1415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3354" y="12246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07946" y="16985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04807" y="15082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17780" y="2054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14641" y="18636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0779" y="25191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67640" y="23287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3607" y="21469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0468" y="19566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3347" y="178062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0208" y="159025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2548" y="18788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29409" y="16884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196846" y="19709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3707" y="17805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65431" y="18761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2292" y="16857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24747" y="19661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1608" y="177575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36091" y="15045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2952" y="13141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199465" y="14077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196326" y="12174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2259" y="12238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09120" y="10335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56494" y="122778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3355" y="1037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3800" y="131925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0661" y="112888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17048" y="9401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2176" y="8470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0059" y="94264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1574" y="84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57469" y="94781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0972" y="10343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28664" y="112526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57469" y="13096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1943" y="15910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88247" y="168410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14874" y="224247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07399" y="26150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47532" y="27099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394694" y="26150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0608" y="270353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4368" y="27141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4453" y="28826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2000" y="204817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2070" y="223413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59827" y="93332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46284" y="13100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5549"/>
            <a:chOff x="984352" y="2233784"/>
            <a:chExt cx="10736162" cy="5885549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66510" y="794932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62251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55" name="Picture 54" descr="A picture containing plant, flower, poplar, goldenrod&#10;&#10;Description automatically generated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125" y="365477"/>
            <a:ext cx="13669796" cy="106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16F4CC-E3A8-43B9-9300-A66BC36D4635}"/>
              </a:ext>
            </a:extLst>
          </p:cNvPr>
          <p:cNvCxnSpPr>
            <a:cxnSpLocks/>
          </p:cNvCxnSpPr>
          <p:nvPr/>
        </p:nvCxnSpPr>
        <p:spPr>
          <a:xfrm flipH="1" flipV="1">
            <a:off x="418556" y="10068105"/>
            <a:ext cx="267244" cy="1045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CE669C-7332-4B7C-9C80-768ED903D3AE}"/>
              </a:ext>
            </a:extLst>
          </p:cNvPr>
          <p:cNvCxnSpPr>
            <a:cxnSpLocks/>
          </p:cNvCxnSpPr>
          <p:nvPr/>
        </p:nvCxnSpPr>
        <p:spPr>
          <a:xfrm>
            <a:off x="2085975" y="8496300"/>
            <a:ext cx="0" cy="95369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0DB343-E6F4-4058-A61A-88E6C624188C}"/>
              </a:ext>
            </a:extLst>
          </p:cNvPr>
          <p:cNvCxnSpPr>
            <a:cxnSpLocks/>
          </p:cNvCxnSpPr>
          <p:nvPr/>
        </p:nvCxnSpPr>
        <p:spPr>
          <a:xfrm flipV="1">
            <a:off x="3981447" y="7568013"/>
            <a:ext cx="952503" cy="40997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DDF5B2-3D32-426F-A642-D9CE06409207}"/>
              </a:ext>
            </a:extLst>
          </p:cNvPr>
          <p:cNvCxnSpPr>
            <a:cxnSpLocks/>
          </p:cNvCxnSpPr>
          <p:nvPr/>
        </p:nvCxnSpPr>
        <p:spPr>
          <a:xfrm flipH="1">
            <a:off x="685800" y="9601200"/>
            <a:ext cx="1400175" cy="57150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DE2332-8D18-4819-8B66-5E9AA2548002}"/>
              </a:ext>
            </a:extLst>
          </p:cNvPr>
          <p:cNvCxnSpPr>
            <a:cxnSpLocks/>
          </p:cNvCxnSpPr>
          <p:nvPr/>
        </p:nvCxnSpPr>
        <p:spPr>
          <a:xfrm flipV="1">
            <a:off x="2085975" y="9427152"/>
            <a:ext cx="0" cy="17404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40FDD3-2DCE-4291-A2EE-F42D77F96102}"/>
              </a:ext>
            </a:extLst>
          </p:cNvPr>
          <p:cNvCxnSpPr>
            <a:cxnSpLocks/>
          </p:cNvCxnSpPr>
          <p:nvPr/>
        </p:nvCxnSpPr>
        <p:spPr>
          <a:xfrm flipV="1">
            <a:off x="2085975" y="9229725"/>
            <a:ext cx="495300" cy="19742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832678-9B86-41CF-88F7-EE3C41F1FC02}"/>
              </a:ext>
            </a:extLst>
          </p:cNvPr>
          <p:cNvCxnSpPr>
            <a:cxnSpLocks/>
          </p:cNvCxnSpPr>
          <p:nvPr/>
        </p:nvCxnSpPr>
        <p:spPr>
          <a:xfrm flipH="1" flipV="1">
            <a:off x="2581275" y="9229725"/>
            <a:ext cx="242888" cy="98713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3F8041-A6C6-413C-8CFC-0D7250A4955C}"/>
              </a:ext>
            </a:extLst>
          </p:cNvPr>
          <p:cNvCxnSpPr>
            <a:cxnSpLocks/>
          </p:cNvCxnSpPr>
          <p:nvPr/>
        </p:nvCxnSpPr>
        <p:spPr>
          <a:xfrm flipH="1">
            <a:off x="2824164" y="8763000"/>
            <a:ext cx="1414461" cy="56543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272BF7-AA79-4933-BD13-BF12F5E626F6}"/>
              </a:ext>
            </a:extLst>
          </p:cNvPr>
          <p:cNvCxnSpPr>
            <a:cxnSpLocks/>
          </p:cNvCxnSpPr>
          <p:nvPr/>
        </p:nvCxnSpPr>
        <p:spPr>
          <a:xfrm>
            <a:off x="4238625" y="8577263"/>
            <a:ext cx="1" cy="18270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71291A-3073-4259-AC98-857A2C8394E8}"/>
              </a:ext>
            </a:extLst>
          </p:cNvPr>
          <p:cNvCxnSpPr>
            <a:cxnSpLocks/>
          </p:cNvCxnSpPr>
          <p:nvPr/>
        </p:nvCxnSpPr>
        <p:spPr>
          <a:xfrm>
            <a:off x="4000500" y="8484395"/>
            <a:ext cx="238125" cy="1032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4FA283-48A1-4BD1-BA03-2B81ECC47215}"/>
              </a:ext>
            </a:extLst>
          </p:cNvPr>
          <p:cNvCxnSpPr>
            <a:cxnSpLocks/>
          </p:cNvCxnSpPr>
          <p:nvPr/>
        </p:nvCxnSpPr>
        <p:spPr>
          <a:xfrm>
            <a:off x="3981448" y="7596188"/>
            <a:ext cx="0" cy="38180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E99D34-5BEA-4EEC-8D9C-18D5AC542331}"/>
              </a:ext>
            </a:extLst>
          </p:cNvPr>
          <p:cNvCxnSpPr>
            <a:cxnSpLocks/>
          </p:cNvCxnSpPr>
          <p:nvPr/>
        </p:nvCxnSpPr>
        <p:spPr>
          <a:xfrm>
            <a:off x="3738563" y="7505700"/>
            <a:ext cx="242884" cy="12462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D47611-3D27-4F86-8D6A-38B7BC514706}"/>
              </a:ext>
            </a:extLst>
          </p:cNvPr>
          <p:cNvCxnSpPr>
            <a:cxnSpLocks/>
          </p:cNvCxnSpPr>
          <p:nvPr/>
        </p:nvCxnSpPr>
        <p:spPr>
          <a:xfrm>
            <a:off x="4933950" y="7568014"/>
            <a:ext cx="1204913" cy="49013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955E51-4BEC-4D73-827D-19F9C4F6DA9C}"/>
              </a:ext>
            </a:extLst>
          </p:cNvPr>
          <p:cNvCxnSpPr>
            <a:cxnSpLocks/>
          </p:cNvCxnSpPr>
          <p:nvPr/>
        </p:nvCxnSpPr>
        <p:spPr>
          <a:xfrm flipH="1">
            <a:off x="6138863" y="7773001"/>
            <a:ext cx="669926" cy="28514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9A023B5-B386-4916-BB0B-3879987390F5}"/>
              </a:ext>
            </a:extLst>
          </p:cNvPr>
          <p:cNvCxnSpPr>
            <a:cxnSpLocks/>
          </p:cNvCxnSpPr>
          <p:nvPr/>
        </p:nvCxnSpPr>
        <p:spPr>
          <a:xfrm>
            <a:off x="3740941" y="7315200"/>
            <a:ext cx="0" cy="18898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7E3A576-EE24-4E14-B370-2891428443F2}"/>
              </a:ext>
            </a:extLst>
          </p:cNvPr>
          <p:cNvCxnSpPr>
            <a:cxnSpLocks/>
          </p:cNvCxnSpPr>
          <p:nvPr/>
        </p:nvCxnSpPr>
        <p:spPr>
          <a:xfrm>
            <a:off x="1847850" y="8427244"/>
            <a:ext cx="238125" cy="9445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Map&#10;&#10;Description automatically generated">
            <a:extLst>
              <a:ext uri="{FF2B5EF4-FFF2-40B4-BE49-F238E27FC236}">
                <a16:creationId xmlns:a16="http://schemas.microsoft.com/office/drawing/2014/main" id="{B6DF967B-B07F-4B33-8FC7-4C0CE8D5B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61366" y="38009"/>
            <a:ext cx="7934325" cy="6410325"/>
          </a:xfrm>
          <a:prstGeom prst="rect">
            <a:avLst/>
          </a:prstGeom>
        </p:spPr>
      </p:pic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0AEA2515-2881-43C8-88D2-B953BE7F8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23000" y="6915239"/>
            <a:ext cx="79343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8539</TotalTime>
  <Words>223</Words>
  <Application>Microsoft Office PowerPoint</Application>
  <PresentationFormat>Custom</PresentationFormat>
  <Paragraphs>60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131</cp:revision>
  <dcterms:created xsi:type="dcterms:W3CDTF">2021-03-25T22:26:05Z</dcterms:created>
  <dcterms:modified xsi:type="dcterms:W3CDTF">2021-06-18T05:47:05Z</dcterms:modified>
</cp:coreProperties>
</file>