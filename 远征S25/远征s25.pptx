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4A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04" autoAdjust="0"/>
    <p:restoredTop sz="94660"/>
  </p:normalViewPr>
  <p:slideViewPr>
    <p:cSldViewPr snapToGrid="0">
      <p:cViewPr>
        <p:scale>
          <a:sx n="200" d="100"/>
          <a:sy n="200" d="100"/>
        </p:scale>
        <p:origin x="-3498" y="-3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B8251-C75C-A912-53FF-11826C3E62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5B2D79-5AFC-27E7-6B2D-9041504E0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E7C5C-073C-E6B7-B84D-72C38021B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A1141-8986-4C00-E7BE-2649DF6AB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C77A-3C2E-9917-AE89-12C6D2A1F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610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BBB1-C578-8DB3-DF05-F783E1A41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788A2-7171-0D12-E4DC-5F19B8284F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2B13D-D01F-7384-5DFF-788361082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53725-BB75-993B-AFAE-28F31E55F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17F2C5-32AE-026F-240F-48F18607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556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2A0D2-FFD9-14F0-A119-B0799B73B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CF1682-BBD1-FD31-3ABC-2380859FD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58F49-BEC4-2331-83F4-FBEFBBD7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E6FAD-0569-5027-9496-3B9589FE8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0F4B7-6307-2E1D-CFFE-806D44E48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8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E7FCC-4BE2-0640-5CBA-159585E79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E014-2561-5851-9E0B-DD79FD0B07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F7CBF-8546-A311-F5B4-CAF34E90F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DEC43-D177-428F-AA8F-1A4475BB7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0921DD-9AF6-7B29-E9DD-A98F7CD86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EAAA8E-4EC2-D8DD-DF27-AF797A578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950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B13DC-57B9-B07D-73FF-39B9B83DB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770190-419E-7B8C-502E-EF3D923FE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F92F7-50BC-A3C5-EC9D-FDBA5F1E2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EB1841-B3B9-DCDF-A07A-A2445D7761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16EC1A-C407-A514-99CD-29B5F3B012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23F4F7-B193-5A9F-50EB-19F4E8127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B958D4-9A29-5B59-9D17-B739CC84F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FC37B-B9F3-1024-D3E7-7C39820B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7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1253-FAE9-60DB-52F0-47823A3F9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379C13-9D41-76DB-2BEC-3072053BA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2258F-15FD-3E9D-40B5-5E0B276DF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02621A-4FCB-8A6A-BD83-5107AEEAD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81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EF6803-3803-07E1-F6E7-1FEF42EB5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FF8F60-66A7-4F59-278B-F7613C41D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BD709-E120-5985-73F4-688E21649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429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81138-8D12-F759-731A-63C555DB7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C3B8C-1AA0-2757-DDAC-111DEC995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965161-0B05-3188-2A7F-1ABA8A9B3D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511D7-5188-B3F1-3A1D-CBB3587B7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C1A6EF-3A31-197E-8DC7-01954471B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674F7-AC86-835A-F320-234C6052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136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CD39-740A-395D-3286-3593820B7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26BC81-DA59-F7CE-A2B3-23AE055D50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67B037-F4BB-D87A-8399-4B2034DFB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F5249-2E03-3081-3C1E-55C167121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68A46-6CD4-6A8F-890D-EA15C1546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14823-EC1D-74E6-B296-59867E53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977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F7EDA-C81D-91F2-06B5-98B1E866C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2E919-FDC8-34AE-2849-28564A9691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4BBFF-20D4-CECE-05AC-0A7458A7A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64268-B415-A9A8-BE04-F7DDDEE55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13111-6DE0-5C83-FAB0-3A39FE23D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351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DF646-0EF5-0B71-D31F-F08FA2CFA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840922-6BF5-3C3D-5222-02F27FCC56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98B4A-2B1A-2C5D-CC52-9D1029CE3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FC897-EE3E-4C43-40AA-A4834D15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B1A48-E089-3C99-B98A-13087AB2C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430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D3928B-4293-3C6A-5888-A979F06F4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948ED-6EE5-B980-8F77-D600E7803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AB258-2D58-C27F-BC69-DFC623DD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E60274-F5C6-4B71-9FE7-50A51B77619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BF6CC-89EF-B611-9918-67A6C527C8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6D7D2-0F6A-9175-BD4F-0885EB026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49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17E40A-5CE9-E64B-DF5A-827C0D71D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" y="617112"/>
            <a:ext cx="12192000" cy="56237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194D6D-5699-DE91-749F-A0E980B3AA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0874" b="43681" l="39867" r="49648">
                        <a14:foregroundMark x1="40180" y1="31976" x2="40728" y2="33503"/>
                        <a14:foregroundMark x1="40571" y1="31722" x2="40258" y2="34097"/>
                        <a14:foregroundMark x1="40493" y1="31976" x2="40728" y2="32994"/>
                        <a14:foregroundMark x1="40571" y1="31976" x2="41354" y2="32316"/>
                        <a14:foregroundMark x1="40180" y1="32909" x2="41119" y2="33588"/>
                        <a14:foregroundMark x1="41706" y1="32400" x2="42371" y2="32570"/>
                        <a14:foregroundMark x1="42214" y1="31722" x2="42371" y2="34436"/>
                        <a14:foregroundMark x1="42645" y1="32146" x2="44053" y2="32146"/>
                        <a14:foregroundMark x1="42801" y1="33079" x2="44210" y2="33249"/>
                        <a14:foregroundMark x1="43153" y1="33673" x2="43779" y2="34012"/>
                        <a14:foregroundMark x1="43036" y1="31467" x2="45070" y2="32061"/>
                        <a14:foregroundMark x1="43545" y1="32994" x2="46127" y2="33757"/>
                        <a14:foregroundMark x1="43153" y1="33927" x2="45970" y2="34182"/>
                        <a14:foregroundMark x1="44053" y1="33927" x2="47535" y2="33927"/>
                        <a14:foregroundMark x1="45266" y1="32400" x2="47535" y2="32400"/>
                        <a14:foregroundMark x1="45814" y1="32909" x2="48239" y2="33164"/>
                        <a14:foregroundMark x1="46518" y1="31976" x2="49374" y2="31807"/>
                        <a14:foregroundMark x1="46714" y1="33418" x2="49374" y2="32994"/>
                        <a14:foregroundMark x1="46948" y1="34097" x2="49178" y2="34097"/>
                        <a14:foregroundMark x1="48083" y1="34266" x2="49687" y2="34266"/>
                        <a14:foregroundMark x1="40493" y1="33927" x2="43388" y2="33757"/>
                        <a14:foregroundMark x1="41119" y1="32146" x2="43466" y2="31807"/>
                        <a14:foregroundMark x1="41119" y1="31467" x2="42997" y2="31637"/>
                        <a14:foregroundMark x1="40102" y1="31467" x2="41236" y2="31807"/>
                        <a14:foregroundMark x1="40297" y1="31637" x2="40180" y2="34097"/>
                        <a14:foregroundMark x1="39867" y1="31807" x2="40297" y2="34266"/>
                        <a14:foregroundMark x1="40532" y1="34097" x2="42567" y2="34097"/>
                        <a14:foregroundMark x1="42488" y1="34606" x2="44405" y2="34606"/>
                        <a14:foregroundMark x1="43818" y1="34266" x2="46714" y2="34521"/>
                        <a14:foregroundMark x1="44992" y1="31637" x2="46674" y2="31807"/>
                        <a14:foregroundMark x1="46049" y1="31552" x2="48318" y2="31637"/>
                        <a14:foregroundMark x1="49296" y1="31552" x2="49687" y2="33673"/>
                        <a14:foregroundMark x1="49218" y1="31383" x2="48357" y2="31467"/>
                        <a14:foregroundMark x1="49296" y1="31637" x2="49648" y2="32655"/>
                        <a14:foregroundMark x1="49100" y1="31298" x2="49648" y2="31637"/>
                        <a14:foregroundMark x1="40376" y1="34351" x2="41315" y2="34690"/>
                        <a14:foregroundMark x1="47183" y1="43681" x2="47183" y2="43681"/>
                        <a14:foregroundMark x1="40023" y1="33757" x2="40141" y2="34521"/>
                        <a14:foregroundMark x1="40180" y1="32909" x2="39984" y2="34097"/>
                        <a14:foregroundMark x1="40493" y1="32740" x2="39867" y2="3384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910" t="30600" r="49986" b="63857"/>
          <a:stretch>
            <a:fillRect/>
          </a:stretch>
        </p:blipFill>
        <p:spPr>
          <a:xfrm>
            <a:off x="4987925" y="2439555"/>
            <a:ext cx="1231900" cy="31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592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E5C91A-7F89-4CA2-D960-709A9E5D2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945" y="-693420"/>
            <a:ext cx="7865269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42A00F-E17F-1E2F-A808-06032B772D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2" r="22937" b="15475"/>
          <a:stretch>
            <a:fillRect/>
          </a:stretch>
        </p:blipFill>
        <p:spPr>
          <a:xfrm>
            <a:off x="2165906" y="-1234440"/>
            <a:ext cx="9743837" cy="800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55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9971A5-9ECF-06EA-BD70-1640120C4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443" y="94734"/>
            <a:ext cx="8388040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7E76B9-E631-B289-CDF4-BE2C428E9177}"/>
              </a:ext>
            </a:extLst>
          </p:cNvPr>
          <p:cNvSpPr txBox="1"/>
          <p:nvPr/>
        </p:nvSpPr>
        <p:spPr>
          <a:xfrm>
            <a:off x="127000" y="947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laowu_left.json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19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06AE8-085D-510A-D10A-FCF834C74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171F19B-27AB-108D-ACE5-6095AF47CC48}"/>
              </a:ext>
            </a:extLst>
          </p:cNvPr>
          <p:cNvSpPr txBox="1"/>
          <p:nvPr/>
        </p:nvSpPr>
        <p:spPr>
          <a:xfrm>
            <a:off x="127000" y="947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laowu_right.json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86DF48-EB49-FCD3-1DC5-AB2A9425D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871" y="0"/>
            <a:ext cx="83562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117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4386</TotalTime>
  <Words>10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Roy Jiang</dc:creator>
  <cp:lastModifiedBy>Roy Jiang</cp:lastModifiedBy>
  <cp:revision>1</cp:revision>
  <dcterms:created xsi:type="dcterms:W3CDTF">2026-09-08T02:51:36Z</dcterms:created>
  <dcterms:modified xsi:type="dcterms:W3CDTF">2026-09-11T03:58:17Z</dcterms:modified>
</cp:coreProperties>
</file>