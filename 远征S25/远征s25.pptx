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10"/>
  </p:notesMasterIdLst>
  <p:sldIdLst>
    <p:sldId id="369" r:id="rId2"/>
    <p:sldId id="370" r:id="rId3"/>
    <p:sldId id="362" r:id="rId4"/>
    <p:sldId id="368" r:id="rId5"/>
    <p:sldId id="367" r:id="rId6"/>
    <p:sldId id="358" r:id="rId7"/>
    <p:sldId id="365" r:id="rId8"/>
    <p:sldId id="366" r:id="rId9"/>
  </p:sldIdLst>
  <p:sldSz cx="9936163" cy="7451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464352"/>
    <a:srgbClr val="FFFF00"/>
    <a:srgbClr val="4472C4"/>
    <a:srgbClr val="FFC000"/>
    <a:srgbClr val="FF99CC"/>
    <a:srgbClr val="D0CFD5"/>
    <a:srgbClr val="1E242D"/>
    <a:srgbClr val="0000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6" autoAdjust="0"/>
    <p:restoredTop sz="96723" autoAdjust="0"/>
  </p:normalViewPr>
  <p:slideViewPr>
    <p:cSldViewPr snapToGrid="0">
      <p:cViewPr>
        <p:scale>
          <a:sx n="100" d="100"/>
          <a:sy n="100" d="100"/>
        </p:scale>
        <p:origin x="1236" y="13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9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3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8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2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7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2001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6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212" y="1219531"/>
            <a:ext cx="8445739" cy="2594304"/>
          </a:xfrm>
        </p:spPr>
        <p:txBody>
          <a:bodyPr anchor="b"/>
          <a:lstStyle>
            <a:lvl1pPr algn="ctr"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2021" y="3913881"/>
            <a:ext cx="7452122" cy="1799108"/>
          </a:xfrm>
        </p:spPr>
        <p:txBody>
          <a:bodyPr/>
          <a:lstStyle>
            <a:lvl1pPr marL="0" indent="0" algn="ctr">
              <a:buNone/>
              <a:defRPr sz="2608"/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6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1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36" y="1857759"/>
            <a:ext cx="8569941" cy="3099710"/>
          </a:xfrm>
        </p:spPr>
        <p:txBody>
          <a:bodyPr anchor="b"/>
          <a:lstStyle>
            <a:lvl1pPr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936" y="4986793"/>
            <a:ext cx="8569941" cy="1630064"/>
          </a:xfrm>
        </p:spPr>
        <p:txBody>
          <a:bodyPr/>
          <a:lstStyle>
            <a:lvl1pPr marL="0" indent="0">
              <a:buNone/>
              <a:defRPr sz="2608">
                <a:solidFill>
                  <a:schemeClr val="tx1"/>
                </a:solidFill>
              </a:defRPr>
            </a:lvl1pPr>
            <a:lvl2pPr marL="49679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2pPr>
            <a:lvl3pPr marL="993587" indent="0">
              <a:buNone/>
              <a:defRPr sz="1956">
                <a:solidFill>
                  <a:schemeClr val="tx1">
                    <a:tint val="75000"/>
                  </a:schemeClr>
                </a:solidFill>
              </a:defRPr>
            </a:lvl3pPr>
            <a:lvl4pPr marL="149038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4pPr>
            <a:lvl5pPr marL="1987174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5pPr>
            <a:lvl6pPr marL="248396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6pPr>
            <a:lvl7pPr marL="298076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7pPr>
            <a:lvl8pPr marL="3477555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8pPr>
            <a:lvl9pPr marL="397434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111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0183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3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396737"/>
            <a:ext cx="8569941" cy="1440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406" y="1826708"/>
            <a:ext cx="4203462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406" y="2721949"/>
            <a:ext cx="4203462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183" y="1826708"/>
            <a:ext cx="4224163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183" y="2721949"/>
            <a:ext cx="4224163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163" y="1072912"/>
            <a:ext cx="5030183" cy="5295555"/>
          </a:xfrm>
        </p:spPr>
        <p:txBody>
          <a:bodyPr/>
          <a:lstStyle>
            <a:lvl1pPr>
              <a:defRPr sz="3477"/>
            </a:lvl1pPr>
            <a:lvl2pPr>
              <a:defRPr sz="3042"/>
            </a:lvl2pPr>
            <a:lvl3pPr>
              <a:defRPr sz="2608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1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4163" y="1072912"/>
            <a:ext cx="5030183" cy="5295555"/>
          </a:xfrm>
        </p:spPr>
        <p:txBody>
          <a:bodyPr anchor="t"/>
          <a:lstStyle>
            <a:lvl1pPr marL="0" indent="0">
              <a:buNone/>
              <a:defRPr sz="3477"/>
            </a:lvl1pPr>
            <a:lvl2pPr marL="496794" indent="0">
              <a:buNone/>
              <a:defRPr sz="3042"/>
            </a:lvl2pPr>
            <a:lvl3pPr marL="993587" indent="0">
              <a:buNone/>
              <a:defRPr sz="2608"/>
            </a:lvl3pPr>
            <a:lvl4pPr marL="1490381" indent="0">
              <a:buNone/>
              <a:defRPr sz="2173"/>
            </a:lvl4pPr>
            <a:lvl5pPr marL="1987174" indent="0">
              <a:buNone/>
              <a:defRPr sz="2173"/>
            </a:lvl5pPr>
            <a:lvl6pPr marL="2483968" indent="0">
              <a:buNone/>
              <a:defRPr sz="2173"/>
            </a:lvl6pPr>
            <a:lvl7pPr marL="2980761" indent="0">
              <a:buNone/>
              <a:defRPr sz="2173"/>
            </a:lvl7pPr>
            <a:lvl8pPr marL="3477555" indent="0">
              <a:buNone/>
              <a:defRPr sz="2173"/>
            </a:lvl8pPr>
            <a:lvl9pPr marL="3974348" indent="0">
              <a:buNone/>
              <a:defRPr sz="2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8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5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567" y="396736"/>
            <a:ext cx="2142485" cy="63149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3112" y="396736"/>
            <a:ext cx="6303253" cy="63149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9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111" y="396737"/>
            <a:ext cx="8569941" cy="1440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111" y="1983677"/>
            <a:ext cx="8569941" cy="472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111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1354" y="6906647"/>
            <a:ext cx="3353455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7415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8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93587" rtl="0" eaLnBrk="1" latinLnBrk="0" hangingPunct="1">
        <a:lnSpc>
          <a:spcPct val="90000"/>
        </a:lnSpc>
        <a:spcBef>
          <a:spcPct val="0"/>
        </a:spcBef>
        <a:buNone/>
        <a:defRPr sz="47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397" indent="-248397" algn="l" defTabSz="993587" rtl="0" eaLnBrk="1" latinLnBrk="0" hangingPunct="1">
        <a:lnSpc>
          <a:spcPct val="90000"/>
        </a:lnSpc>
        <a:spcBef>
          <a:spcPts val="1087"/>
        </a:spcBef>
        <a:buFont typeface="Arial" panose="020B0604020202020204" pitchFamily="34" charset="0"/>
        <a:buChar char="•"/>
        <a:defRPr sz="3042" kern="1200">
          <a:solidFill>
            <a:schemeClr val="tx1"/>
          </a:solidFill>
          <a:latin typeface="+mn-lt"/>
          <a:ea typeface="+mn-ea"/>
          <a:cs typeface="+mn-cs"/>
        </a:defRPr>
      </a:lvl1pPr>
      <a:lvl2pPr marL="745190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608" kern="1200">
          <a:solidFill>
            <a:schemeClr val="tx1"/>
          </a:solidFill>
          <a:latin typeface="+mn-lt"/>
          <a:ea typeface="+mn-ea"/>
          <a:cs typeface="+mn-cs"/>
        </a:defRPr>
      </a:lvl2pPr>
      <a:lvl3pPr marL="124198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738777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223557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73236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3229158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72595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4222745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1pPr>
      <a:lvl2pPr marL="49679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93587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3pPr>
      <a:lvl4pPr marL="149038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198717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48396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298076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477555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397434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ilibili.com/blackboard/help.html#/?qid=359&amp;pid=357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ilibili.com/blackboard/help.html#/?qid=359&amp;pid=357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hyperlink" Target="https://www.bilibili.com/blackboard/help.html#/?qid=359&amp;pid=357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CF934-A6E6-23A2-879C-B28B7DCB0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A5235F1-4838-2DE4-F684-255F2A547F2C}"/>
              </a:ext>
            </a:extLst>
          </p:cNvPr>
          <p:cNvGrpSpPr/>
          <p:nvPr/>
        </p:nvGrpSpPr>
        <p:grpSpPr>
          <a:xfrm>
            <a:off x="786656" y="984250"/>
            <a:ext cx="6168976" cy="6030364"/>
            <a:chOff x="5824474" y="-1434589"/>
            <a:chExt cx="6168976" cy="603036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7E1F9C2-1085-A59A-A9AC-0D6B0FCA28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9874" y="200468"/>
              <a:ext cx="0" cy="12533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FC2C08-49B8-BFFF-B479-C5090C6E608E}"/>
                </a:ext>
              </a:extLst>
            </p:cNvPr>
            <p:cNvCxnSpPr>
              <a:cxnSpLocks/>
            </p:cNvCxnSpPr>
            <p:nvPr/>
          </p:nvCxnSpPr>
          <p:spPr>
            <a:xfrm>
              <a:off x="6010163" y="765686"/>
              <a:ext cx="0" cy="13760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FF7040-B0AD-FE3A-20C1-E5E2E93C4611}"/>
                </a:ext>
              </a:extLst>
            </p:cNvPr>
            <p:cNvCxnSpPr>
              <a:cxnSpLocks/>
            </p:cNvCxnSpPr>
            <p:nvPr/>
          </p:nvCxnSpPr>
          <p:spPr>
            <a:xfrm>
              <a:off x="5849874" y="325802"/>
              <a:ext cx="156319" cy="6523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EBBBE37-D7C3-C305-3965-ACD6292047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9874" y="119574"/>
              <a:ext cx="165052" cy="80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603CA37-F0CD-7A5B-710F-EC7C91C5E3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8943" y="-509076"/>
              <a:ext cx="0" cy="628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944546F-470F-7C61-EAEA-408C3642F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8943" y="-589970"/>
              <a:ext cx="165052" cy="80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37DB753-4158-988A-281F-ED48DCCE6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0075" y="-837689"/>
              <a:ext cx="0" cy="2477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CCE8F12-F342-821B-7817-D29A57AC7A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5632" y="-918583"/>
              <a:ext cx="165052" cy="80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ACA7828-66F3-F7E0-25E8-41027196CF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7509" y="-1313939"/>
              <a:ext cx="0" cy="412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40C57E06-91CC-32E2-7ED1-E8DD3F24DE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51119" y="4537586"/>
              <a:ext cx="154780" cy="5818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CC5086A9-E8D9-976D-F132-AC57FF47B4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75700" y="4405275"/>
              <a:ext cx="340519" cy="1264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2371B383-0A76-9426-242E-17946E2806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75699" y="4267711"/>
              <a:ext cx="1" cy="1375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2E202FC7-2A19-C259-26E0-C441EB6D9C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5180" y="4141231"/>
              <a:ext cx="340519" cy="1264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AF3360D7-C244-742E-3ABD-A69A64975D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10602" y="4081974"/>
              <a:ext cx="340519" cy="1280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1ECFB1B2-E505-FE2A-C57E-C0818940EBAE}"/>
                </a:ext>
              </a:extLst>
            </p:cNvPr>
            <p:cNvCxnSpPr>
              <a:cxnSpLocks/>
            </p:cNvCxnSpPr>
            <p:nvPr/>
          </p:nvCxnSpPr>
          <p:spPr>
            <a:xfrm>
              <a:off x="9845959" y="3829561"/>
              <a:ext cx="792" cy="2524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AE90CDA8-C054-5E06-FB0D-1B25FC333F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3563" y="3172336"/>
              <a:ext cx="1466055" cy="586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24490FBA-BBEF-8F75-A7B1-49EAD8DEAF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51119" y="3696349"/>
              <a:ext cx="330989" cy="1379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B26ED9C7-AE1E-4632-18C1-8090CDBC29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78545" y="3691998"/>
              <a:ext cx="175018" cy="71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CEA22FF-DE54-F522-045F-C93730E871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0738" y="2270636"/>
              <a:ext cx="69850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6AB183A1-ED35-C3C7-2F25-D1F8EE58D309}"/>
                </a:ext>
              </a:extLst>
            </p:cNvPr>
            <p:cNvCxnSpPr>
              <a:cxnSpLocks/>
            </p:cNvCxnSpPr>
            <p:nvPr/>
          </p:nvCxnSpPr>
          <p:spPr>
            <a:xfrm>
              <a:off x="5824474" y="709977"/>
              <a:ext cx="181719" cy="7475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CC1EFDFC-AC77-AEDA-D209-C2203B334D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8393" y="641861"/>
              <a:ext cx="180975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E390B9A6-002D-DA0D-C3C3-343932E0575D}"/>
                </a:ext>
              </a:extLst>
            </p:cNvPr>
            <p:cNvCxnSpPr>
              <a:cxnSpLocks/>
            </p:cNvCxnSpPr>
            <p:nvPr/>
          </p:nvCxnSpPr>
          <p:spPr>
            <a:xfrm>
              <a:off x="6003813" y="381511"/>
              <a:ext cx="0" cy="27095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D4367208-C8B9-CA08-3343-67C8C93ADB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1682" y="-1375783"/>
              <a:ext cx="165052" cy="80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0975E997-6F4F-FA53-625F-A7554C10E7EC}"/>
                </a:ext>
              </a:extLst>
            </p:cNvPr>
            <p:cNvCxnSpPr>
              <a:cxnSpLocks/>
            </p:cNvCxnSpPr>
            <p:nvPr/>
          </p:nvCxnSpPr>
          <p:spPr>
            <a:xfrm>
              <a:off x="6338032" y="-1434589"/>
              <a:ext cx="160286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BA5E8D0-1DB2-64C9-F4BF-61A0AC3493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93449" y="3357002"/>
              <a:ext cx="1" cy="1375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292F7703-4432-41A9-F319-243EDC0D25A5}"/>
                </a:ext>
              </a:extLst>
            </p:cNvPr>
            <p:cNvCxnSpPr>
              <a:cxnSpLocks/>
            </p:cNvCxnSpPr>
            <p:nvPr/>
          </p:nvCxnSpPr>
          <p:spPr>
            <a:xfrm>
              <a:off x="11668805" y="2708786"/>
              <a:ext cx="0" cy="9286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74C09A45-61A9-3D5C-2E99-C45D6F653677}"/>
                </a:ext>
              </a:extLst>
            </p:cNvPr>
            <p:cNvCxnSpPr>
              <a:cxnSpLocks/>
            </p:cNvCxnSpPr>
            <p:nvPr/>
          </p:nvCxnSpPr>
          <p:spPr>
            <a:xfrm>
              <a:off x="11831525" y="2910399"/>
              <a:ext cx="0" cy="2619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E96EEE9-D115-F74F-FB82-45A76C98ABF9}"/>
              </a:ext>
            </a:extLst>
          </p:cNvPr>
          <p:cNvGrpSpPr/>
          <p:nvPr/>
        </p:nvGrpSpPr>
        <p:grpSpPr>
          <a:xfrm>
            <a:off x="577224" y="2681974"/>
            <a:ext cx="4718676" cy="4214682"/>
            <a:chOff x="1564541" y="1571291"/>
            <a:chExt cx="4718676" cy="421468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4A7A504-9DB4-AE44-2F02-6C7B7B1E47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3819" y="5709217"/>
              <a:ext cx="169398" cy="76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A5AB604-7E30-0EC3-B2F3-F9ADB74B1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4899" y="2529421"/>
              <a:ext cx="162906" cy="809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01A01AA-432A-1128-837A-DE814A5C50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7542" y="3573649"/>
              <a:ext cx="0" cy="40690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76F812B-5589-9C31-32F1-37A5EC87CD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8938" y="2845367"/>
              <a:ext cx="0" cy="2857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393E349-9017-FDA3-2546-5E44635A9E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5692" y="2600892"/>
              <a:ext cx="663246" cy="2547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C4CB1A3-AAF7-BBFF-5ADE-AB4123CB4C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1375" y="4096317"/>
              <a:ext cx="179717" cy="629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DB2A8E5-2E56-DCA9-1654-45F84B5C4DD6}"/>
                </a:ext>
              </a:extLst>
            </p:cNvPr>
            <p:cNvCxnSpPr>
              <a:cxnSpLocks/>
            </p:cNvCxnSpPr>
            <p:nvPr/>
          </p:nvCxnSpPr>
          <p:spPr>
            <a:xfrm>
              <a:off x="4622692" y="2210367"/>
              <a:ext cx="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85CB5047-9E2C-B883-4AED-B726E19C1C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0717" y="3318442"/>
              <a:ext cx="0" cy="12574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338427D8-E28F-F8EA-5E68-5CB8EACFBA94}"/>
                </a:ext>
              </a:extLst>
            </p:cNvPr>
            <p:cNvCxnSpPr>
              <a:cxnSpLocks/>
            </p:cNvCxnSpPr>
            <p:nvPr/>
          </p:nvCxnSpPr>
          <p:spPr>
            <a:xfrm>
              <a:off x="1564541" y="1571291"/>
              <a:ext cx="102226" cy="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00F8446B-67B2-2BCE-E721-10423F9BD3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6813" y="2261167"/>
              <a:ext cx="0" cy="263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A7390D7-D89C-902E-3190-39217AB3C099}"/>
              </a:ext>
            </a:extLst>
          </p:cNvPr>
          <p:cNvGrpSpPr/>
          <p:nvPr/>
        </p:nvGrpSpPr>
        <p:grpSpPr>
          <a:xfrm>
            <a:off x="1123205" y="924463"/>
            <a:ext cx="3677791" cy="5186374"/>
            <a:chOff x="2604284" y="-2125585"/>
            <a:chExt cx="3677791" cy="518637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98C6872-3095-AE92-03D0-484189895A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4459" y="2282742"/>
              <a:ext cx="511307" cy="20889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02C661D-8A03-15BD-3697-A131D8E037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5766" y="2491638"/>
              <a:ext cx="0" cy="1137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60810C-3F72-A09E-5CD7-3DE1D4F651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2075" y="2814971"/>
              <a:ext cx="0" cy="245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16681693-B74E-069B-76E9-C277B12583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548" y="2541127"/>
              <a:ext cx="666352" cy="2596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835E821-E1D5-8A54-F9F0-3007D73CD1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9003" y="2541127"/>
              <a:ext cx="333544" cy="1298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7B05AF6-0D07-8040-27BE-57DAC24056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0026" y="2338721"/>
              <a:ext cx="0" cy="152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8019800-7FE9-808F-5B2B-FBE36A5A6C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2883" y="2277602"/>
              <a:ext cx="181771" cy="7237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0D27305-6DE7-C021-65E2-DF054EF6F8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8502" y="2036302"/>
              <a:ext cx="0" cy="120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625E1E6-B6EB-45D8-EF1C-C2C5561A65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93398" y="1693402"/>
              <a:ext cx="816768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C8D02E5-DE3B-0246-AE99-43487B177A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8843" y="1576721"/>
              <a:ext cx="0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F1A12B2-E39E-7EA7-8936-C513D970EA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6255" y="788527"/>
              <a:ext cx="0" cy="786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84882CA-C7AD-40C4-962F-1F7E866279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4284" y="-2125585"/>
              <a:ext cx="41299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111DB50-CFE1-1C81-57F3-348BD5C85C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4116" y="2179662"/>
              <a:ext cx="0" cy="1137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B2502995-31B6-3335-8880-D52AF3C60F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749" y="2153054"/>
              <a:ext cx="336255" cy="12772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FE8E95A4-D61C-AB5D-C995-1B477D3F16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371" y="602789"/>
              <a:ext cx="0" cy="1190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9" name="TextBox 378">
            <a:extLst>
              <a:ext uri="{FF2B5EF4-FFF2-40B4-BE49-F238E27FC236}">
                <a16:creationId xmlns:a16="http://schemas.microsoft.com/office/drawing/2014/main" id="{428CE5F0-D4C6-E771-7024-A5D1FE878ADD}"/>
              </a:ext>
            </a:extLst>
          </p:cNvPr>
          <p:cNvSpPr txBox="1"/>
          <p:nvPr/>
        </p:nvSpPr>
        <p:spPr>
          <a:xfrm>
            <a:off x="721416" y="5406509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 </a:t>
            </a:r>
            <a:r>
              <a:rPr lang="zh-CN" altLang="en-US" dirty="0"/>
              <a:t>狗图</a:t>
            </a:r>
            <a:r>
              <a:rPr lang="en-US" altLang="zh-CN" dirty="0"/>
              <a:t>2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3C5D44-B60F-3FA9-B7B4-9EBFF9E0FA5A}"/>
              </a:ext>
            </a:extLst>
          </p:cNvPr>
          <p:cNvCxnSpPr>
            <a:cxnSpLocks/>
          </p:cNvCxnSpPr>
          <p:nvPr/>
        </p:nvCxnSpPr>
        <p:spPr>
          <a:xfrm flipV="1">
            <a:off x="-555183" y="-1646499"/>
            <a:ext cx="0" cy="10744722"/>
          </a:xfrm>
          <a:prstGeom prst="line">
            <a:avLst/>
          </a:prstGeom>
          <a:ln w="12700">
            <a:solidFill>
              <a:schemeClr val="accent3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8492176-E940-9E9A-F845-F16E5CF9E334}"/>
              </a:ext>
            </a:extLst>
          </p:cNvPr>
          <p:cNvGrpSpPr/>
          <p:nvPr/>
        </p:nvGrpSpPr>
        <p:grpSpPr>
          <a:xfrm>
            <a:off x="1290637" y="1237456"/>
            <a:ext cx="2338388" cy="2608263"/>
            <a:chOff x="1290637" y="1237456"/>
            <a:chExt cx="2338388" cy="2608263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4396DDF-0345-7A16-47A9-00406B707B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7468" y="3576638"/>
              <a:ext cx="501557" cy="2103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6A81D8E-A4AD-FF5D-2604-F40E8AEFE84E}"/>
                </a:ext>
              </a:extLst>
            </p:cNvPr>
            <p:cNvCxnSpPr>
              <a:cxnSpLocks/>
            </p:cNvCxnSpPr>
            <p:nvPr/>
          </p:nvCxnSpPr>
          <p:spPr>
            <a:xfrm>
              <a:off x="2632168" y="1237456"/>
              <a:ext cx="336457" cy="134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6236867-DC1E-8CFC-658B-9FEF6D20F9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8625" y="1249793"/>
              <a:ext cx="327532" cy="1218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DE3C90B0-9A72-35A3-A9B3-1BD6855D4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4975" y="1508125"/>
              <a:ext cx="152493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D051592-3B7C-E702-AC54-1D4CD58471C6}"/>
                </a:ext>
              </a:extLst>
            </p:cNvPr>
            <p:cNvCxnSpPr>
              <a:cxnSpLocks/>
            </p:cNvCxnSpPr>
            <p:nvPr/>
          </p:nvCxnSpPr>
          <p:spPr>
            <a:xfrm>
              <a:off x="3127929" y="1581132"/>
              <a:ext cx="336457" cy="134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A8B621F-C782-ACEC-52E3-A60DE3EEF0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7450" y="1500256"/>
              <a:ext cx="537772" cy="2047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458E3DD-96E3-44DD-31E7-D0C0C187F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800" y="1689566"/>
              <a:ext cx="0" cy="3964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CAB4739E-7BA7-CD3D-9C82-4356A555FF0F}"/>
                </a:ext>
              </a:extLst>
            </p:cNvPr>
            <p:cNvCxnSpPr>
              <a:cxnSpLocks/>
            </p:cNvCxnSpPr>
            <p:nvPr/>
          </p:nvCxnSpPr>
          <p:spPr>
            <a:xfrm>
              <a:off x="2457450" y="2085975"/>
              <a:ext cx="336457" cy="134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D5513EE-7917-BD02-271A-DDB6D09409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9556" y="2227728"/>
              <a:ext cx="0" cy="129652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AED6DC6-715A-2985-82D6-13424935B4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6044" y="3520281"/>
              <a:ext cx="160244" cy="563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48233A2-4DF5-A67E-E03F-18F070210F73}"/>
                </a:ext>
              </a:extLst>
            </p:cNvPr>
            <p:cNvCxnSpPr>
              <a:cxnSpLocks/>
            </p:cNvCxnSpPr>
            <p:nvPr/>
          </p:nvCxnSpPr>
          <p:spPr>
            <a:xfrm>
              <a:off x="2629601" y="3579019"/>
              <a:ext cx="0" cy="1389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00AADBA-88B4-C5EF-C883-0C18738A87A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288" y="3588544"/>
              <a:ext cx="334075" cy="1222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C9A5D1-B2A0-BB9B-F9D2-6A0AFDEEDFEB}"/>
                </a:ext>
              </a:extLst>
            </p:cNvPr>
            <p:cNvCxnSpPr>
              <a:cxnSpLocks/>
            </p:cNvCxnSpPr>
            <p:nvPr/>
          </p:nvCxnSpPr>
          <p:spPr>
            <a:xfrm>
              <a:off x="2298607" y="3462337"/>
              <a:ext cx="0" cy="1389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228DD2D-64F0-D77C-7D06-B6DB28A17C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3144" y="3376613"/>
              <a:ext cx="17621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6ADA2C0-0BFF-F478-2697-6CC8811F97DE}"/>
                </a:ext>
              </a:extLst>
            </p:cNvPr>
            <p:cNvCxnSpPr>
              <a:cxnSpLocks/>
            </p:cNvCxnSpPr>
            <p:nvPr/>
          </p:nvCxnSpPr>
          <p:spPr>
            <a:xfrm>
              <a:off x="2474820" y="3124200"/>
              <a:ext cx="0" cy="2532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FB7FA40-4151-BD8D-BE70-4AEE24A277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0763" y="3114676"/>
              <a:ext cx="17621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35D6269-5FAA-A8AC-68F5-EA4AA5AA920A}"/>
                </a:ext>
              </a:extLst>
            </p:cNvPr>
            <p:cNvCxnSpPr>
              <a:cxnSpLocks/>
            </p:cNvCxnSpPr>
            <p:nvPr/>
          </p:nvCxnSpPr>
          <p:spPr>
            <a:xfrm>
              <a:off x="2140744" y="3136106"/>
              <a:ext cx="165007" cy="62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21BCBBD-3BBA-7636-A794-D0CEDBC75E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2150" y="3126583"/>
              <a:ext cx="17621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E0AD098-8990-01D5-E4ED-74289B2FD78F}"/>
                </a:ext>
              </a:extLst>
            </p:cNvPr>
            <p:cNvCxnSpPr>
              <a:cxnSpLocks/>
            </p:cNvCxnSpPr>
            <p:nvPr/>
          </p:nvCxnSpPr>
          <p:spPr>
            <a:xfrm>
              <a:off x="1814513" y="3138487"/>
              <a:ext cx="165007" cy="62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4406B73-BDC0-C460-8712-2FC8C24E41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6850" y="3136107"/>
              <a:ext cx="343601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E803E98-3366-A029-6309-90751D9D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467551" y="2993231"/>
              <a:ext cx="0" cy="3913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8A99BA62-1268-B26C-8964-DC2EDFA90B98}"/>
                </a:ext>
              </a:extLst>
            </p:cNvPr>
            <p:cNvCxnSpPr>
              <a:cxnSpLocks/>
            </p:cNvCxnSpPr>
            <p:nvPr/>
          </p:nvCxnSpPr>
          <p:spPr>
            <a:xfrm>
              <a:off x="1304926" y="2943225"/>
              <a:ext cx="165007" cy="62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97F09C4-8211-D527-7D77-C63D7733D018}"/>
                </a:ext>
              </a:extLst>
            </p:cNvPr>
            <p:cNvCxnSpPr>
              <a:cxnSpLocks/>
            </p:cNvCxnSpPr>
            <p:nvPr/>
          </p:nvCxnSpPr>
          <p:spPr>
            <a:xfrm>
              <a:off x="1308008" y="2559843"/>
              <a:ext cx="0" cy="3913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3410CCA-0822-0995-1295-445BB0D788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0637" y="2216944"/>
              <a:ext cx="842963" cy="3333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1CC7918-5B28-FDF6-EC4F-DE776E09D323}"/>
                </a:ext>
              </a:extLst>
            </p:cNvPr>
            <p:cNvCxnSpPr>
              <a:cxnSpLocks/>
            </p:cNvCxnSpPr>
            <p:nvPr/>
          </p:nvCxnSpPr>
          <p:spPr>
            <a:xfrm>
              <a:off x="1974056" y="2155031"/>
              <a:ext cx="334077" cy="1317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E533ADAC-B453-1449-A9F0-40CA09F6D797}"/>
                </a:ext>
              </a:extLst>
            </p:cNvPr>
            <p:cNvCxnSpPr>
              <a:cxnSpLocks/>
            </p:cNvCxnSpPr>
            <p:nvPr/>
          </p:nvCxnSpPr>
          <p:spPr>
            <a:xfrm>
              <a:off x="1974757" y="2026444"/>
              <a:ext cx="0" cy="12937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FCDD687A-DB61-D0DE-9E1D-D060DB09655C}"/>
                </a:ext>
              </a:extLst>
            </p:cNvPr>
            <p:cNvCxnSpPr>
              <a:cxnSpLocks/>
            </p:cNvCxnSpPr>
            <p:nvPr/>
          </p:nvCxnSpPr>
          <p:spPr>
            <a:xfrm>
              <a:off x="1650206" y="1905000"/>
              <a:ext cx="334077" cy="1317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68AAC56F-025B-62AD-E233-61209791B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0682" y="1754981"/>
              <a:ext cx="333374" cy="1404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6706CC2B-C199-568F-340B-394442CD4B75}"/>
                </a:ext>
              </a:extLst>
            </p:cNvPr>
            <p:cNvCxnSpPr>
              <a:cxnSpLocks/>
            </p:cNvCxnSpPr>
            <p:nvPr/>
          </p:nvCxnSpPr>
          <p:spPr>
            <a:xfrm>
              <a:off x="1967613" y="1633537"/>
              <a:ext cx="0" cy="12937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53F11396-15DF-105B-EC93-56912F8B64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2319" y="3779044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A04E1EB-7394-6CA4-7587-50B9E8B3C9C4}"/>
              </a:ext>
            </a:extLst>
          </p:cNvPr>
          <p:cNvGrpSpPr/>
          <p:nvPr/>
        </p:nvGrpSpPr>
        <p:grpSpPr>
          <a:xfrm>
            <a:off x="6624638" y="805657"/>
            <a:ext cx="2669381" cy="5239543"/>
            <a:chOff x="6624638" y="805657"/>
            <a:chExt cx="2669381" cy="5239543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B1B87E47-1829-2C64-89C7-4581BED4ED87}"/>
                </a:ext>
              </a:extLst>
            </p:cNvPr>
            <p:cNvCxnSpPr>
              <a:cxnSpLocks/>
            </p:cNvCxnSpPr>
            <p:nvPr/>
          </p:nvCxnSpPr>
          <p:spPr>
            <a:xfrm>
              <a:off x="7127077" y="5216525"/>
              <a:ext cx="0" cy="50449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EA2A395-DDA1-6BDE-AAEE-0819F398E1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59600" y="5721021"/>
              <a:ext cx="167477" cy="548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BB7D92F-34E7-9671-368F-2C222EF672C2}"/>
                </a:ext>
              </a:extLst>
            </p:cNvPr>
            <p:cNvCxnSpPr>
              <a:cxnSpLocks/>
            </p:cNvCxnSpPr>
            <p:nvPr/>
          </p:nvCxnSpPr>
          <p:spPr>
            <a:xfrm>
              <a:off x="7289002" y="4613275"/>
              <a:ext cx="0" cy="273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E52658D-134E-176C-C420-7C9470CEA5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2975" y="4482211"/>
              <a:ext cx="337263" cy="1342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A233DFB8-73FA-06FE-EC93-C6D2BAD1F4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4288" y="4489277"/>
              <a:ext cx="148701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8B26F260-D0A6-AF8A-25C6-B011BC2C3313}"/>
                </a:ext>
              </a:extLst>
            </p:cNvPr>
            <p:cNvCxnSpPr>
              <a:cxnSpLocks/>
            </p:cNvCxnSpPr>
            <p:nvPr/>
          </p:nvCxnSpPr>
          <p:spPr>
            <a:xfrm>
              <a:off x="7794894" y="4562011"/>
              <a:ext cx="2377" cy="24464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F786768-B007-A5F8-D1F8-6657DD1F29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7481" y="4492625"/>
              <a:ext cx="0" cy="12527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4A0E3A-09B4-B47B-1D91-CAC24C468B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50200" y="4495800"/>
              <a:ext cx="326233" cy="1218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A3BE4A0-8381-C51F-AE61-091E4C31C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7732" y="4298156"/>
              <a:ext cx="0" cy="24496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D916AA3-E7A6-F0AF-3627-003DC4D4DD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308" y="4232566"/>
              <a:ext cx="159548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8A15FF9-8605-D1F2-E1C3-4A9579E329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70690" y="3522667"/>
              <a:ext cx="148701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8E28C5E-81AB-2764-2552-83ADD50D3E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19391" y="3529733"/>
              <a:ext cx="159548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4D3645-90F0-55AD-4652-DEB2E4EC20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6608" y="3386767"/>
              <a:ext cx="0" cy="145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0A2BEE-0720-9DCB-D31E-A8790D3B1E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2989" y="3324225"/>
              <a:ext cx="177530" cy="716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5ABC77-9D0A-06AC-2F0B-8CF21ADD67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8058" y="3189124"/>
              <a:ext cx="0" cy="145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FAB689F-B5B1-08D3-C8A3-662AB0A5F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4439" y="3059906"/>
              <a:ext cx="337074" cy="1359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F48DF4-5D5A-914E-A4F7-5AB03F292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815" y="2927186"/>
              <a:ext cx="0" cy="145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484428-81B5-AD8D-0F4B-F768B56145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2577" y="2743200"/>
              <a:ext cx="496617" cy="1930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2D16231-B03C-EA72-CBB4-606223D2D8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3878" y="2603336"/>
              <a:ext cx="0" cy="145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866C339-ED3A-594E-3DF0-7E0007481A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639" y="2400300"/>
              <a:ext cx="501380" cy="2145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68E4889-4F21-8338-7D4E-7B3EEA008E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1558" y="2152650"/>
              <a:ext cx="0" cy="253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8674295-5941-FD91-670C-207F5C0AF5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8639" y="805657"/>
              <a:ext cx="0" cy="1238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9C56775-090C-81FC-EBAF-C0BA1A4BC8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0400" y="1110456"/>
              <a:ext cx="330200" cy="1404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8AE4038-A980-B811-48D4-579336A21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24014" y="992982"/>
              <a:ext cx="0" cy="1238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BBBC935-7922-8173-815E-8991018D7E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6412" y="1363662"/>
              <a:ext cx="169069" cy="78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541B8E9-5237-7ACC-2C5A-0E0CE1AE71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2226" y="1238251"/>
              <a:ext cx="0" cy="1238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B6974C1-9814-8AFD-7D66-70AD77C95F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951" y="1443038"/>
              <a:ext cx="0" cy="1238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84D66A24-74C8-25C6-25AA-0F376D78A6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28062" y="915987"/>
              <a:ext cx="169069" cy="78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1B33597D-7BCE-DDC4-F0CE-1BE2E2003B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5400" y="1570037"/>
              <a:ext cx="481806" cy="195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98765B0-5553-03D6-AE62-97CF0F762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4638" y="5921046"/>
              <a:ext cx="334164" cy="12415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681DA81E-62F9-0468-6B91-E3F28A061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4638" y="4879975"/>
              <a:ext cx="655637" cy="2635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32800EDC-5BBE-D6E7-A9D4-8864D8BB3D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2438" y="5210175"/>
              <a:ext cx="336550" cy="11799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0D8F044C-F6C1-BE5D-F902-4AF193E9C115}"/>
              </a:ext>
            </a:extLst>
          </p:cNvPr>
          <p:cNvGrpSpPr/>
          <p:nvPr/>
        </p:nvGrpSpPr>
        <p:grpSpPr>
          <a:xfrm>
            <a:off x="3797924" y="3311547"/>
            <a:ext cx="1505749" cy="277312"/>
            <a:chOff x="3797924" y="3311547"/>
            <a:chExt cx="1505749" cy="277312"/>
          </a:xfrm>
        </p:grpSpPr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813B2FA2-1CAF-37A8-748B-BFD0FE8A69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7924" y="3319463"/>
              <a:ext cx="174001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87FA7E1A-642A-C2FE-98AC-67582863E15F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3324225"/>
              <a:ext cx="655116" cy="26463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85A623D6-2641-1CF1-03F6-C605C7F868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348" y="3311547"/>
              <a:ext cx="678325" cy="270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2E9640B3-29A9-5EEB-6FFD-30BCC31F691C}"/>
              </a:ext>
            </a:extLst>
          </p:cNvPr>
          <p:cNvCxnSpPr>
            <a:cxnSpLocks/>
          </p:cNvCxnSpPr>
          <p:nvPr/>
        </p:nvCxnSpPr>
        <p:spPr>
          <a:xfrm flipH="1">
            <a:off x="1596696" y="4368627"/>
            <a:ext cx="69850" cy="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9828158-4FDE-D4B3-2052-FABF91F3B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111" y="192397"/>
            <a:ext cx="556870" cy="441755"/>
          </a:xfrm>
          <a:prstGeom prst="rect">
            <a:avLst/>
          </a:prstGeom>
        </p:spPr>
      </p:pic>
      <p:grpSp>
        <p:nvGrpSpPr>
          <p:cNvPr id="458" name="Group 457">
            <a:extLst>
              <a:ext uri="{FF2B5EF4-FFF2-40B4-BE49-F238E27FC236}">
                <a16:creationId xmlns:a16="http://schemas.microsoft.com/office/drawing/2014/main" id="{654B05B3-8F6B-600A-28A3-671177D640BA}"/>
              </a:ext>
            </a:extLst>
          </p:cNvPr>
          <p:cNvGrpSpPr/>
          <p:nvPr/>
        </p:nvGrpSpPr>
        <p:grpSpPr>
          <a:xfrm>
            <a:off x="3289300" y="661988"/>
            <a:ext cx="5330825" cy="6384925"/>
            <a:chOff x="3289300" y="661988"/>
            <a:chExt cx="5330825" cy="6384925"/>
          </a:xfrm>
        </p:grpSpPr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707EAF89-BCD6-B719-99B1-25F3822A4A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2098" y="2613025"/>
              <a:ext cx="1508752" cy="58839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41F4CEA9-5F97-CB95-1AB6-A73CC0397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2098" y="3201422"/>
              <a:ext cx="0" cy="1016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1CD7C57F-7FC0-AC67-051A-041D3F2E2A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1000" y="2092325"/>
              <a:ext cx="1336675" cy="517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816CDAFD-FE58-856C-1A0A-99724C753F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0373" y="2093347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172A8DDB-DE89-FC3C-77B2-AD48393F9E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6066" y="2281466"/>
              <a:ext cx="0" cy="14502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8F25009E-7EDE-DF1C-093C-E47315A6A7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5425" y="2202656"/>
              <a:ext cx="161925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69EF5ABC-5CE0-40E5-5A0F-DE530CE46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9688" y="2412206"/>
              <a:ext cx="185737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DE0E0BED-08FD-EBB2-B478-D69742558B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0538" y="2602706"/>
              <a:ext cx="833437" cy="3286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41D8D65D-E357-461C-E0A0-6F5BE4483E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9025" y="2667536"/>
              <a:ext cx="674688" cy="26616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A02917FB-C960-6A96-1473-007DDCE5C4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6997" y="2483871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A46C14C5-7174-E7F7-65A3-668663375A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44900" y="2022475"/>
              <a:ext cx="167481" cy="682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A984DA52-906D-1611-DDA1-AB5BBACB2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5194" y="2022475"/>
              <a:ext cx="183356" cy="70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BA41BB46-3927-6932-00A7-B75974933A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07391" y="2019301"/>
              <a:ext cx="162884" cy="698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D3B03A89-A742-1032-9448-168D759A09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9300" y="1755775"/>
              <a:ext cx="682625" cy="260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0D1D7A7-3748-FBA3-7897-A0B8299AE6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8156" y="1755775"/>
              <a:ext cx="346869" cy="1524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5D3D9AF-B2B9-4834-C8C1-20AEFEB728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9314" y="1494064"/>
              <a:ext cx="0" cy="26488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5E1AE77-76E1-666C-1DC7-96A8F057EC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60081" y="1445419"/>
              <a:ext cx="171451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27C758C-F449-15CB-2755-6EB2EEFAF9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2463" y="1312069"/>
              <a:ext cx="330993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3A746BE-891B-8555-6D24-994451E7A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8382" y="1186883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BC467FAC-2BA2-35E2-60D0-FA756CEC5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2584" y="1107281"/>
              <a:ext cx="165497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A60F475F-7050-396F-C3AD-59AA79EAEE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081" y="989239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8DE4504-86E6-1374-2023-F1128175FE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96630" y="935832"/>
              <a:ext cx="171451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4302E74-F6B4-598B-DE25-34F58AC44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250" y="661988"/>
              <a:ext cx="0" cy="28416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13AC60B-B920-B330-E4FB-CC4C693EB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96630" y="666750"/>
              <a:ext cx="171451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439B15EB-3087-213F-BE95-9293AE206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874" y="734446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6951582-53F8-2980-EFB1-ED91664413C2}"/>
                </a:ext>
              </a:extLst>
            </p:cNvPr>
            <p:cNvCxnSpPr>
              <a:cxnSpLocks/>
            </p:cNvCxnSpPr>
            <p:nvPr/>
          </p:nvCxnSpPr>
          <p:spPr>
            <a:xfrm>
              <a:off x="4968081" y="864394"/>
              <a:ext cx="169069" cy="627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BD9A1CF-639E-D00B-CB07-B4796A12E8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7026" y="6823075"/>
              <a:ext cx="0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5894D6DF-3B37-7C8B-1A10-1EB46F0435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47025" y="6946900"/>
              <a:ext cx="175101" cy="889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A174340D-9135-FF2E-9C0B-50328EE7F3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93831" y="6762750"/>
              <a:ext cx="160020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7A902687-E08F-4B66-07C3-4849230254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6625" y="6492875"/>
              <a:ext cx="161925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849905AB-88F3-F8CF-9795-C351E2A0D9C4}"/>
                </a:ext>
              </a:extLst>
            </p:cNvPr>
            <p:cNvCxnSpPr>
              <a:cxnSpLocks/>
            </p:cNvCxnSpPr>
            <p:nvPr/>
          </p:nvCxnSpPr>
          <p:spPr>
            <a:xfrm>
              <a:off x="3962400" y="1755775"/>
              <a:ext cx="336550" cy="152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A011C1B9-758D-0D04-4266-AC62F6FD64F9}"/>
                </a:ext>
              </a:extLst>
            </p:cNvPr>
            <p:cNvCxnSpPr>
              <a:cxnSpLocks/>
            </p:cNvCxnSpPr>
            <p:nvPr/>
          </p:nvCxnSpPr>
          <p:spPr>
            <a:xfrm>
              <a:off x="3955256" y="1485900"/>
              <a:ext cx="176213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53BF0383-B8BC-8B4E-738B-D54BFFEC78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635" y="1562326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872085E8-B6A2-5CD9-ED9A-39AC4957CC1E}"/>
                </a:ext>
              </a:extLst>
            </p:cNvPr>
            <p:cNvCxnSpPr>
              <a:cxnSpLocks/>
            </p:cNvCxnSpPr>
            <p:nvPr/>
          </p:nvCxnSpPr>
          <p:spPr>
            <a:xfrm>
              <a:off x="4129087" y="1685925"/>
              <a:ext cx="176213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5809F223-B2D3-9A26-5850-7B296D0C93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0799" y="921771"/>
              <a:ext cx="0" cy="25615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14D3E68-76DF-4C6A-48EB-501999473E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081" y="1180306"/>
              <a:ext cx="165497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36BB26A-2DC1-DFB5-70C4-A2F05FBCA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081" y="1243239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FAC4DF0-092F-BE0E-6108-722D947D4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2584" y="1364456"/>
              <a:ext cx="165497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B9FA891-8B9D-1FD9-99B5-483C0CA1F5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2981" y="1440089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4EAD578-3D69-099D-689F-DBBF88DF01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4109" y="1701006"/>
              <a:ext cx="165497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E24F0F3-6C9C-A46D-AF78-52AA55EFE5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6535" y="1368651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DD26FF3-2FE4-0866-8A2A-C38DEB7F46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5101" y="6642100"/>
              <a:ext cx="0" cy="1039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365FBE2D-C1D7-CDEF-E3D9-337DD621E2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5375" y="6492875"/>
              <a:ext cx="362426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5D97A1A-7A59-79AD-E28D-227BB1FB22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4700" y="6499225"/>
              <a:ext cx="175101" cy="539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886D49A0-D543-88FF-BF39-B38363C65F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53250" y="6496050"/>
              <a:ext cx="187325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3B1FBA7A-47B6-F1D0-69DE-CA65BB40AB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94500" y="6511925"/>
              <a:ext cx="175101" cy="539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CEC6C00-A48E-9136-3D22-49E0D9ABDF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7575" y="2663964"/>
              <a:ext cx="173831" cy="8161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CCD2998-1CBC-4EF1-1EDB-D1D24EF79D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7266" y="2610079"/>
              <a:ext cx="0" cy="14502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7CBE31E-9E5C-2D86-98C0-7363A4258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9481" y="2471738"/>
              <a:ext cx="328613" cy="1476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A801580B-B86F-1052-4E6C-EF4BF5A9BA03}"/>
                </a:ext>
              </a:extLst>
            </p:cNvPr>
            <p:cNvCxnSpPr>
              <a:cxnSpLocks/>
            </p:cNvCxnSpPr>
            <p:nvPr/>
          </p:nvCxnSpPr>
          <p:spPr>
            <a:xfrm>
              <a:off x="3644106" y="2415381"/>
              <a:ext cx="156369" cy="611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BC14DF75-C039-7916-37C1-8396D61D8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6644" y="2340769"/>
              <a:ext cx="185737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3AC4BED7-BB25-7FEC-0682-98770A49A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0166" y="2088356"/>
              <a:ext cx="0" cy="25955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7F09B459-89D9-CF3B-50FB-0A6ED25D24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8951" y="6757988"/>
              <a:ext cx="0" cy="2889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32EBE63B-1927-038C-A591-0307F88CEA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53375" y="6691313"/>
              <a:ext cx="173514" cy="754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A7CB65F6-3BBE-D64F-37C4-648803459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3850" y="6629400"/>
              <a:ext cx="187325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F67B604C-F84E-E7E2-A79D-AB14E04B3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9270" y="6372225"/>
              <a:ext cx="0" cy="261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E67D4798-B9B2-1A99-8A91-5D7DD9D9A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0063" y="6167438"/>
              <a:ext cx="500062" cy="2079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EC30185D-AA8D-1F76-36DD-C825BCC7B3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6294" y="6091238"/>
              <a:ext cx="173514" cy="754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2DD94171-346E-E37A-E43D-769BB7AD53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0994" y="6096000"/>
              <a:ext cx="492125" cy="207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75D3876B-B6BF-F0D4-7DAB-48D8BA88A7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7820" y="6291263"/>
              <a:ext cx="0" cy="261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7D9620CF-5147-79E9-9B20-0AE69BFF94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58075" y="6391275"/>
              <a:ext cx="494983" cy="1658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13FA8F9-13F6-98C1-A5A4-DA5C7CEC0D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5694" y="6305550"/>
              <a:ext cx="165576" cy="785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981DAA2-BDD5-ECE8-EE03-F74C86BC54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29525" y="6305550"/>
              <a:ext cx="173514" cy="754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7C932AF-2342-3A53-5870-82E5194208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20" y="6248400"/>
              <a:ext cx="0" cy="1381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5CC782AE-E0B9-86ED-585A-A0E3CF6213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89069" y="6043612"/>
              <a:ext cx="492125" cy="207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47FE8C66-A25B-E31F-CBA0-FA39CACB7D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20063" y="5974556"/>
              <a:ext cx="156845" cy="658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C6A1ADD-DE2B-D7BB-4CCD-3E74DC14F3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6095" y="5455444"/>
              <a:ext cx="0" cy="52625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98B215F-72A4-A420-ED65-64138C1E36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67663" y="5453062"/>
              <a:ext cx="16113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1928419-1AA6-E2EE-CD76-0B4968FB74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4170" y="5525810"/>
              <a:ext cx="0" cy="52625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7B940C55-1992-8BE5-E74C-CEC59C2F75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10501" y="5988844"/>
              <a:ext cx="156845" cy="658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560871E-097D-18BB-4A85-26E5FFBDD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5896" y="5719763"/>
              <a:ext cx="0" cy="261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85FAC75E-3F51-23B8-7EB5-07E75EDA09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4763" y="5709165"/>
              <a:ext cx="16113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DD518A1-6B83-49B3-080F-E28EEC7D8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1590" y="5775841"/>
              <a:ext cx="0" cy="261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4C4B2BB-046A-FF79-24A3-B48E236561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2838" y="6040159"/>
              <a:ext cx="16113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8D3A90A6-2E46-B35F-E251-2A4B0C2F87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0140" y="5852041"/>
              <a:ext cx="0" cy="261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48A96413-7B9F-16DD-021B-930C4325AC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8532" y="5844897"/>
              <a:ext cx="16113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52D73B53-24C5-DAAD-C752-DDF2C0A008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5834" y="5911572"/>
              <a:ext cx="0" cy="261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F02008F1-BAEA-6F09-D4E2-CB063D69B5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7082" y="6166366"/>
              <a:ext cx="16113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BC7E6CE-C121-3A6A-D6B7-DD91A68B06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4701" y="6229351"/>
              <a:ext cx="171449" cy="809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ECDE1576-8EBE-0649-F205-EE22FE745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0277" y="6307931"/>
              <a:ext cx="0" cy="1381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4BBD7864-3CF5-672D-2935-8E8D990468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9939" y="6362701"/>
              <a:ext cx="171449" cy="809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84CC590A-BEF3-C4E2-BE1D-D3BE860C5E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2776" y="6361628"/>
              <a:ext cx="16113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85F1BF1-EB8C-1DB1-920C-BEF2375AD3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3571" y="1631950"/>
              <a:ext cx="165497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0F1182B-22AA-DFF8-2947-B690C7741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4638" cy="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 SC"/>
              </a:rPr>
            </a:br>
            <a:endParaRPr kumimoji="0" lang="zh-CN" altLang="zh-CN" sz="900" b="0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9DB4790-4604-179D-E8DE-611D09AA7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46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252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【七-龙-珠日-语 全153集】4K超清修复无删减完整版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1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     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关注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AFD1B032-3D3A-CFAA-8006-6AEA37D4B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207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825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4:53:13 / 8:31:32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8255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弹幕礼仪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825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720P 准高清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825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E1A74B94-B5FA-ECC5-A695-AF6D02766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9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选集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2E0A0114-2BE3-7056-FFBE-382822F24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46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倍速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551EFBB2-F696-5A9B-CA0C-EE01739B9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361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8" name="AutoShape 3">
            <a:extLst>
              <a:ext uri="{FF2B5EF4-FFF2-40B4-BE49-F238E27FC236}">
                <a16:creationId xmlns:a16="http://schemas.microsoft.com/office/drawing/2014/main" id="{60055A06-3864-591B-95CC-D5742CA043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500" y="-209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394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71033-FE67-9382-DFE1-580B2DDE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A50029F-3C8F-98F1-995C-A013BEEED76B}"/>
              </a:ext>
            </a:extLst>
          </p:cNvPr>
          <p:cNvGrpSpPr/>
          <p:nvPr/>
        </p:nvGrpSpPr>
        <p:grpSpPr>
          <a:xfrm>
            <a:off x="786656" y="984250"/>
            <a:ext cx="6168976" cy="6030364"/>
            <a:chOff x="5824474" y="-1434589"/>
            <a:chExt cx="6168976" cy="603036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64F274C-7608-6E96-E788-BC96CD8BEA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9874" y="200468"/>
              <a:ext cx="0" cy="12533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645EBFB-094A-92CD-A964-9C4856681459}"/>
                </a:ext>
              </a:extLst>
            </p:cNvPr>
            <p:cNvCxnSpPr>
              <a:cxnSpLocks/>
            </p:cNvCxnSpPr>
            <p:nvPr/>
          </p:nvCxnSpPr>
          <p:spPr>
            <a:xfrm>
              <a:off x="6010163" y="765686"/>
              <a:ext cx="0" cy="13760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8186665-0BD8-4E84-4D10-630A784EEE37}"/>
                </a:ext>
              </a:extLst>
            </p:cNvPr>
            <p:cNvCxnSpPr>
              <a:cxnSpLocks/>
            </p:cNvCxnSpPr>
            <p:nvPr/>
          </p:nvCxnSpPr>
          <p:spPr>
            <a:xfrm>
              <a:off x="5849874" y="325802"/>
              <a:ext cx="156319" cy="6523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339A5A0-D35E-7935-7888-39EB3C33D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9874" y="119574"/>
              <a:ext cx="165052" cy="80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DE36146-461E-1D19-587B-98BA985D80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8943" y="-509076"/>
              <a:ext cx="0" cy="628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2793DB1-468A-BBCE-A13A-55968EE249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8943" y="-589970"/>
              <a:ext cx="165052" cy="80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E0E77F2-D536-94A7-CB03-D8F4B4300D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0075" y="-837689"/>
              <a:ext cx="0" cy="2477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2DA1F33-4882-9979-F188-15F5C9C799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5632" y="-918583"/>
              <a:ext cx="165052" cy="80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B575F12-682A-477D-5BCC-DD2D5DCEE5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7509" y="-1313939"/>
              <a:ext cx="0" cy="412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85EF0131-D8B5-4737-F432-5824EDB3FF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51119" y="4537586"/>
              <a:ext cx="154780" cy="5818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BAC53AF5-8680-EC5B-3649-D358F4CD52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75700" y="4405275"/>
              <a:ext cx="340519" cy="1264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0D2EB20B-ADDA-6BBD-4E24-FE8C8E8F1A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75699" y="4267711"/>
              <a:ext cx="1" cy="1375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0B6AE601-5CFD-80C2-EE3A-0FF0602F2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5180" y="4141231"/>
              <a:ext cx="340519" cy="1264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6AE7AB46-75D5-5C11-4F1B-40FCB477EA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10602" y="4081974"/>
              <a:ext cx="340519" cy="1280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266A4EA7-0859-9F74-0A07-00FA5A624FFF}"/>
                </a:ext>
              </a:extLst>
            </p:cNvPr>
            <p:cNvCxnSpPr>
              <a:cxnSpLocks/>
            </p:cNvCxnSpPr>
            <p:nvPr/>
          </p:nvCxnSpPr>
          <p:spPr>
            <a:xfrm>
              <a:off x="9845959" y="3829561"/>
              <a:ext cx="792" cy="2524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D459CCC6-7306-62A6-B6CD-6CC873BE92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3563" y="3172336"/>
              <a:ext cx="1466055" cy="586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7BF017C9-F401-A8EC-9C42-7580EA9979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51119" y="3696349"/>
              <a:ext cx="330989" cy="1379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B9606B32-4434-F62B-7BC6-5061D5BB9C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78545" y="3691998"/>
              <a:ext cx="175018" cy="71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9757A99-08E3-F1C9-F675-9EB119DEE2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0738" y="2270636"/>
              <a:ext cx="69850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640218E3-9B4A-E89C-6965-28C0941F4EAB}"/>
                </a:ext>
              </a:extLst>
            </p:cNvPr>
            <p:cNvCxnSpPr>
              <a:cxnSpLocks/>
            </p:cNvCxnSpPr>
            <p:nvPr/>
          </p:nvCxnSpPr>
          <p:spPr>
            <a:xfrm>
              <a:off x="5824474" y="709977"/>
              <a:ext cx="181719" cy="7475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8557A26F-83CF-67CD-5668-6A0BBDD1BD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8393" y="641861"/>
              <a:ext cx="180975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8485456E-D117-72DF-E000-BDFBE57C4EFF}"/>
                </a:ext>
              </a:extLst>
            </p:cNvPr>
            <p:cNvCxnSpPr>
              <a:cxnSpLocks/>
            </p:cNvCxnSpPr>
            <p:nvPr/>
          </p:nvCxnSpPr>
          <p:spPr>
            <a:xfrm>
              <a:off x="6003813" y="381511"/>
              <a:ext cx="0" cy="27095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1E548A06-1859-FCFE-6567-DDB1604318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1682" y="-1375783"/>
              <a:ext cx="165052" cy="80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843BAA20-8384-084A-6482-AD87FBD50BB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032" y="-1434589"/>
              <a:ext cx="160286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9EE8D6D-1E69-2864-4F98-E1EA1849F4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93449" y="3357002"/>
              <a:ext cx="1" cy="1375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3646811D-0CFB-0182-55BC-6C73AD557622}"/>
                </a:ext>
              </a:extLst>
            </p:cNvPr>
            <p:cNvCxnSpPr>
              <a:cxnSpLocks/>
            </p:cNvCxnSpPr>
            <p:nvPr/>
          </p:nvCxnSpPr>
          <p:spPr>
            <a:xfrm>
              <a:off x="11668805" y="2708786"/>
              <a:ext cx="0" cy="9286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2A66C06D-A8F8-4A5E-DB52-26245B7258BC}"/>
                </a:ext>
              </a:extLst>
            </p:cNvPr>
            <p:cNvCxnSpPr>
              <a:cxnSpLocks/>
            </p:cNvCxnSpPr>
            <p:nvPr/>
          </p:nvCxnSpPr>
          <p:spPr>
            <a:xfrm>
              <a:off x="11831525" y="2910399"/>
              <a:ext cx="0" cy="2619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103E804-1A31-89C0-D116-5100F133662A}"/>
              </a:ext>
            </a:extLst>
          </p:cNvPr>
          <p:cNvGrpSpPr/>
          <p:nvPr/>
        </p:nvGrpSpPr>
        <p:grpSpPr>
          <a:xfrm>
            <a:off x="577224" y="2681974"/>
            <a:ext cx="4718676" cy="4214682"/>
            <a:chOff x="1564541" y="1571291"/>
            <a:chExt cx="4718676" cy="421468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F2CFFB0-A0E2-CD15-A69D-D1B868619F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3819" y="5709217"/>
              <a:ext cx="169398" cy="767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34D33F6-F9E9-A97B-8CD2-D26B232478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4899" y="2529421"/>
              <a:ext cx="162906" cy="809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EBA84FB-BFCF-811B-15AF-24648B6034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7542" y="3573649"/>
              <a:ext cx="0" cy="40690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2E837D2-3694-56C4-1840-01C356A058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8938" y="2845367"/>
              <a:ext cx="0" cy="2857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F4828A6-8E56-BFA0-45A2-81547B2745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5692" y="2600892"/>
              <a:ext cx="663246" cy="2547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C35E077-BD9C-9F37-AE61-E91ACABAC6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1375" y="4096317"/>
              <a:ext cx="179717" cy="629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0CA54E3-9F41-B5C5-1CA0-3068BC66AB45}"/>
                </a:ext>
              </a:extLst>
            </p:cNvPr>
            <p:cNvCxnSpPr>
              <a:cxnSpLocks/>
            </p:cNvCxnSpPr>
            <p:nvPr/>
          </p:nvCxnSpPr>
          <p:spPr>
            <a:xfrm>
              <a:off x="4622692" y="2210367"/>
              <a:ext cx="0" cy="127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5E9E90E-DD5B-6B1C-86E5-9DED1CE030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0717" y="3318442"/>
              <a:ext cx="0" cy="12574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4DED0AF3-6E29-CA2B-5149-30B1245108DA}"/>
                </a:ext>
              </a:extLst>
            </p:cNvPr>
            <p:cNvCxnSpPr>
              <a:cxnSpLocks/>
            </p:cNvCxnSpPr>
            <p:nvPr/>
          </p:nvCxnSpPr>
          <p:spPr>
            <a:xfrm>
              <a:off x="1564541" y="1571291"/>
              <a:ext cx="102226" cy="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9C00B4D0-9371-8D65-3659-87A236F1F8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6813" y="2261167"/>
              <a:ext cx="0" cy="263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62C08D1-6E45-B402-8293-61B15347815F}"/>
              </a:ext>
            </a:extLst>
          </p:cNvPr>
          <p:cNvGrpSpPr/>
          <p:nvPr/>
        </p:nvGrpSpPr>
        <p:grpSpPr>
          <a:xfrm>
            <a:off x="1123205" y="924463"/>
            <a:ext cx="3677791" cy="5186374"/>
            <a:chOff x="2604284" y="-2125585"/>
            <a:chExt cx="3677791" cy="518637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507203A-ABE7-905D-CB3A-907D04A300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4459" y="2282742"/>
              <a:ext cx="511307" cy="20889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A699BB10-1FDF-0AA1-042C-EADFD46E17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5766" y="2491638"/>
              <a:ext cx="0" cy="1137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331D65F-542E-3CE3-6D92-2A01386660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2075" y="2814971"/>
              <a:ext cx="0" cy="245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1DC25E0B-A662-EC29-EB8B-CD00026F0D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548" y="2541127"/>
              <a:ext cx="666352" cy="2596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585AEC0-9ECA-8B95-E5E7-B8908CF07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9003" y="2541127"/>
              <a:ext cx="333544" cy="1298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CCC8417-3BD0-DD1D-F8F5-DD1527D4E9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0026" y="2338721"/>
              <a:ext cx="0" cy="152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B2FDAA1-DB72-67B7-68B1-C704E98549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2883" y="2277602"/>
              <a:ext cx="181771" cy="7237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71BD923-12A9-3882-314D-34B437155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8502" y="2036302"/>
              <a:ext cx="0" cy="120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E90F86E-439D-4398-9C59-6676F46CA0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93398" y="1693402"/>
              <a:ext cx="816768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43CE4D5-EBC1-8B81-2F74-06507195C9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8843" y="1576721"/>
              <a:ext cx="0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1041B60-26FA-5ACB-8D1D-62D37689B0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6255" y="788527"/>
              <a:ext cx="0" cy="786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6A724D4-4714-E293-7021-5C26F4A2CB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4284" y="-2125585"/>
              <a:ext cx="41299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6A628D6-2793-D8C3-08E2-EC1D32F56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4116" y="2179662"/>
              <a:ext cx="0" cy="1137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6AC2C84F-E4F5-4E52-3CA5-958D1C8C2A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749" y="2153054"/>
              <a:ext cx="336255" cy="12772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41EA7B45-95C6-E56A-3036-1F7055204D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371" y="602789"/>
              <a:ext cx="0" cy="1190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9" name="TextBox 378">
            <a:extLst>
              <a:ext uri="{FF2B5EF4-FFF2-40B4-BE49-F238E27FC236}">
                <a16:creationId xmlns:a16="http://schemas.microsoft.com/office/drawing/2014/main" id="{952EE319-35A0-EFBC-C3C0-A24060DAC5F4}"/>
              </a:ext>
            </a:extLst>
          </p:cNvPr>
          <p:cNvSpPr txBox="1"/>
          <p:nvPr/>
        </p:nvSpPr>
        <p:spPr>
          <a:xfrm>
            <a:off x="721416" y="5406509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 </a:t>
            </a:r>
            <a:r>
              <a:rPr lang="zh-CN" altLang="en-US" dirty="0"/>
              <a:t>狗图</a:t>
            </a:r>
            <a:r>
              <a:rPr lang="en-US" altLang="zh-CN" dirty="0"/>
              <a:t>2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3DE24E-A398-EE63-E408-FAE73BA884D2}"/>
              </a:ext>
            </a:extLst>
          </p:cNvPr>
          <p:cNvCxnSpPr>
            <a:cxnSpLocks/>
          </p:cNvCxnSpPr>
          <p:nvPr/>
        </p:nvCxnSpPr>
        <p:spPr>
          <a:xfrm flipV="1">
            <a:off x="-555183" y="-1646499"/>
            <a:ext cx="0" cy="10744722"/>
          </a:xfrm>
          <a:prstGeom prst="line">
            <a:avLst/>
          </a:prstGeom>
          <a:ln w="12700">
            <a:solidFill>
              <a:schemeClr val="accent3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C313077-52BB-EA8C-EE62-0C8B033C3FAD}"/>
              </a:ext>
            </a:extLst>
          </p:cNvPr>
          <p:cNvGrpSpPr/>
          <p:nvPr/>
        </p:nvGrpSpPr>
        <p:grpSpPr>
          <a:xfrm>
            <a:off x="1290637" y="1237456"/>
            <a:ext cx="2338388" cy="2608263"/>
            <a:chOff x="1290637" y="1237456"/>
            <a:chExt cx="2338388" cy="2608263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7261B4BD-B6C7-A732-3346-E7A7E489AE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7468" y="3576638"/>
              <a:ext cx="501557" cy="2103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4732E0C-4074-ED4C-4A46-63F04413CEB6}"/>
                </a:ext>
              </a:extLst>
            </p:cNvPr>
            <p:cNvCxnSpPr>
              <a:cxnSpLocks/>
            </p:cNvCxnSpPr>
            <p:nvPr/>
          </p:nvCxnSpPr>
          <p:spPr>
            <a:xfrm>
              <a:off x="2632168" y="1237456"/>
              <a:ext cx="336457" cy="134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F33CF73-8094-0515-2A2B-D81B80730B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8625" y="1249793"/>
              <a:ext cx="327532" cy="1218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71A8F74-B203-E0EC-0A22-EBC974A4BC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4975" y="1508125"/>
              <a:ext cx="152493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3CA85AA-D04B-F93B-B7E1-E76EBB58E023}"/>
                </a:ext>
              </a:extLst>
            </p:cNvPr>
            <p:cNvCxnSpPr>
              <a:cxnSpLocks/>
            </p:cNvCxnSpPr>
            <p:nvPr/>
          </p:nvCxnSpPr>
          <p:spPr>
            <a:xfrm>
              <a:off x="3127929" y="1581132"/>
              <a:ext cx="336457" cy="134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D554792-72DB-E306-8744-5CD92FD161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7450" y="1500256"/>
              <a:ext cx="537772" cy="2047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346E38B-F012-E59B-D7A3-7775C91138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800" y="1689566"/>
              <a:ext cx="0" cy="3964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D85FE95-6522-B95A-1E40-49FCB79C9B2B}"/>
                </a:ext>
              </a:extLst>
            </p:cNvPr>
            <p:cNvCxnSpPr>
              <a:cxnSpLocks/>
            </p:cNvCxnSpPr>
            <p:nvPr/>
          </p:nvCxnSpPr>
          <p:spPr>
            <a:xfrm>
              <a:off x="2457450" y="2085975"/>
              <a:ext cx="336457" cy="134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A888298-4AE7-0579-DA9C-F0A96CBB5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9556" y="2227728"/>
              <a:ext cx="0" cy="129652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9FBF5FD-C1F9-D6F3-050A-A47C887683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6044" y="3520281"/>
              <a:ext cx="160244" cy="563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BEC2CD4-1BC1-F80E-50F1-F22F4A8D7068}"/>
                </a:ext>
              </a:extLst>
            </p:cNvPr>
            <p:cNvCxnSpPr>
              <a:cxnSpLocks/>
            </p:cNvCxnSpPr>
            <p:nvPr/>
          </p:nvCxnSpPr>
          <p:spPr>
            <a:xfrm>
              <a:off x="2629601" y="3579019"/>
              <a:ext cx="0" cy="1389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BE8D663-3568-98DC-B9D4-98E81EFB8790}"/>
                </a:ext>
              </a:extLst>
            </p:cNvPr>
            <p:cNvCxnSpPr>
              <a:cxnSpLocks/>
            </p:cNvCxnSpPr>
            <p:nvPr/>
          </p:nvCxnSpPr>
          <p:spPr>
            <a:xfrm>
              <a:off x="2300288" y="3588544"/>
              <a:ext cx="334075" cy="1222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2802C3A-1199-7D31-82FF-FB89B08258B8}"/>
                </a:ext>
              </a:extLst>
            </p:cNvPr>
            <p:cNvCxnSpPr>
              <a:cxnSpLocks/>
            </p:cNvCxnSpPr>
            <p:nvPr/>
          </p:nvCxnSpPr>
          <p:spPr>
            <a:xfrm>
              <a:off x="2298607" y="3462337"/>
              <a:ext cx="0" cy="1389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AB9F42A-90A1-C26A-C882-565495E7F1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3144" y="3376613"/>
              <a:ext cx="17621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C25E93B-FBCE-0717-8ABE-6D86B99AF180}"/>
                </a:ext>
              </a:extLst>
            </p:cNvPr>
            <p:cNvCxnSpPr>
              <a:cxnSpLocks/>
            </p:cNvCxnSpPr>
            <p:nvPr/>
          </p:nvCxnSpPr>
          <p:spPr>
            <a:xfrm>
              <a:off x="2474820" y="3124200"/>
              <a:ext cx="0" cy="2532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5F656CE-04F0-DA30-1F64-91C2D2C9B1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0763" y="3114676"/>
              <a:ext cx="17621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261ED8B-C7A0-87BB-48AF-7897549BAF95}"/>
                </a:ext>
              </a:extLst>
            </p:cNvPr>
            <p:cNvCxnSpPr>
              <a:cxnSpLocks/>
            </p:cNvCxnSpPr>
            <p:nvPr/>
          </p:nvCxnSpPr>
          <p:spPr>
            <a:xfrm>
              <a:off x="2140744" y="3136106"/>
              <a:ext cx="165007" cy="62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B32E899-AF2A-C8EE-9DE8-F982D23479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2150" y="3126583"/>
              <a:ext cx="176212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773375E-42ED-62CC-34F2-5A601476BEF3}"/>
                </a:ext>
              </a:extLst>
            </p:cNvPr>
            <p:cNvCxnSpPr>
              <a:cxnSpLocks/>
            </p:cNvCxnSpPr>
            <p:nvPr/>
          </p:nvCxnSpPr>
          <p:spPr>
            <a:xfrm>
              <a:off x="1814513" y="3138487"/>
              <a:ext cx="165007" cy="62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87FD912-1DF0-5145-6F51-19E39DE21F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66850" y="3136107"/>
              <a:ext cx="343601" cy="109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5DA40AA-843C-3F6F-B3F5-D7F6E10F9883}"/>
                </a:ext>
              </a:extLst>
            </p:cNvPr>
            <p:cNvCxnSpPr>
              <a:cxnSpLocks/>
            </p:cNvCxnSpPr>
            <p:nvPr/>
          </p:nvCxnSpPr>
          <p:spPr>
            <a:xfrm>
              <a:off x="1467551" y="2993231"/>
              <a:ext cx="0" cy="3913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DAC8E17-8DC2-4DE0-C7CF-FC5A163BC839}"/>
                </a:ext>
              </a:extLst>
            </p:cNvPr>
            <p:cNvCxnSpPr>
              <a:cxnSpLocks/>
            </p:cNvCxnSpPr>
            <p:nvPr/>
          </p:nvCxnSpPr>
          <p:spPr>
            <a:xfrm>
              <a:off x="1304926" y="2943225"/>
              <a:ext cx="165007" cy="62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C700F62-BC27-514B-A206-D4E34A95857C}"/>
                </a:ext>
              </a:extLst>
            </p:cNvPr>
            <p:cNvCxnSpPr>
              <a:cxnSpLocks/>
            </p:cNvCxnSpPr>
            <p:nvPr/>
          </p:nvCxnSpPr>
          <p:spPr>
            <a:xfrm>
              <a:off x="1308008" y="2559843"/>
              <a:ext cx="0" cy="3913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0EEC61F-F9D9-FB40-BB59-662B2E93DE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0637" y="2216944"/>
              <a:ext cx="842963" cy="3333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F8CD05D-AE58-AE07-29E2-0CFB6174C0A4}"/>
                </a:ext>
              </a:extLst>
            </p:cNvPr>
            <p:cNvCxnSpPr>
              <a:cxnSpLocks/>
            </p:cNvCxnSpPr>
            <p:nvPr/>
          </p:nvCxnSpPr>
          <p:spPr>
            <a:xfrm>
              <a:off x="1974056" y="2155031"/>
              <a:ext cx="334077" cy="1317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34B06BC1-2247-1D4B-DC5A-15E85B3CED7E}"/>
                </a:ext>
              </a:extLst>
            </p:cNvPr>
            <p:cNvCxnSpPr>
              <a:cxnSpLocks/>
            </p:cNvCxnSpPr>
            <p:nvPr/>
          </p:nvCxnSpPr>
          <p:spPr>
            <a:xfrm>
              <a:off x="1974757" y="2026444"/>
              <a:ext cx="0" cy="12937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05F30D85-3D06-C30D-DCF5-1453782CB7F0}"/>
                </a:ext>
              </a:extLst>
            </p:cNvPr>
            <p:cNvCxnSpPr>
              <a:cxnSpLocks/>
            </p:cNvCxnSpPr>
            <p:nvPr/>
          </p:nvCxnSpPr>
          <p:spPr>
            <a:xfrm>
              <a:off x="1650206" y="1905000"/>
              <a:ext cx="334077" cy="1317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59EF7959-300D-1186-9660-A2159D114D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0682" y="1754981"/>
              <a:ext cx="333374" cy="1404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00193DF7-7A5C-3856-9B5A-FF2CFF35F60D}"/>
                </a:ext>
              </a:extLst>
            </p:cNvPr>
            <p:cNvCxnSpPr>
              <a:cxnSpLocks/>
            </p:cNvCxnSpPr>
            <p:nvPr/>
          </p:nvCxnSpPr>
          <p:spPr>
            <a:xfrm>
              <a:off x="1967613" y="1633537"/>
              <a:ext cx="0" cy="12937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5D4D1EF8-899C-2FF2-3FD1-842C6225B4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2319" y="3779044"/>
              <a:ext cx="154781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7182EC2-E2B6-47C1-72D4-CC4360329DDE}"/>
              </a:ext>
            </a:extLst>
          </p:cNvPr>
          <p:cNvGrpSpPr/>
          <p:nvPr/>
        </p:nvGrpSpPr>
        <p:grpSpPr>
          <a:xfrm>
            <a:off x="6624638" y="805657"/>
            <a:ext cx="2669381" cy="5239543"/>
            <a:chOff x="6624638" y="805657"/>
            <a:chExt cx="2669381" cy="5239543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451558B-ABFC-B5F8-58D4-2AC60EFA232B}"/>
                </a:ext>
              </a:extLst>
            </p:cNvPr>
            <p:cNvCxnSpPr>
              <a:cxnSpLocks/>
            </p:cNvCxnSpPr>
            <p:nvPr/>
          </p:nvCxnSpPr>
          <p:spPr>
            <a:xfrm>
              <a:off x="7127077" y="5216525"/>
              <a:ext cx="0" cy="50449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5222957-90BC-7088-FBD5-F2A1DCCD8C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59600" y="5721021"/>
              <a:ext cx="167477" cy="548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48C11A3-935E-31EC-B70B-2DFF2837D399}"/>
                </a:ext>
              </a:extLst>
            </p:cNvPr>
            <p:cNvCxnSpPr>
              <a:cxnSpLocks/>
            </p:cNvCxnSpPr>
            <p:nvPr/>
          </p:nvCxnSpPr>
          <p:spPr>
            <a:xfrm>
              <a:off x="7289002" y="4613275"/>
              <a:ext cx="0" cy="273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18196E3-6029-CA99-A4B6-734E33A490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2975" y="4482211"/>
              <a:ext cx="337263" cy="1342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1F05F1D8-6F92-3D65-89F1-96FE0086B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4288" y="4489277"/>
              <a:ext cx="148701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20924FB1-5044-4E18-B599-C62C716A8E06}"/>
                </a:ext>
              </a:extLst>
            </p:cNvPr>
            <p:cNvCxnSpPr>
              <a:cxnSpLocks/>
            </p:cNvCxnSpPr>
            <p:nvPr/>
          </p:nvCxnSpPr>
          <p:spPr>
            <a:xfrm>
              <a:off x="7794894" y="4562011"/>
              <a:ext cx="2377" cy="24464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DA84F66-0810-AE12-81D5-BAC2F96FB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7481" y="4492625"/>
              <a:ext cx="0" cy="12527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9BA099C-D78D-CB67-62DB-0C867FF811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50200" y="4495800"/>
              <a:ext cx="326233" cy="1218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DF82CC9-C08D-5A73-0983-B3AC31CDB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7732" y="4298156"/>
              <a:ext cx="0" cy="24496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5007AC0-A70E-6D4B-8A53-F246EA35DE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308" y="4232566"/>
              <a:ext cx="159548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1205251-AC82-C569-2C7C-ACEF727493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70690" y="3522667"/>
              <a:ext cx="148701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2BC2401-96D6-8A85-CF33-6FE2E55613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19391" y="3529733"/>
              <a:ext cx="159548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DB5F8B0-9D9B-10AD-09FF-0E69DC67E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6608" y="3386767"/>
              <a:ext cx="0" cy="145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23C5DB9-D482-8A51-DBCF-D1FCE56DC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2989" y="3324225"/>
              <a:ext cx="177530" cy="716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2AA2CEB-F086-E809-0D33-6A7671773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8058" y="3189124"/>
              <a:ext cx="0" cy="145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43035E3-471E-FD24-C5FF-1EBF3342A4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4439" y="3059906"/>
              <a:ext cx="337074" cy="1359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76D20DD-D442-CEE1-A860-B014042695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815" y="2927186"/>
              <a:ext cx="0" cy="145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0558E1F-91F6-6635-E63F-252EF181C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2577" y="2743200"/>
              <a:ext cx="496617" cy="1930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6888576-E0C0-2F86-7465-3C4E7E9D86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3878" y="2603336"/>
              <a:ext cx="0" cy="145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C6C710F-FFC7-D329-4D95-E5A40F6CBA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639" y="2400300"/>
              <a:ext cx="501380" cy="2145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40849FE-FD3C-B00D-E4AC-5246058919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1558" y="2152650"/>
              <a:ext cx="0" cy="253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F9BA496-6DBD-2A9B-D89D-96C0AF023B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8639" y="805657"/>
              <a:ext cx="0" cy="1238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EE3C141-2BE1-D924-D939-48FDB8115F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0400" y="1110456"/>
              <a:ext cx="330200" cy="1404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79AC556-2BFF-2D98-A66A-3DE9612285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24014" y="992982"/>
              <a:ext cx="0" cy="1238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2B027E2-BA95-8C5D-D8BE-5C9BD2B3C0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6412" y="1363662"/>
              <a:ext cx="169069" cy="78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0781C4C-79D5-F4D0-6F5E-2B9D5E6F29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2226" y="1238251"/>
              <a:ext cx="0" cy="1238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B373CAD-D409-F06A-07E6-F67A8BDA39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951" y="1443038"/>
              <a:ext cx="0" cy="1238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2F8E73F8-7E6D-34A5-DBFA-211ABC07BE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28062" y="915987"/>
              <a:ext cx="169069" cy="78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96DD0929-96F7-EFB2-687B-4A94F1A463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5400" y="1570037"/>
              <a:ext cx="481806" cy="195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51CD3CD-8465-AE37-9F3D-13FCE04099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4638" y="5921046"/>
              <a:ext cx="334164" cy="12415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3ECF35F4-87E9-BB7B-9434-7815D9C899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4638" y="4879975"/>
              <a:ext cx="655637" cy="2635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07F219B3-2418-BF72-341C-C5B43E2212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2438" y="5210175"/>
              <a:ext cx="336550" cy="11799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2EC4AA0-598E-B79E-A14E-7DBFDAE61B05}"/>
              </a:ext>
            </a:extLst>
          </p:cNvPr>
          <p:cNvGrpSpPr/>
          <p:nvPr/>
        </p:nvGrpSpPr>
        <p:grpSpPr>
          <a:xfrm>
            <a:off x="3797924" y="3311547"/>
            <a:ext cx="1505749" cy="277312"/>
            <a:chOff x="3797924" y="3311547"/>
            <a:chExt cx="1505749" cy="277312"/>
          </a:xfrm>
        </p:grpSpPr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61C3E602-3D4F-6FE8-DE37-3998C528BE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7924" y="3319463"/>
              <a:ext cx="174001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7C9A4B1E-2197-002C-E21C-6759353A139F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3324225"/>
              <a:ext cx="655116" cy="26463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AAB16176-33A9-F7FF-7924-719E041A2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348" y="3311547"/>
              <a:ext cx="678325" cy="270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7E8EEBFC-3410-5AF2-8910-EBAF3DA94E18}"/>
              </a:ext>
            </a:extLst>
          </p:cNvPr>
          <p:cNvCxnSpPr>
            <a:cxnSpLocks/>
          </p:cNvCxnSpPr>
          <p:nvPr/>
        </p:nvCxnSpPr>
        <p:spPr>
          <a:xfrm flipH="1">
            <a:off x="1596696" y="4368627"/>
            <a:ext cx="69850" cy="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92287D5-9022-6AC3-F0F7-DC991E994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111" y="192397"/>
            <a:ext cx="556870" cy="441755"/>
          </a:xfrm>
          <a:prstGeom prst="rect">
            <a:avLst/>
          </a:prstGeom>
        </p:spPr>
      </p:pic>
      <p:grpSp>
        <p:nvGrpSpPr>
          <p:cNvPr id="458" name="Group 457">
            <a:extLst>
              <a:ext uri="{FF2B5EF4-FFF2-40B4-BE49-F238E27FC236}">
                <a16:creationId xmlns:a16="http://schemas.microsoft.com/office/drawing/2014/main" id="{5FC3736E-B647-CA3D-4E2A-339EBC95E75E}"/>
              </a:ext>
            </a:extLst>
          </p:cNvPr>
          <p:cNvGrpSpPr/>
          <p:nvPr/>
        </p:nvGrpSpPr>
        <p:grpSpPr>
          <a:xfrm>
            <a:off x="3289300" y="661988"/>
            <a:ext cx="5330825" cy="6384925"/>
            <a:chOff x="3289300" y="661988"/>
            <a:chExt cx="5330825" cy="6384925"/>
          </a:xfrm>
        </p:grpSpPr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7D8D2220-1E3F-C6B5-1B24-26FFCF2758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2098" y="2613025"/>
              <a:ext cx="1508752" cy="58839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AEC7D588-1990-D665-311F-5B4767E07E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2098" y="3201422"/>
              <a:ext cx="0" cy="1016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12828226-32EC-DADD-23C5-20B281EFD5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1000" y="2092325"/>
              <a:ext cx="1336675" cy="517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5FA6E0CF-E85E-8D1D-57B0-9444D1A7C2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0373" y="2093347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9031A740-38CF-CA24-63BD-48E08E50AE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6066" y="2281466"/>
              <a:ext cx="0" cy="14502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9085FD7A-4F80-285F-4241-545A4D5850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5425" y="2202656"/>
              <a:ext cx="161925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CA7D0CAB-19CD-F3D4-4800-78ACCD97D9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9688" y="2412206"/>
              <a:ext cx="185737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C99F368D-DABE-3E9D-CF34-6DC90DAA3A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0538" y="2602706"/>
              <a:ext cx="833437" cy="3286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5BEB7863-F3D8-F61D-27A2-BDE7E7CAAF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9025" y="2667536"/>
              <a:ext cx="674688" cy="26616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F9C54B77-1B11-F6C4-4936-9F6E5D03C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6997" y="2483871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BB395B9B-9FC3-5DC1-D0B9-8D5AA224A0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44900" y="2022475"/>
              <a:ext cx="167481" cy="682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141F6581-4815-FC7C-0FA4-CDCBE2820F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5194" y="2022475"/>
              <a:ext cx="183356" cy="70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454CEBD0-E71F-FF84-3FF5-65DDAFF43F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07391" y="2019301"/>
              <a:ext cx="162884" cy="698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31EC9883-BA58-9677-E47F-49E18D8644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9300" y="1755775"/>
              <a:ext cx="682625" cy="260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135B9C0-4EF1-1550-004A-1B2AFDF1CF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8156" y="1755775"/>
              <a:ext cx="346869" cy="1524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A0A256C8-7068-C03B-9D51-0E24A79425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9314" y="1494064"/>
              <a:ext cx="0" cy="26488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17CA19D-6197-2928-502A-6A291E6B98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60081" y="1445419"/>
              <a:ext cx="171451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23FF82B-1648-7A40-A4D7-5139CA5101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2463" y="1312069"/>
              <a:ext cx="330993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26D0AC7-9045-D899-10F6-800F6A3390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8382" y="1186883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D61D8D5-D480-5680-827B-C77563C2CB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2584" y="1107281"/>
              <a:ext cx="165497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A8B5DF9E-365B-59A5-88E6-214909C2A5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081" y="989239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5EF68B3-00EC-7A65-F84C-675F23E172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96630" y="935832"/>
              <a:ext cx="171451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2641E8A-3C21-E6C3-E388-ABA53AF9F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250" y="661988"/>
              <a:ext cx="0" cy="28416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66184F9-0333-9ECF-8AB6-A5D581E741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96630" y="666750"/>
              <a:ext cx="171451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A08B1A0F-8703-5E9E-98C4-35CA4185B7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874" y="734446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C07B6F6-FAC6-8134-BED6-AE07F010B4CA}"/>
                </a:ext>
              </a:extLst>
            </p:cNvPr>
            <p:cNvCxnSpPr>
              <a:cxnSpLocks/>
            </p:cNvCxnSpPr>
            <p:nvPr/>
          </p:nvCxnSpPr>
          <p:spPr>
            <a:xfrm>
              <a:off x="4968081" y="864394"/>
              <a:ext cx="169069" cy="627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15614F3-83CF-52B2-3A29-D0B3806C84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7026" y="6823075"/>
              <a:ext cx="0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BFA4D6F-CB51-83C0-05B5-80BC815B73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47025" y="6946900"/>
              <a:ext cx="175101" cy="889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99AC9C33-ABAE-5B5C-BF2B-9A5B11379F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93831" y="6762750"/>
              <a:ext cx="160020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0148754-13A6-6E4E-9319-AFABD8A289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6625" y="6492875"/>
              <a:ext cx="161925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958B48BD-194F-4391-0C7D-7185B5F96BFD}"/>
                </a:ext>
              </a:extLst>
            </p:cNvPr>
            <p:cNvCxnSpPr>
              <a:cxnSpLocks/>
            </p:cNvCxnSpPr>
            <p:nvPr/>
          </p:nvCxnSpPr>
          <p:spPr>
            <a:xfrm>
              <a:off x="3962400" y="1755775"/>
              <a:ext cx="336550" cy="152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E8E37A66-3D4C-FF54-025D-5CCA51316F98}"/>
                </a:ext>
              </a:extLst>
            </p:cNvPr>
            <p:cNvCxnSpPr>
              <a:cxnSpLocks/>
            </p:cNvCxnSpPr>
            <p:nvPr/>
          </p:nvCxnSpPr>
          <p:spPr>
            <a:xfrm>
              <a:off x="3955256" y="1485900"/>
              <a:ext cx="176213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D2C88A17-259A-E917-6A28-04D59DBC57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635" y="1562326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26BFEDEF-64EA-C637-9F2A-67428FA19255}"/>
                </a:ext>
              </a:extLst>
            </p:cNvPr>
            <p:cNvCxnSpPr>
              <a:cxnSpLocks/>
            </p:cNvCxnSpPr>
            <p:nvPr/>
          </p:nvCxnSpPr>
          <p:spPr>
            <a:xfrm>
              <a:off x="4129087" y="1685925"/>
              <a:ext cx="176213" cy="857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D43BF30A-7C42-E640-3504-6354A0BF7A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0799" y="921771"/>
              <a:ext cx="0" cy="25615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A8280DE-8583-6F4F-2A94-3852ACE526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081" y="1180306"/>
              <a:ext cx="165497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8B039B3-D8D1-E2B2-AFE0-3C62F67B26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081" y="1243239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BF2C246-8782-C88A-4985-3CC557018B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2584" y="1364456"/>
              <a:ext cx="165497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1FF6BC3-36A7-330F-B762-FD6E87A839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2981" y="1440089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160F53F-A1D9-CD95-0FC4-A9319D62CF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4109" y="1701006"/>
              <a:ext cx="165497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1448E83F-15AF-E0F3-2D74-4615BD5B1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6535" y="1368651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ECA12AA-D13D-A26E-D9D5-B4767943F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5101" y="6642100"/>
              <a:ext cx="0" cy="1039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BEDC3B81-553E-B153-57D9-79DD8EE411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5375" y="6492875"/>
              <a:ext cx="362426" cy="146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0232B53C-BFC3-C9D9-82C2-93DA8D893C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4700" y="6499225"/>
              <a:ext cx="175101" cy="539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A7881008-EE50-D412-4CA9-0EBB68C018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53250" y="6496050"/>
              <a:ext cx="187325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00D1A65-77AA-4C54-DD55-4C02648417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94500" y="6511925"/>
              <a:ext cx="175101" cy="539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1449D10-4FF9-5BCA-A545-1882510EBC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7575" y="2663964"/>
              <a:ext cx="173831" cy="8161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786E368-ED80-22D9-806B-CB04543CAB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7266" y="2610079"/>
              <a:ext cx="0" cy="14502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A7FB59B-F861-D550-6D0B-C823228191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9481" y="2471738"/>
              <a:ext cx="328613" cy="1476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E4207DB9-5A9A-0D6A-5343-34598A3576F0}"/>
                </a:ext>
              </a:extLst>
            </p:cNvPr>
            <p:cNvCxnSpPr>
              <a:cxnSpLocks/>
            </p:cNvCxnSpPr>
            <p:nvPr/>
          </p:nvCxnSpPr>
          <p:spPr>
            <a:xfrm>
              <a:off x="3644106" y="2415381"/>
              <a:ext cx="156369" cy="611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3A05D0A5-DB3B-3BE1-CD6B-B7DB910D0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6644" y="2340769"/>
              <a:ext cx="185737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DF6E4429-3DB9-8796-0795-F01E21A9F9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0166" y="2088356"/>
              <a:ext cx="0" cy="25955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D3F7C5FF-8517-7469-E301-DAD27F9D06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8951" y="6757988"/>
              <a:ext cx="0" cy="2889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6EBBAFDA-B98A-FA98-28CE-7D38F3767A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53375" y="6691313"/>
              <a:ext cx="173514" cy="754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2C59569F-AF9F-E35B-A423-C4F3C7A729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3850" y="6629400"/>
              <a:ext cx="187325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8C71CF64-FE12-AD47-9438-4439A8A304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9270" y="6372225"/>
              <a:ext cx="0" cy="261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6E2BBEC6-0FDD-18B4-A9A5-4819BFBD79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0063" y="6167438"/>
              <a:ext cx="500062" cy="2079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5900003F-2E8D-4098-6711-C8373FCAC5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6294" y="6091238"/>
              <a:ext cx="173514" cy="754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0EDE552D-D168-84CB-8D15-8ADAB828F5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0994" y="6096000"/>
              <a:ext cx="492125" cy="207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B18909A7-F288-BA81-4D64-75A41E7852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7820" y="6291263"/>
              <a:ext cx="0" cy="261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5BD2AB51-3B21-4CB1-F503-F1EF505B69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58075" y="6391275"/>
              <a:ext cx="494983" cy="1658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8A1F2DB-D620-C000-7E2F-64D20AAE03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5694" y="6305550"/>
              <a:ext cx="165576" cy="785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12C836A-DAA7-CD92-7EF9-01E9738FE6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29525" y="6305550"/>
              <a:ext cx="173514" cy="754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D43BF3C-C5C4-36FB-2FB5-24BDEC4C5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20" y="6248400"/>
              <a:ext cx="0" cy="1381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D797614B-8990-E8F8-89C4-98B892E513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89069" y="6043612"/>
              <a:ext cx="492125" cy="207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4957CE0A-3CA1-9157-5267-008E565EDF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20063" y="5974556"/>
              <a:ext cx="156845" cy="658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8C943CB-36EC-01F5-8C05-153B40F2BD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6095" y="5455444"/>
              <a:ext cx="0" cy="52625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101DAA2-1B25-BC35-D242-EC5F48869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67663" y="5453062"/>
              <a:ext cx="16113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3F57A6B-AA22-224E-124A-4677FAF07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4170" y="5525810"/>
              <a:ext cx="0" cy="52625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7859C2E3-1961-5209-07B6-186BAE2F49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10501" y="5988844"/>
              <a:ext cx="156845" cy="658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1CB1193-0AEE-940D-444E-2DA5EC48B4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5896" y="5719763"/>
              <a:ext cx="0" cy="261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94C4DE8-76EC-2B2C-526A-76388BC7F4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4763" y="5709165"/>
              <a:ext cx="16113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A91CEB04-1273-4567-CF2B-A824AD274E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1590" y="5775841"/>
              <a:ext cx="0" cy="261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7289860B-335D-AB43-3AEA-070DC9F8A9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2838" y="6040159"/>
              <a:ext cx="16113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AF3038AF-49A7-82C0-C740-00569B1BCA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0140" y="5852041"/>
              <a:ext cx="0" cy="261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DFC2C23B-6814-5150-5264-E1F6D33AB2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98532" y="5844897"/>
              <a:ext cx="16113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CA629F8-7913-1243-8943-D8A164AB88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5834" y="5911572"/>
              <a:ext cx="0" cy="2611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D53BA99C-2214-42A0-1DC6-B4114E0EC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7082" y="6166366"/>
              <a:ext cx="16113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E857F38-EA32-778F-E771-14D83C3296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4701" y="6229351"/>
              <a:ext cx="171449" cy="809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E8792CD8-CA61-08E5-8EF9-6BC9E0D1C8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0277" y="6307931"/>
              <a:ext cx="0" cy="1381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4DD2B88D-D76D-9133-6661-8C102AC61F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9939" y="6362701"/>
              <a:ext cx="171449" cy="809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48AAB6A1-5F00-FC48-D052-5FEAA5C2D1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2776" y="6361628"/>
              <a:ext cx="161131" cy="6667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9690BBFA-5CA2-E333-0AFC-426D519AE0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3571" y="1631950"/>
              <a:ext cx="165497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E9612DE-9790-A6CD-32FC-E134DF027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4638" cy="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 SC"/>
              </a:rPr>
            </a:br>
            <a:endParaRPr kumimoji="0" lang="zh-CN" altLang="zh-CN" sz="900" b="0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C1C4729-416C-54F6-0C4D-2762D190B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46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252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【七-龙-珠日-语 全153集】4K超清修复无删减完整版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1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     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关注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8A041F7E-C2CF-9EEB-A519-4A9C67C95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207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825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4:53:13 / 8:31:32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8255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弹幕礼仪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825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720P 准高清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825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B69A6CA2-5C84-CDA6-51E8-2C04FA1DF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9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选集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BE386169-310F-F787-EB95-13044BC0E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46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倍速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866C10A9-7C37-329D-2EED-FF0BB346B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361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8" name="AutoShape 3">
            <a:extLst>
              <a:ext uri="{FF2B5EF4-FFF2-40B4-BE49-F238E27FC236}">
                <a16:creationId xmlns:a16="http://schemas.microsoft.com/office/drawing/2014/main" id="{4556885A-586E-339B-67CE-74E63F20F8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500" y="-209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501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A4AC9F-BDB3-A09E-1F6B-EEAA5831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CCD51D-EE0D-E723-CADE-3D71E71A21F0}"/>
              </a:ext>
            </a:extLst>
          </p:cNvPr>
          <p:cNvCxnSpPr>
            <a:cxnSpLocks/>
          </p:cNvCxnSpPr>
          <p:nvPr/>
        </p:nvCxnSpPr>
        <p:spPr>
          <a:xfrm flipV="1">
            <a:off x="-555183" y="-1646499"/>
            <a:ext cx="0" cy="10744722"/>
          </a:xfrm>
          <a:prstGeom prst="line">
            <a:avLst/>
          </a:prstGeom>
          <a:ln w="12700">
            <a:solidFill>
              <a:schemeClr val="accent3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A8D29DE-1C48-9309-8E9C-9E998DA81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111" y="192397"/>
            <a:ext cx="556870" cy="44175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46BC93B-8B4C-837C-C88D-E9D674A30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4638" cy="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PingFang SC"/>
              </a:rPr>
            </a:br>
            <a:endParaRPr kumimoji="0" lang="zh-CN" altLang="zh-CN" sz="900" b="0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4A2BD7D-51CE-49B0-8B2B-50C377613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46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252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【七-龙-珠日-语 全153集】4K超清修复无删减完整版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1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     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关注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DC791D10-699D-14E4-1611-E05D01BAB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207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825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4:53:13 / 8:31:32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8255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弹幕礼仪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825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720P 准高清</a:t>
            </a:r>
            <a:endParaRPr kumimoji="0" lang="zh-CN" altLang="zh-CN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825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246CA320-9BCB-687B-DEBC-F39DA90CE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79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选集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993DF474-2CA1-9EF1-6372-18C7CC701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46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倍速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CCF6529E-16BB-1DDE-8E65-D7AE62491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361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8" name="AutoShape 3">
            <a:extLst>
              <a:ext uri="{FF2B5EF4-FFF2-40B4-BE49-F238E27FC236}">
                <a16:creationId xmlns:a16="http://schemas.microsoft.com/office/drawing/2014/main" id="{37E4F349-FE77-CEB2-8184-1D319D1B8B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500" y="-209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53" name="Picture 452" descr="A map of a planet&#10;&#10;AI-generated content may be incorrect.">
            <a:extLst>
              <a:ext uri="{FF2B5EF4-FFF2-40B4-BE49-F238E27FC236}">
                <a16:creationId xmlns:a16="http://schemas.microsoft.com/office/drawing/2014/main" id="{A66D2D1A-3750-7E78-43D3-5DA6A63A26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06" y="0"/>
            <a:ext cx="8620751" cy="745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E6A44-E1B1-B4C4-D888-91D4354A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A82F5DE-1AC1-EBB8-5BAD-C411480C4B62}"/>
              </a:ext>
            </a:extLst>
          </p:cNvPr>
          <p:cNvGrpSpPr/>
          <p:nvPr/>
        </p:nvGrpSpPr>
        <p:grpSpPr>
          <a:xfrm>
            <a:off x="812056" y="981075"/>
            <a:ext cx="6325341" cy="6033539"/>
            <a:chOff x="5849874" y="-1437764"/>
            <a:chExt cx="6325341" cy="603353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427B858-799B-FAD4-D964-89DDD7C2F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9874" y="200468"/>
              <a:ext cx="0" cy="12533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D16FF65-0E3E-087B-5A74-52EA14121821}"/>
                </a:ext>
              </a:extLst>
            </p:cNvPr>
            <p:cNvCxnSpPr>
              <a:cxnSpLocks/>
            </p:cNvCxnSpPr>
            <p:nvPr/>
          </p:nvCxnSpPr>
          <p:spPr>
            <a:xfrm>
              <a:off x="6353063" y="519624"/>
              <a:ext cx="0" cy="2566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D2DDE68-1607-3F57-5595-6FABAF19E918}"/>
                </a:ext>
              </a:extLst>
            </p:cNvPr>
            <p:cNvCxnSpPr>
              <a:cxnSpLocks/>
            </p:cNvCxnSpPr>
            <p:nvPr/>
          </p:nvCxnSpPr>
          <p:spPr>
            <a:xfrm>
              <a:off x="5849874" y="325802"/>
              <a:ext cx="503189" cy="19382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DBFD9E8-5E7A-06AB-0C05-DF11D26687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9874" y="119574"/>
              <a:ext cx="165052" cy="80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D97FA02-77F6-61C6-9C8C-EA9E64B753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8943" y="-509076"/>
              <a:ext cx="0" cy="628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4A29C5F-CCA4-9B3B-98FC-7F5B4BAC73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8943" y="-589970"/>
              <a:ext cx="165052" cy="80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013A95A-34BD-F3A2-51ED-E929F86A65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2775" y="-837689"/>
              <a:ext cx="0" cy="2477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D986377-436C-01C5-7324-D34143D34C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5632" y="-918583"/>
              <a:ext cx="165052" cy="808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A60EFFE-D8D2-8FD7-5936-E5F4FDD96D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0684" y="-1437764"/>
              <a:ext cx="0" cy="535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70E8ED08-6FF2-EAB1-AB20-B630DAD500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51119" y="4467736"/>
              <a:ext cx="340519" cy="1280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205FAD52-C26A-7EAE-CB0A-C202A8A67B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75700" y="4405275"/>
              <a:ext cx="340519" cy="1264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6A4B3C93-339D-4A49-377B-2DD50052E3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75699" y="4267711"/>
              <a:ext cx="1" cy="1375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15E72131-F628-A463-039C-F55EF911F0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5180" y="4141231"/>
              <a:ext cx="340519" cy="1264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AE854A48-AF24-3194-025E-DF704C534E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10602" y="4081974"/>
              <a:ext cx="340519" cy="1280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39B15293-A420-2F03-1D23-B6A4D77EB960}"/>
                </a:ext>
              </a:extLst>
            </p:cNvPr>
            <p:cNvCxnSpPr>
              <a:cxnSpLocks/>
            </p:cNvCxnSpPr>
            <p:nvPr/>
          </p:nvCxnSpPr>
          <p:spPr>
            <a:xfrm>
              <a:off x="9845959" y="3829561"/>
              <a:ext cx="792" cy="2524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02969D37-D211-8C80-7CD6-FE37A2496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3563" y="3172336"/>
              <a:ext cx="1490663" cy="586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11DB0A87-3791-C976-B6DB-644B1B57B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844226" y="2913951"/>
              <a:ext cx="0" cy="25838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81E449E9-B9C2-5361-F463-C2ED380C2B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51119" y="3696349"/>
              <a:ext cx="330989" cy="1379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57C9E57B-52F9-B0B4-0CA7-D8D8106161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78545" y="3691998"/>
              <a:ext cx="175018" cy="711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57B0F9E7-59C5-19EC-B05A-2E4CB853E0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44226" y="2776014"/>
              <a:ext cx="330989" cy="1379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B3F51A6-9649-DEC7-F2FF-B5F860C18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0738" y="2270636"/>
              <a:ext cx="69850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6E00728-BCE4-A2DB-6399-23F749069CAC}"/>
              </a:ext>
            </a:extLst>
          </p:cNvPr>
          <p:cNvGrpSpPr/>
          <p:nvPr/>
        </p:nvGrpSpPr>
        <p:grpSpPr>
          <a:xfrm>
            <a:off x="577224" y="2681974"/>
            <a:ext cx="4761209" cy="4163882"/>
            <a:chOff x="1564541" y="1571291"/>
            <a:chExt cx="4761209" cy="416388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559FC1-DF1E-0B1B-438B-20EEA9DC25CE}"/>
                </a:ext>
              </a:extLst>
            </p:cNvPr>
            <p:cNvCxnSpPr>
              <a:cxnSpLocks/>
            </p:cNvCxnSpPr>
            <p:nvPr/>
          </p:nvCxnSpPr>
          <p:spPr>
            <a:xfrm>
              <a:off x="6237644" y="5735173"/>
              <a:ext cx="88106" cy="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364800-3FB4-FAAD-0F49-84498C0295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3174" y="2211921"/>
              <a:ext cx="162906" cy="809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D342505-3B1A-8C55-7DCF-8DD62CB788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7542" y="3573649"/>
              <a:ext cx="0" cy="40690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CCB0A72-D0F5-A562-DCA9-D49607CC93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5763" y="2360330"/>
              <a:ext cx="0" cy="7707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E5AD703-2017-7575-9B04-CCE10661CD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89532" y="2222218"/>
              <a:ext cx="326231" cy="1381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25DD3DED-DB63-25CD-2CE2-C469AD371678}"/>
                </a:ext>
              </a:extLst>
            </p:cNvPr>
            <p:cNvCxnSpPr>
              <a:cxnSpLocks/>
            </p:cNvCxnSpPr>
            <p:nvPr/>
          </p:nvCxnSpPr>
          <p:spPr>
            <a:xfrm>
              <a:off x="5738375" y="4098955"/>
              <a:ext cx="88106" cy="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424CAE7-16F9-637A-2F94-1A9AD015CA87}"/>
                </a:ext>
              </a:extLst>
            </p:cNvPr>
            <p:cNvCxnSpPr>
              <a:cxnSpLocks/>
            </p:cNvCxnSpPr>
            <p:nvPr/>
          </p:nvCxnSpPr>
          <p:spPr>
            <a:xfrm>
              <a:off x="4575136" y="2224599"/>
              <a:ext cx="88106" cy="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C26B7049-09A8-E32F-E6F5-D0BF8A28DD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0717" y="3318442"/>
              <a:ext cx="0" cy="12574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7694FF5B-D7E2-B9AB-271A-8192DDA396F6}"/>
                </a:ext>
              </a:extLst>
            </p:cNvPr>
            <p:cNvCxnSpPr>
              <a:cxnSpLocks/>
            </p:cNvCxnSpPr>
            <p:nvPr/>
          </p:nvCxnSpPr>
          <p:spPr>
            <a:xfrm>
              <a:off x="1564541" y="1571291"/>
              <a:ext cx="102226" cy="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369112-44C5-23FC-E8BE-8A2CBF571543}"/>
              </a:ext>
            </a:extLst>
          </p:cNvPr>
          <p:cNvGrpSpPr/>
          <p:nvPr/>
        </p:nvGrpSpPr>
        <p:grpSpPr>
          <a:xfrm>
            <a:off x="1123205" y="924463"/>
            <a:ext cx="3677791" cy="5186374"/>
            <a:chOff x="2604284" y="-2125585"/>
            <a:chExt cx="3677791" cy="518637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5D11A7D-CF2D-67E6-07A8-E67ECB5E8F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4459" y="2282742"/>
              <a:ext cx="511307" cy="20889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50BA935-A5F9-D56F-1CA2-72B5177D6E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5766" y="2491638"/>
              <a:ext cx="0" cy="1137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F9C0200-5C25-B874-C618-AFD9328451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2075" y="2814971"/>
              <a:ext cx="0" cy="245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64624C7D-1219-DAF8-D207-A9819C0145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2548" y="2541127"/>
              <a:ext cx="666352" cy="2596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FA90F51-CF9A-586C-29B4-150EFBC585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9003" y="2541127"/>
              <a:ext cx="333544" cy="1298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BC87567-E56C-C854-8293-BD0E5D028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0026" y="2338721"/>
              <a:ext cx="0" cy="1529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468A41A-C512-ED02-AA96-562681F243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2883" y="2220133"/>
              <a:ext cx="333544" cy="12984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E269C19-F6B1-E758-5802-F8BC8854C5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3802" y="1960102"/>
              <a:ext cx="0" cy="261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EB9BAB5-CAF1-C4C6-BFD1-04BC507307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8949" y="1508529"/>
              <a:ext cx="1174621" cy="4582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B20D5A6-D313-B9F4-95B9-FA219EFABD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8843" y="1504819"/>
              <a:ext cx="159874" cy="719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4346C4F-FD9D-07AF-D7C0-E45B67C60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3677" y="409908"/>
              <a:ext cx="0" cy="101757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2F4F4D6-7913-8AB6-982B-5286A8A71A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4284" y="-2125585"/>
              <a:ext cx="41299" cy="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660AA3A-C6C4-5487-9A5E-1DF4217B82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4116" y="2179662"/>
              <a:ext cx="0" cy="1137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9" name="TextBox 378">
            <a:extLst>
              <a:ext uri="{FF2B5EF4-FFF2-40B4-BE49-F238E27FC236}">
                <a16:creationId xmlns:a16="http://schemas.microsoft.com/office/drawing/2014/main" id="{84FD35D2-B8D9-6297-2398-0A44AA021356}"/>
              </a:ext>
            </a:extLst>
          </p:cNvPr>
          <p:cNvSpPr txBox="1"/>
          <p:nvPr/>
        </p:nvSpPr>
        <p:spPr>
          <a:xfrm>
            <a:off x="721416" y="5406509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 </a:t>
            </a:r>
            <a:r>
              <a:rPr lang="zh-CN" altLang="en-US" dirty="0"/>
              <a:t>狗图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865894-E171-8ADC-301F-FDD65A3C5DC3}"/>
              </a:ext>
            </a:extLst>
          </p:cNvPr>
          <p:cNvCxnSpPr>
            <a:cxnSpLocks/>
          </p:cNvCxnSpPr>
          <p:nvPr/>
        </p:nvCxnSpPr>
        <p:spPr>
          <a:xfrm flipV="1">
            <a:off x="-555183" y="-1646499"/>
            <a:ext cx="0" cy="10744722"/>
          </a:xfrm>
          <a:prstGeom prst="line">
            <a:avLst/>
          </a:prstGeom>
          <a:ln w="12700">
            <a:solidFill>
              <a:schemeClr val="accent3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3650515-A2B1-754E-7C03-775DEAEDC231}"/>
              </a:ext>
            </a:extLst>
          </p:cNvPr>
          <p:cNvGrpSpPr/>
          <p:nvPr/>
        </p:nvGrpSpPr>
        <p:grpSpPr>
          <a:xfrm>
            <a:off x="2457450" y="1237456"/>
            <a:ext cx="1006936" cy="2549525"/>
            <a:chOff x="2457450" y="1237456"/>
            <a:chExt cx="1006936" cy="2549525"/>
          </a:xfrm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433270D-EA36-C816-78BF-9D0B486B9B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7764" y="3504406"/>
              <a:ext cx="166622" cy="674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CDEBEF2-5ACC-07DF-B254-E143913D87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7764" y="3571875"/>
              <a:ext cx="0" cy="1349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E213825-8091-A621-FBCF-12F1C1E09C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7468" y="3719512"/>
              <a:ext cx="166622" cy="674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8A4CC43-CC33-89EF-C73F-5FE17447662F}"/>
                </a:ext>
              </a:extLst>
            </p:cNvPr>
            <p:cNvCxnSpPr>
              <a:cxnSpLocks/>
            </p:cNvCxnSpPr>
            <p:nvPr/>
          </p:nvCxnSpPr>
          <p:spPr>
            <a:xfrm>
              <a:off x="2632168" y="1237456"/>
              <a:ext cx="336457" cy="134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BB04752-445D-FFD8-6545-3FE66B161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68625" y="1249793"/>
              <a:ext cx="327532" cy="1218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88BB92DA-C8F1-7862-5DE8-296ED61448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7468" y="1438672"/>
              <a:ext cx="0" cy="14247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9CA4857-AAC0-8BC2-92E5-68B7B33110C9}"/>
                </a:ext>
              </a:extLst>
            </p:cNvPr>
            <p:cNvCxnSpPr>
              <a:cxnSpLocks/>
            </p:cNvCxnSpPr>
            <p:nvPr/>
          </p:nvCxnSpPr>
          <p:spPr>
            <a:xfrm>
              <a:off x="3127929" y="1581132"/>
              <a:ext cx="336457" cy="134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E70B0B3-8B8E-43D8-6464-147D25160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7450" y="1500256"/>
              <a:ext cx="537772" cy="20475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3CDFEB8-C15A-71B4-2538-59A4973AE6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800" y="1689566"/>
              <a:ext cx="0" cy="3964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1FF3DDC-614F-E6BE-9BE8-C7C86003D04A}"/>
                </a:ext>
              </a:extLst>
            </p:cNvPr>
            <p:cNvCxnSpPr>
              <a:cxnSpLocks/>
            </p:cNvCxnSpPr>
            <p:nvPr/>
          </p:nvCxnSpPr>
          <p:spPr>
            <a:xfrm>
              <a:off x="2457450" y="2085975"/>
              <a:ext cx="336457" cy="134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A87B671-417D-C90A-C9A0-29110CB6FD55}"/>
              </a:ext>
            </a:extLst>
          </p:cNvPr>
          <p:cNvGrpSpPr/>
          <p:nvPr/>
        </p:nvGrpSpPr>
        <p:grpSpPr>
          <a:xfrm>
            <a:off x="7127077" y="805657"/>
            <a:ext cx="2166942" cy="4915364"/>
            <a:chOff x="7127077" y="805657"/>
            <a:chExt cx="2166942" cy="4915364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79CDB8C-A500-6C7E-AF8D-095DDF67A03A}"/>
                </a:ext>
              </a:extLst>
            </p:cNvPr>
            <p:cNvCxnSpPr>
              <a:cxnSpLocks/>
            </p:cNvCxnSpPr>
            <p:nvPr/>
          </p:nvCxnSpPr>
          <p:spPr>
            <a:xfrm>
              <a:off x="7127077" y="5340173"/>
              <a:ext cx="0" cy="38084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F0A7F1C-E8E1-C12D-70B6-954DF4F12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7077" y="5655431"/>
              <a:ext cx="159548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A8C2C369-72CA-9223-D95E-04BA4C342F73}"/>
                </a:ext>
              </a:extLst>
            </p:cNvPr>
            <p:cNvCxnSpPr>
              <a:cxnSpLocks/>
            </p:cNvCxnSpPr>
            <p:nvPr/>
          </p:nvCxnSpPr>
          <p:spPr>
            <a:xfrm>
              <a:off x="7289002" y="4613275"/>
              <a:ext cx="0" cy="10313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86B2569-534E-B93E-5A9A-C44ABE4EAF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2975" y="4482211"/>
              <a:ext cx="337263" cy="1342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16C0C70E-9014-85E1-0E4D-B0022D93D9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4288" y="4489277"/>
              <a:ext cx="148701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42837C7B-8039-7ABE-7533-C9674082CC2E}"/>
                </a:ext>
              </a:extLst>
            </p:cNvPr>
            <p:cNvCxnSpPr>
              <a:cxnSpLocks/>
            </p:cNvCxnSpPr>
            <p:nvPr/>
          </p:nvCxnSpPr>
          <p:spPr>
            <a:xfrm>
              <a:off x="7794894" y="4562011"/>
              <a:ext cx="2377" cy="24464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CDD9F33-04B2-009D-79F6-3FF6F4040E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7481" y="4492625"/>
              <a:ext cx="0" cy="12527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8C06B4B-ACCF-57F1-2589-FD6468704E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50200" y="4495800"/>
              <a:ext cx="326233" cy="1218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08B3C6-A160-AD43-E9DF-4103A5D93C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7732" y="4298156"/>
              <a:ext cx="0" cy="24496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0DAF937-8252-4DC8-CFE2-9EB978157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308" y="4232566"/>
              <a:ext cx="159548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88FB2D4-F4E0-0928-4333-F833B98A5A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70690" y="3522667"/>
              <a:ext cx="148701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9B33292-0062-0AB7-E391-B040AFAF7E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19391" y="3529733"/>
              <a:ext cx="159548" cy="6559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26C4F8-E2EA-0177-C77A-88E2B1ABD8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6608" y="3386767"/>
              <a:ext cx="0" cy="145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CEEE18F-16B8-071B-5EFF-B78692936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2989" y="3324225"/>
              <a:ext cx="177530" cy="716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BB3B924-E193-1647-977D-9545EF38E4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8058" y="3189124"/>
              <a:ext cx="0" cy="145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7620116-6A19-1B1F-3536-0E0D1AF742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4439" y="3059906"/>
              <a:ext cx="337074" cy="1359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6B5B470-FE61-3C5B-6148-6ADE88F3FF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815" y="2927186"/>
              <a:ext cx="0" cy="145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D4DE497-B4DD-26A3-F661-1E41B20D4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2577" y="2743200"/>
              <a:ext cx="496617" cy="1930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7422AF6-2517-AF38-B3F7-AFB2AED0BE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3878" y="2603336"/>
              <a:ext cx="0" cy="145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A0ED1F7-7F9C-89C5-AB1C-6F42A64FCE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639" y="2400300"/>
              <a:ext cx="501380" cy="2145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8AF142-7CD8-12B1-A8F3-1FA6831999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1558" y="2152650"/>
              <a:ext cx="0" cy="253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E483B0F-099A-050D-9F6D-3F21CB6272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8639" y="805657"/>
              <a:ext cx="0" cy="1238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0C4E4F2-D99E-0A18-E94A-A9C2A8997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0400" y="1110456"/>
              <a:ext cx="330200" cy="1404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9A72E14-BFFD-3A89-9864-EC5E402111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24014" y="992982"/>
              <a:ext cx="0" cy="1238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B5892D8-E251-EC67-4360-9341953BC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6412" y="1363662"/>
              <a:ext cx="169069" cy="78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AC2D399-19DA-BC9E-63F7-B63208E657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2226" y="1238251"/>
              <a:ext cx="0" cy="1238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6E70206-8EA4-43CF-AD85-7ED4F0422C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951" y="1443038"/>
              <a:ext cx="0" cy="1238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2F53AAC3-1984-A0C0-53D8-B27219A2E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28062" y="915987"/>
              <a:ext cx="169069" cy="78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56821B8F-B193-EE0B-2601-1490303060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5400" y="1570037"/>
              <a:ext cx="481806" cy="195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2B2208C8-1092-63BC-1DC4-2197499EB044}"/>
              </a:ext>
            </a:extLst>
          </p:cNvPr>
          <p:cNvGrpSpPr/>
          <p:nvPr/>
        </p:nvGrpSpPr>
        <p:grpSpPr>
          <a:xfrm>
            <a:off x="3797924" y="3311547"/>
            <a:ext cx="1505749" cy="270875"/>
            <a:chOff x="3797924" y="3311547"/>
            <a:chExt cx="1505749" cy="270875"/>
          </a:xfrm>
        </p:grpSpPr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3E49CC9-FCE1-9EA7-D055-4A0A833450A6}"/>
                </a:ext>
              </a:extLst>
            </p:cNvPr>
            <p:cNvCxnSpPr>
              <a:cxnSpLocks/>
            </p:cNvCxnSpPr>
            <p:nvPr/>
          </p:nvCxnSpPr>
          <p:spPr>
            <a:xfrm>
              <a:off x="3797924" y="3390900"/>
              <a:ext cx="166772" cy="690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68C1CCF7-378A-81E2-B5F0-84A2A40408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1794" y="3388834"/>
              <a:ext cx="166772" cy="6698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575385EB-7924-3DB3-AC08-CDA665322FEF}"/>
                </a:ext>
              </a:extLst>
            </p:cNvPr>
            <p:cNvCxnSpPr>
              <a:cxnSpLocks/>
            </p:cNvCxnSpPr>
            <p:nvPr/>
          </p:nvCxnSpPr>
          <p:spPr>
            <a:xfrm>
              <a:off x="4128566" y="3386767"/>
              <a:ext cx="503925" cy="1851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E4EF2CD7-1716-5CA4-38B2-60D1F039E0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348" y="3311547"/>
              <a:ext cx="678325" cy="270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BCBAFDBF-12E1-7843-1F29-B185C33CF250}"/>
              </a:ext>
            </a:extLst>
          </p:cNvPr>
          <p:cNvCxnSpPr>
            <a:cxnSpLocks/>
          </p:cNvCxnSpPr>
          <p:nvPr/>
        </p:nvCxnSpPr>
        <p:spPr>
          <a:xfrm flipH="1">
            <a:off x="1596696" y="4368627"/>
            <a:ext cx="69850" cy="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EE74B0C-C7DB-5FCB-0702-F36F43958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111" y="192397"/>
            <a:ext cx="556870" cy="441755"/>
          </a:xfrm>
          <a:prstGeom prst="rect">
            <a:avLst/>
          </a:prstGeom>
        </p:spPr>
      </p:pic>
      <p:grpSp>
        <p:nvGrpSpPr>
          <p:cNvPr id="458" name="Group 457">
            <a:extLst>
              <a:ext uri="{FF2B5EF4-FFF2-40B4-BE49-F238E27FC236}">
                <a16:creationId xmlns:a16="http://schemas.microsoft.com/office/drawing/2014/main" id="{36DA9625-D228-5D68-14E6-06785AF63BAA}"/>
              </a:ext>
            </a:extLst>
          </p:cNvPr>
          <p:cNvGrpSpPr/>
          <p:nvPr/>
        </p:nvGrpSpPr>
        <p:grpSpPr>
          <a:xfrm>
            <a:off x="3289300" y="350285"/>
            <a:ext cx="5340350" cy="6685515"/>
            <a:chOff x="3289300" y="350285"/>
            <a:chExt cx="5340350" cy="6685515"/>
          </a:xfrm>
        </p:grpSpPr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36BC2037-343C-759A-15F4-2010E83737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2098" y="2613025"/>
              <a:ext cx="1508752" cy="58839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A3BEB398-1ECD-7BD3-7231-8F34D0706F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2098" y="3201422"/>
              <a:ext cx="0" cy="1016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0F6B8BC4-D00F-6CB5-3156-D95B8B9AD0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1000" y="2092325"/>
              <a:ext cx="1336675" cy="517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EF0D50D5-FCED-AAF6-9784-0450750BB3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0373" y="2093347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EE280B6A-7A77-B64A-5AAF-D787C8C901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6066" y="2281466"/>
              <a:ext cx="0" cy="14502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17B8904B-322B-CBBE-413E-A53399BAF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5425" y="2202656"/>
              <a:ext cx="161925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12DC85B9-5A9E-A011-3B39-CB906C8D6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9688" y="2412206"/>
              <a:ext cx="185737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7AEC8011-5965-14B3-28A8-95D143EFC5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4078" y="2421731"/>
              <a:ext cx="0" cy="1190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D0C4A1B1-729A-C226-968E-8D4878FF76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8238" y="2602706"/>
              <a:ext cx="185737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0BDCDF81-720A-358D-9E78-A48C1429EA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31531" y="2552700"/>
              <a:ext cx="336550" cy="1285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C430F3D5-9C3E-9E2F-7B99-8A8438DB10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6997" y="2483871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9FDB4F59-6A74-D328-44CA-C4E1961549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7500" y="2209800"/>
              <a:ext cx="503238" cy="206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E0960D15-D845-FC81-7E06-A764084E8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5194" y="2024063"/>
              <a:ext cx="185737" cy="690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3836030A-C613-6C0F-776D-3E00BFD239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07391" y="2019301"/>
              <a:ext cx="162884" cy="698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AF392029-784D-0670-6F55-CDCC59B10C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9300" y="1764506"/>
              <a:ext cx="677863" cy="2516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5673C5B-3C89-8C9E-309D-D406DEE447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63822" y="1759745"/>
              <a:ext cx="341478" cy="1309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FC1F9FD-3A8E-920D-925A-C7DA0DD96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2600" y="1759744"/>
              <a:ext cx="343694" cy="13335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D0A1771-071A-5ED3-8ED7-F0EF3C3FDB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9314" y="1494064"/>
              <a:ext cx="0" cy="26568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FB82BFE-1DFF-0237-9DCE-1D14CFB182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60081" y="1445419"/>
              <a:ext cx="171451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FAE5862-C794-EB6E-6DD7-9CF1C54FB7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2463" y="1312069"/>
              <a:ext cx="330993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7D6C39D-FE8F-8EF2-F740-C2F79AF90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8382" y="1186883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567C8C3-1974-C690-6EC9-26E70277BD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2584" y="1107281"/>
              <a:ext cx="165497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E400BF3-933A-7605-7936-F473755942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081" y="989239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F59AD2F-0525-79AE-7271-A64D17CF6E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96630" y="935832"/>
              <a:ext cx="171451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51A6B-D8E9-0F16-3F16-821A13C127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4250" y="661988"/>
              <a:ext cx="0" cy="28416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30CB07B-CFC7-474B-8BDD-DDAE99D00E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96630" y="666750"/>
              <a:ext cx="171451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5B2D2D1-EC23-DC0F-450E-67CAB430B8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874" y="734446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91CD338-F0C2-B4D9-94CC-6319C6C780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081" y="657225"/>
              <a:ext cx="501650" cy="207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4868D7D-AAEE-40E0-AD38-3F50BD6AFE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1318" y="536802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6E5CFEB4-9AE8-5B66-FCB0-DB129028F3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4097" y="461963"/>
              <a:ext cx="165497" cy="785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FEDE466F-6BD4-DA01-4DB1-3DB55ADFDB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481" y="350285"/>
              <a:ext cx="0" cy="1259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AC48ACB-F2DA-6BB4-6204-379900B1C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8476" y="5320430"/>
              <a:ext cx="0" cy="6676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54A3D0DB-5225-E7A5-84F3-8685F684C2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2126" y="6368180"/>
              <a:ext cx="0" cy="66762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95985251-C94B-EA9B-6D2D-B5F2A663FB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21650" y="5988050"/>
              <a:ext cx="498951" cy="1936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C0F90F24-EA66-BB13-2B37-7F9A11072C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1650" y="6184900"/>
              <a:ext cx="508000" cy="1809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58637239-2FB1-5AA0-231F-0A30983502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4416" y="2025651"/>
              <a:ext cx="162884" cy="698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8D632ACB-8B35-79B5-45CE-46567E3FDE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2703" y="2104231"/>
              <a:ext cx="0" cy="1150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A63449D1-6AB9-FB52-EB9C-E000E6F246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2875" y="2206625"/>
              <a:ext cx="174625" cy="746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2CAB48A-0629-FCC2-44A9-64F512BB16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91579" y="2201864"/>
              <a:ext cx="162884" cy="698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205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E93AC-B7B1-753B-2D90-5A9472EB6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59600E6-16BF-605E-FA01-E1E15BFCE8C9}"/>
              </a:ext>
            </a:extLst>
          </p:cNvPr>
          <p:cNvCxnSpPr>
            <a:cxnSpLocks/>
          </p:cNvCxnSpPr>
          <p:nvPr/>
        </p:nvCxnSpPr>
        <p:spPr>
          <a:xfrm flipV="1">
            <a:off x="-555183" y="-1646499"/>
            <a:ext cx="0" cy="10744722"/>
          </a:xfrm>
          <a:prstGeom prst="line">
            <a:avLst/>
          </a:prstGeom>
          <a:ln w="12700">
            <a:solidFill>
              <a:schemeClr val="accent3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0F78E44-4570-88AD-B93D-F646D72525C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81941" y="-161925"/>
            <a:ext cx="9172280" cy="722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8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F89DD8-0FC0-E75F-26E1-B250F32B0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871"/>
            <a:ext cx="9936163" cy="674998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1BB439E-4E7B-790B-30EF-B7C9B85513A4}"/>
              </a:ext>
            </a:extLst>
          </p:cNvPr>
          <p:cNvSpPr/>
          <p:nvPr/>
        </p:nvSpPr>
        <p:spPr>
          <a:xfrm>
            <a:off x="6996113" y="88296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249B4E-3D0C-132B-F34E-AA1ADD6E595C}"/>
              </a:ext>
            </a:extLst>
          </p:cNvPr>
          <p:cNvSpPr/>
          <p:nvPr/>
        </p:nvSpPr>
        <p:spPr>
          <a:xfrm>
            <a:off x="6996113" y="120681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E66D16-61C7-9936-48D5-2D5CB0063003}"/>
              </a:ext>
            </a:extLst>
          </p:cNvPr>
          <p:cNvSpPr/>
          <p:nvPr/>
        </p:nvSpPr>
        <p:spPr>
          <a:xfrm>
            <a:off x="6605588" y="138779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6EC590D-A06D-9A3E-BAAE-FC28AE1D3574}"/>
              </a:ext>
            </a:extLst>
          </p:cNvPr>
          <p:cNvSpPr/>
          <p:nvPr/>
        </p:nvSpPr>
        <p:spPr>
          <a:xfrm>
            <a:off x="6162676" y="1544956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02CD1E-453F-F4A7-59E9-9E1C3917AB23}"/>
              </a:ext>
            </a:extLst>
          </p:cNvPr>
          <p:cNvSpPr/>
          <p:nvPr/>
        </p:nvSpPr>
        <p:spPr>
          <a:xfrm>
            <a:off x="6162676" y="1849756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17B313-BA22-358B-2FEA-9E5245F1107C}"/>
              </a:ext>
            </a:extLst>
          </p:cNvPr>
          <p:cNvSpPr/>
          <p:nvPr/>
        </p:nvSpPr>
        <p:spPr>
          <a:xfrm>
            <a:off x="6162676" y="2202181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13BD73-BCD7-9C42-F4FD-BB48F1431710}"/>
              </a:ext>
            </a:extLst>
          </p:cNvPr>
          <p:cNvSpPr/>
          <p:nvPr/>
        </p:nvSpPr>
        <p:spPr>
          <a:xfrm>
            <a:off x="6162676" y="2497456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B0B479-3C32-BA04-19A5-7A47F379E4B4}"/>
              </a:ext>
            </a:extLst>
          </p:cNvPr>
          <p:cNvSpPr/>
          <p:nvPr/>
        </p:nvSpPr>
        <p:spPr>
          <a:xfrm>
            <a:off x="6162676" y="285867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9FF8E53-1757-3A6D-AB94-A3732537AEA5}"/>
              </a:ext>
            </a:extLst>
          </p:cNvPr>
          <p:cNvSpPr/>
          <p:nvPr/>
        </p:nvSpPr>
        <p:spPr>
          <a:xfrm>
            <a:off x="6605588" y="303012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48F2353-52B5-C8C8-78DD-2192D7E3CDD3}"/>
              </a:ext>
            </a:extLst>
          </p:cNvPr>
          <p:cNvSpPr/>
          <p:nvPr/>
        </p:nvSpPr>
        <p:spPr>
          <a:xfrm>
            <a:off x="6611779" y="336349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768310E-C10B-2D5D-7A88-9C90F6F389D7}"/>
              </a:ext>
            </a:extLst>
          </p:cNvPr>
          <p:cNvSpPr/>
          <p:nvPr/>
        </p:nvSpPr>
        <p:spPr>
          <a:xfrm>
            <a:off x="6605588" y="368432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D037ED-C17E-80F7-53BE-DE963144045F}"/>
              </a:ext>
            </a:extLst>
          </p:cNvPr>
          <p:cNvSpPr/>
          <p:nvPr/>
        </p:nvSpPr>
        <p:spPr>
          <a:xfrm>
            <a:off x="6592729" y="4021181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4AF7D85-0765-6272-9B13-EDC0380CF111}"/>
              </a:ext>
            </a:extLst>
          </p:cNvPr>
          <p:cNvSpPr/>
          <p:nvPr/>
        </p:nvSpPr>
        <p:spPr>
          <a:xfrm>
            <a:off x="6592729" y="433069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4599E89-D87D-14E0-EAAB-EFFD5164DAB7}"/>
              </a:ext>
            </a:extLst>
          </p:cNvPr>
          <p:cNvSpPr/>
          <p:nvPr/>
        </p:nvSpPr>
        <p:spPr>
          <a:xfrm>
            <a:off x="6592729" y="463968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F70E9-244F-52F0-DE26-45A6AA6AD3D5}"/>
              </a:ext>
            </a:extLst>
          </p:cNvPr>
          <p:cNvSpPr/>
          <p:nvPr/>
        </p:nvSpPr>
        <p:spPr>
          <a:xfrm>
            <a:off x="6584633" y="495212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6E263EC-9010-45B7-0615-831EF905C8CC}"/>
              </a:ext>
            </a:extLst>
          </p:cNvPr>
          <p:cNvSpPr/>
          <p:nvPr/>
        </p:nvSpPr>
        <p:spPr>
          <a:xfrm>
            <a:off x="6576537" y="528542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14B8687-6961-0742-C011-B042EA162205}"/>
              </a:ext>
            </a:extLst>
          </p:cNvPr>
          <p:cNvSpPr/>
          <p:nvPr/>
        </p:nvSpPr>
        <p:spPr>
          <a:xfrm>
            <a:off x="4080987" y="595217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A2B7100-8880-E0D2-7BE5-4880F54FFA36}"/>
              </a:ext>
            </a:extLst>
          </p:cNvPr>
          <p:cNvSpPr/>
          <p:nvPr/>
        </p:nvSpPr>
        <p:spPr>
          <a:xfrm>
            <a:off x="3652362" y="583159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12DFDB4-4747-E10B-513E-21078BCF0740}"/>
              </a:ext>
            </a:extLst>
          </p:cNvPr>
          <p:cNvSpPr/>
          <p:nvPr/>
        </p:nvSpPr>
        <p:spPr>
          <a:xfrm>
            <a:off x="3652362" y="549992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D68AFA6-965B-CF05-1DA3-AF5FDB755C06}"/>
              </a:ext>
            </a:extLst>
          </p:cNvPr>
          <p:cNvSpPr/>
          <p:nvPr/>
        </p:nvSpPr>
        <p:spPr>
          <a:xfrm>
            <a:off x="3216911" y="528542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E348406-4FB6-6550-FE55-13148F8C3254}"/>
              </a:ext>
            </a:extLst>
          </p:cNvPr>
          <p:cNvSpPr/>
          <p:nvPr/>
        </p:nvSpPr>
        <p:spPr>
          <a:xfrm>
            <a:off x="2821624" y="511873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AFD3609-8E6D-4642-B5EE-F2B4305934F6}"/>
              </a:ext>
            </a:extLst>
          </p:cNvPr>
          <p:cNvSpPr/>
          <p:nvPr/>
        </p:nvSpPr>
        <p:spPr>
          <a:xfrm>
            <a:off x="2388237" y="4999106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C6DA6D4-76DF-78D7-EFE0-7A8922F20531}"/>
              </a:ext>
            </a:extLst>
          </p:cNvPr>
          <p:cNvSpPr/>
          <p:nvPr/>
        </p:nvSpPr>
        <p:spPr>
          <a:xfrm>
            <a:off x="1954850" y="483249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A82B269-E804-AAD7-FA6E-2C7FBEBBA633}"/>
              </a:ext>
            </a:extLst>
          </p:cNvPr>
          <p:cNvSpPr/>
          <p:nvPr/>
        </p:nvSpPr>
        <p:spPr>
          <a:xfrm>
            <a:off x="1559563" y="464292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BCF9253-FD04-5C7F-5C76-8B0C3DD6F013}"/>
              </a:ext>
            </a:extLst>
          </p:cNvPr>
          <p:cNvSpPr/>
          <p:nvPr/>
        </p:nvSpPr>
        <p:spPr>
          <a:xfrm>
            <a:off x="1164276" y="479483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467367-05F2-0B8B-241A-5074BCDF8126}"/>
              </a:ext>
            </a:extLst>
          </p:cNvPr>
          <p:cNvSpPr/>
          <p:nvPr/>
        </p:nvSpPr>
        <p:spPr>
          <a:xfrm>
            <a:off x="6605588" y="524078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F977B9-D24A-5330-A5D4-442ED97B4F28}"/>
              </a:ext>
            </a:extLst>
          </p:cNvPr>
          <p:cNvSpPr/>
          <p:nvPr/>
        </p:nvSpPr>
        <p:spPr>
          <a:xfrm>
            <a:off x="1452300" y="470037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9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AA0660-6FA5-D476-9883-A546392BFC2E}"/>
              </a:ext>
            </a:extLst>
          </p:cNvPr>
          <p:cNvSpPr/>
          <p:nvPr/>
        </p:nvSpPr>
        <p:spPr>
          <a:xfrm>
            <a:off x="1152792" y="446110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5601240-E4E5-93FB-6D3A-CF74CA0DE88A}"/>
              </a:ext>
            </a:extLst>
          </p:cNvPr>
          <p:cNvSpPr/>
          <p:nvPr/>
        </p:nvSpPr>
        <p:spPr>
          <a:xfrm>
            <a:off x="1559563" y="430235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A47BEC7-879A-296B-6030-BEFC6EF3C690}"/>
              </a:ext>
            </a:extLst>
          </p:cNvPr>
          <p:cNvSpPr/>
          <p:nvPr/>
        </p:nvSpPr>
        <p:spPr>
          <a:xfrm>
            <a:off x="1966334" y="414081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60ADF8-AD74-7683-72F8-76D2C5DDF153}"/>
              </a:ext>
            </a:extLst>
          </p:cNvPr>
          <p:cNvSpPr/>
          <p:nvPr/>
        </p:nvSpPr>
        <p:spPr>
          <a:xfrm>
            <a:off x="2034066" y="340736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051470A-B040-EF8B-B46B-0D52163762C3}"/>
              </a:ext>
            </a:extLst>
          </p:cNvPr>
          <p:cNvSpPr/>
          <p:nvPr/>
        </p:nvSpPr>
        <p:spPr>
          <a:xfrm>
            <a:off x="2410834" y="430576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9ABA922-830A-9949-8CD7-F1C5E731ED31}"/>
              </a:ext>
            </a:extLst>
          </p:cNvPr>
          <p:cNvSpPr/>
          <p:nvPr/>
        </p:nvSpPr>
        <p:spPr>
          <a:xfrm>
            <a:off x="2855334" y="446134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44421AA-0AC2-F653-81DD-FF063482D5D3}"/>
              </a:ext>
            </a:extLst>
          </p:cNvPr>
          <p:cNvSpPr/>
          <p:nvPr/>
        </p:nvSpPr>
        <p:spPr>
          <a:xfrm>
            <a:off x="3224376" y="4639681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43BCF28-D6CD-9C01-0F7E-4A6EB005A59A}"/>
              </a:ext>
            </a:extLst>
          </p:cNvPr>
          <p:cNvSpPr/>
          <p:nvPr/>
        </p:nvSpPr>
        <p:spPr>
          <a:xfrm>
            <a:off x="3660363" y="446992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83BE53-1378-6E0D-69F6-0A2C9873C479}"/>
              </a:ext>
            </a:extLst>
          </p:cNvPr>
          <p:cNvSpPr/>
          <p:nvPr/>
        </p:nvSpPr>
        <p:spPr>
          <a:xfrm>
            <a:off x="3977618" y="419540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82752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46039C-8FFD-FE6E-D82E-93A0D58A53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854" y="272014"/>
            <a:ext cx="8409020" cy="742418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D026AE4-C018-FB16-353C-05CBBFAC3AB8}"/>
              </a:ext>
            </a:extLst>
          </p:cNvPr>
          <p:cNvSpPr/>
          <p:nvPr/>
        </p:nvSpPr>
        <p:spPr>
          <a:xfrm>
            <a:off x="8212075" y="6746294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DA8B24-9ADB-801B-C52D-A9CFCC85E4C9}"/>
              </a:ext>
            </a:extLst>
          </p:cNvPr>
          <p:cNvSpPr/>
          <p:nvPr/>
        </p:nvSpPr>
        <p:spPr>
          <a:xfrm>
            <a:off x="7758050" y="655261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E51BDA-C9E7-AB19-F6BE-1F7D00460E7D}"/>
              </a:ext>
            </a:extLst>
          </p:cNvPr>
          <p:cNvSpPr/>
          <p:nvPr/>
        </p:nvSpPr>
        <p:spPr>
          <a:xfrm>
            <a:off x="7304025" y="641233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2BF742-FDDE-B68E-CC0A-9A948E84B495}"/>
              </a:ext>
            </a:extLst>
          </p:cNvPr>
          <p:cNvSpPr/>
          <p:nvPr/>
        </p:nvSpPr>
        <p:spPr>
          <a:xfrm>
            <a:off x="6884925" y="623136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3A1DFB-4530-2F5B-318A-971E3A2F98EE}"/>
              </a:ext>
            </a:extLst>
          </p:cNvPr>
          <p:cNvSpPr/>
          <p:nvPr/>
        </p:nvSpPr>
        <p:spPr>
          <a:xfrm>
            <a:off x="6846825" y="585671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76950E-F095-67B6-FD2A-3182ECE3B7EB}"/>
              </a:ext>
            </a:extLst>
          </p:cNvPr>
          <p:cNvSpPr/>
          <p:nvPr/>
        </p:nvSpPr>
        <p:spPr>
          <a:xfrm>
            <a:off x="6424550" y="571066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287AE1-A99D-DE09-A89B-33321745A0B7}"/>
              </a:ext>
            </a:extLst>
          </p:cNvPr>
          <p:cNvSpPr/>
          <p:nvPr/>
        </p:nvSpPr>
        <p:spPr>
          <a:xfrm>
            <a:off x="6424550" y="536458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B4E58A-D7EA-6BDD-952C-756A107231A0}"/>
              </a:ext>
            </a:extLst>
          </p:cNvPr>
          <p:cNvSpPr/>
          <p:nvPr/>
        </p:nvSpPr>
        <p:spPr>
          <a:xfrm>
            <a:off x="5980050" y="519631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943D5D4-2EA5-6CF2-F2C8-361C897C3673}"/>
              </a:ext>
            </a:extLst>
          </p:cNvPr>
          <p:cNvSpPr/>
          <p:nvPr/>
        </p:nvSpPr>
        <p:spPr>
          <a:xfrm>
            <a:off x="5535550" y="5360249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C422F9-72A7-A070-B534-FDC362D8A22B}"/>
              </a:ext>
            </a:extLst>
          </p:cNvPr>
          <p:cNvSpPr/>
          <p:nvPr/>
        </p:nvSpPr>
        <p:spPr>
          <a:xfrm>
            <a:off x="5535550" y="5687274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46F80D-55DD-B082-A513-043D90C067CC}"/>
              </a:ext>
            </a:extLst>
          </p:cNvPr>
          <p:cNvSpPr/>
          <p:nvPr/>
        </p:nvSpPr>
        <p:spPr>
          <a:xfrm>
            <a:off x="5839076" y="5769697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A8F5977-6AF8-61EF-3E9C-8DEB0542A811}"/>
              </a:ext>
            </a:extLst>
          </p:cNvPr>
          <p:cNvSpPr/>
          <p:nvPr/>
        </p:nvSpPr>
        <p:spPr>
          <a:xfrm>
            <a:off x="5535550" y="4970742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CBAAF49-6A87-0AF5-73D0-84130155E82A}"/>
              </a:ext>
            </a:extLst>
          </p:cNvPr>
          <p:cNvSpPr/>
          <p:nvPr/>
        </p:nvSpPr>
        <p:spPr>
          <a:xfrm>
            <a:off x="5535550" y="4643717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1C9F5B-5BEB-5135-7768-6E3CFF9E4A91}"/>
              </a:ext>
            </a:extLst>
          </p:cNvPr>
          <p:cNvSpPr/>
          <p:nvPr/>
        </p:nvSpPr>
        <p:spPr>
          <a:xfrm>
            <a:off x="5535550" y="4298490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203F625-7816-D6A7-F926-5BFABCC323DD}"/>
              </a:ext>
            </a:extLst>
          </p:cNvPr>
          <p:cNvSpPr/>
          <p:nvPr/>
        </p:nvSpPr>
        <p:spPr>
          <a:xfrm>
            <a:off x="5543266" y="3984105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2AE6666-BBB9-9B8C-05A0-F7EC568F104B}"/>
              </a:ext>
            </a:extLst>
          </p:cNvPr>
          <p:cNvSpPr/>
          <p:nvPr/>
        </p:nvSpPr>
        <p:spPr>
          <a:xfrm>
            <a:off x="5535550" y="359459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3880F58-39EB-9FE6-B85B-5532FA7AB0DA}"/>
              </a:ext>
            </a:extLst>
          </p:cNvPr>
          <p:cNvSpPr/>
          <p:nvPr/>
        </p:nvSpPr>
        <p:spPr>
          <a:xfrm>
            <a:off x="5525582" y="3234190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81647E-9793-9493-9AF5-3B14748F46D8}"/>
              </a:ext>
            </a:extLst>
          </p:cNvPr>
          <p:cNvSpPr/>
          <p:nvPr/>
        </p:nvSpPr>
        <p:spPr>
          <a:xfrm>
            <a:off x="5525582" y="2901776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F83B51A-E0CE-C151-D41E-B0610862E133}"/>
              </a:ext>
            </a:extLst>
          </p:cNvPr>
          <p:cNvSpPr/>
          <p:nvPr/>
        </p:nvSpPr>
        <p:spPr>
          <a:xfrm>
            <a:off x="5535550" y="2560798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8A299FC-F0D0-C991-7046-084BB9D81E2E}"/>
              </a:ext>
            </a:extLst>
          </p:cNvPr>
          <p:cNvSpPr/>
          <p:nvPr/>
        </p:nvSpPr>
        <p:spPr>
          <a:xfrm>
            <a:off x="5535550" y="2228384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4379D8A-3204-1185-0073-6D38F8CA75EF}"/>
              </a:ext>
            </a:extLst>
          </p:cNvPr>
          <p:cNvSpPr/>
          <p:nvPr/>
        </p:nvSpPr>
        <p:spPr>
          <a:xfrm>
            <a:off x="5543266" y="188130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5F93F74-C021-9EFF-9B6B-2118F89A2CB2}"/>
              </a:ext>
            </a:extLst>
          </p:cNvPr>
          <p:cNvSpPr/>
          <p:nvPr/>
        </p:nvSpPr>
        <p:spPr>
          <a:xfrm>
            <a:off x="5980050" y="1709853"/>
            <a:ext cx="260032" cy="23926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1632CB-63F1-2BD1-C9DD-383EF2CAF77F}"/>
              </a:ext>
            </a:extLst>
          </p:cNvPr>
          <p:cNvSpPr/>
          <p:nvPr/>
        </p:nvSpPr>
        <p:spPr>
          <a:xfrm>
            <a:off x="6892482" y="1197211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97440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2D9D81-847D-401E-967E-58CBC416C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88" y="-1"/>
            <a:ext cx="5641627" cy="745172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865F415-1994-B10A-0E6F-B7383367310A}"/>
              </a:ext>
            </a:extLst>
          </p:cNvPr>
          <p:cNvSpPr/>
          <p:nvPr/>
        </p:nvSpPr>
        <p:spPr>
          <a:xfrm>
            <a:off x="4238293" y="5858482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C0F4B7-6C84-0B63-5833-5F1CD94A3949}"/>
              </a:ext>
            </a:extLst>
          </p:cNvPr>
          <p:cNvSpPr/>
          <p:nvPr/>
        </p:nvSpPr>
        <p:spPr>
          <a:xfrm>
            <a:off x="4238293" y="5582257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80C825B-ECEA-826B-D7A2-7D9A83066A95}"/>
              </a:ext>
            </a:extLst>
          </p:cNvPr>
          <p:cNvSpPr/>
          <p:nvPr/>
        </p:nvSpPr>
        <p:spPr>
          <a:xfrm>
            <a:off x="4238293" y="6410932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24B094B-CC04-02F3-F6F8-A9A9AE4849D7}"/>
              </a:ext>
            </a:extLst>
          </p:cNvPr>
          <p:cNvSpPr/>
          <p:nvPr/>
        </p:nvSpPr>
        <p:spPr>
          <a:xfrm>
            <a:off x="4238293" y="6134707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582E9C-08C9-CDE1-43C3-300817FC8F9E}"/>
              </a:ext>
            </a:extLst>
          </p:cNvPr>
          <p:cNvSpPr/>
          <p:nvPr/>
        </p:nvSpPr>
        <p:spPr>
          <a:xfrm>
            <a:off x="2324721" y="3790511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0E7EC1-3EEC-9716-B711-706D04549996}"/>
              </a:ext>
            </a:extLst>
          </p:cNvPr>
          <p:cNvSpPr/>
          <p:nvPr/>
        </p:nvSpPr>
        <p:spPr>
          <a:xfrm>
            <a:off x="2324721" y="3514286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7612F8-FBA0-709F-B7FB-528EC5AFA25B}"/>
              </a:ext>
            </a:extLst>
          </p:cNvPr>
          <p:cNvSpPr/>
          <p:nvPr/>
        </p:nvSpPr>
        <p:spPr>
          <a:xfrm>
            <a:off x="2324721" y="4342961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7F5696E-B72B-2C7B-7B10-90DE1A2B18F6}"/>
              </a:ext>
            </a:extLst>
          </p:cNvPr>
          <p:cNvSpPr/>
          <p:nvPr/>
        </p:nvSpPr>
        <p:spPr>
          <a:xfrm>
            <a:off x="2324721" y="4066736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52E6CA-24A6-85B9-07FF-1142D748A8E6}"/>
              </a:ext>
            </a:extLst>
          </p:cNvPr>
          <p:cNvSpPr/>
          <p:nvPr/>
        </p:nvSpPr>
        <p:spPr>
          <a:xfrm>
            <a:off x="2286621" y="2676330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8D80360-F6DD-3612-937A-E208965E1F3B}"/>
              </a:ext>
            </a:extLst>
          </p:cNvPr>
          <p:cNvSpPr/>
          <p:nvPr/>
        </p:nvSpPr>
        <p:spPr>
          <a:xfrm>
            <a:off x="2673880" y="4798760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1E145FF-2975-7F46-2B60-D4F49B3999F6}"/>
              </a:ext>
            </a:extLst>
          </p:cNvPr>
          <p:cNvSpPr/>
          <p:nvPr/>
        </p:nvSpPr>
        <p:spPr>
          <a:xfrm>
            <a:off x="2286621" y="3228780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1B9B933-4150-7AD4-1113-F1BD94DDF2BA}"/>
              </a:ext>
            </a:extLst>
          </p:cNvPr>
          <p:cNvSpPr/>
          <p:nvPr/>
        </p:nvSpPr>
        <p:spPr>
          <a:xfrm>
            <a:off x="2286621" y="2952555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897127A-71C9-6BF0-A2FD-1322EF110A4E}"/>
              </a:ext>
            </a:extLst>
          </p:cNvPr>
          <p:cNvSpPr/>
          <p:nvPr/>
        </p:nvSpPr>
        <p:spPr>
          <a:xfrm>
            <a:off x="1685396" y="1811877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756FCD5-6B93-3A1B-C774-7D8D342658B8}"/>
              </a:ext>
            </a:extLst>
          </p:cNvPr>
          <p:cNvSpPr/>
          <p:nvPr/>
        </p:nvSpPr>
        <p:spPr>
          <a:xfrm>
            <a:off x="2006096" y="1367493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E618411-084A-3E9D-19F7-277174964A7D}"/>
              </a:ext>
            </a:extLst>
          </p:cNvPr>
          <p:cNvSpPr/>
          <p:nvPr/>
        </p:nvSpPr>
        <p:spPr>
          <a:xfrm>
            <a:off x="2324721" y="2353862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767979-4E43-AF45-615E-EC2488E216CE}"/>
              </a:ext>
            </a:extLst>
          </p:cNvPr>
          <p:cNvSpPr/>
          <p:nvPr/>
        </p:nvSpPr>
        <p:spPr>
          <a:xfrm>
            <a:off x="2026589" y="2234538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72A649D-2E06-D13D-28F1-1052C26F8161}"/>
              </a:ext>
            </a:extLst>
          </p:cNvPr>
          <p:cNvSpPr/>
          <p:nvPr/>
        </p:nvSpPr>
        <p:spPr>
          <a:xfrm>
            <a:off x="2021020" y="1045332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EE3DFFB-4E26-D4DA-DC44-1FA489DCB26A}"/>
              </a:ext>
            </a:extLst>
          </p:cNvPr>
          <p:cNvSpPr/>
          <p:nvPr/>
        </p:nvSpPr>
        <p:spPr>
          <a:xfrm>
            <a:off x="2003729" y="783693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737892-2CB3-AC8A-975F-154B0CC59E0C}"/>
              </a:ext>
            </a:extLst>
          </p:cNvPr>
          <p:cNvSpPr/>
          <p:nvPr/>
        </p:nvSpPr>
        <p:spPr>
          <a:xfrm>
            <a:off x="3635361" y="373118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25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204A091-3D95-951A-7BD1-DE4EB88128F8}"/>
              </a:ext>
            </a:extLst>
          </p:cNvPr>
          <p:cNvSpPr/>
          <p:nvPr/>
        </p:nvSpPr>
        <p:spPr>
          <a:xfrm>
            <a:off x="1685396" y="2062597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1E41A5C-1F26-8A49-571D-F754214CE726}"/>
              </a:ext>
            </a:extLst>
          </p:cNvPr>
          <p:cNvSpPr/>
          <p:nvPr/>
        </p:nvSpPr>
        <p:spPr>
          <a:xfrm>
            <a:off x="2008968" y="1636152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A366582-E54F-7BF6-64F9-385BE4C93838}"/>
              </a:ext>
            </a:extLst>
          </p:cNvPr>
          <p:cNvGrpSpPr/>
          <p:nvPr/>
        </p:nvGrpSpPr>
        <p:grpSpPr>
          <a:xfrm>
            <a:off x="6130037" y="-22888"/>
            <a:ext cx="3520858" cy="2229877"/>
            <a:chOff x="6214066" y="562820"/>
            <a:chExt cx="3520858" cy="2229877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BABC28B9-F454-8445-153C-8A6CF515A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4066" y="562820"/>
              <a:ext cx="3520858" cy="2229877"/>
            </a:xfrm>
            <a:prstGeom prst="rect">
              <a:avLst/>
            </a:prstGeom>
          </p:spPr>
        </p:pic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A3DDD92-55D8-67E1-75A6-43609CDC8993}"/>
                </a:ext>
              </a:extLst>
            </p:cNvPr>
            <p:cNvSpPr/>
            <p:nvPr/>
          </p:nvSpPr>
          <p:spPr>
            <a:xfrm>
              <a:off x="7074650" y="1005678"/>
              <a:ext cx="260032" cy="23926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BC43BF3-8CCC-5887-C086-BD61B9139FA7}"/>
                </a:ext>
              </a:extLst>
            </p:cNvPr>
            <p:cNvSpPr/>
            <p:nvPr/>
          </p:nvSpPr>
          <p:spPr>
            <a:xfrm>
              <a:off x="7074650" y="729453"/>
              <a:ext cx="260032" cy="23926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51D07FD-CA51-7C4E-2AAD-C452F17A7B19}"/>
                </a:ext>
              </a:extLst>
            </p:cNvPr>
            <p:cNvSpPr/>
            <p:nvPr/>
          </p:nvSpPr>
          <p:spPr>
            <a:xfrm>
              <a:off x="7074650" y="1558128"/>
              <a:ext cx="260032" cy="23926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EFE7798-A223-48B7-0ECF-A9B99CDD1F46}"/>
                </a:ext>
              </a:extLst>
            </p:cNvPr>
            <p:cNvSpPr/>
            <p:nvPr/>
          </p:nvSpPr>
          <p:spPr>
            <a:xfrm>
              <a:off x="7074650" y="1281903"/>
              <a:ext cx="260032" cy="23926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9682286B-8F21-5AEE-A0DD-C67DE8BDB09C}"/>
              </a:ext>
            </a:extLst>
          </p:cNvPr>
          <p:cNvSpPr/>
          <p:nvPr/>
        </p:nvSpPr>
        <p:spPr>
          <a:xfrm>
            <a:off x="7478014" y="-10750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4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6BB33C0-3B61-1E84-8C64-A313786D6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815" y="2290457"/>
            <a:ext cx="2579661" cy="2367540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1967AB7B-ECE1-2013-7830-6F81EE53E499}"/>
              </a:ext>
            </a:extLst>
          </p:cNvPr>
          <p:cNvSpPr/>
          <p:nvPr/>
        </p:nvSpPr>
        <p:spPr>
          <a:xfrm>
            <a:off x="6477303" y="3666989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1A4E2BB-331B-6DE7-0DC8-67A1E7F65EDF}"/>
              </a:ext>
            </a:extLst>
          </p:cNvPr>
          <p:cNvSpPr/>
          <p:nvPr/>
        </p:nvSpPr>
        <p:spPr>
          <a:xfrm>
            <a:off x="6655103" y="3583521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7D131DD-03BB-A561-07AA-DF8BEDBEBC49}"/>
              </a:ext>
            </a:extLst>
          </p:cNvPr>
          <p:cNvSpPr/>
          <p:nvPr/>
        </p:nvSpPr>
        <p:spPr>
          <a:xfrm>
            <a:off x="6832903" y="3509953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B51531-EAC9-05C8-4C3D-676ADFB98276}"/>
              </a:ext>
            </a:extLst>
          </p:cNvPr>
          <p:cNvSpPr/>
          <p:nvPr/>
        </p:nvSpPr>
        <p:spPr>
          <a:xfrm>
            <a:off x="6397834" y="3862621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3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1A203B19-F3EA-4834-15B0-3FC6B259B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037" y="4954293"/>
            <a:ext cx="2579661" cy="2367540"/>
          </a:xfrm>
          <a:prstGeom prst="rect">
            <a:avLst/>
          </a:prstGeom>
        </p:spPr>
      </p:pic>
      <p:sp>
        <p:nvSpPr>
          <p:cNvPr id="54" name="Oval 53">
            <a:extLst>
              <a:ext uri="{FF2B5EF4-FFF2-40B4-BE49-F238E27FC236}">
                <a16:creationId xmlns:a16="http://schemas.microsoft.com/office/drawing/2014/main" id="{D4579B2F-9FA7-2266-C28B-BFE7319A089A}"/>
              </a:ext>
            </a:extLst>
          </p:cNvPr>
          <p:cNvSpPr/>
          <p:nvPr/>
        </p:nvSpPr>
        <p:spPr>
          <a:xfrm>
            <a:off x="6601525" y="6330825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E97CFAB-90C5-4AD8-87A2-657A2FD7628D}"/>
              </a:ext>
            </a:extLst>
          </p:cNvPr>
          <p:cNvSpPr/>
          <p:nvPr/>
        </p:nvSpPr>
        <p:spPr>
          <a:xfrm>
            <a:off x="6779325" y="6247357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60F1474-6C48-A4E5-2831-0831706BF420}"/>
              </a:ext>
            </a:extLst>
          </p:cNvPr>
          <p:cNvSpPr/>
          <p:nvPr/>
        </p:nvSpPr>
        <p:spPr>
          <a:xfrm>
            <a:off x="6957125" y="6173789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7C4CA2E-197F-3E1F-171F-6450C8811F3A}"/>
              </a:ext>
            </a:extLst>
          </p:cNvPr>
          <p:cNvSpPr/>
          <p:nvPr/>
        </p:nvSpPr>
        <p:spPr>
          <a:xfrm>
            <a:off x="6522056" y="652645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6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BC3D914-6970-EEE8-2268-041E94891EA4}"/>
              </a:ext>
            </a:extLst>
          </p:cNvPr>
          <p:cNvSpPr/>
          <p:nvPr/>
        </p:nvSpPr>
        <p:spPr>
          <a:xfrm>
            <a:off x="7149998" y="6073753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D75B81C-E059-72E8-9D3F-346EF8CADCCB}"/>
              </a:ext>
            </a:extLst>
          </p:cNvPr>
          <p:cNvSpPr/>
          <p:nvPr/>
        </p:nvSpPr>
        <p:spPr>
          <a:xfrm>
            <a:off x="7356611" y="6000185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54FFAE8-8FB8-2688-1D9B-5CD1EF8725C4}"/>
              </a:ext>
            </a:extLst>
          </p:cNvPr>
          <p:cNvSpPr/>
          <p:nvPr/>
        </p:nvSpPr>
        <p:spPr>
          <a:xfrm>
            <a:off x="6408652" y="6414293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DB018F75-B8D3-C2E6-43FA-35CC2D22E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102" y="4918392"/>
            <a:ext cx="2876190" cy="2533333"/>
          </a:xfrm>
          <a:prstGeom prst="rect">
            <a:avLst/>
          </a:prstGeom>
        </p:spPr>
      </p:pic>
      <p:sp>
        <p:nvSpPr>
          <p:cNvPr id="63" name="Oval 62">
            <a:extLst>
              <a:ext uri="{FF2B5EF4-FFF2-40B4-BE49-F238E27FC236}">
                <a16:creationId xmlns:a16="http://schemas.microsoft.com/office/drawing/2014/main" id="{8581E024-9EE6-8DE5-E167-F9E8421416F7}"/>
              </a:ext>
            </a:extLst>
          </p:cNvPr>
          <p:cNvSpPr/>
          <p:nvPr/>
        </p:nvSpPr>
        <p:spPr>
          <a:xfrm>
            <a:off x="9509420" y="5366007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3865F65-2BE9-C82B-AEF9-76D545C7F4AE}"/>
              </a:ext>
            </a:extLst>
          </p:cNvPr>
          <p:cNvSpPr/>
          <p:nvPr/>
        </p:nvSpPr>
        <p:spPr>
          <a:xfrm>
            <a:off x="9779265" y="5501043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3BBE609-27F4-9846-FEC3-8A61A7960F5A}"/>
              </a:ext>
            </a:extLst>
          </p:cNvPr>
          <p:cNvSpPr/>
          <p:nvPr/>
        </p:nvSpPr>
        <p:spPr>
          <a:xfrm>
            <a:off x="9779265" y="5746280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747A02A-045D-F31C-6AD1-D5F75A4C2542}"/>
              </a:ext>
            </a:extLst>
          </p:cNvPr>
          <p:cNvSpPr/>
          <p:nvPr/>
        </p:nvSpPr>
        <p:spPr>
          <a:xfrm>
            <a:off x="10034487" y="5836864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B149299-44A8-B190-552B-525BFB6421CF}"/>
              </a:ext>
            </a:extLst>
          </p:cNvPr>
          <p:cNvSpPr/>
          <p:nvPr/>
        </p:nvSpPr>
        <p:spPr>
          <a:xfrm>
            <a:off x="10027064" y="6086729"/>
            <a:ext cx="201310" cy="1736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796AA21-7371-2CB5-7C2A-3D363CE64265}"/>
              </a:ext>
            </a:extLst>
          </p:cNvPr>
          <p:cNvSpPr/>
          <p:nvPr/>
        </p:nvSpPr>
        <p:spPr>
          <a:xfrm>
            <a:off x="8778233" y="551644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5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F12941C-4061-49CA-6283-DD965A3DDEDC}"/>
              </a:ext>
            </a:extLst>
          </p:cNvPr>
          <p:cNvSpPr/>
          <p:nvPr/>
        </p:nvSpPr>
        <p:spPr>
          <a:xfrm>
            <a:off x="3935200" y="5419979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22163F-6B9C-E5AE-04CA-55099943822F}"/>
              </a:ext>
            </a:extLst>
          </p:cNvPr>
          <p:cNvSpPr/>
          <p:nvPr/>
        </p:nvSpPr>
        <p:spPr>
          <a:xfrm>
            <a:off x="3614273" y="5251490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456C6E-D89C-AE8D-A8AE-01AD7B0C918B}"/>
              </a:ext>
            </a:extLst>
          </p:cNvPr>
          <p:cNvSpPr/>
          <p:nvPr/>
        </p:nvSpPr>
        <p:spPr>
          <a:xfrm>
            <a:off x="3273080" y="5114301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EC0668B-158B-FB5E-C068-A390BA96B481}"/>
              </a:ext>
            </a:extLst>
          </p:cNvPr>
          <p:cNvSpPr/>
          <p:nvPr/>
        </p:nvSpPr>
        <p:spPr>
          <a:xfrm>
            <a:off x="2956346" y="4949475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BFE5294-0914-E203-FEDA-CABBEFB3473B}"/>
              </a:ext>
            </a:extLst>
          </p:cNvPr>
          <p:cNvSpPr/>
          <p:nvPr/>
        </p:nvSpPr>
        <p:spPr>
          <a:xfrm>
            <a:off x="2003729" y="476054"/>
            <a:ext cx="260032" cy="23926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ED37AF-737B-4144-CFFE-6907AE705F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7064" y="1247759"/>
            <a:ext cx="2047619" cy="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2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491096</TotalTime>
  <Words>217</Words>
  <Application>Microsoft Office PowerPoint</Application>
  <PresentationFormat>Custom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1849</cp:revision>
  <cp:lastPrinted>2021-06-19T15:20:22Z</cp:lastPrinted>
  <dcterms:created xsi:type="dcterms:W3CDTF">2021-03-25T22:26:05Z</dcterms:created>
  <dcterms:modified xsi:type="dcterms:W3CDTF">2026-07-01T23:48:00Z</dcterms:modified>
</cp:coreProperties>
</file>