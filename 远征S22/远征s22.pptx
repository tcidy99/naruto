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4"/>
  </p:notesMasterIdLst>
  <p:sldIdLst>
    <p:sldId id="355" r:id="rId2"/>
    <p:sldId id="357" r:id="rId3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464352"/>
    <a:srgbClr val="FFFF00"/>
    <a:srgbClr val="4472C4"/>
    <a:srgbClr val="FFC000"/>
    <a:srgbClr val="FF99CC"/>
    <a:srgbClr val="D0CFD5"/>
    <a:srgbClr val="1E242D"/>
    <a:srgbClr val="000000"/>
    <a:srgbClr val="41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723" autoAdjust="0"/>
  </p:normalViewPr>
  <p:slideViewPr>
    <p:cSldViewPr snapToGrid="0">
      <p:cViewPr>
        <p:scale>
          <a:sx n="125" d="100"/>
          <a:sy n="125" d="100"/>
        </p:scale>
        <p:origin x="-58" y="-427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7AE62-4B14-0B07-74EA-FD35D442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BCB0EE4-9B27-E71C-099C-AF632AD6F3A0}"/>
              </a:ext>
            </a:extLst>
          </p:cNvPr>
          <p:cNvGrpSpPr/>
          <p:nvPr/>
        </p:nvGrpSpPr>
        <p:grpSpPr>
          <a:xfrm>
            <a:off x="7483475" y="7544021"/>
            <a:ext cx="2452688" cy="1919290"/>
            <a:chOff x="6441281" y="3550444"/>
            <a:chExt cx="2452688" cy="1919290"/>
          </a:xfrm>
        </p:grpSpPr>
        <p:sp>
          <p:nvSpPr>
            <p:cNvPr id="119" name="Hexagon 118">
              <a:extLst>
                <a:ext uri="{FF2B5EF4-FFF2-40B4-BE49-F238E27FC236}">
                  <a16:creationId xmlns:a16="http://schemas.microsoft.com/office/drawing/2014/main" id="{C232B082-CC1E-231F-21FA-0CCEF6CC9092}"/>
                </a:ext>
              </a:extLst>
            </p:cNvPr>
            <p:cNvSpPr/>
            <p:nvPr/>
          </p:nvSpPr>
          <p:spPr>
            <a:xfrm rot="5400000">
              <a:off x="7528322" y="4342214"/>
              <a:ext cx="276222" cy="35480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Hexagon 119">
              <a:extLst>
                <a:ext uri="{FF2B5EF4-FFF2-40B4-BE49-F238E27FC236}">
                  <a16:creationId xmlns:a16="http://schemas.microsoft.com/office/drawing/2014/main" id="{7B63A97F-4152-1C4D-38E3-6E4BEAB6967F}"/>
                </a:ext>
              </a:extLst>
            </p:cNvPr>
            <p:cNvSpPr/>
            <p:nvPr/>
          </p:nvSpPr>
          <p:spPr>
            <a:xfrm rot="5400000">
              <a:off x="7391402" y="4169571"/>
              <a:ext cx="540538" cy="70247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Hexagon 120">
              <a:extLst>
                <a:ext uri="{FF2B5EF4-FFF2-40B4-BE49-F238E27FC236}">
                  <a16:creationId xmlns:a16="http://schemas.microsoft.com/office/drawing/2014/main" id="{B0AC5908-9020-A0B6-454B-1ADE7A773632}"/>
                </a:ext>
              </a:extLst>
            </p:cNvPr>
            <p:cNvSpPr/>
            <p:nvPr/>
          </p:nvSpPr>
          <p:spPr>
            <a:xfrm rot="5400000">
              <a:off x="7249718" y="3987407"/>
              <a:ext cx="828669" cy="1054894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Hexagon 122">
              <a:extLst>
                <a:ext uri="{FF2B5EF4-FFF2-40B4-BE49-F238E27FC236}">
                  <a16:creationId xmlns:a16="http://schemas.microsoft.com/office/drawing/2014/main" id="{7D3B6C14-4020-5645-7978-91FFC8DBC73B}"/>
                </a:ext>
              </a:extLst>
            </p:cNvPr>
            <p:cNvSpPr/>
            <p:nvPr/>
          </p:nvSpPr>
          <p:spPr>
            <a:xfrm rot="5400000">
              <a:off x="7121130" y="3813577"/>
              <a:ext cx="1088226" cy="1400175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Hexagon 123">
              <a:extLst>
                <a:ext uri="{FF2B5EF4-FFF2-40B4-BE49-F238E27FC236}">
                  <a16:creationId xmlns:a16="http://schemas.microsoft.com/office/drawing/2014/main" id="{CDE07181-C8EE-CCC7-7CC5-77F3964839EB}"/>
                </a:ext>
              </a:extLst>
            </p:cNvPr>
            <p:cNvSpPr/>
            <p:nvPr/>
          </p:nvSpPr>
          <p:spPr>
            <a:xfrm rot="5400000">
              <a:off x="6983018" y="3637366"/>
              <a:ext cx="1362069" cy="174545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Hexagon 124">
              <a:extLst>
                <a:ext uri="{FF2B5EF4-FFF2-40B4-BE49-F238E27FC236}">
                  <a16:creationId xmlns:a16="http://schemas.microsoft.com/office/drawing/2014/main" id="{F8987B8D-22B1-1EBA-4854-20A8923F4BA0}"/>
                </a:ext>
              </a:extLst>
            </p:cNvPr>
            <p:cNvSpPr/>
            <p:nvPr/>
          </p:nvSpPr>
          <p:spPr>
            <a:xfrm rot="5400000">
              <a:off x="6834985" y="3458376"/>
              <a:ext cx="1665280" cy="209550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Hexagon 125">
              <a:extLst>
                <a:ext uri="{FF2B5EF4-FFF2-40B4-BE49-F238E27FC236}">
                  <a16:creationId xmlns:a16="http://schemas.microsoft.com/office/drawing/2014/main" id="{1F9E58E7-595E-85FF-3ACF-E58ECE60BA52}"/>
                </a:ext>
              </a:extLst>
            </p:cNvPr>
            <p:cNvSpPr/>
            <p:nvPr/>
          </p:nvSpPr>
          <p:spPr>
            <a:xfrm rot="5400000">
              <a:off x="6707980" y="3283745"/>
              <a:ext cx="1919290" cy="2452688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TextBox 231">
            <a:extLst>
              <a:ext uri="{FF2B5EF4-FFF2-40B4-BE49-F238E27FC236}">
                <a16:creationId xmlns:a16="http://schemas.microsoft.com/office/drawing/2014/main" id="{15E623F2-DD94-EEF9-F13E-EB46D1C4F35A}"/>
              </a:ext>
            </a:extLst>
          </p:cNvPr>
          <p:cNvSpPr txBox="1"/>
          <p:nvPr/>
        </p:nvSpPr>
        <p:spPr>
          <a:xfrm>
            <a:off x="3991584" y="662900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22.01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35B8E5-FF73-930A-2C11-7065E660C46A}"/>
              </a:ext>
            </a:extLst>
          </p:cNvPr>
          <p:cNvCxnSpPr>
            <a:cxnSpLocks/>
          </p:cNvCxnSpPr>
          <p:nvPr/>
        </p:nvCxnSpPr>
        <p:spPr>
          <a:xfrm>
            <a:off x="6623844" y="4874419"/>
            <a:ext cx="74613" cy="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9430165-19AC-CA81-2563-8BACEC59C184}"/>
              </a:ext>
            </a:extLst>
          </p:cNvPr>
          <p:cNvGrpSpPr/>
          <p:nvPr/>
        </p:nvGrpSpPr>
        <p:grpSpPr>
          <a:xfrm>
            <a:off x="2951321" y="-1919290"/>
            <a:ext cx="2452688" cy="1919290"/>
            <a:chOff x="6441281" y="3550444"/>
            <a:chExt cx="2452688" cy="1919290"/>
          </a:xfrm>
        </p:grpSpPr>
        <p:sp>
          <p:nvSpPr>
            <p:cNvPr id="44" name="Hexagon 43">
              <a:extLst>
                <a:ext uri="{FF2B5EF4-FFF2-40B4-BE49-F238E27FC236}">
                  <a16:creationId xmlns:a16="http://schemas.microsoft.com/office/drawing/2014/main" id="{E45BBFA5-C21A-D440-7543-E4514902FDDF}"/>
                </a:ext>
              </a:extLst>
            </p:cNvPr>
            <p:cNvSpPr/>
            <p:nvPr/>
          </p:nvSpPr>
          <p:spPr>
            <a:xfrm rot="5400000">
              <a:off x="7528322" y="4342214"/>
              <a:ext cx="276222" cy="35480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Hexagon 45">
              <a:extLst>
                <a:ext uri="{FF2B5EF4-FFF2-40B4-BE49-F238E27FC236}">
                  <a16:creationId xmlns:a16="http://schemas.microsoft.com/office/drawing/2014/main" id="{2AFA91B7-4E6F-A351-96B8-558F501252EE}"/>
                </a:ext>
              </a:extLst>
            </p:cNvPr>
            <p:cNvSpPr/>
            <p:nvPr/>
          </p:nvSpPr>
          <p:spPr>
            <a:xfrm rot="5400000">
              <a:off x="7391402" y="4169571"/>
              <a:ext cx="540538" cy="70247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Hexagon 46">
              <a:extLst>
                <a:ext uri="{FF2B5EF4-FFF2-40B4-BE49-F238E27FC236}">
                  <a16:creationId xmlns:a16="http://schemas.microsoft.com/office/drawing/2014/main" id="{46C11F18-B0A5-6633-E35C-6FEF3A9D525F}"/>
                </a:ext>
              </a:extLst>
            </p:cNvPr>
            <p:cNvSpPr/>
            <p:nvPr/>
          </p:nvSpPr>
          <p:spPr>
            <a:xfrm rot="5400000">
              <a:off x="7249718" y="3987407"/>
              <a:ext cx="828669" cy="1054894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Hexagon 47">
              <a:extLst>
                <a:ext uri="{FF2B5EF4-FFF2-40B4-BE49-F238E27FC236}">
                  <a16:creationId xmlns:a16="http://schemas.microsoft.com/office/drawing/2014/main" id="{26A15A2A-1BB4-0759-9D6F-DE340D75E456}"/>
                </a:ext>
              </a:extLst>
            </p:cNvPr>
            <p:cNvSpPr/>
            <p:nvPr/>
          </p:nvSpPr>
          <p:spPr>
            <a:xfrm rot="5400000">
              <a:off x="7121130" y="3813577"/>
              <a:ext cx="1088226" cy="1400175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>
              <a:extLst>
                <a:ext uri="{FF2B5EF4-FFF2-40B4-BE49-F238E27FC236}">
                  <a16:creationId xmlns:a16="http://schemas.microsoft.com/office/drawing/2014/main" id="{D0EDF188-B390-8B01-78AB-06F44476E3F9}"/>
                </a:ext>
              </a:extLst>
            </p:cNvPr>
            <p:cNvSpPr/>
            <p:nvPr/>
          </p:nvSpPr>
          <p:spPr>
            <a:xfrm rot="5400000">
              <a:off x="6983018" y="3637366"/>
              <a:ext cx="1362069" cy="1745456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>
              <a:extLst>
                <a:ext uri="{FF2B5EF4-FFF2-40B4-BE49-F238E27FC236}">
                  <a16:creationId xmlns:a16="http://schemas.microsoft.com/office/drawing/2014/main" id="{2333B335-D9EA-FC1E-F0D9-8D52BC26D5A8}"/>
                </a:ext>
              </a:extLst>
            </p:cNvPr>
            <p:cNvSpPr/>
            <p:nvPr/>
          </p:nvSpPr>
          <p:spPr>
            <a:xfrm rot="5400000">
              <a:off x="6834985" y="3458376"/>
              <a:ext cx="1665280" cy="2095500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>
              <a:extLst>
                <a:ext uri="{FF2B5EF4-FFF2-40B4-BE49-F238E27FC236}">
                  <a16:creationId xmlns:a16="http://schemas.microsoft.com/office/drawing/2014/main" id="{D026D7D2-2DF9-AE1D-2B25-4B13175C8A1D}"/>
                </a:ext>
              </a:extLst>
            </p:cNvPr>
            <p:cNvSpPr/>
            <p:nvPr/>
          </p:nvSpPr>
          <p:spPr>
            <a:xfrm rot="5400000">
              <a:off x="6707980" y="3283745"/>
              <a:ext cx="1919290" cy="2452688"/>
            </a:xfrm>
            <a:prstGeom prst="hexagon">
              <a:avLst>
                <a:gd name="adj" fmla="val 24176"/>
                <a:gd name="vf" fmla="val 115470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B2AADDA-029D-3F85-2B40-C7429C53019A}"/>
              </a:ext>
            </a:extLst>
          </p:cNvPr>
          <p:cNvGrpSpPr/>
          <p:nvPr/>
        </p:nvGrpSpPr>
        <p:grpSpPr>
          <a:xfrm>
            <a:off x="4059555" y="799786"/>
            <a:ext cx="624781" cy="493709"/>
            <a:chOff x="4059555" y="799786"/>
            <a:chExt cx="624781" cy="493709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3E51FA70-7708-BCCC-40F8-41410EB65E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4336" y="799786"/>
              <a:ext cx="0" cy="26129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C28F412-FF05-A423-E250-D9CFBB2767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9555" y="1051246"/>
              <a:ext cx="622876" cy="2422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C0D050-2A95-D1A0-E6B5-7F948AC7368D}"/>
              </a:ext>
            </a:extLst>
          </p:cNvPr>
          <p:cNvGrpSpPr/>
          <p:nvPr/>
        </p:nvGrpSpPr>
        <p:grpSpPr>
          <a:xfrm>
            <a:off x="2316480" y="1293495"/>
            <a:ext cx="2693162" cy="5212080"/>
            <a:chOff x="2316480" y="1293495"/>
            <a:chExt cx="2693162" cy="52120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790D7136-DB67-2EEB-B771-09DFBA80BF1B}"/>
                </a:ext>
              </a:extLst>
            </p:cNvPr>
            <p:cNvCxnSpPr>
              <a:cxnSpLocks/>
            </p:cNvCxnSpPr>
            <p:nvPr/>
          </p:nvCxnSpPr>
          <p:spPr>
            <a:xfrm>
              <a:off x="4059555" y="1293495"/>
              <a:ext cx="0" cy="1200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1EE8261-509C-A47F-5454-6E51429639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0945" y="1413510"/>
              <a:ext cx="30861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5DA40A7-B5C0-A07D-98E4-389167E207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30341" y="1429227"/>
              <a:ext cx="319475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2E215A5-9243-589D-A54B-4E3DC8D8D67A}"/>
                </a:ext>
              </a:extLst>
            </p:cNvPr>
            <p:cNvCxnSpPr>
              <a:cxnSpLocks/>
            </p:cNvCxnSpPr>
            <p:nvPr/>
          </p:nvCxnSpPr>
          <p:spPr>
            <a:xfrm>
              <a:off x="3419475" y="1293495"/>
              <a:ext cx="0" cy="1390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2F4213D6-2A0F-EC8E-CF2B-8D4E8AFE4D27}"/>
                </a:ext>
              </a:extLst>
            </p:cNvPr>
            <p:cNvCxnSpPr>
              <a:cxnSpLocks/>
            </p:cNvCxnSpPr>
            <p:nvPr/>
          </p:nvCxnSpPr>
          <p:spPr>
            <a:xfrm>
              <a:off x="5007102" y="5009040"/>
              <a:ext cx="0" cy="6170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489A83BF-82D6-772A-6622-1D3850B87C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8840" y="5618640"/>
              <a:ext cx="318262" cy="137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877BB4E4-1237-2626-460C-7C6543D75E78}"/>
                </a:ext>
              </a:extLst>
            </p:cNvPr>
            <p:cNvCxnSpPr>
              <a:cxnSpLocks/>
            </p:cNvCxnSpPr>
            <p:nvPr/>
          </p:nvCxnSpPr>
          <p:spPr>
            <a:xfrm>
              <a:off x="4692142" y="5753260"/>
              <a:ext cx="0" cy="251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D5DA4F2D-A95C-BA93-6F51-7999759307DC}"/>
                </a:ext>
              </a:extLst>
            </p:cNvPr>
            <p:cNvCxnSpPr>
              <a:cxnSpLocks/>
            </p:cNvCxnSpPr>
            <p:nvPr/>
          </p:nvCxnSpPr>
          <p:spPr>
            <a:xfrm>
              <a:off x="5009642" y="5738020"/>
              <a:ext cx="0" cy="3986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541">
              <a:extLst>
                <a:ext uri="{FF2B5EF4-FFF2-40B4-BE49-F238E27FC236}">
                  <a16:creationId xmlns:a16="http://schemas.microsoft.com/office/drawing/2014/main" id="{1E110EFC-2832-7FBF-41A6-1607B3BCB0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46220" y="6126640"/>
              <a:ext cx="953262" cy="3732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544">
              <a:extLst>
                <a:ext uri="{FF2B5EF4-FFF2-40B4-BE49-F238E27FC236}">
                  <a16:creationId xmlns:a16="http://schemas.microsoft.com/office/drawing/2014/main" id="{11625A7B-D1C5-60C4-52D2-421642DDDED7}"/>
                </a:ext>
              </a:extLst>
            </p:cNvPr>
            <p:cNvCxnSpPr>
              <a:cxnSpLocks/>
            </p:cNvCxnSpPr>
            <p:nvPr/>
          </p:nvCxnSpPr>
          <p:spPr>
            <a:xfrm>
              <a:off x="3897630" y="6435913"/>
              <a:ext cx="148717" cy="69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546">
              <a:extLst>
                <a:ext uri="{FF2B5EF4-FFF2-40B4-BE49-F238E27FC236}">
                  <a16:creationId xmlns:a16="http://schemas.microsoft.com/office/drawing/2014/main" id="{A987CAE1-1C76-1A0A-9C79-4F0E0658EE02}"/>
                </a:ext>
              </a:extLst>
            </p:cNvPr>
            <p:cNvCxnSpPr>
              <a:cxnSpLocks/>
            </p:cNvCxnSpPr>
            <p:nvPr/>
          </p:nvCxnSpPr>
          <p:spPr>
            <a:xfrm>
              <a:off x="4381500" y="6123493"/>
              <a:ext cx="148717" cy="696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Straight Connector 547">
              <a:extLst>
                <a:ext uri="{FF2B5EF4-FFF2-40B4-BE49-F238E27FC236}">
                  <a16:creationId xmlns:a16="http://schemas.microsoft.com/office/drawing/2014/main" id="{C51AF0E9-41A8-369F-C3F6-142B91D603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0050" y="6125370"/>
              <a:ext cx="166497" cy="715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549">
              <a:extLst>
                <a:ext uri="{FF2B5EF4-FFF2-40B4-BE49-F238E27FC236}">
                  <a16:creationId xmlns:a16="http://schemas.microsoft.com/office/drawing/2014/main" id="{3A99760F-37BB-CB5C-F08D-E88ED641AD2A}"/>
                </a:ext>
              </a:extLst>
            </p:cNvPr>
            <p:cNvCxnSpPr>
              <a:cxnSpLocks/>
            </p:cNvCxnSpPr>
            <p:nvPr/>
          </p:nvCxnSpPr>
          <p:spPr>
            <a:xfrm>
              <a:off x="3749040" y="6002655"/>
              <a:ext cx="466852" cy="1981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551">
              <a:extLst>
                <a:ext uri="{FF2B5EF4-FFF2-40B4-BE49-F238E27FC236}">
                  <a16:creationId xmlns:a16="http://schemas.microsoft.com/office/drawing/2014/main" id="{FA582CF7-8655-A25F-6E85-95520278BFAA}"/>
                </a:ext>
              </a:extLst>
            </p:cNvPr>
            <p:cNvCxnSpPr>
              <a:cxnSpLocks/>
            </p:cNvCxnSpPr>
            <p:nvPr/>
          </p:nvCxnSpPr>
          <p:spPr>
            <a:xfrm>
              <a:off x="3743325" y="5760720"/>
              <a:ext cx="0" cy="2514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553">
              <a:extLst>
                <a:ext uri="{FF2B5EF4-FFF2-40B4-BE49-F238E27FC236}">
                  <a16:creationId xmlns:a16="http://schemas.microsoft.com/office/drawing/2014/main" id="{A94D0EBA-588E-B19A-DA9D-5717099E3D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3185" y="5934075"/>
              <a:ext cx="967740" cy="3790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557">
              <a:extLst>
                <a:ext uri="{FF2B5EF4-FFF2-40B4-BE49-F238E27FC236}">
                  <a16:creationId xmlns:a16="http://schemas.microsoft.com/office/drawing/2014/main" id="{BD95E82A-381F-2CDE-92F6-06BF0E533945}"/>
                </a:ext>
              </a:extLst>
            </p:cNvPr>
            <p:cNvCxnSpPr>
              <a:cxnSpLocks/>
            </p:cNvCxnSpPr>
            <p:nvPr/>
          </p:nvCxnSpPr>
          <p:spPr>
            <a:xfrm>
              <a:off x="2316480" y="6181725"/>
              <a:ext cx="312547" cy="1314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Straight Connector 559">
              <a:extLst>
                <a:ext uri="{FF2B5EF4-FFF2-40B4-BE49-F238E27FC236}">
                  <a16:creationId xmlns:a16="http://schemas.microsoft.com/office/drawing/2014/main" id="{C814D72A-377E-264E-8640-E83B38E6D188}"/>
                </a:ext>
              </a:extLst>
            </p:cNvPr>
            <p:cNvCxnSpPr>
              <a:cxnSpLocks/>
            </p:cNvCxnSpPr>
            <p:nvPr/>
          </p:nvCxnSpPr>
          <p:spPr>
            <a:xfrm>
              <a:off x="2318385" y="5808345"/>
              <a:ext cx="0" cy="3848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B3C36C21-E329-F8C5-F818-F7735A4C1532}"/>
              </a:ext>
            </a:extLst>
          </p:cNvPr>
          <p:cNvGrpSpPr/>
          <p:nvPr/>
        </p:nvGrpSpPr>
        <p:grpSpPr>
          <a:xfrm>
            <a:off x="1043443" y="811929"/>
            <a:ext cx="4755377" cy="4151873"/>
            <a:chOff x="1043443" y="811929"/>
            <a:chExt cx="4755377" cy="4151873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BB38712-317F-CB10-E840-74E10FA5A095}"/>
                </a:ext>
              </a:extLst>
            </p:cNvPr>
            <p:cNvCxnSpPr>
              <a:cxnSpLocks/>
            </p:cNvCxnSpPr>
            <p:nvPr/>
          </p:nvCxnSpPr>
          <p:spPr>
            <a:xfrm>
              <a:off x="3263265" y="1242060"/>
              <a:ext cx="156210" cy="647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4F931074-32BD-F32C-813C-938DA36D1D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6063" y="1242060"/>
              <a:ext cx="475297" cy="1871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EADCB13-6261-7621-E3CA-9267ABC0D78E}"/>
                </a:ext>
              </a:extLst>
            </p:cNvPr>
            <p:cNvCxnSpPr>
              <a:cxnSpLocks/>
            </p:cNvCxnSpPr>
            <p:nvPr/>
          </p:nvCxnSpPr>
          <p:spPr>
            <a:xfrm>
              <a:off x="2784934" y="1429227"/>
              <a:ext cx="1129" cy="1066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C64CFDB-7DF5-8BA5-E0F2-D1358DFF4D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63165" y="1535907"/>
              <a:ext cx="322898" cy="146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16D3B6F5-9C95-6E2D-D63E-ECB1D7CFDE18}"/>
                </a:ext>
              </a:extLst>
            </p:cNvPr>
            <p:cNvCxnSpPr>
              <a:cxnSpLocks/>
            </p:cNvCxnSpPr>
            <p:nvPr/>
          </p:nvCxnSpPr>
          <p:spPr>
            <a:xfrm>
              <a:off x="2305050" y="1609011"/>
              <a:ext cx="15811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B5C85718-1134-F8DB-62DE-3C5149AAD05E}"/>
                </a:ext>
              </a:extLst>
            </p:cNvPr>
            <p:cNvCxnSpPr>
              <a:cxnSpLocks/>
            </p:cNvCxnSpPr>
            <p:nvPr/>
          </p:nvCxnSpPr>
          <p:spPr>
            <a:xfrm>
              <a:off x="2303921" y="1242060"/>
              <a:ext cx="2293" cy="3669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CE04FC93-E313-C5A5-F927-0DC3295372FC}"/>
                </a:ext>
              </a:extLst>
            </p:cNvPr>
            <p:cNvCxnSpPr>
              <a:cxnSpLocks/>
            </p:cNvCxnSpPr>
            <p:nvPr/>
          </p:nvCxnSpPr>
          <p:spPr>
            <a:xfrm>
              <a:off x="2145806" y="1172370"/>
              <a:ext cx="158115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A90DCFBE-5DF8-5DFE-D4BE-7E0B7B40D9C3}"/>
                </a:ext>
              </a:extLst>
            </p:cNvPr>
            <p:cNvCxnSpPr>
              <a:cxnSpLocks/>
            </p:cNvCxnSpPr>
            <p:nvPr/>
          </p:nvCxnSpPr>
          <p:spPr>
            <a:xfrm>
              <a:off x="2147411" y="811929"/>
              <a:ext cx="2293" cy="3669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CDEBC67A-35F2-A0DE-0915-AE200223EA56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55" y="4579620"/>
              <a:ext cx="151903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2D88505E-E001-7DB7-FB8A-0DCC7F526F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43" y="4192905"/>
              <a:ext cx="0" cy="38671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EA49164B-B9A6-19E2-0147-65F3D36991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9655" y="4017645"/>
              <a:ext cx="468630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6603199D-9DA7-5B9A-0D72-3152AF1F32D5}"/>
                </a:ext>
              </a:extLst>
            </p:cNvPr>
            <p:cNvCxnSpPr>
              <a:cxnSpLocks/>
            </p:cNvCxnSpPr>
            <p:nvPr/>
          </p:nvCxnSpPr>
          <p:spPr>
            <a:xfrm>
              <a:off x="1518285" y="4017645"/>
              <a:ext cx="151903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58A19979-2DEC-F4E0-289C-24CAAE125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6129" y="4017645"/>
              <a:ext cx="168386" cy="693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BC5249D6-F6CD-3449-B0B9-D5677E6D90C4}"/>
                </a:ext>
              </a:extLst>
            </p:cNvPr>
            <p:cNvCxnSpPr>
              <a:cxnSpLocks/>
            </p:cNvCxnSpPr>
            <p:nvPr/>
          </p:nvCxnSpPr>
          <p:spPr>
            <a:xfrm>
              <a:off x="1834515" y="3781425"/>
              <a:ext cx="0" cy="2362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5C0573EF-9D34-E934-60BA-9C747CA00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34515" y="3215640"/>
              <a:ext cx="1426845" cy="5657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279D541D-6540-BA9D-4979-F574A2E56F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2979420"/>
              <a:ext cx="0" cy="2362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13FC4F85-67CC-2B8D-61C1-0DD1028ABE73}"/>
                </a:ext>
              </a:extLst>
            </p:cNvPr>
            <p:cNvCxnSpPr>
              <a:cxnSpLocks/>
            </p:cNvCxnSpPr>
            <p:nvPr/>
          </p:nvCxnSpPr>
          <p:spPr>
            <a:xfrm>
              <a:off x="3261360" y="3215640"/>
              <a:ext cx="1109633" cy="44196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89099745-2077-0B37-A8D9-3734898316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2898" y="3526155"/>
              <a:ext cx="309533" cy="13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3362D472-8994-B020-C968-1922FEB8AC2F}"/>
                </a:ext>
              </a:extLst>
            </p:cNvPr>
            <p:cNvCxnSpPr>
              <a:cxnSpLocks/>
            </p:cNvCxnSpPr>
            <p:nvPr/>
          </p:nvCxnSpPr>
          <p:spPr>
            <a:xfrm>
              <a:off x="4693861" y="3520440"/>
              <a:ext cx="152459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7D4B4AB5-6A80-035D-088F-ED147917630D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20" y="3588225"/>
              <a:ext cx="0" cy="246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2BAE3E9C-0EE1-300E-805F-B22DBE786F55}"/>
                </a:ext>
              </a:extLst>
            </p:cNvPr>
            <p:cNvCxnSpPr>
              <a:cxnSpLocks/>
            </p:cNvCxnSpPr>
            <p:nvPr/>
          </p:nvCxnSpPr>
          <p:spPr>
            <a:xfrm>
              <a:off x="4370993" y="3771105"/>
              <a:ext cx="0" cy="37798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Connector 503">
              <a:extLst>
                <a:ext uri="{FF2B5EF4-FFF2-40B4-BE49-F238E27FC236}">
                  <a16:creationId xmlns:a16="http://schemas.microsoft.com/office/drawing/2014/main" id="{89B9395D-42A8-9B7B-4AE5-5A543F908A44}"/>
                </a:ext>
              </a:extLst>
            </p:cNvPr>
            <p:cNvCxnSpPr>
              <a:cxnSpLocks/>
            </p:cNvCxnSpPr>
            <p:nvPr/>
          </p:nvCxnSpPr>
          <p:spPr>
            <a:xfrm>
              <a:off x="4370993" y="4136708"/>
              <a:ext cx="152459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505">
              <a:extLst>
                <a:ext uri="{FF2B5EF4-FFF2-40B4-BE49-F238E27FC236}">
                  <a16:creationId xmlns:a16="http://schemas.microsoft.com/office/drawing/2014/main" id="{0D964D1E-40DF-A75D-5BD5-90BBD71D6117}"/>
                </a:ext>
              </a:extLst>
            </p:cNvPr>
            <p:cNvCxnSpPr>
              <a:cxnSpLocks/>
            </p:cNvCxnSpPr>
            <p:nvPr/>
          </p:nvCxnSpPr>
          <p:spPr>
            <a:xfrm>
              <a:off x="4527232" y="4208145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9D2B24F2-D390-9BC4-3CA3-CA26D3B51FA1}"/>
                </a:ext>
              </a:extLst>
            </p:cNvPr>
            <p:cNvCxnSpPr>
              <a:cxnSpLocks/>
            </p:cNvCxnSpPr>
            <p:nvPr/>
          </p:nvCxnSpPr>
          <p:spPr>
            <a:xfrm>
              <a:off x="4522946" y="4444208"/>
              <a:ext cx="323374" cy="129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3504A470-56D2-C7D4-524B-1699D03226BE}"/>
                </a:ext>
              </a:extLst>
            </p:cNvPr>
            <p:cNvCxnSpPr>
              <a:cxnSpLocks/>
            </p:cNvCxnSpPr>
            <p:nvPr/>
          </p:nvCxnSpPr>
          <p:spPr>
            <a:xfrm>
              <a:off x="4846320" y="4573748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116549EF-080A-37D1-196E-9CC4C01230FE}"/>
                </a:ext>
              </a:extLst>
            </p:cNvPr>
            <p:cNvCxnSpPr>
              <a:cxnSpLocks/>
            </p:cNvCxnSpPr>
            <p:nvPr/>
          </p:nvCxnSpPr>
          <p:spPr>
            <a:xfrm>
              <a:off x="4850130" y="4826956"/>
              <a:ext cx="319565" cy="1295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5819CB-9304-642C-17DB-20699462CC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9695" y="4891726"/>
              <a:ext cx="149065" cy="720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5CCF0219-099D-26B0-7578-38B8CB9F06EF}"/>
                </a:ext>
              </a:extLst>
            </p:cNvPr>
            <p:cNvCxnSpPr>
              <a:cxnSpLocks/>
            </p:cNvCxnSpPr>
            <p:nvPr/>
          </p:nvCxnSpPr>
          <p:spPr>
            <a:xfrm>
              <a:off x="5318760" y="4883473"/>
              <a:ext cx="170500" cy="7302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CE60E690-0F9A-92FC-DB91-B5EB33200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9260" y="4826956"/>
              <a:ext cx="309560" cy="13684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E5D0E-1E62-C0DE-AE5B-2371118887AE}"/>
                </a:ext>
              </a:extLst>
            </p:cNvPr>
            <p:cNvCxnSpPr>
              <a:cxnSpLocks/>
            </p:cNvCxnSpPr>
            <p:nvPr/>
          </p:nvCxnSpPr>
          <p:spPr>
            <a:xfrm>
              <a:off x="5798820" y="4573748"/>
              <a:ext cx="0" cy="25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9726A1E-6206-ED60-C005-97A5803DE328}"/>
                </a:ext>
              </a:extLst>
            </p:cNvPr>
            <p:cNvCxnSpPr>
              <a:cxnSpLocks/>
            </p:cNvCxnSpPr>
            <p:nvPr/>
          </p:nvCxnSpPr>
          <p:spPr>
            <a:xfrm>
              <a:off x="5628320" y="4508978"/>
              <a:ext cx="170500" cy="7302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D36E7DD-A0F0-A057-8D2A-10A1A8FDD0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5445" y="4509925"/>
              <a:ext cx="149065" cy="720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A47C76A8-5429-59C8-FB22-A3A35FABA6FA}"/>
                </a:ext>
              </a:extLst>
            </p:cNvPr>
            <p:cNvCxnSpPr>
              <a:cxnSpLocks/>
            </p:cNvCxnSpPr>
            <p:nvPr/>
          </p:nvCxnSpPr>
          <p:spPr>
            <a:xfrm>
              <a:off x="5489260" y="4573748"/>
              <a:ext cx="0" cy="12660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84806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E59E2C-BA6D-6882-D81F-78B8DC5E2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095" t="10413" r="7492"/>
          <a:stretch/>
        </p:blipFill>
        <p:spPr>
          <a:xfrm>
            <a:off x="1033780" y="457200"/>
            <a:ext cx="4960620" cy="32481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75F479-9339-370A-785E-B1D59425F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80" y="3994584"/>
            <a:ext cx="4958072" cy="3300296"/>
          </a:xfrm>
          <a:prstGeom prst="rect">
            <a:avLst/>
          </a:prstGeom>
        </p:spPr>
      </p:pic>
      <p:pic>
        <p:nvPicPr>
          <p:cNvPr id="1026" name="Picture 2" descr="Ohtani hits 3-run homer in 9th to cap Dodgers' wild comeback in 14-11 win  over Diamondbacks | KSL.com">
            <a:extLst>
              <a:ext uri="{FF2B5EF4-FFF2-40B4-BE49-F238E27FC236}">
                <a16:creationId xmlns:a16="http://schemas.microsoft.com/office/drawing/2014/main" id="{0681873B-494E-5E60-0134-6AEDAF18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263" y="1878013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hei Ohtani leaves World Series Game 2 with injury after failed stolen  base attempt | Fox News">
            <a:extLst>
              <a:ext uri="{FF2B5EF4-FFF2-40B4-BE49-F238E27FC236}">
                <a16:creationId xmlns:a16="http://schemas.microsoft.com/office/drawing/2014/main" id="{1D964206-12FD-1E03-387D-F9F0B7547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3463925"/>
            <a:ext cx="2857500" cy="19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732540-E0CD-4220-A215-EE7950668DFD}"/>
              </a:ext>
            </a:extLst>
          </p:cNvPr>
          <p:cNvSpPr txBox="1"/>
          <p:nvPr/>
        </p:nvSpPr>
        <p:spPr>
          <a:xfrm>
            <a:off x="8467725" y="30575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大谷翔平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6C304A-2F64-E155-A7D8-6E26FA2CD2C1}"/>
              </a:ext>
            </a:extLst>
          </p:cNvPr>
          <p:cNvSpPr txBox="1"/>
          <p:nvPr/>
        </p:nvSpPr>
        <p:spPr>
          <a:xfrm>
            <a:off x="8477250" y="48387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大谷躺平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790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476765</TotalTime>
  <Words>9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Jiang, Ruoli</cp:lastModifiedBy>
  <cp:revision>1811</cp:revision>
  <cp:lastPrinted>2021-06-19T15:20:22Z</cp:lastPrinted>
  <dcterms:created xsi:type="dcterms:W3CDTF">2021-03-25T22:26:05Z</dcterms:created>
  <dcterms:modified xsi:type="dcterms:W3CDTF">2025-12-13T07:33:52Z</dcterms:modified>
</cp:coreProperties>
</file>