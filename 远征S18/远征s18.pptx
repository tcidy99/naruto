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33" r:id="rId1"/>
  </p:sldMasterIdLst>
  <p:notesMasterIdLst>
    <p:notesMasterId r:id="rId13"/>
  </p:notesMasterIdLst>
  <p:sldIdLst>
    <p:sldId id="327" r:id="rId2"/>
    <p:sldId id="331" r:id="rId3"/>
    <p:sldId id="330" r:id="rId4"/>
    <p:sldId id="329" r:id="rId5"/>
    <p:sldId id="321" r:id="rId6"/>
    <p:sldId id="322" r:id="rId7"/>
    <p:sldId id="324" r:id="rId8"/>
    <p:sldId id="323" r:id="rId9"/>
    <p:sldId id="326" r:id="rId10"/>
    <p:sldId id="325" r:id="rId11"/>
    <p:sldId id="328" r:id="rId12"/>
  </p:sldIdLst>
  <p:sldSz cx="9936163" cy="74517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FFC000"/>
    <a:srgbClr val="99FFCC"/>
    <a:srgbClr val="FF99CC"/>
    <a:srgbClr val="D0CFD5"/>
    <a:srgbClr val="1E242D"/>
    <a:srgbClr val="000000"/>
    <a:srgbClr val="FFFF00"/>
    <a:srgbClr val="41719C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374" autoAdjust="0"/>
    <p:restoredTop sz="95018" autoAdjust="0"/>
  </p:normalViewPr>
  <p:slideViewPr>
    <p:cSldViewPr snapToGrid="0">
      <p:cViewPr>
        <p:scale>
          <a:sx n="200" d="100"/>
          <a:sy n="200" d="100"/>
        </p:scale>
        <p:origin x="144" y="144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sorterViewPr>
    <p:cViewPr>
      <p:scale>
        <a:sx n="200" d="100"/>
        <a:sy n="200" d="100"/>
      </p:scale>
      <p:origin x="0" y="-1195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646032-165F-4113-8ACD-0D0C937A1FE5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6BC739-174B-4662-B691-F353BB10E0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617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1pPr>
    <a:lvl2pPr marL="1714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2pPr>
    <a:lvl3pPr marL="3429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3pPr>
    <a:lvl4pPr marL="5143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4pPr>
    <a:lvl5pPr marL="6858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5pPr>
    <a:lvl6pPr marL="8572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6pPr>
    <a:lvl7pPr marL="10287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7pPr>
    <a:lvl8pPr marL="120015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8pPr>
    <a:lvl9pPr marL="1371600" algn="l" defTabSz="342900" rtl="0" eaLnBrk="1" latinLnBrk="0" hangingPunct="1">
      <a:defRPr sz="45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7228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5569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110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4218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6323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716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9940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2935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28684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6BC739-174B-4662-B691-F353BB10E02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866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5212" y="1219531"/>
            <a:ext cx="8445739" cy="2594304"/>
          </a:xfrm>
        </p:spPr>
        <p:txBody>
          <a:bodyPr anchor="b"/>
          <a:lstStyle>
            <a:lvl1pPr algn="ctr">
              <a:defRPr sz="6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42021" y="3913881"/>
            <a:ext cx="7452122" cy="1799108"/>
          </a:xfrm>
        </p:spPr>
        <p:txBody>
          <a:bodyPr/>
          <a:lstStyle>
            <a:lvl1pPr marL="0" indent="0" algn="ctr">
              <a:buNone/>
              <a:defRPr sz="2608"/>
            </a:lvl1pPr>
            <a:lvl2pPr marL="496794" indent="0" algn="ctr">
              <a:buNone/>
              <a:defRPr sz="2173"/>
            </a:lvl2pPr>
            <a:lvl3pPr marL="993587" indent="0" algn="ctr">
              <a:buNone/>
              <a:defRPr sz="1956"/>
            </a:lvl3pPr>
            <a:lvl4pPr marL="1490381" indent="0" algn="ctr">
              <a:buNone/>
              <a:defRPr sz="1739"/>
            </a:lvl4pPr>
            <a:lvl5pPr marL="1987174" indent="0" algn="ctr">
              <a:buNone/>
              <a:defRPr sz="1739"/>
            </a:lvl5pPr>
            <a:lvl6pPr marL="2483968" indent="0" algn="ctr">
              <a:buNone/>
              <a:defRPr sz="1739"/>
            </a:lvl6pPr>
            <a:lvl7pPr marL="2980761" indent="0" algn="ctr">
              <a:buNone/>
              <a:defRPr sz="1739"/>
            </a:lvl7pPr>
            <a:lvl8pPr marL="3477555" indent="0" algn="ctr">
              <a:buNone/>
              <a:defRPr sz="1739"/>
            </a:lvl8pPr>
            <a:lvl9pPr marL="3974348" indent="0" algn="ctr">
              <a:buNone/>
              <a:defRPr sz="173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468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210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936" y="1857759"/>
            <a:ext cx="8569941" cy="3099710"/>
          </a:xfrm>
        </p:spPr>
        <p:txBody>
          <a:bodyPr anchor="b"/>
          <a:lstStyle>
            <a:lvl1pPr>
              <a:defRPr sz="6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936" y="4986793"/>
            <a:ext cx="8569941" cy="1630064"/>
          </a:xfrm>
        </p:spPr>
        <p:txBody>
          <a:bodyPr/>
          <a:lstStyle>
            <a:lvl1pPr marL="0" indent="0">
              <a:buNone/>
              <a:defRPr sz="2608">
                <a:solidFill>
                  <a:schemeClr val="tx1"/>
                </a:solidFill>
              </a:defRPr>
            </a:lvl1pPr>
            <a:lvl2pPr marL="496794" indent="0">
              <a:buNone/>
              <a:defRPr sz="2173">
                <a:solidFill>
                  <a:schemeClr val="tx1">
                    <a:tint val="75000"/>
                  </a:schemeClr>
                </a:solidFill>
              </a:defRPr>
            </a:lvl2pPr>
            <a:lvl3pPr marL="993587" indent="0">
              <a:buNone/>
              <a:defRPr sz="1956">
                <a:solidFill>
                  <a:schemeClr val="tx1">
                    <a:tint val="75000"/>
                  </a:schemeClr>
                </a:solidFill>
              </a:defRPr>
            </a:lvl3pPr>
            <a:lvl4pPr marL="1490381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4pPr>
            <a:lvl5pPr marL="1987174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5pPr>
            <a:lvl6pPr marL="2483968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6pPr>
            <a:lvl7pPr marL="2980761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7pPr>
            <a:lvl8pPr marL="3477555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8pPr>
            <a:lvl9pPr marL="3974348" indent="0">
              <a:buNone/>
              <a:defRPr sz="1739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871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3111" y="1983677"/>
            <a:ext cx="4222869" cy="4728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30183" y="1983677"/>
            <a:ext cx="4222869" cy="4728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930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5" y="396737"/>
            <a:ext cx="8569941" cy="14403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406" y="1826708"/>
            <a:ext cx="4203462" cy="895241"/>
          </a:xfrm>
        </p:spPr>
        <p:txBody>
          <a:bodyPr anchor="b"/>
          <a:lstStyle>
            <a:lvl1pPr marL="0" indent="0">
              <a:buNone/>
              <a:defRPr sz="2608" b="1"/>
            </a:lvl1pPr>
            <a:lvl2pPr marL="496794" indent="0">
              <a:buNone/>
              <a:defRPr sz="2173" b="1"/>
            </a:lvl2pPr>
            <a:lvl3pPr marL="993587" indent="0">
              <a:buNone/>
              <a:defRPr sz="1956" b="1"/>
            </a:lvl3pPr>
            <a:lvl4pPr marL="1490381" indent="0">
              <a:buNone/>
              <a:defRPr sz="1739" b="1"/>
            </a:lvl4pPr>
            <a:lvl5pPr marL="1987174" indent="0">
              <a:buNone/>
              <a:defRPr sz="1739" b="1"/>
            </a:lvl5pPr>
            <a:lvl6pPr marL="2483968" indent="0">
              <a:buNone/>
              <a:defRPr sz="1739" b="1"/>
            </a:lvl6pPr>
            <a:lvl7pPr marL="2980761" indent="0">
              <a:buNone/>
              <a:defRPr sz="1739" b="1"/>
            </a:lvl7pPr>
            <a:lvl8pPr marL="3477555" indent="0">
              <a:buNone/>
              <a:defRPr sz="1739" b="1"/>
            </a:lvl8pPr>
            <a:lvl9pPr marL="3974348" indent="0">
              <a:buNone/>
              <a:defRPr sz="17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406" y="2721949"/>
            <a:ext cx="4203462" cy="4003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30183" y="1826708"/>
            <a:ext cx="4224163" cy="895241"/>
          </a:xfrm>
        </p:spPr>
        <p:txBody>
          <a:bodyPr anchor="b"/>
          <a:lstStyle>
            <a:lvl1pPr marL="0" indent="0">
              <a:buNone/>
              <a:defRPr sz="2608" b="1"/>
            </a:lvl1pPr>
            <a:lvl2pPr marL="496794" indent="0">
              <a:buNone/>
              <a:defRPr sz="2173" b="1"/>
            </a:lvl2pPr>
            <a:lvl3pPr marL="993587" indent="0">
              <a:buNone/>
              <a:defRPr sz="1956" b="1"/>
            </a:lvl3pPr>
            <a:lvl4pPr marL="1490381" indent="0">
              <a:buNone/>
              <a:defRPr sz="1739" b="1"/>
            </a:lvl4pPr>
            <a:lvl5pPr marL="1987174" indent="0">
              <a:buNone/>
              <a:defRPr sz="1739" b="1"/>
            </a:lvl5pPr>
            <a:lvl6pPr marL="2483968" indent="0">
              <a:buNone/>
              <a:defRPr sz="1739" b="1"/>
            </a:lvl6pPr>
            <a:lvl7pPr marL="2980761" indent="0">
              <a:buNone/>
              <a:defRPr sz="1739" b="1"/>
            </a:lvl7pPr>
            <a:lvl8pPr marL="3477555" indent="0">
              <a:buNone/>
              <a:defRPr sz="1739" b="1"/>
            </a:lvl8pPr>
            <a:lvl9pPr marL="3974348" indent="0">
              <a:buNone/>
              <a:defRPr sz="173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30183" y="2721949"/>
            <a:ext cx="4224163" cy="400357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059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365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7225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5" y="496782"/>
            <a:ext cx="3204671" cy="1738736"/>
          </a:xfrm>
        </p:spPr>
        <p:txBody>
          <a:bodyPr anchor="b"/>
          <a:lstStyle>
            <a:lvl1pPr>
              <a:defRPr sz="34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24163" y="1072912"/>
            <a:ext cx="5030183" cy="5295555"/>
          </a:xfrm>
        </p:spPr>
        <p:txBody>
          <a:bodyPr/>
          <a:lstStyle>
            <a:lvl1pPr>
              <a:defRPr sz="3477"/>
            </a:lvl1pPr>
            <a:lvl2pPr>
              <a:defRPr sz="3042"/>
            </a:lvl2pPr>
            <a:lvl3pPr>
              <a:defRPr sz="2608"/>
            </a:lvl3pPr>
            <a:lvl4pPr>
              <a:defRPr sz="2173"/>
            </a:lvl4pPr>
            <a:lvl5pPr>
              <a:defRPr sz="2173"/>
            </a:lvl5pPr>
            <a:lvl6pPr>
              <a:defRPr sz="2173"/>
            </a:lvl6pPr>
            <a:lvl7pPr>
              <a:defRPr sz="2173"/>
            </a:lvl7pPr>
            <a:lvl8pPr>
              <a:defRPr sz="2173"/>
            </a:lvl8pPr>
            <a:lvl9pPr>
              <a:defRPr sz="217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405" y="2235517"/>
            <a:ext cx="3204671" cy="4141573"/>
          </a:xfrm>
        </p:spPr>
        <p:txBody>
          <a:bodyPr/>
          <a:lstStyle>
            <a:lvl1pPr marL="0" indent="0">
              <a:buNone/>
              <a:defRPr sz="1739"/>
            </a:lvl1pPr>
            <a:lvl2pPr marL="496794" indent="0">
              <a:buNone/>
              <a:defRPr sz="1521"/>
            </a:lvl2pPr>
            <a:lvl3pPr marL="993587" indent="0">
              <a:buNone/>
              <a:defRPr sz="1304"/>
            </a:lvl3pPr>
            <a:lvl4pPr marL="1490381" indent="0">
              <a:buNone/>
              <a:defRPr sz="1087"/>
            </a:lvl4pPr>
            <a:lvl5pPr marL="1987174" indent="0">
              <a:buNone/>
              <a:defRPr sz="1087"/>
            </a:lvl5pPr>
            <a:lvl6pPr marL="2483968" indent="0">
              <a:buNone/>
              <a:defRPr sz="1087"/>
            </a:lvl6pPr>
            <a:lvl7pPr marL="2980761" indent="0">
              <a:buNone/>
              <a:defRPr sz="1087"/>
            </a:lvl7pPr>
            <a:lvl8pPr marL="3477555" indent="0">
              <a:buNone/>
              <a:defRPr sz="1087"/>
            </a:lvl8pPr>
            <a:lvl9pPr marL="3974348" indent="0">
              <a:buNone/>
              <a:defRPr sz="10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714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405" y="496782"/>
            <a:ext cx="3204671" cy="1738736"/>
          </a:xfrm>
        </p:spPr>
        <p:txBody>
          <a:bodyPr anchor="b"/>
          <a:lstStyle>
            <a:lvl1pPr>
              <a:defRPr sz="347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24163" y="1072912"/>
            <a:ext cx="5030183" cy="5295555"/>
          </a:xfrm>
        </p:spPr>
        <p:txBody>
          <a:bodyPr anchor="t"/>
          <a:lstStyle>
            <a:lvl1pPr marL="0" indent="0">
              <a:buNone/>
              <a:defRPr sz="3477"/>
            </a:lvl1pPr>
            <a:lvl2pPr marL="496794" indent="0">
              <a:buNone/>
              <a:defRPr sz="3042"/>
            </a:lvl2pPr>
            <a:lvl3pPr marL="993587" indent="0">
              <a:buNone/>
              <a:defRPr sz="2608"/>
            </a:lvl3pPr>
            <a:lvl4pPr marL="1490381" indent="0">
              <a:buNone/>
              <a:defRPr sz="2173"/>
            </a:lvl4pPr>
            <a:lvl5pPr marL="1987174" indent="0">
              <a:buNone/>
              <a:defRPr sz="2173"/>
            </a:lvl5pPr>
            <a:lvl6pPr marL="2483968" indent="0">
              <a:buNone/>
              <a:defRPr sz="2173"/>
            </a:lvl6pPr>
            <a:lvl7pPr marL="2980761" indent="0">
              <a:buNone/>
              <a:defRPr sz="2173"/>
            </a:lvl7pPr>
            <a:lvl8pPr marL="3477555" indent="0">
              <a:buNone/>
              <a:defRPr sz="2173"/>
            </a:lvl8pPr>
            <a:lvl9pPr marL="3974348" indent="0">
              <a:buNone/>
              <a:defRPr sz="217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405" y="2235517"/>
            <a:ext cx="3204671" cy="4141573"/>
          </a:xfrm>
        </p:spPr>
        <p:txBody>
          <a:bodyPr/>
          <a:lstStyle>
            <a:lvl1pPr marL="0" indent="0">
              <a:buNone/>
              <a:defRPr sz="1739"/>
            </a:lvl1pPr>
            <a:lvl2pPr marL="496794" indent="0">
              <a:buNone/>
              <a:defRPr sz="1521"/>
            </a:lvl2pPr>
            <a:lvl3pPr marL="993587" indent="0">
              <a:buNone/>
              <a:defRPr sz="1304"/>
            </a:lvl3pPr>
            <a:lvl4pPr marL="1490381" indent="0">
              <a:buNone/>
              <a:defRPr sz="1087"/>
            </a:lvl4pPr>
            <a:lvl5pPr marL="1987174" indent="0">
              <a:buNone/>
              <a:defRPr sz="1087"/>
            </a:lvl5pPr>
            <a:lvl6pPr marL="2483968" indent="0">
              <a:buNone/>
              <a:defRPr sz="1087"/>
            </a:lvl6pPr>
            <a:lvl7pPr marL="2980761" indent="0">
              <a:buNone/>
              <a:defRPr sz="1087"/>
            </a:lvl7pPr>
            <a:lvl8pPr marL="3477555" indent="0">
              <a:buNone/>
              <a:defRPr sz="1087"/>
            </a:lvl8pPr>
            <a:lvl9pPr marL="3974348" indent="0">
              <a:buNone/>
              <a:defRPr sz="108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288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750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10567" y="396736"/>
            <a:ext cx="2142485" cy="631499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3112" y="396736"/>
            <a:ext cx="6303253" cy="631499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4A4187-90BA-4F65-8FAF-58A0B2AD8431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391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3111" y="396737"/>
            <a:ext cx="8569941" cy="14403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3111" y="1983677"/>
            <a:ext cx="8569941" cy="4728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3111" y="6906647"/>
            <a:ext cx="2235637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4A4187-90BA-4F65-8FAF-58A0B2AD8431}" type="datetimeFigureOut">
              <a:rPr lang="en-US" smtClean="0"/>
              <a:t>12/18/2024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91354" y="6906647"/>
            <a:ext cx="3353455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7415" y="6906647"/>
            <a:ext cx="2235637" cy="39673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3B463-E3E2-4381-B108-E17AF991B0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385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</p:sldLayoutIdLst>
  <p:txStyles>
    <p:titleStyle>
      <a:lvl1pPr algn="l" defTabSz="993587" rtl="0" eaLnBrk="1" latinLnBrk="0" hangingPunct="1">
        <a:lnSpc>
          <a:spcPct val="90000"/>
        </a:lnSpc>
        <a:spcBef>
          <a:spcPct val="0"/>
        </a:spcBef>
        <a:buNone/>
        <a:defRPr sz="478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8397" indent="-248397" algn="l" defTabSz="993587" rtl="0" eaLnBrk="1" latinLnBrk="0" hangingPunct="1">
        <a:lnSpc>
          <a:spcPct val="90000"/>
        </a:lnSpc>
        <a:spcBef>
          <a:spcPts val="1087"/>
        </a:spcBef>
        <a:buFont typeface="Arial" panose="020B0604020202020204" pitchFamily="34" charset="0"/>
        <a:buChar char="•"/>
        <a:defRPr sz="3042" kern="1200">
          <a:solidFill>
            <a:schemeClr val="tx1"/>
          </a:solidFill>
          <a:latin typeface="+mn-lt"/>
          <a:ea typeface="+mn-ea"/>
          <a:cs typeface="+mn-cs"/>
        </a:defRPr>
      </a:lvl1pPr>
      <a:lvl2pPr marL="745190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2608" kern="1200">
          <a:solidFill>
            <a:schemeClr val="tx1"/>
          </a:solidFill>
          <a:latin typeface="+mn-lt"/>
          <a:ea typeface="+mn-ea"/>
          <a:cs typeface="+mn-cs"/>
        </a:defRPr>
      </a:lvl2pPr>
      <a:lvl3pPr marL="1241984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2173" kern="1200">
          <a:solidFill>
            <a:schemeClr val="tx1"/>
          </a:solidFill>
          <a:latin typeface="+mn-lt"/>
          <a:ea typeface="+mn-ea"/>
          <a:cs typeface="+mn-cs"/>
        </a:defRPr>
      </a:lvl3pPr>
      <a:lvl4pPr marL="1738777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4pPr>
      <a:lvl5pPr marL="2235571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5pPr>
      <a:lvl6pPr marL="2732364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6pPr>
      <a:lvl7pPr marL="3229158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7pPr>
      <a:lvl8pPr marL="3725951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8pPr>
      <a:lvl9pPr marL="4222745" indent="-248397" algn="l" defTabSz="993587" rtl="0" eaLnBrk="1" latinLnBrk="0" hangingPunct="1">
        <a:lnSpc>
          <a:spcPct val="90000"/>
        </a:lnSpc>
        <a:spcBef>
          <a:spcPts val="543"/>
        </a:spcBef>
        <a:buFont typeface="Arial" panose="020B0604020202020204" pitchFamily="34" charset="0"/>
        <a:buChar char="•"/>
        <a:defRPr sz="195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1pPr>
      <a:lvl2pPr marL="496794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2pPr>
      <a:lvl3pPr marL="993587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3pPr>
      <a:lvl4pPr marL="1490381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4pPr>
      <a:lvl5pPr marL="1987174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5pPr>
      <a:lvl6pPr marL="2483968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6pPr>
      <a:lvl7pPr marL="2980761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7pPr>
      <a:lvl8pPr marL="3477555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8pPr>
      <a:lvl9pPr marL="3974348" algn="l" defTabSz="993587" rtl="0" eaLnBrk="1" latinLnBrk="0" hangingPunct="1">
        <a:defRPr sz="195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3" name="Picture 1482">
            <a:extLst>
              <a:ext uri="{FF2B5EF4-FFF2-40B4-BE49-F238E27FC236}">
                <a16:creationId xmlns:a16="http://schemas.microsoft.com/office/drawing/2014/main" id="{167D0841-C690-2302-A3F4-4383B0FF2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3112" y="1521619"/>
            <a:ext cx="266701" cy="261938"/>
          </a:xfrm>
          <a:prstGeom prst="rect">
            <a:avLst/>
          </a:prstGeom>
        </p:spPr>
      </p:pic>
      <p:sp>
        <p:nvSpPr>
          <p:cNvPr id="942" name="TextBox 941">
            <a:extLst>
              <a:ext uri="{FF2B5EF4-FFF2-40B4-BE49-F238E27FC236}">
                <a16:creationId xmlns:a16="http://schemas.microsoft.com/office/drawing/2014/main" id="{83272B12-A2E5-3833-4D27-17971E9C0C2C}"/>
              </a:ext>
            </a:extLst>
          </p:cNvPr>
          <p:cNvSpPr txBox="1"/>
          <p:nvPr/>
        </p:nvSpPr>
        <p:spPr>
          <a:xfrm>
            <a:off x="5067300" y="4881563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18.05_4</a:t>
            </a:r>
          </a:p>
        </p:txBody>
      </p:sp>
      <p:grpSp>
        <p:nvGrpSpPr>
          <p:cNvPr id="983" name="Group 982">
            <a:extLst>
              <a:ext uri="{FF2B5EF4-FFF2-40B4-BE49-F238E27FC236}">
                <a16:creationId xmlns:a16="http://schemas.microsoft.com/office/drawing/2014/main" id="{9D40A658-E439-9EF2-6303-1AB04EB68022}"/>
              </a:ext>
            </a:extLst>
          </p:cNvPr>
          <p:cNvGrpSpPr/>
          <p:nvPr/>
        </p:nvGrpSpPr>
        <p:grpSpPr>
          <a:xfrm>
            <a:off x="531019" y="619918"/>
            <a:ext cx="7781925" cy="6653372"/>
            <a:chOff x="531019" y="622300"/>
            <a:chExt cx="7781925" cy="6653372"/>
          </a:xfrm>
        </p:grpSpPr>
        <p:cxnSp>
          <p:nvCxnSpPr>
            <p:cNvPr id="938" name="Straight Connector 937">
              <a:extLst>
                <a:ext uri="{FF2B5EF4-FFF2-40B4-BE49-F238E27FC236}">
                  <a16:creationId xmlns:a16="http://schemas.microsoft.com/office/drawing/2014/main" id="{30DA0C19-439E-C246-B6B5-673245B720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2900" y="6424613"/>
              <a:ext cx="350044" cy="1381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1" name="Straight Connector 980">
              <a:extLst>
                <a:ext uri="{FF2B5EF4-FFF2-40B4-BE49-F238E27FC236}">
                  <a16:creationId xmlns:a16="http://schemas.microsoft.com/office/drawing/2014/main" id="{90B06C90-26DE-1121-0D5E-820A8479A2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4213" y="6303169"/>
              <a:ext cx="0" cy="130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983">
              <a:extLst>
                <a:ext uri="{FF2B5EF4-FFF2-40B4-BE49-F238E27FC236}">
                  <a16:creationId xmlns:a16="http://schemas.microsoft.com/office/drawing/2014/main" id="{C040CF0E-40EB-E4A1-7F42-ECDFBD6535A8}"/>
                </a:ext>
              </a:extLst>
            </p:cNvPr>
            <p:cNvCxnSpPr>
              <a:cxnSpLocks/>
            </p:cNvCxnSpPr>
            <p:nvPr/>
          </p:nvCxnSpPr>
          <p:spPr>
            <a:xfrm>
              <a:off x="7827169" y="6119813"/>
              <a:ext cx="476250" cy="1809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7" name="Straight Connector 986">
              <a:extLst>
                <a:ext uri="{FF2B5EF4-FFF2-40B4-BE49-F238E27FC236}">
                  <a16:creationId xmlns:a16="http://schemas.microsoft.com/office/drawing/2014/main" id="{66D39180-809C-B142-1800-235E73A4A3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2344" y="6241257"/>
              <a:ext cx="154781" cy="619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9" name="Straight Connector 988">
              <a:extLst>
                <a:ext uri="{FF2B5EF4-FFF2-40B4-BE49-F238E27FC236}">
                  <a16:creationId xmlns:a16="http://schemas.microsoft.com/office/drawing/2014/main" id="{6EF28173-46D7-D7B8-017A-25CBC907046C}"/>
                </a:ext>
              </a:extLst>
            </p:cNvPr>
            <p:cNvCxnSpPr>
              <a:cxnSpLocks/>
            </p:cNvCxnSpPr>
            <p:nvPr/>
          </p:nvCxnSpPr>
          <p:spPr>
            <a:xfrm>
              <a:off x="6312694" y="6034088"/>
              <a:ext cx="330994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1" name="Straight Connector 990">
              <a:extLst>
                <a:ext uri="{FF2B5EF4-FFF2-40B4-BE49-F238E27FC236}">
                  <a16:creationId xmlns:a16="http://schemas.microsoft.com/office/drawing/2014/main" id="{DEB29D8A-6BFF-5692-DB2C-0C90709C79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8844" y="6041232"/>
              <a:ext cx="321468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161F2AC3-4130-2F5F-252C-49F9A2620275}"/>
                </a:ext>
              </a:extLst>
            </p:cNvPr>
            <p:cNvCxnSpPr>
              <a:cxnSpLocks/>
            </p:cNvCxnSpPr>
            <p:nvPr/>
          </p:nvCxnSpPr>
          <p:spPr>
            <a:xfrm>
              <a:off x="5655469" y="6038851"/>
              <a:ext cx="330994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9E90A290-22CB-0CA5-20E9-64010D39CD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6400" y="6038850"/>
              <a:ext cx="173831" cy="642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367623BA-6D12-C867-917B-2D0FE97A3BF0}"/>
                </a:ext>
              </a:extLst>
            </p:cNvPr>
            <p:cNvCxnSpPr>
              <a:cxnSpLocks/>
            </p:cNvCxnSpPr>
            <p:nvPr/>
          </p:nvCxnSpPr>
          <p:spPr>
            <a:xfrm>
              <a:off x="5162550" y="5969795"/>
              <a:ext cx="326232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23D10341-96F1-D712-E822-2D34F7F699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1556" y="5969795"/>
              <a:ext cx="340519" cy="1381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236926BB-E9C4-2F84-4857-16227BB6FB94}"/>
                </a:ext>
              </a:extLst>
            </p:cNvPr>
            <p:cNvCxnSpPr>
              <a:cxnSpLocks/>
            </p:cNvCxnSpPr>
            <p:nvPr/>
          </p:nvCxnSpPr>
          <p:spPr>
            <a:xfrm>
              <a:off x="4502943" y="5972175"/>
              <a:ext cx="326232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0B3E56EF-2315-E7D5-7C47-4EA8A61C31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1357" y="5848351"/>
              <a:ext cx="0" cy="13493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E7DA588F-CF1D-29B8-DCAA-1ABD809A12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84338" y="6439694"/>
              <a:ext cx="672306" cy="2468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9B2D8EA5-965B-82FD-8B24-E033303FE6FC}"/>
                </a:ext>
              </a:extLst>
            </p:cNvPr>
            <p:cNvCxnSpPr>
              <a:cxnSpLocks/>
            </p:cNvCxnSpPr>
            <p:nvPr/>
          </p:nvCxnSpPr>
          <p:spPr>
            <a:xfrm>
              <a:off x="1028700" y="6437472"/>
              <a:ext cx="650081" cy="24590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2CB8A18B-76EE-278D-D70D-A1FADF3C26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6195" y="3401537"/>
              <a:ext cx="321945" cy="12319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DBB3DDDE-1E12-20D5-81C9-732832F47168}"/>
                </a:ext>
              </a:extLst>
            </p:cNvPr>
            <p:cNvCxnSpPr>
              <a:cxnSpLocks/>
            </p:cNvCxnSpPr>
            <p:nvPr/>
          </p:nvCxnSpPr>
          <p:spPr>
            <a:xfrm>
              <a:off x="3683000" y="3847307"/>
              <a:ext cx="495300" cy="193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C7BCBF76-1E17-E98E-15B8-5D2F5FACE976}"/>
                </a:ext>
              </a:extLst>
            </p:cNvPr>
            <p:cNvCxnSpPr>
              <a:cxnSpLocks/>
            </p:cNvCxnSpPr>
            <p:nvPr/>
          </p:nvCxnSpPr>
          <p:spPr>
            <a:xfrm>
              <a:off x="3349625" y="3723482"/>
              <a:ext cx="293688" cy="1174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0E520369-C9E9-4C58-FDC7-9331526038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52800" y="3202782"/>
              <a:ext cx="0" cy="5238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88102252-F30E-F0E6-F152-240C2EF2428C}"/>
                </a:ext>
              </a:extLst>
            </p:cNvPr>
            <p:cNvCxnSpPr>
              <a:cxnSpLocks/>
            </p:cNvCxnSpPr>
            <p:nvPr/>
          </p:nvCxnSpPr>
          <p:spPr>
            <a:xfrm>
              <a:off x="3178175" y="3126582"/>
              <a:ext cx="174625" cy="82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BD1842D8-9B2F-EBF8-44A8-7E4ED74D73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1150" y="2742407"/>
              <a:ext cx="0" cy="1492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597">
              <a:extLst>
                <a:ext uri="{FF2B5EF4-FFF2-40B4-BE49-F238E27FC236}">
                  <a16:creationId xmlns:a16="http://schemas.microsoft.com/office/drawing/2014/main" id="{23459921-39B4-7F59-2F30-4556CA8AF5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8175" y="3015457"/>
              <a:ext cx="0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604">
              <a:extLst>
                <a:ext uri="{FF2B5EF4-FFF2-40B4-BE49-F238E27FC236}">
                  <a16:creationId xmlns:a16="http://schemas.microsoft.com/office/drawing/2014/main" id="{DF3614CC-1F44-8BB4-4DCD-596621C324EC}"/>
                </a:ext>
              </a:extLst>
            </p:cNvPr>
            <p:cNvCxnSpPr>
              <a:cxnSpLocks/>
            </p:cNvCxnSpPr>
            <p:nvPr/>
          </p:nvCxnSpPr>
          <p:spPr>
            <a:xfrm>
              <a:off x="2847975" y="2878932"/>
              <a:ext cx="33020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116B9D4-EAF5-5B2F-98F3-2204F9162C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7438" y="6436520"/>
              <a:ext cx="159544" cy="571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2" name="Straight Connector 1151">
              <a:extLst>
                <a:ext uri="{FF2B5EF4-FFF2-40B4-BE49-F238E27FC236}">
                  <a16:creationId xmlns:a16="http://schemas.microsoft.com/office/drawing/2014/main" id="{827C70EB-4FA6-A8A7-A526-565D4A051A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9845" y="3529807"/>
              <a:ext cx="0" cy="11620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2" name="Straight Connector 1181">
              <a:extLst>
                <a:ext uri="{FF2B5EF4-FFF2-40B4-BE49-F238E27FC236}">
                  <a16:creationId xmlns:a16="http://schemas.microsoft.com/office/drawing/2014/main" id="{A6079ABA-6761-7E1E-7D6D-C22CC4C31752}"/>
                </a:ext>
              </a:extLst>
            </p:cNvPr>
            <p:cNvCxnSpPr>
              <a:cxnSpLocks/>
            </p:cNvCxnSpPr>
            <p:nvPr/>
          </p:nvCxnSpPr>
          <p:spPr>
            <a:xfrm>
              <a:off x="2867660" y="2753202"/>
              <a:ext cx="797560" cy="32766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4" name="Straight Connector 1283">
              <a:extLst>
                <a:ext uri="{FF2B5EF4-FFF2-40B4-BE49-F238E27FC236}">
                  <a16:creationId xmlns:a16="http://schemas.microsoft.com/office/drawing/2014/main" id="{D11D3CC4-296B-A45D-2D8C-399BAAE788FC}"/>
                </a:ext>
              </a:extLst>
            </p:cNvPr>
            <p:cNvCxnSpPr>
              <a:cxnSpLocks/>
            </p:cNvCxnSpPr>
            <p:nvPr/>
          </p:nvCxnSpPr>
          <p:spPr>
            <a:xfrm>
              <a:off x="3677920" y="3192622"/>
              <a:ext cx="497840" cy="203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0" name="Straight Connector 1489">
              <a:extLst>
                <a:ext uri="{FF2B5EF4-FFF2-40B4-BE49-F238E27FC236}">
                  <a16:creationId xmlns:a16="http://schemas.microsoft.com/office/drawing/2014/main" id="{BBA10D6E-5FEC-7FCF-ED8D-07FC68591A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6015" y="3076417"/>
              <a:ext cx="0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5" name="Straight Connector 1494">
              <a:extLst>
                <a:ext uri="{FF2B5EF4-FFF2-40B4-BE49-F238E27FC236}">
                  <a16:creationId xmlns:a16="http://schemas.microsoft.com/office/drawing/2014/main" id="{F759BC57-9D9E-A49D-8951-F62859BDB5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7060" y="3659982"/>
              <a:ext cx="680720" cy="26416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6" name="Straight Connector 1495">
              <a:extLst>
                <a:ext uri="{FF2B5EF4-FFF2-40B4-BE49-F238E27FC236}">
                  <a16:creationId xmlns:a16="http://schemas.microsoft.com/office/drawing/2014/main" id="{A5A3E4E5-486D-C37D-0F02-AA567327B3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5000" y="3850482"/>
              <a:ext cx="497840" cy="1905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4" name="Straight Connector 1503">
              <a:extLst>
                <a:ext uri="{FF2B5EF4-FFF2-40B4-BE49-F238E27FC236}">
                  <a16:creationId xmlns:a16="http://schemas.microsoft.com/office/drawing/2014/main" id="{235CAAD0-9539-578E-A872-EBF561DFB0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3145" y="6295232"/>
              <a:ext cx="0" cy="50419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7" name="Straight Connector 1506">
              <a:extLst>
                <a:ext uri="{FF2B5EF4-FFF2-40B4-BE49-F238E27FC236}">
                  <a16:creationId xmlns:a16="http://schemas.microsoft.com/office/drawing/2014/main" id="{048CBCCF-E170-DA87-0081-DF83B83F71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5525" y="6796247"/>
              <a:ext cx="496570" cy="1974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0" name="Straight Connector 1509">
              <a:extLst>
                <a:ext uri="{FF2B5EF4-FFF2-40B4-BE49-F238E27FC236}">
                  <a16:creationId xmlns:a16="http://schemas.microsoft.com/office/drawing/2014/main" id="{6FD54AE4-5120-B6DE-52F5-DCB7F724F7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9715" y="7146132"/>
              <a:ext cx="331470" cy="1295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2" name="Straight Connector 1511">
              <a:extLst>
                <a:ext uri="{FF2B5EF4-FFF2-40B4-BE49-F238E27FC236}">
                  <a16:creationId xmlns:a16="http://schemas.microsoft.com/office/drawing/2014/main" id="{2D53FDB4-44BD-3DDC-EA8C-6EA87FE9F9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36065" y="7005162"/>
              <a:ext cx="0" cy="1466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0" name="Straight Connector 1529">
              <a:extLst>
                <a:ext uri="{FF2B5EF4-FFF2-40B4-BE49-F238E27FC236}">
                  <a16:creationId xmlns:a16="http://schemas.microsoft.com/office/drawing/2014/main" id="{3CC9B362-54F5-8012-0833-F2B101FA81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9915" y="6513672"/>
              <a:ext cx="0" cy="7391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2" name="Straight Connector 1531">
              <a:extLst>
                <a:ext uri="{FF2B5EF4-FFF2-40B4-BE49-F238E27FC236}">
                  <a16:creationId xmlns:a16="http://schemas.microsoft.com/office/drawing/2014/main" id="{B220CE42-F399-8B0C-01E7-13FCF2F2B4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2295" y="6429852"/>
              <a:ext cx="170815" cy="8826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4" name="Straight Connector 1533">
              <a:extLst>
                <a:ext uri="{FF2B5EF4-FFF2-40B4-BE49-F238E27FC236}">
                  <a16:creationId xmlns:a16="http://schemas.microsoft.com/office/drawing/2014/main" id="{8DB4C98E-458B-950C-4513-FFB48988BD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39240" y="6285072"/>
              <a:ext cx="472440" cy="2209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5" name="Straight Connector 1534">
              <a:extLst>
                <a:ext uri="{FF2B5EF4-FFF2-40B4-BE49-F238E27FC236}">
                  <a16:creationId xmlns:a16="http://schemas.microsoft.com/office/drawing/2014/main" id="{38961DC4-F9A8-6E6A-7054-7CBB86877D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19935" y="6281262"/>
              <a:ext cx="0" cy="1466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7" name="Straight Connector 1536">
              <a:extLst>
                <a:ext uri="{FF2B5EF4-FFF2-40B4-BE49-F238E27FC236}">
                  <a16:creationId xmlns:a16="http://schemas.microsoft.com/office/drawing/2014/main" id="{139DED27-D163-DAB5-0CD0-1631F1EB6C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8720" y="6368892"/>
              <a:ext cx="352425" cy="1257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3" name="Straight Connector 1582">
              <a:extLst>
                <a:ext uri="{FF2B5EF4-FFF2-40B4-BE49-F238E27FC236}">
                  <a16:creationId xmlns:a16="http://schemas.microsoft.com/office/drawing/2014/main" id="{3010DD6A-8DBD-C7BA-FFD8-31ED6F0406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24855" y="4188302"/>
              <a:ext cx="0" cy="3752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5" name="Straight Connector 1584">
              <a:extLst>
                <a:ext uri="{FF2B5EF4-FFF2-40B4-BE49-F238E27FC236}">
                  <a16:creationId xmlns:a16="http://schemas.microsoft.com/office/drawing/2014/main" id="{132938F4-3D42-9DA0-5F51-56CB205909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6600" y="4035902"/>
              <a:ext cx="358140" cy="1549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8" name="Straight Connector 1647">
              <a:extLst>
                <a:ext uri="{FF2B5EF4-FFF2-40B4-BE49-F238E27FC236}">
                  <a16:creationId xmlns:a16="http://schemas.microsoft.com/office/drawing/2014/main" id="{4CC9AB04-F221-E04B-6A69-5D6BBAA697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6705" y="3977482"/>
              <a:ext cx="170815" cy="6540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2" name="Straight Connector 1761">
              <a:extLst>
                <a:ext uri="{FF2B5EF4-FFF2-40B4-BE49-F238E27FC236}">
                  <a16:creationId xmlns:a16="http://schemas.microsoft.com/office/drawing/2014/main" id="{64FBEDBF-016D-D2A2-022F-745741879450}"/>
                </a:ext>
              </a:extLst>
            </p:cNvPr>
            <p:cNvCxnSpPr>
              <a:cxnSpLocks/>
            </p:cNvCxnSpPr>
            <p:nvPr/>
          </p:nvCxnSpPr>
          <p:spPr>
            <a:xfrm>
              <a:off x="3005455" y="3980022"/>
              <a:ext cx="169545" cy="635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7" name="Straight Connector 1786">
              <a:extLst>
                <a:ext uri="{FF2B5EF4-FFF2-40B4-BE49-F238E27FC236}">
                  <a16:creationId xmlns:a16="http://schemas.microsoft.com/office/drawing/2014/main" id="{B9FB5DA5-EB91-9B92-007D-1963C1E83C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67375" y="3964782"/>
              <a:ext cx="166688" cy="857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0" name="Straight Connector 1909">
              <a:extLst>
                <a:ext uri="{FF2B5EF4-FFF2-40B4-BE49-F238E27FC236}">
                  <a16:creationId xmlns:a16="http://schemas.microsoft.com/office/drawing/2014/main" id="{315267C8-0F08-6ADA-D7CC-41F65978F2F7}"/>
                </a:ext>
              </a:extLst>
            </p:cNvPr>
            <p:cNvCxnSpPr>
              <a:cxnSpLocks/>
            </p:cNvCxnSpPr>
            <p:nvPr/>
          </p:nvCxnSpPr>
          <p:spPr>
            <a:xfrm>
              <a:off x="2349500" y="2815432"/>
              <a:ext cx="679450" cy="27559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3" name="Straight Connector 1912">
              <a:extLst>
                <a:ext uri="{FF2B5EF4-FFF2-40B4-BE49-F238E27FC236}">
                  <a16:creationId xmlns:a16="http://schemas.microsoft.com/office/drawing/2014/main" id="{A82694C9-EA0F-9C3F-0511-201E1A5C17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1225" y="2810670"/>
              <a:ext cx="170339" cy="801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3" name="Straight Connector 1962">
              <a:extLst>
                <a:ext uri="{FF2B5EF4-FFF2-40B4-BE49-F238E27FC236}">
                  <a16:creationId xmlns:a16="http://schemas.microsoft.com/office/drawing/2014/main" id="{546F1ACB-2F75-8297-29CE-D1E3AE2816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16919" y="3391695"/>
              <a:ext cx="170339" cy="801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6" name="Straight Connector 1965">
              <a:extLst>
                <a:ext uri="{FF2B5EF4-FFF2-40B4-BE49-F238E27FC236}">
                  <a16:creationId xmlns:a16="http://schemas.microsoft.com/office/drawing/2014/main" id="{D5EC4819-C44E-9A1E-9BCB-B3415FC5FB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0232" y="3591720"/>
              <a:ext cx="170339" cy="801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0" name="Straight Connector 1969">
              <a:extLst>
                <a:ext uri="{FF2B5EF4-FFF2-40B4-BE49-F238E27FC236}">
                  <a16:creationId xmlns:a16="http://schemas.microsoft.com/office/drawing/2014/main" id="{F17501F7-B551-A03B-8B68-33A02AC81843}"/>
                </a:ext>
              </a:extLst>
            </p:cNvPr>
            <p:cNvCxnSpPr>
              <a:cxnSpLocks/>
            </p:cNvCxnSpPr>
            <p:nvPr/>
          </p:nvCxnSpPr>
          <p:spPr>
            <a:xfrm>
              <a:off x="533400" y="3012282"/>
              <a:ext cx="167958" cy="555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4" name="Straight Connector 1973">
              <a:extLst>
                <a:ext uri="{FF2B5EF4-FFF2-40B4-BE49-F238E27FC236}">
                  <a16:creationId xmlns:a16="http://schemas.microsoft.com/office/drawing/2014/main" id="{B9C68391-E2AE-DCF9-E8E8-DAE0DCB049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1019" y="2158207"/>
              <a:ext cx="170339" cy="801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5" name="Straight Connector 1974">
              <a:extLst>
                <a:ext uri="{FF2B5EF4-FFF2-40B4-BE49-F238E27FC236}">
                  <a16:creationId xmlns:a16="http://schemas.microsoft.com/office/drawing/2014/main" id="{81EC3C1F-20BC-67C4-4784-157B7337925E}"/>
                </a:ext>
              </a:extLst>
            </p:cNvPr>
            <p:cNvCxnSpPr>
              <a:cxnSpLocks/>
            </p:cNvCxnSpPr>
            <p:nvPr/>
          </p:nvCxnSpPr>
          <p:spPr>
            <a:xfrm>
              <a:off x="702469" y="2164557"/>
              <a:ext cx="326231" cy="1381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7" name="Straight Connector 1976">
              <a:extLst>
                <a:ext uri="{FF2B5EF4-FFF2-40B4-BE49-F238E27FC236}">
                  <a16:creationId xmlns:a16="http://schemas.microsoft.com/office/drawing/2014/main" id="{A3E6FD5A-87FD-B1DE-4E2E-E682BC68A7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9632" y="2301082"/>
              <a:ext cx="170339" cy="801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8" name="Straight Connector 1977">
              <a:extLst>
                <a:ext uri="{FF2B5EF4-FFF2-40B4-BE49-F238E27FC236}">
                  <a16:creationId xmlns:a16="http://schemas.microsoft.com/office/drawing/2014/main" id="{1185E234-416D-8D89-851D-CADA6C084840}"/>
                </a:ext>
              </a:extLst>
            </p:cNvPr>
            <p:cNvCxnSpPr>
              <a:cxnSpLocks/>
            </p:cNvCxnSpPr>
            <p:nvPr/>
          </p:nvCxnSpPr>
          <p:spPr>
            <a:xfrm>
              <a:off x="688181" y="2295526"/>
              <a:ext cx="183357" cy="785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3" name="Straight Connector 1982">
              <a:extLst>
                <a:ext uri="{FF2B5EF4-FFF2-40B4-BE49-F238E27FC236}">
                  <a16:creationId xmlns:a16="http://schemas.microsoft.com/office/drawing/2014/main" id="{E87CBE36-26A5-E326-3228-8A61E45198B2}"/>
                </a:ext>
              </a:extLst>
            </p:cNvPr>
            <p:cNvCxnSpPr>
              <a:cxnSpLocks/>
            </p:cNvCxnSpPr>
            <p:nvPr/>
          </p:nvCxnSpPr>
          <p:spPr>
            <a:xfrm>
              <a:off x="690563" y="2940844"/>
              <a:ext cx="176212" cy="642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6" name="Straight Connector 1985">
              <a:extLst>
                <a:ext uri="{FF2B5EF4-FFF2-40B4-BE49-F238E27FC236}">
                  <a16:creationId xmlns:a16="http://schemas.microsoft.com/office/drawing/2014/main" id="{218ECD19-6997-6233-DB43-837506397A0B}"/>
                </a:ext>
              </a:extLst>
            </p:cNvPr>
            <p:cNvCxnSpPr>
              <a:cxnSpLocks/>
            </p:cNvCxnSpPr>
            <p:nvPr/>
          </p:nvCxnSpPr>
          <p:spPr>
            <a:xfrm>
              <a:off x="859632" y="3138488"/>
              <a:ext cx="1000124" cy="397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9" name="Straight Connector 1988">
              <a:extLst>
                <a:ext uri="{FF2B5EF4-FFF2-40B4-BE49-F238E27FC236}">
                  <a16:creationId xmlns:a16="http://schemas.microsoft.com/office/drawing/2014/main" id="{BF58FB6F-0A80-377B-AE4C-938AD636C655}"/>
                </a:ext>
              </a:extLst>
            </p:cNvPr>
            <p:cNvCxnSpPr>
              <a:cxnSpLocks/>
            </p:cNvCxnSpPr>
            <p:nvPr/>
          </p:nvCxnSpPr>
          <p:spPr>
            <a:xfrm>
              <a:off x="1023938" y="3067051"/>
              <a:ext cx="840581" cy="3309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2" name="Straight Connector 1991">
              <a:extLst>
                <a:ext uri="{FF2B5EF4-FFF2-40B4-BE49-F238E27FC236}">
                  <a16:creationId xmlns:a16="http://schemas.microsoft.com/office/drawing/2014/main" id="{A654AC2A-E4E9-EECA-4A14-B6662FB6144E}"/>
                </a:ext>
              </a:extLst>
            </p:cNvPr>
            <p:cNvCxnSpPr>
              <a:cxnSpLocks/>
            </p:cNvCxnSpPr>
            <p:nvPr/>
          </p:nvCxnSpPr>
          <p:spPr>
            <a:xfrm>
              <a:off x="840582" y="2883694"/>
              <a:ext cx="176212" cy="642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4" name="Straight Connector 1993">
              <a:extLst>
                <a:ext uri="{FF2B5EF4-FFF2-40B4-BE49-F238E27FC236}">
                  <a16:creationId xmlns:a16="http://schemas.microsoft.com/office/drawing/2014/main" id="{AA809A05-5E0B-AFB6-480F-9F5D3C1C7B9A}"/>
                </a:ext>
              </a:extLst>
            </p:cNvPr>
            <p:cNvCxnSpPr>
              <a:cxnSpLocks/>
            </p:cNvCxnSpPr>
            <p:nvPr/>
          </p:nvCxnSpPr>
          <p:spPr>
            <a:xfrm>
              <a:off x="859632" y="2755107"/>
              <a:ext cx="333374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7" name="Straight Connector 1996">
              <a:extLst>
                <a:ext uri="{FF2B5EF4-FFF2-40B4-BE49-F238E27FC236}">
                  <a16:creationId xmlns:a16="http://schemas.microsoft.com/office/drawing/2014/main" id="{DE9BFAFA-C866-DEE5-8902-729B29CC2944}"/>
                </a:ext>
              </a:extLst>
            </p:cNvPr>
            <p:cNvCxnSpPr>
              <a:cxnSpLocks/>
            </p:cNvCxnSpPr>
            <p:nvPr/>
          </p:nvCxnSpPr>
          <p:spPr>
            <a:xfrm>
              <a:off x="1193007" y="3009901"/>
              <a:ext cx="835818" cy="3381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0" name="Straight Connector 1999">
              <a:extLst>
                <a:ext uri="{FF2B5EF4-FFF2-40B4-BE49-F238E27FC236}">
                  <a16:creationId xmlns:a16="http://schemas.microsoft.com/office/drawing/2014/main" id="{8DDA6901-74A4-58FF-2925-5302B6BF8CD2}"/>
                </a:ext>
              </a:extLst>
            </p:cNvPr>
            <p:cNvCxnSpPr>
              <a:cxnSpLocks/>
            </p:cNvCxnSpPr>
            <p:nvPr/>
          </p:nvCxnSpPr>
          <p:spPr>
            <a:xfrm>
              <a:off x="1354931" y="2947988"/>
              <a:ext cx="676275" cy="2547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3" name="Straight Connector 2002">
              <a:extLst>
                <a:ext uri="{FF2B5EF4-FFF2-40B4-BE49-F238E27FC236}">
                  <a16:creationId xmlns:a16="http://schemas.microsoft.com/office/drawing/2014/main" id="{EB8437CC-2485-4CE3-9C20-E971FDF2ADCB}"/>
                </a:ext>
              </a:extLst>
            </p:cNvPr>
            <p:cNvCxnSpPr>
              <a:cxnSpLocks/>
            </p:cNvCxnSpPr>
            <p:nvPr/>
          </p:nvCxnSpPr>
          <p:spPr>
            <a:xfrm>
              <a:off x="1016794" y="2690813"/>
              <a:ext cx="333374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4" name="Straight Connector 2003">
              <a:extLst>
                <a:ext uri="{FF2B5EF4-FFF2-40B4-BE49-F238E27FC236}">
                  <a16:creationId xmlns:a16="http://schemas.microsoft.com/office/drawing/2014/main" id="{8057190F-CE79-0360-E14E-A5980A0938C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4413" y="2613026"/>
              <a:ext cx="170339" cy="801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5" name="Straight Connector 2004">
              <a:extLst>
                <a:ext uri="{FF2B5EF4-FFF2-40B4-BE49-F238E27FC236}">
                  <a16:creationId xmlns:a16="http://schemas.microsoft.com/office/drawing/2014/main" id="{F9C6956C-51DF-1644-946F-E0FCD65AE590}"/>
                </a:ext>
              </a:extLst>
            </p:cNvPr>
            <p:cNvCxnSpPr>
              <a:cxnSpLocks/>
            </p:cNvCxnSpPr>
            <p:nvPr/>
          </p:nvCxnSpPr>
          <p:spPr>
            <a:xfrm>
              <a:off x="1181100" y="2614613"/>
              <a:ext cx="333374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7" name="Straight Connector 2006">
              <a:extLst>
                <a:ext uri="{FF2B5EF4-FFF2-40B4-BE49-F238E27FC236}">
                  <a16:creationId xmlns:a16="http://schemas.microsoft.com/office/drawing/2014/main" id="{DBB25D95-0C50-089A-A3F6-7D626164FBF3}"/>
                </a:ext>
              </a:extLst>
            </p:cNvPr>
            <p:cNvCxnSpPr>
              <a:cxnSpLocks/>
            </p:cNvCxnSpPr>
            <p:nvPr/>
          </p:nvCxnSpPr>
          <p:spPr>
            <a:xfrm>
              <a:off x="1509713" y="2869407"/>
              <a:ext cx="516731" cy="2047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0" name="Straight Connector 2009">
              <a:extLst>
                <a:ext uri="{FF2B5EF4-FFF2-40B4-BE49-F238E27FC236}">
                  <a16:creationId xmlns:a16="http://schemas.microsoft.com/office/drawing/2014/main" id="{DAAAA9AC-4503-B346-6710-1E0271030A5A}"/>
                </a:ext>
              </a:extLst>
            </p:cNvPr>
            <p:cNvCxnSpPr>
              <a:cxnSpLocks/>
            </p:cNvCxnSpPr>
            <p:nvPr/>
          </p:nvCxnSpPr>
          <p:spPr>
            <a:xfrm>
              <a:off x="1695450" y="2821782"/>
              <a:ext cx="333374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2" name="Straight Connector 2011">
              <a:extLst>
                <a:ext uri="{FF2B5EF4-FFF2-40B4-BE49-F238E27FC236}">
                  <a16:creationId xmlns:a16="http://schemas.microsoft.com/office/drawing/2014/main" id="{EE00BD54-63A8-5310-309A-38A1E4A6BB12}"/>
                </a:ext>
              </a:extLst>
            </p:cNvPr>
            <p:cNvCxnSpPr>
              <a:cxnSpLocks/>
            </p:cNvCxnSpPr>
            <p:nvPr/>
          </p:nvCxnSpPr>
          <p:spPr>
            <a:xfrm>
              <a:off x="1509713" y="2633663"/>
              <a:ext cx="176212" cy="642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3" name="Straight Connector 2012">
              <a:extLst>
                <a:ext uri="{FF2B5EF4-FFF2-40B4-BE49-F238E27FC236}">
                  <a16:creationId xmlns:a16="http://schemas.microsoft.com/office/drawing/2014/main" id="{B95D1281-ADF7-94FF-1E74-7EE6C65032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07332" y="2481263"/>
              <a:ext cx="359568" cy="1476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7" name="Straight Connector 2016">
              <a:extLst>
                <a:ext uri="{FF2B5EF4-FFF2-40B4-BE49-F238E27FC236}">
                  <a16:creationId xmlns:a16="http://schemas.microsoft.com/office/drawing/2014/main" id="{7077B868-3141-C6D1-B9E1-B01F44C281CD}"/>
                </a:ext>
              </a:extLst>
            </p:cNvPr>
            <p:cNvCxnSpPr>
              <a:cxnSpLocks/>
            </p:cNvCxnSpPr>
            <p:nvPr/>
          </p:nvCxnSpPr>
          <p:spPr>
            <a:xfrm>
              <a:off x="1852613" y="2752726"/>
              <a:ext cx="176212" cy="642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0" name="Straight Connector 2019">
              <a:extLst>
                <a:ext uri="{FF2B5EF4-FFF2-40B4-BE49-F238E27FC236}">
                  <a16:creationId xmlns:a16="http://schemas.microsoft.com/office/drawing/2014/main" id="{F15190BA-5447-C6BF-5860-53DF71D27497}"/>
                </a:ext>
              </a:extLst>
            </p:cNvPr>
            <p:cNvCxnSpPr>
              <a:cxnSpLocks/>
            </p:cNvCxnSpPr>
            <p:nvPr/>
          </p:nvCxnSpPr>
          <p:spPr>
            <a:xfrm>
              <a:off x="2009775" y="2295525"/>
              <a:ext cx="176212" cy="642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3" name="Straight Connector 2022">
              <a:extLst>
                <a:ext uri="{FF2B5EF4-FFF2-40B4-BE49-F238E27FC236}">
                  <a16:creationId xmlns:a16="http://schemas.microsoft.com/office/drawing/2014/main" id="{0270C5D6-D376-1722-4B6B-F7FBC0E80C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5988" y="2682082"/>
              <a:ext cx="170339" cy="801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6" name="Straight Connector 2025">
              <a:extLst>
                <a:ext uri="{FF2B5EF4-FFF2-40B4-BE49-F238E27FC236}">
                  <a16:creationId xmlns:a16="http://schemas.microsoft.com/office/drawing/2014/main" id="{525777FF-EAF5-9A8D-46D6-B4D42F94E3E4}"/>
                </a:ext>
              </a:extLst>
            </p:cNvPr>
            <p:cNvCxnSpPr>
              <a:cxnSpLocks/>
            </p:cNvCxnSpPr>
            <p:nvPr/>
          </p:nvCxnSpPr>
          <p:spPr>
            <a:xfrm>
              <a:off x="2347913" y="2438400"/>
              <a:ext cx="185737" cy="642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9" name="Straight Connector 2028">
              <a:extLst>
                <a:ext uri="{FF2B5EF4-FFF2-40B4-BE49-F238E27FC236}">
                  <a16:creationId xmlns:a16="http://schemas.microsoft.com/office/drawing/2014/main" id="{435EE343-EEFF-B30F-A1CA-7615820AAD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28889" y="2369345"/>
              <a:ext cx="323849" cy="12858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1" name="Straight Connector 2030">
              <a:extLst>
                <a:ext uri="{FF2B5EF4-FFF2-40B4-BE49-F238E27FC236}">
                  <a16:creationId xmlns:a16="http://schemas.microsoft.com/office/drawing/2014/main" id="{87408AE7-819A-81F5-718E-27869BEDD4FE}"/>
                </a:ext>
              </a:extLst>
            </p:cNvPr>
            <p:cNvCxnSpPr>
              <a:cxnSpLocks/>
            </p:cNvCxnSpPr>
            <p:nvPr/>
          </p:nvCxnSpPr>
          <p:spPr>
            <a:xfrm>
              <a:off x="2507456" y="2238376"/>
              <a:ext cx="340519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4" name="Straight Connector 2033">
              <a:extLst>
                <a:ext uri="{FF2B5EF4-FFF2-40B4-BE49-F238E27FC236}">
                  <a16:creationId xmlns:a16="http://schemas.microsoft.com/office/drawing/2014/main" id="{9E248C18-AD59-5E3A-3EA0-C175731E3F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0312" y="1974057"/>
              <a:ext cx="342901" cy="1357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8" name="Straight Connector 2037">
              <a:extLst>
                <a:ext uri="{FF2B5EF4-FFF2-40B4-BE49-F238E27FC236}">
                  <a16:creationId xmlns:a16="http://schemas.microsoft.com/office/drawing/2014/main" id="{C4B60D12-0FED-18EE-3259-DCCD51DBEF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6525" y="2104232"/>
              <a:ext cx="177800" cy="674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9" name="Straight Connector 2038">
              <a:extLst>
                <a:ext uri="{FF2B5EF4-FFF2-40B4-BE49-F238E27FC236}">
                  <a16:creationId xmlns:a16="http://schemas.microsoft.com/office/drawing/2014/main" id="{60F02F47-2DDB-2FDC-E059-22AB1E78783C}"/>
                </a:ext>
              </a:extLst>
            </p:cNvPr>
            <p:cNvCxnSpPr>
              <a:cxnSpLocks/>
            </p:cNvCxnSpPr>
            <p:nvPr/>
          </p:nvCxnSpPr>
          <p:spPr>
            <a:xfrm>
              <a:off x="2678906" y="2166937"/>
              <a:ext cx="333375" cy="13335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3" name="Straight Connector 2042">
              <a:extLst>
                <a:ext uri="{FF2B5EF4-FFF2-40B4-BE49-F238E27FC236}">
                  <a16:creationId xmlns:a16="http://schemas.microsoft.com/office/drawing/2014/main" id="{0502A201-95AD-67BB-0878-9997412F9DFD}"/>
                </a:ext>
              </a:extLst>
            </p:cNvPr>
            <p:cNvCxnSpPr>
              <a:cxnSpLocks/>
            </p:cNvCxnSpPr>
            <p:nvPr/>
          </p:nvCxnSpPr>
          <p:spPr>
            <a:xfrm>
              <a:off x="3021013" y="622300"/>
              <a:ext cx="163512" cy="658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4" name="Straight Connector 2043">
              <a:extLst>
                <a:ext uri="{FF2B5EF4-FFF2-40B4-BE49-F238E27FC236}">
                  <a16:creationId xmlns:a16="http://schemas.microsoft.com/office/drawing/2014/main" id="{8655CC11-2C8F-9613-64DC-4D142E116288}"/>
                </a:ext>
              </a:extLst>
            </p:cNvPr>
            <p:cNvCxnSpPr>
              <a:cxnSpLocks/>
            </p:cNvCxnSpPr>
            <p:nvPr/>
          </p:nvCxnSpPr>
          <p:spPr>
            <a:xfrm>
              <a:off x="3344863" y="755650"/>
              <a:ext cx="185737" cy="642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9" name="Straight Connector 2048">
              <a:extLst>
                <a:ext uri="{FF2B5EF4-FFF2-40B4-BE49-F238E27FC236}">
                  <a16:creationId xmlns:a16="http://schemas.microsoft.com/office/drawing/2014/main" id="{FA66878A-B8BF-877D-75EB-05F2EFA39214}"/>
                </a:ext>
              </a:extLst>
            </p:cNvPr>
            <p:cNvCxnSpPr>
              <a:cxnSpLocks/>
            </p:cNvCxnSpPr>
            <p:nvPr/>
          </p:nvCxnSpPr>
          <p:spPr>
            <a:xfrm>
              <a:off x="3176588" y="2238375"/>
              <a:ext cx="185737" cy="642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4" name="Straight Connector 2053">
              <a:extLst>
                <a:ext uri="{FF2B5EF4-FFF2-40B4-BE49-F238E27FC236}">
                  <a16:creationId xmlns:a16="http://schemas.microsoft.com/office/drawing/2014/main" id="{49BE94EC-B9CC-8407-586A-C5CEB564F0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11550" y="1970882"/>
              <a:ext cx="333375" cy="1436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6" name="Straight Connector 2055">
              <a:extLst>
                <a:ext uri="{FF2B5EF4-FFF2-40B4-BE49-F238E27FC236}">
                  <a16:creationId xmlns:a16="http://schemas.microsoft.com/office/drawing/2014/main" id="{E22B4291-FAC7-46EC-C6C2-B805D8DD5F9A}"/>
                </a:ext>
              </a:extLst>
            </p:cNvPr>
            <p:cNvCxnSpPr>
              <a:cxnSpLocks/>
            </p:cNvCxnSpPr>
            <p:nvPr/>
          </p:nvCxnSpPr>
          <p:spPr>
            <a:xfrm>
              <a:off x="3836988" y="1971675"/>
              <a:ext cx="185737" cy="642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7" name="Straight Connector 2056">
              <a:extLst>
                <a:ext uri="{FF2B5EF4-FFF2-40B4-BE49-F238E27FC236}">
                  <a16:creationId xmlns:a16="http://schemas.microsoft.com/office/drawing/2014/main" id="{B60FB9CA-3447-9649-D772-57507762E91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06850" y="1847057"/>
              <a:ext cx="488950" cy="2008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0" name="Straight Connector 2059">
              <a:extLst>
                <a:ext uri="{FF2B5EF4-FFF2-40B4-BE49-F238E27FC236}">
                  <a16:creationId xmlns:a16="http://schemas.microsoft.com/office/drawing/2014/main" id="{17819795-61B1-64B1-9708-F333E8E2DFFF}"/>
                </a:ext>
              </a:extLst>
            </p:cNvPr>
            <p:cNvCxnSpPr>
              <a:cxnSpLocks/>
            </p:cNvCxnSpPr>
            <p:nvPr/>
          </p:nvCxnSpPr>
          <p:spPr>
            <a:xfrm>
              <a:off x="4355306" y="1652588"/>
              <a:ext cx="146844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1" name="Straight Connector 2060">
              <a:extLst>
                <a:ext uri="{FF2B5EF4-FFF2-40B4-BE49-F238E27FC236}">
                  <a16:creationId xmlns:a16="http://schemas.microsoft.com/office/drawing/2014/main" id="{5676F44D-AE84-3D25-B33C-2E86EF2955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3000" y="1647032"/>
              <a:ext cx="657225" cy="263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4" name="Straight Connector 2063">
              <a:extLst>
                <a:ext uri="{FF2B5EF4-FFF2-40B4-BE49-F238E27FC236}">
                  <a16:creationId xmlns:a16="http://schemas.microsoft.com/office/drawing/2014/main" id="{EBB6D9E6-C048-3721-0E27-EEE4C93A93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67125" y="1726407"/>
              <a:ext cx="177800" cy="674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6" name="Straight Connector 2065">
              <a:extLst>
                <a:ext uri="{FF2B5EF4-FFF2-40B4-BE49-F238E27FC236}">
                  <a16:creationId xmlns:a16="http://schemas.microsoft.com/office/drawing/2014/main" id="{88A859CE-690C-0FB9-4B06-7290C4C4E679}"/>
                </a:ext>
              </a:extLst>
            </p:cNvPr>
            <p:cNvCxnSpPr>
              <a:cxnSpLocks/>
            </p:cNvCxnSpPr>
            <p:nvPr/>
          </p:nvCxnSpPr>
          <p:spPr>
            <a:xfrm>
              <a:off x="3679031" y="1664495"/>
              <a:ext cx="156369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0" name="Straight Connector 2069">
              <a:extLst>
                <a:ext uri="{FF2B5EF4-FFF2-40B4-BE49-F238E27FC236}">
                  <a16:creationId xmlns:a16="http://schemas.microsoft.com/office/drawing/2014/main" id="{B231F316-9142-104A-09B2-5D2C085A1E0A}"/>
                </a:ext>
              </a:extLst>
            </p:cNvPr>
            <p:cNvCxnSpPr>
              <a:cxnSpLocks/>
            </p:cNvCxnSpPr>
            <p:nvPr/>
          </p:nvCxnSpPr>
          <p:spPr>
            <a:xfrm>
              <a:off x="3663951" y="879475"/>
              <a:ext cx="185737" cy="642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1" name="Straight Connector 2070">
              <a:extLst>
                <a:ext uri="{FF2B5EF4-FFF2-40B4-BE49-F238E27FC236}">
                  <a16:creationId xmlns:a16="http://schemas.microsoft.com/office/drawing/2014/main" id="{46B02AEF-864F-33EF-A0C5-5962D198AE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69506" y="1459707"/>
              <a:ext cx="177800" cy="674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2" name="Straight Connector 2071">
              <a:extLst>
                <a:ext uri="{FF2B5EF4-FFF2-40B4-BE49-F238E27FC236}">
                  <a16:creationId xmlns:a16="http://schemas.microsoft.com/office/drawing/2014/main" id="{D8E488C2-20CC-53D2-F28B-B1FD32F54E28}"/>
                </a:ext>
              </a:extLst>
            </p:cNvPr>
            <p:cNvCxnSpPr>
              <a:cxnSpLocks/>
            </p:cNvCxnSpPr>
            <p:nvPr/>
          </p:nvCxnSpPr>
          <p:spPr>
            <a:xfrm>
              <a:off x="3681412" y="1397795"/>
              <a:ext cx="156369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8" name="Straight Connector 2077">
              <a:extLst>
                <a:ext uri="{FF2B5EF4-FFF2-40B4-BE49-F238E27FC236}">
                  <a16:creationId xmlns:a16="http://schemas.microsoft.com/office/drawing/2014/main" id="{AFEDAE85-075F-D357-0888-FF87928069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26668" y="1276351"/>
              <a:ext cx="177800" cy="674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1" name="Straight Connector 2080">
              <a:extLst>
                <a:ext uri="{FF2B5EF4-FFF2-40B4-BE49-F238E27FC236}">
                  <a16:creationId xmlns:a16="http://schemas.microsoft.com/office/drawing/2014/main" id="{5BE21B2B-29A3-3CCD-DB77-F1C2F270CEB6}"/>
                </a:ext>
              </a:extLst>
            </p:cNvPr>
            <p:cNvCxnSpPr>
              <a:cxnSpLocks/>
            </p:cNvCxnSpPr>
            <p:nvPr/>
          </p:nvCxnSpPr>
          <p:spPr>
            <a:xfrm>
              <a:off x="4004470" y="1008062"/>
              <a:ext cx="185737" cy="642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3" name="Straight Connector 2082">
              <a:extLst>
                <a:ext uri="{FF2B5EF4-FFF2-40B4-BE49-F238E27FC236}">
                  <a16:creationId xmlns:a16="http://schemas.microsoft.com/office/drawing/2014/main" id="{9A99BC2E-6412-2FF6-6A7A-FB304EC958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67187" y="1140620"/>
              <a:ext cx="177800" cy="674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5" name="Straight Connector 2084">
              <a:extLst>
                <a:ext uri="{FF2B5EF4-FFF2-40B4-BE49-F238E27FC236}">
                  <a16:creationId xmlns:a16="http://schemas.microsoft.com/office/drawing/2014/main" id="{3F498EC2-A15A-C815-D1FF-FD7CC8375CB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3399" y="1204913"/>
              <a:ext cx="157164" cy="674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8" name="Straight Connector 2087">
              <a:extLst>
                <a:ext uri="{FF2B5EF4-FFF2-40B4-BE49-F238E27FC236}">
                  <a16:creationId xmlns:a16="http://schemas.microsoft.com/office/drawing/2014/main" id="{AA062B8B-2121-0FE8-C8C5-BD630208BAF2}"/>
                </a:ext>
              </a:extLst>
            </p:cNvPr>
            <p:cNvCxnSpPr>
              <a:cxnSpLocks/>
            </p:cNvCxnSpPr>
            <p:nvPr/>
          </p:nvCxnSpPr>
          <p:spPr>
            <a:xfrm>
              <a:off x="4494212" y="1334295"/>
              <a:ext cx="506413" cy="1952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3" name="Straight Connector 2092">
              <a:extLst>
                <a:ext uri="{FF2B5EF4-FFF2-40B4-BE49-F238E27FC236}">
                  <a16:creationId xmlns:a16="http://schemas.microsoft.com/office/drawing/2014/main" id="{07374C1E-7761-6D3C-F143-2BA99DF50E13}"/>
                </a:ext>
              </a:extLst>
            </p:cNvPr>
            <p:cNvCxnSpPr>
              <a:cxnSpLocks/>
            </p:cNvCxnSpPr>
            <p:nvPr/>
          </p:nvCxnSpPr>
          <p:spPr>
            <a:xfrm>
              <a:off x="5983287" y="2553495"/>
              <a:ext cx="156369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6" name="Straight Connector 2095">
              <a:extLst>
                <a:ext uri="{FF2B5EF4-FFF2-40B4-BE49-F238E27FC236}">
                  <a16:creationId xmlns:a16="http://schemas.microsoft.com/office/drawing/2014/main" id="{EABFE200-7FFC-625F-A4E3-BFB59A93ED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24538" y="3155157"/>
              <a:ext cx="315912" cy="1238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0" name="Straight Connector 2099">
              <a:extLst>
                <a:ext uri="{FF2B5EF4-FFF2-40B4-BE49-F238E27FC236}">
                  <a16:creationId xmlns:a16="http://schemas.microsoft.com/office/drawing/2014/main" id="{C732C886-7F30-4FD2-92C1-5259B68278B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69756" y="3014665"/>
              <a:ext cx="147638" cy="690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3" name="Straight Connector 2102">
              <a:extLst>
                <a:ext uri="{FF2B5EF4-FFF2-40B4-BE49-F238E27FC236}">
                  <a16:creationId xmlns:a16="http://schemas.microsoft.com/office/drawing/2014/main" id="{C863F5CB-C772-2852-DDE6-25B00FC03DA9}"/>
                </a:ext>
              </a:extLst>
            </p:cNvPr>
            <p:cNvCxnSpPr>
              <a:cxnSpLocks/>
            </p:cNvCxnSpPr>
            <p:nvPr/>
          </p:nvCxnSpPr>
          <p:spPr>
            <a:xfrm>
              <a:off x="5676899" y="3329783"/>
              <a:ext cx="157164" cy="73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5" name="Straight Connector 2104">
              <a:extLst>
                <a:ext uri="{FF2B5EF4-FFF2-40B4-BE49-F238E27FC236}">
                  <a16:creationId xmlns:a16="http://schemas.microsoft.com/office/drawing/2014/main" id="{34873718-664A-828F-D12B-33E81AA5FD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29300" y="3331372"/>
              <a:ext cx="147638" cy="690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8" name="Straight Connector 2107">
              <a:extLst>
                <a:ext uri="{FF2B5EF4-FFF2-40B4-BE49-F238E27FC236}">
                  <a16:creationId xmlns:a16="http://schemas.microsoft.com/office/drawing/2014/main" id="{EB530E09-0E00-DBAA-1E47-918C8DE1EB73}"/>
                </a:ext>
              </a:extLst>
            </p:cNvPr>
            <p:cNvCxnSpPr>
              <a:cxnSpLocks/>
            </p:cNvCxnSpPr>
            <p:nvPr/>
          </p:nvCxnSpPr>
          <p:spPr>
            <a:xfrm>
              <a:off x="5503069" y="3538538"/>
              <a:ext cx="483394" cy="1809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1" name="Straight Connector 2110">
              <a:extLst>
                <a:ext uri="{FF2B5EF4-FFF2-40B4-BE49-F238E27FC236}">
                  <a16:creationId xmlns:a16="http://schemas.microsoft.com/office/drawing/2014/main" id="{BDAF3954-E0C5-EBD1-A72D-C371F08BBE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3544" y="3462340"/>
              <a:ext cx="147638" cy="690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2" name="Straight Connector 2111">
              <a:extLst>
                <a:ext uri="{FF2B5EF4-FFF2-40B4-BE49-F238E27FC236}">
                  <a16:creationId xmlns:a16="http://schemas.microsoft.com/office/drawing/2014/main" id="{4CB1D010-82FC-26C3-5229-A7F53961E990}"/>
                </a:ext>
              </a:extLst>
            </p:cNvPr>
            <p:cNvCxnSpPr>
              <a:cxnSpLocks/>
            </p:cNvCxnSpPr>
            <p:nvPr/>
          </p:nvCxnSpPr>
          <p:spPr>
            <a:xfrm>
              <a:off x="5486399" y="3391695"/>
              <a:ext cx="157164" cy="73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3" name="Straight Connector 2112">
              <a:extLst>
                <a:ext uri="{FF2B5EF4-FFF2-40B4-BE49-F238E27FC236}">
                  <a16:creationId xmlns:a16="http://schemas.microsoft.com/office/drawing/2014/main" id="{E0930B7B-BEDC-C118-555D-8A5A61108D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7670" y="3275013"/>
              <a:ext cx="0" cy="11620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4" name="Straight Connector 2113">
              <a:extLst>
                <a:ext uri="{FF2B5EF4-FFF2-40B4-BE49-F238E27FC236}">
                  <a16:creationId xmlns:a16="http://schemas.microsoft.com/office/drawing/2014/main" id="{23A5E16E-7A3F-352E-A416-C8F4DA2C70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6381" y="3274222"/>
              <a:ext cx="147638" cy="690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5" name="Straight Connector 2114">
              <a:extLst>
                <a:ext uri="{FF2B5EF4-FFF2-40B4-BE49-F238E27FC236}">
                  <a16:creationId xmlns:a16="http://schemas.microsoft.com/office/drawing/2014/main" id="{AEC46A5F-B641-5D89-C793-FF7EDECB7E8E}"/>
                </a:ext>
              </a:extLst>
            </p:cNvPr>
            <p:cNvCxnSpPr>
              <a:cxnSpLocks/>
            </p:cNvCxnSpPr>
            <p:nvPr/>
          </p:nvCxnSpPr>
          <p:spPr>
            <a:xfrm>
              <a:off x="4498181" y="3012282"/>
              <a:ext cx="673894" cy="2619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7" name="Straight Connector 2116">
              <a:extLst>
                <a:ext uri="{FF2B5EF4-FFF2-40B4-BE49-F238E27FC236}">
                  <a16:creationId xmlns:a16="http://schemas.microsoft.com/office/drawing/2014/main" id="{9858F573-684A-5211-879F-935EAA39DA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5781" y="3007522"/>
              <a:ext cx="147638" cy="690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8" name="Straight Connector 2117">
              <a:extLst>
                <a:ext uri="{FF2B5EF4-FFF2-40B4-BE49-F238E27FC236}">
                  <a16:creationId xmlns:a16="http://schemas.microsoft.com/office/drawing/2014/main" id="{1706F157-DB64-6CA5-CB94-FFF5A34436BF}"/>
                </a:ext>
              </a:extLst>
            </p:cNvPr>
            <p:cNvCxnSpPr>
              <a:cxnSpLocks/>
            </p:cNvCxnSpPr>
            <p:nvPr/>
          </p:nvCxnSpPr>
          <p:spPr>
            <a:xfrm>
              <a:off x="4355305" y="3082133"/>
              <a:ext cx="157164" cy="682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0" name="Straight Connector 2119">
              <a:extLst>
                <a:ext uri="{FF2B5EF4-FFF2-40B4-BE49-F238E27FC236}">
                  <a16:creationId xmlns:a16="http://schemas.microsoft.com/office/drawing/2014/main" id="{B6C3C0B5-2228-1EB6-603D-24629242D1B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3875" y="3145634"/>
              <a:ext cx="159545" cy="6191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2" name="Straight Connector 2121">
              <a:extLst>
                <a:ext uri="{FF2B5EF4-FFF2-40B4-BE49-F238E27FC236}">
                  <a16:creationId xmlns:a16="http://schemas.microsoft.com/office/drawing/2014/main" id="{6003FE8E-6FAE-1A30-B08D-AA7001C484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39907" y="3215482"/>
              <a:ext cx="0" cy="11620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3" name="Straight Connector 2122">
              <a:extLst>
                <a:ext uri="{FF2B5EF4-FFF2-40B4-BE49-F238E27FC236}">
                  <a16:creationId xmlns:a16="http://schemas.microsoft.com/office/drawing/2014/main" id="{BED76FCE-0D0E-353F-9AB9-930DCF9A5B9E}"/>
                </a:ext>
              </a:extLst>
            </p:cNvPr>
            <p:cNvCxnSpPr>
              <a:cxnSpLocks/>
            </p:cNvCxnSpPr>
            <p:nvPr/>
          </p:nvCxnSpPr>
          <p:spPr>
            <a:xfrm>
              <a:off x="4336255" y="3332164"/>
              <a:ext cx="157164" cy="682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4" name="Straight Connector 2123">
              <a:extLst>
                <a:ext uri="{FF2B5EF4-FFF2-40B4-BE49-F238E27FC236}">
                  <a16:creationId xmlns:a16="http://schemas.microsoft.com/office/drawing/2014/main" id="{2942E78A-B791-BA84-BF72-A1CC59BADE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97070" y="3271838"/>
              <a:ext cx="0" cy="12890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6" name="Straight Connector 2125">
              <a:extLst>
                <a:ext uri="{FF2B5EF4-FFF2-40B4-BE49-F238E27FC236}">
                  <a16:creationId xmlns:a16="http://schemas.microsoft.com/office/drawing/2014/main" id="{D082BB44-F527-AD4F-6CF2-681C274F16BD}"/>
                </a:ext>
              </a:extLst>
            </p:cNvPr>
            <p:cNvCxnSpPr>
              <a:cxnSpLocks/>
            </p:cNvCxnSpPr>
            <p:nvPr/>
          </p:nvCxnSpPr>
          <p:spPr>
            <a:xfrm>
              <a:off x="4498180" y="3270252"/>
              <a:ext cx="157164" cy="682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7" name="Straight Connector 2126">
              <a:extLst>
                <a:ext uri="{FF2B5EF4-FFF2-40B4-BE49-F238E27FC236}">
                  <a16:creationId xmlns:a16="http://schemas.microsoft.com/office/drawing/2014/main" id="{923EAA2D-D9B8-98C0-C6A9-FD9B63BFFD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63757" y="3336131"/>
              <a:ext cx="0" cy="7786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9" name="Straight Connector 2128">
              <a:extLst>
                <a:ext uri="{FF2B5EF4-FFF2-40B4-BE49-F238E27FC236}">
                  <a16:creationId xmlns:a16="http://schemas.microsoft.com/office/drawing/2014/main" id="{73FEDE0C-3540-F851-6820-9A406AE47D1C}"/>
                </a:ext>
              </a:extLst>
            </p:cNvPr>
            <p:cNvCxnSpPr>
              <a:cxnSpLocks/>
            </p:cNvCxnSpPr>
            <p:nvPr/>
          </p:nvCxnSpPr>
          <p:spPr>
            <a:xfrm>
              <a:off x="4669630" y="4103690"/>
              <a:ext cx="157164" cy="682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0" name="Straight Connector 2129">
              <a:extLst>
                <a:ext uri="{FF2B5EF4-FFF2-40B4-BE49-F238E27FC236}">
                  <a16:creationId xmlns:a16="http://schemas.microsoft.com/office/drawing/2014/main" id="{5F55A5AE-0A85-B529-BB58-8E39948AD6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25682" y="3269457"/>
              <a:ext cx="0" cy="9191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2" name="Straight Connector 2131">
              <a:extLst>
                <a:ext uri="{FF2B5EF4-FFF2-40B4-BE49-F238E27FC236}">
                  <a16:creationId xmlns:a16="http://schemas.microsoft.com/office/drawing/2014/main" id="{823E7660-6E03-208E-F27B-E98B95E89401}"/>
                </a:ext>
              </a:extLst>
            </p:cNvPr>
            <p:cNvCxnSpPr>
              <a:cxnSpLocks/>
            </p:cNvCxnSpPr>
            <p:nvPr/>
          </p:nvCxnSpPr>
          <p:spPr>
            <a:xfrm>
              <a:off x="4833936" y="3265490"/>
              <a:ext cx="185739" cy="8254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4" name="Straight Connector 2133">
              <a:extLst>
                <a:ext uri="{FF2B5EF4-FFF2-40B4-BE49-F238E27FC236}">
                  <a16:creationId xmlns:a16="http://schemas.microsoft.com/office/drawing/2014/main" id="{522EF347-C724-D78D-C841-CDE3C9DAAB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0150" y="3352801"/>
              <a:ext cx="0" cy="1023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5" name="Straight Connector 2134">
              <a:extLst>
                <a:ext uri="{FF2B5EF4-FFF2-40B4-BE49-F238E27FC236}">
                  <a16:creationId xmlns:a16="http://schemas.microsoft.com/office/drawing/2014/main" id="{0B69B086-366B-1608-8753-3D979C19C3DE}"/>
                </a:ext>
              </a:extLst>
            </p:cNvPr>
            <p:cNvCxnSpPr>
              <a:cxnSpLocks/>
            </p:cNvCxnSpPr>
            <p:nvPr/>
          </p:nvCxnSpPr>
          <p:spPr>
            <a:xfrm>
              <a:off x="5003005" y="3463134"/>
              <a:ext cx="157164" cy="682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6" name="Straight Connector 2135">
              <a:extLst>
                <a:ext uri="{FF2B5EF4-FFF2-40B4-BE49-F238E27FC236}">
                  <a16:creationId xmlns:a16="http://schemas.microsoft.com/office/drawing/2014/main" id="{9FD186E0-5EFD-C24D-2731-FCD6A940D3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03006" y="3517109"/>
              <a:ext cx="159545" cy="6191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7" name="Straight Connector 2136">
              <a:extLst>
                <a:ext uri="{FF2B5EF4-FFF2-40B4-BE49-F238E27FC236}">
                  <a16:creationId xmlns:a16="http://schemas.microsoft.com/office/drawing/2014/main" id="{8D5E82D1-2CAA-9404-73FD-E03D446CDBC2}"/>
                </a:ext>
              </a:extLst>
            </p:cNvPr>
            <p:cNvCxnSpPr>
              <a:cxnSpLocks/>
            </p:cNvCxnSpPr>
            <p:nvPr/>
          </p:nvCxnSpPr>
          <p:spPr>
            <a:xfrm>
              <a:off x="4995861" y="3586959"/>
              <a:ext cx="157164" cy="682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8" name="Straight Connector 2137">
              <a:extLst>
                <a:ext uri="{FF2B5EF4-FFF2-40B4-BE49-F238E27FC236}">
                  <a16:creationId xmlns:a16="http://schemas.microsoft.com/office/drawing/2014/main" id="{FA3BE450-FC80-3A37-2B5B-F408F40939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03006" y="3650459"/>
              <a:ext cx="159545" cy="6191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9" name="Straight Connector 2138">
              <a:extLst>
                <a:ext uri="{FF2B5EF4-FFF2-40B4-BE49-F238E27FC236}">
                  <a16:creationId xmlns:a16="http://schemas.microsoft.com/office/drawing/2014/main" id="{1C070228-A99F-42E9-944E-7EFCD9334B9B}"/>
                </a:ext>
              </a:extLst>
            </p:cNvPr>
            <p:cNvCxnSpPr>
              <a:cxnSpLocks/>
            </p:cNvCxnSpPr>
            <p:nvPr/>
          </p:nvCxnSpPr>
          <p:spPr>
            <a:xfrm>
              <a:off x="4995861" y="3715547"/>
              <a:ext cx="157164" cy="682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0" name="Straight Connector 2139">
              <a:extLst>
                <a:ext uri="{FF2B5EF4-FFF2-40B4-BE49-F238E27FC236}">
                  <a16:creationId xmlns:a16="http://schemas.microsoft.com/office/drawing/2014/main" id="{FA03BB95-2214-376A-E3B5-D1DD73D955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3820" y="3783807"/>
              <a:ext cx="0" cy="12890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1" name="Straight Connector 2140">
              <a:extLst>
                <a:ext uri="{FF2B5EF4-FFF2-40B4-BE49-F238E27FC236}">
                  <a16:creationId xmlns:a16="http://schemas.microsoft.com/office/drawing/2014/main" id="{5110BCB4-DAEE-7734-8AB5-2B00F950AB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05388" y="3905252"/>
              <a:ext cx="157163" cy="80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3" name="Straight Connector 2142">
              <a:extLst>
                <a:ext uri="{FF2B5EF4-FFF2-40B4-BE49-F238E27FC236}">
                  <a16:creationId xmlns:a16="http://schemas.microsoft.com/office/drawing/2014/main" id="{4F9AAB89-522E-65D6-A125-55829F5C54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97133" y="3974307"/>
              <a:ext cx="0" cy="2524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5" name="Straight Connector 2144">
              <a:extLst>
                <a:ext uri="{FF2B5EF4-FFF2-40B4-BE49-F238E27FC236}">
                  <a16:creationId xmlns:a16="http://schemas.microsoft.com/office/drawing/2014/main" id="{13F276CD-2D43-2F25-79C7-E7E2D8968F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95863" y="4167190"/>
              <a:ext cx="157163" cy="8096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6" name="Straight Connector 2145">
              <a:extLst>
                <a:ext uri="{FF2B5EF4-FFF2-40B4-BE49-F238E27FC236}">
                  <a16:creationId xmlns:a16="http://schemas.microsoft.com/office/drawing/2014/main" id="{DB1E40D4-91EC-E1D9-9713-47AE9AF77DC7}"/>
                </a:ext>
              </a:extLst>
            </p:cNvPr>
            <p:cNvCxnSpPr>
              <a:cxnSpLocks/>
            </p:cNvCxnSpPr>
            <p:nvPr/>
          </p:nvCxnSpPr>
          <p:spPr>
            <a:xfrm>
              <a:off x="5148261" y="4163222"/>
              <a:ext cx="157164" cy="682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7" name="Straight Connector 2146">
              <a:extLst>
                <a:ext uri="{FF2B5EF4-FFF2-40B4-BE49-F238E27FC236}">
                  <a16:creationId xmlns:a16="http://schemas.microsoft.com/office/drawing/2014/main" id="{C23F09E4-8AB7-ECA8-2951-86C494E022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0983" y="4110038"/>
              <a:ext cx="0" cy="12890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8" name="Straight Connector 2147">
              <a:extLst>
                <a:ext uri="{FF2B5EF4-FFF2-40B4-BE49-F238E27FC236}">
                  <a16:creationId xmlns:a16="http://schemas.microsoft.com/office/drawing/2014/main" id="{E227A2F4-229D-B327-6B5E-7AEE641DBE22}"/>
                </a:ext>
              </a:extLst>
            </p:cNvPr>
            <p:cNvCxnSpPr>
              <a:cxnSpLocks/>
            </p:cNvCxnSpPr>
            <p:nvPr/>
          </p:nvCxnSpPr>
          <p:spPr>
            <a:xfrm>
              <a:off x="5167311" y="4053684"/>
              <a:ext cx="157164" cy="682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9" name="Straight Connector 2148">
              <a:extLst>
                <a:ext uri="{FF2B5EF4-FFF2-40B4-BE49-F238E27FC236}">
                  <a16:creationId xmlns:a16="http://schemas.microsoft.com/office/drawing/2014/main" id="{424725F8-2E5D-8886-0CB4-BD63C87466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2550" y="3986216"/>
              <a:ext cx="159545" cy="6191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1" name="Straight Connector 2150">
              <a:extLst>
                <a:ext uri="{FF2B5EF4-FFF2-40B4-BE49-F238E27FC236}">
                  <a16:creationId xmlns:a16="http://schemas.microsoft.com/office/drawing/2014/main" id="{FAD43D2B-9031-A769-4944-6E179F1DF3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5270" y="3346451"/>
              <a:ext cx="0" cy="11620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5" name="Straight Connector 2154">
              <a:extLst>
                <a:ext uri="{FF2B5EF4-FFF2-40B4-BE49-F238E27FC236}">
                  <a16:creationId xmlns:a16="http://schemas.microsoft.com/office/drawing/2014/main" id="{6DAB532F-51D0-C22C-D912-498F7CF63B1B}"/>
                </a:ext>
              </a:extLst>
            </p:cNvPr>
            <p:cNvCxnSpPr>
              <a:cxnSpLocks/>
            </p:cNvCxnSpPr>
            <p:nvPr/>
          </p:nvCxnSpPr>
          <p:spPr>
            <a:xfrm>
              <a:off x="5160168" y="3384552"/>
              <a:ext cx="157164" cy="73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6" name="Straight Connector 2155">
              <a:extLst>
                <a:ext uri="{FF2B5EF4-FFF2-40B4-BE49-F238E27FC236}">
                  <a16:creationId xmlns:a16="http://schemas.microsoft.com/office/drawing/2014/main" id="{2E77C081-C3FF-3617-5E17-C6EE94CFC7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63820" y="3272632"/>
              <a:ext cx="0" cy="11620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7" name="Straight Connector 2156">
              <a:extLst>
                <a:ext uri="{FF2B5EF4-FFF2-40B4-BE49-F238E27FC236}">
                  <a16:creationId xmlns:a16="http://schemas.microsoft.com/office/drawing/2014/main" id="{40CEAC02-FAF8-B930-DF83-4ACB491275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0983" y="3586163"/>
              <a:ext cx="0" cy="39560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9" name="Straight Connector 2158">
              <a:extLst>
                <a:ext uri="{FF2B5EF4-FFF2-40B4-BE49-F238E27FC236}">
                  <a16:creationId xmlns:a16="http://schemas.microsoft.com/office/drawing/2014/main" id="{86DB26DE-00C7-38E7-986A-1910445C90C9}"/>
                </a:ext>
              </a:extLst>
            </p:cNvPr>
            <p:cNvCxnSpPr>
              <a:cxnSpLocks/>
            </p:cNvCxnSpPr>
            <p:nvPr/>
          </p:nvCxnSpPr>
          <p:spPr>
            <a:xfrm>
              <a:off x="5324473" y="3584578"/>
              <a:ext cx="507208" cy="20161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1" name="Straight Connector 2160">
              <a:extLst>
                <a:ext uri="{FF2B5EF4-FFF2-40B4-BE49-F238E27FC236}">
                  <a16:creationId xmlns:a16="http://schemas.microsoft.com/office/drawing/2014/main" id="{E381F9CF-BD1F-62B8-50C5-22B30AFFD4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64993" y="3793335"/>
              <a:ext cx="159545" cy="6191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2" name="Straight Connector 2161">
              <a:extLst>
                <a:ext uri="{FF2B5EF4-FFF2-40B4-BE49-F238E27FC236}">
                  <a16:creationId xmlns:a16="http://schemas.microsoft.com/office/drawing/2014/main" id="{12E75EB4-BB5D-5BD9-48D1-9D69B4050DEB}"/>
                </a:ext>
              </a:extLst>
            </p:cNvPr>
            <p:cNvCxnSpPr>
              <a:cxnSpLocks/>
            </p:cNvCxnSpPr>
            <p:nvPr/>
          </p:nvCxnSpPr>
          <p:spPr>
            <a:xfrm>
              <a:off x="5488781" y="3776663"/>
              <a:ext cx="180975" cy="7620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4" name="Straight Connector 2163">
              <a:extLst>
                <a:ext uri="{FF2B5EF4-FFF2-40B4-BE49-F238E27FC236}">
                  <a16:creationId xmlns:a16="http://schemas.microsoft.com/office/drawing/2014/main" id="{BF5F99CF-D0F9-DC99-FA66-BC8FF4E9C8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4814" y="3771900"/>
              <a:ext cx="0" cy="2762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6" name="Straight Connector 2165">
              <a:extLst>
                <a:ext uri="{FF2B5EF4-FFF2-40B4-BE49-F238E27FC236}">
                  <a16:creationId xmlns:a16="http://schemas.microsoft.com/office/drawing/2014/main" id="{D8056C83-2CE7-CE59-2B52-EE19A65C0D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91162" y="3971926"/>
              <a:ext cx="166688" cy="809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1" name="Straight Connector 2660">
              <a:extLst>
                <a:ext uri="{FF2B5EF4-FFF2-40B4-BE49-F238E27FC236}">
                  <a16:creationId xmlns:a16="http://schemas.microsoft.com/office/drawing/2014/main" id="{9CF26D1C-B1C1-AA9D-F61B-D35C32A9AD48}"/>
                </a:ext>
              </a:extLst>
            </p:cNvPr>
            <p:cNvCxnSpPr>
              <a:cxnSpLocks/>
            </p:cNvCxnSpPr>
            <p:nvPr/>
          </p:nvCxnSpPr>
          <p:spPr>
            <a:xfrm>
              <a:off x="4986337" y="1654970"/>
              <a:ext cx="506413" cy="1952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4" name="Straight Connector 2663">
              <a:extLst>
                <a:ext uri="{FF2B5EF4-FFF2-40B4-BE49-F238E27FC236}">
                  <a16:creationId xmlns:a16="http://schemas.microsoft.com/office/drawing/2014/main" id="{1FB5CFF2-45B8-A069-AA13-82926DB5E7D0}"/>
                </a:ext>
              </a:extLst>
            </p:cNvPr>
            <p:cNvCxnSpPr>
              <a:cxnSpLocks/>
            </p:cNvCxnSpPr>
            <p:nvPr/>
          </p:nvCxnSpPr>
          <p:spPr>
            <a:xfrm>
              <a:off x="5487987" y="1981995"/>
              <a:ext cx="506413" cy="1952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9" name="Straight Connector 2748">
              <a:extLst>
                <a:ext uri="{FF2B5EF4-FFF2-40B4-BE49-F238E27FC236}">
                  <a16:creationId xmlns:a16="http://schemas.microsoft.com/office/drawing/2014/main" id="{122B72BE-BD33-DE43-9C14-43D7E83D9B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24537" y="3968751"/>
              <a:ext cx="166688" cy="809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0" name="Straight Connector 2749">
              <a:extLst>
                <a:ext uri="{FF2B5EF4-FFF2-40B4-BE49-F238E27FC236}">
                  <a16:creationId xmlns:a16="http://schemas.microsoft.com/office/drawing/2014/main" id="{29038011-B8F6-DD88-A33D-A7F8787847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81700" y="3961607"/>
              <a:ext cx="166688" cy="857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7" name="Group 616">
            <a:extLst>
              <a:ext uri="{FF2B5EF4-FFF2-40B4-BE49-F238E27FC236}">
                <a16:creationId xmlns:a16="http://schemas.microsoft.com/office/drawing/2014/main" id="{37D9D28D-D18A-E8BF-F316-1ABC818CEAAE}"/>
              </a:ext>
            </a:extLst>
          </p:cNvPr>
          <p:cNvGrpSpPr/>
          <p:nvPr/>
        </p:nvGrpSpPr>
        <p:grpSpPr>
          <a:xfrm>
            <a:off x="5159375" y="1463675"/>
            <a:ext cx="2647157" cy="4708525"/>
            <a:chOff x="5159375" y="1463675"/>
            <a:chExt cx="2647157" cy="4708525"/>
          </a:xfrm>
        </p:grpSpPr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0927B6E9-2EDA-3A10-70C0-5D2FA70E4AF5}"/>
                </a:ext>
              </a:extLst>
            </p:cNvPr>
            <p:cNvCxnSpPr>
              <a:cxnSpLocks/>
            </p:cNvCxnSpPr>
            <p:nvPr/>
          </p:nvCxnSpPr>
          <p:spPr>
            <a:xfrm>
              <a:off x="6323013" y="5537200"/>
              <a:ext cx="0" cy="4897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613">
              <a:extLst>
                <a:ext uri="{FF2B5EF4-FFF2-40B4-BE49-F238E27FC236}">
                  <a16:creationId xmlns:a16="http://schemas.microsoft.com/office/drawing/2014/main" id="{33BDA676-05CE-F075-70CF-1A60036D91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9363" y="5391150"/>
              <a:ext cx="325437" cy="1500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617">
              <a:extLst>
                <a:ext uri="{FF2B5EF4-FFF2-40B4-BE49-F238E27FC236}">
                  <a16:creationId xmlns:a16="http://schemas.microsoft.com/office/drawing/2014/main" id="{DE243A3E-5119-B732-EFD7-331E652494A5}"/>
                </a:ext>
              </a:extLst>
            </p:cNvPr>
            <p:cNvCxnSpPr>
              <a:cxnSpLocks/>
            </p:cNvCxnSpPr>
            <p:nvPr/>
          </p:nvCxnSpPr>
          <p:spPr>
            <a:xfrm>
              <a:off x="6650038" y="2559844"/>
              <a:ext cx="0" cy="28384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649">
              <a:extLst>
                <a:ext uri="{FF2B5EF4-FFF2-40B4-BE49-F238E27FC236}">
                  <a16:creationId xmlns:a16="http://schemas.microsoft.com/office/drawing/2014/main" id="{EABB4988-301A-B037-7B15-7652EB1504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6050" y="2166620"/>
              <a:ext cx="826770" cy="32575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Straight Connector 653">
              <a:extLst>
                <a:ext uri="{FF2B5EF4-FFF2-40B4-BE49-F238E27FC236}">
                  <a16:creationId xmlns:a16="http://schemas.microsoft.com/office/drawing/2014/main" id="{1EC046BF-60CC-6222-D565-37F1C584CF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15200" y="2167890"/>
              <a:ext cx="1682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657">
              <a:extLst>
                <a:ext uri="{FF2B5EF4-FFF2-40B4-BE49-F238E27FC236}">
                  <a16:creationId xmlns:a16="http://schemas.microsoft.com/office/drawing/2014/main" id="{2590CBAE-7200-52C9-0113-A940C1FB70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59375" y="1463675"/>
              <a:ext cx="1835150" cy="711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D51B64E-8BA4-32F5-4ED1-1795AB377B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9525" y="6103144"/>
              <a:ext cx="177007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A571FCCD-A525-DAE5-BA73-59CCBA3D18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82840" y="2166620"/>
              <a:ext cx="165100" cy="7112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1" name="Straight Connector 2390">
              <a:extLst>
                <a:ext uri="{FF2B5EF4-FFF2-40B4-BE49-F238E27FC236}">
                  <a16:creationId xmlns:a16="http://schemas.microsoft.com/office/drawing/2014/main" id="{2E86877E-7543-5B6A-909F-684B7539AF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90494" y="2505870"/>
              <a:ext cx="1682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0DBDD87-40A5-1127-76E4-303A3F400DB9}"/>
              </a:ext>
            </a:extLst>
          </p:cNvPr>
          <p:cNvGrpSpPr/>
          <p:nvPr/>
        </p:nvGrpSpPr>
        <p:grpSpPr>
          <a:xfrm>
            <a:off x="7326631" y="6332538"/>
            <a:ext cx="1147766" cy="680245"/>
            <a:chOff x="7326631" y="6332538"/>
            <a:chExt cx="1147766" cy="680245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5EB56E93-1687-17BF-B50E-03D4F3E152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74331" y="6815138"/>
              <a:ext cx="500066" cy="19764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64E04146-9218-53C0-231D-65A4C9B469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7191" y="6684169"/>
              <a:ext cx="0" cy="13573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B2F0C24-C4C1-82BB-23B8-DEDB518DED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26631" y="6332538"/>
              <a:ext cx="585469" cy="334962"/>
            </a:xfrm>
            <a:prstGeom prst="line">
              <a:avLst/>
            </a:prstGeom>
            <a:ln w="12700">
              <a:solidFill>
                <a:srgbClr val="99FFCC"/>
              </a:solidFill>
              <a:prstDash val="dash"/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3" name="Group 932">
            <a:extLst>
              <a:ext uri="{FF2B5EF4-FFF2-40B4-BE49-F238E27FC236}">
                <a16:creationId xmlns:a16="http://schemas.microsoft.com/office/drawing/2014/main" id="{7AD47D2E-FBFD-8679-AB24-43B452101C4E}"/>
              </a:ext>
            </a:extLst>
          </p:cNvPr>
          <p:cNvGrpSpPr/>
          <p:nvPr/>
        </p:nvGrpSpPr>
        <p:grpSpPr>
          <a:xfrm>
            <a:off x="5335593" y="5453063"/>
            <a:ext cx="1145381" cy="1144590"/>
            <a:chOff x="5335593" y="5453063"/>
            <a:chExt cx="1145381" cy="114459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81B322A-8269-689E-DD5A-898C428E41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80974" y="6209507"/>
              <a:ext cx="0" cy="38814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13D7877-B748-371B-1B1F-F8EFF8769DA6}"/>
                </a:ext>
              </a:extLst>
            </p:cNvPr>
            <p:cNvCxnSpPr>
              <a:cxnSpLocks/>
            </p:cNvCxnSpPr>
            <p:nvPr/>
          </p:nvCxnSpPr>
          <p:spPr>
            <a:xfrm>
              <a:off x="5991225" y="6324600"/>
              <a:ext cx="481013" cy="1809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D7AC478-7965-4044-D2BB-04778AE30028}"/>
                </a:ext>
              </a:extLst>
            </p:cNvPr>
            <p:cNvCxnSpPr>
              <a:cxnSpLocks/>
            </p:cNvCxnSpPr>
            <p:nvPr/>
          </p:nvCxnSpPr>
          <p:spPr>
            <a:xfrm>
              <a:off x="5991225" y="6191250"/>
              <a:ext cx="0" cy="1333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Straight Connector 927">
              <a:extLst>
                <a:ext uri="{FF2B5EF4-FFF2-40B4-BE49-F238E27FC236}">
                  <a16:creationId xmlns:a16="http://schemas.microsoft.com/office/drawing/2014/main" id="{97E64F97-71F7-9B78-3C96-EEBDF3A4B1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57061" y="5791200"/>
              <a:ext cx="0" cy="2444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B399F70B-973D-566B-5E15-9264A4A9AD7F}"/>
                </a:ext>
              </a:extLst>
            </p:cNvPr>
            <p:cNvCxnSpPr>
              <a:cxnSpLocks/>
            </p:cNvCxnSpPr>
            <p:nvPr/>
          </p:nvCxnSpPr>
          <p:spPr>
            <a:xfrm>
              <a:off x="5338763" y="5643563"/>
              <a:ext cx="314325" cy="13097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1272C298-DAC2-9AED-E65F-E38CAF5EE1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5593" y="5524500"/>
              <a:ext cx="0" cy="11351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2" name="Straight Connector 931">
              <a:extLst>
                <a:ext uri="{FF2B5EF4-FFF2-40B4-BE49-F238E27FC236}">
                  <a16:creationId xmlns:a16="http://schemas.microsoft.com/office/drawing/2014/main" id="{6697D5AC-E3C7-1269-BEF5-C63858F403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6381" y="5453063"/>
              <a:ext cx="164307" cy="6667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66" name="Straight Connector 965">
            <a:extLst>
              <a:ext uri="{FF2B5EF4-FFF2-40B4-BE49-F238E27FC236}">
                <a16:creationId xmlns:a16="http://schemas.microsoft.com/office/drawing/2014/main" id="{202058FD-E55D-6DCB-03F0-76A2DF083B31}"/>
              </a:ext>
            </a:extLst>
          </p:cNvPr>
          <p:cNvCxnSpPr>
            <a:cxnSpLocks/>
          </p:cNvCxnSpPr>
          <p:nvPr/>
        </p:nvCxnSpPr>
        <p:spPr>
          <a:xfrm flipH="1" flipV="1">
            <a:off x="6657975" y="1519238"/>
            <a:ext cx="153993" cy="65722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9" name="Straight Connector 968">
            <a:extLst>
              <a:ext uri="{FF2B5EF4-FFF2-40B4-BE49-F238E27FC236}">
                <a16:creationId xmlns:a16="http://schemas.microsoft.com/office/drawing/2014/main" id="{AEF9ABC3-15B1-1D0E-9E84-847D106FCAFD}"/>
              </a:ext>
            </a:extLst>
          </p:cNvPr>
          <p:cNvCxnSpPr>
            <a:cxnSpLocks/>
          </p:cNvCxnSpPr>
          <p:nvPr/>
        </p:nvCxnSpPr>
        <p:spPr>
          <a:xfrm flipH="1" flipV="1">
            <a:off x="6173629" y="431165"/>
            <a:ext cx="831056" cy="328612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19E1E1F4-FEB6-6349-0F0A-2D54A68CEEEE}"/>
              </a:ext>
            </a:extLst>
          </p:cNvPr>
          <p:cNvGrpSpPr/>
          <p:nvPr/>
        </p:nvGrpSpPr>
        <p:grpSpPr>
          <a:xfrm>
            <a:off x="5337175" y="100013"/>
            <a:ext cx="3966368" cy="3602356"/>
            <a:chOff x="5342255" y="87313"/>
            <a:chExt cx="3966368" cy="3602356"/>
          </a:xfrm>
        </p:grpSpPr>
        <p:cxnSp>
          <p:nvCxnSpPr>
            <p:cNvPr id="970" name="Straight Connector 969">
              <a:extLst>
                <a:ext uri="{FF2B5EF4-FFF2-40B4-BE49-F238E27FC236}">
                  <a16:creationId xmlns:a16="http://schemas.microsoft.com/office/drawing/2014/main" id="{D7B92B3A-7F45-678C-2928-1054EA524D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0626" y="826294"/>
              <a:ext cx="0" cy="1166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2" name="Straight Connector 971">
              <a:extLst>
                <a:ext uri="{FF2B5EF4-FFF2-40B4-BE49-F238E27FC236}">
                  <a16:creationId xmlns:a16="http://schemas.microsoft.com/office/drawing/2014/main" id="{1472D618-94FB-6306-2BFD-49EC92ACEF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2013" y="947738"/>
              <a:ext cx="323850" cy="1428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Straight Connector 973">
              <a:extLst>
                <a:ext uri="{FF2B5EF4-FFF2-40B4-BE49-F238E27FC236}">
                  <a16:creationId xmlns:a16="http://schemas.microsoft.com/office/drawing/2014/main" id="{D78DFE5D-286E-C1B9-2E47-0429143ACA73}"/>
                </a:ext>
              </a:extLst>
            </p:cNvPr>
            <p:cNvCxnSpPr>
              <a:cxnSpLocks/>
            </p:cNvCxnSpPr>
            <p:nvPr/>
          </p:nvCxnSpPr>
          <p:spPr>
            <a:xfrm>
              <a:off x="8165624" y="932656"/>
              <a:ext cx="316389" cy="1555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Straight Connector 975">
              <a:extLst>
                <a:ext uri="{FF2B5EF4-FFF2-40B4-BE49-F238E27FC236}">
                  <a16:creationId xmlns:a16="http://schemas.microsoft.com/office/drawing/2014/main" id="{D3CBFBA8-DFF0-5109-0566-6A4533C039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08244" y="676276"/>
              <a:ext cx="323850" cy="1428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Straight Connector 977">
              <a:extLst>
                <a:ext uri="{FF2B5EF4-FFF2-40B4-BE49-F238E27FC236}">
                  <a16:creationId xmlns:a16="http://schemas.microsoft.com/office/drawing/2014/main" id="{3AA40CEE-2E62-EB16-4589-50382C2E5220}"/>
                </a:ext>
              </a:extLst>
            </p:cNvPr>
            <p:cNvCxnSpPr>
              <a:cxnSpLocks/>
            </p:cNvCxnSpPr>
            <p:nvPr/>
          </p:nvCxnSpPr>
          <p:spPr>
            <a:xfrm>
              <a:off x="8977630" y="615950"/>
              <a:ext cx="156846" cy="579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Straight Connector 979">
              <a:extLst>
                <a:ext uri="{FF2B5EF4-FFF2-40B4-BE49-F238E27FC236}">
                  <a16:creationId xmlns:a16="http://schemas.microsoft.com/office/drawing/2014/main" id="{E4E429AB-4A51-7A57-B087-DC4780118E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41911" y="727075"/>
              <a:ext cx="356394" cy="1436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8" name="Straight Connector 987">
              <a:extLst>
                <a:ext uri="{FF2B5EF4-FFF2-40B4-BE49-F238E27FC236}">
                  <a16:creationId xmlns:a16="http://schemas.microsoft.com/office/drawing/2014/main" id="{AA439523-7A71-0F62-7775-8406EB7891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01101" y="1063625"/>
              <a:ext cx="0" cy="13652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9328D783-D04D-BFDE-C6E0-75919880D4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01673" y="2535396"/>
              <a:ext cx="166687" cy="5953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52CB0F1F-195C-94D9-161F-1EB93DE0D6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74393" y="2741136"/>
              <a:ext cx="166687" cy="5953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0" name="Straight Connector 1619">
              <a:extLst>
                <a:ext uri="{FF2B5EF4-FFF2-40B4-BE49-F238E27FC236}">
                  <a16:creationId xmlns:a16="http://schemas.microsoft.com/office/drawing/2014/main" id="{F9B6920A-0BF3-C7DF-F34F-BFEDB08D40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82075" y="555625"/>
              <a:ext cx="170180" cy="468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2" name="Straight Connector 1621">
              <a:extLst>
                <a:ext uri="{FF2B5EF4-FFF2-40B4-BE49-F238E27FC236}">
                  <a16:creationId xmlns:a16="http://schemas.microsoft.com/office/drawing/2014/main" id="{29E8ED88-7458-E1B3-9BC0-1FA9C40E3E5B}"/>
                </a:ext>
              </a:extLst>
            </p:cNvPr>
            <p:cNvCxnSpPr>
              <a:cxnSpLocks/>
            </p:cNvCxnSpPr>
            <p:nvPr/>
          </p:nvCxnSpPr>
          <p:spPr>
            <a:xfrm>
              <a:off x="9149080" y="552450"/>
              <a:ext cx="156846" cy="579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4" name="Straight Connector 1623">
              <a:extLst>
                <a:ext uri="{FF2B5EF4-FFF2-40B4-BE49-F238E27FC236}">
                  <a16:creationId xmlns:a16="http://schemas.microsoft.com/office/drawing/2014/main" id="{2A32AA91-6183-9FB2-BC71-FCB08090D0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97194" y="612775"/>
              <a:ext cx="0" cy="1166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6" name="Straight Connector 1665">
              <a:extLst>
                <a:ext uri="{FF2B5EF4-FFF2-40B4-BE49-F238E27FC236}">
                  <a16:creationId xmlns:a16="http://schemas.microsoft.com/office/drawing/2014/main" id="{BC4C42E8-AA00-D20E-F578-E39BC917A0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90080" y="3575050"/>
              <a:ext cx="325120" cy="1146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0" name="Straight Connector 1799">
              <a:extLst>
                <a:ext uri="{FF2B5EF4-FFF2-40B4-BE49-F238E27FC236}">
                  <a16:creationId xmlns:a16="http://schemas.microsoft.com/office/drawing/2014/main" id="{B7C5E359-7BD2-B4BF-B613-F9C57EE269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37998" y="3565525"/>
              <a:ext cx="158432" cy="8429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9" name="Straight Connector 2168">
              <a:extLst>
                <a:ext uri="{FF2B5EF4-FFF2-40B4-BE49-F238E27FC236}">
                  <a16:creationId xmlns:a16="http://schemas.microsoft.com/office/drawing/2014/main" id="{C59F7D19-CB55-181D-D9CC-A50D7ECEBE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01100" y="1127125"/>
              <a:ext cx="179705" cy="7540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1" name="Straight Connector 2170">
              <a:extLst>
                <a:ext uri="{FF2B5EF4-FFF2-40B4-BE49-F238E27FC236}">
                  <a16:creationId xmlns:a16="http://schemas.microsoft.com/office/drawing/2014/main" id="{01B2BDAD-9FF3-4572-02D8-7C71EB50C1B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97952" y="978694"/>
              <a:ext cx="0" cy="14604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2" name="Straight Connector 2171">
              <a:extLst>
                <a:ext uri="{FF2B5EF4-FFF2-40B4-BE49-F238E27FC236}">
                  <a16:creationId xmlns:a16="http://schemas.microsoft.com/office/drawing/2014/main" id="{5DA633BB-BA07-8564-055E-2BF7A0B911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96680" y="856457"/>
              <a:ext cx="304799" cy="13096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3" name="Straight Connector 2172">
              <a:extLst>
                <a:ext uri="{FF2B5EF4-FFF2-40B4-BE49-F238E27FC236}">
                  <a16:creationId xmlns:a16="http://schemas.microsoft.com/office/drawing/2014/main" id="{155069CE-E2D4-7F5F-C610-1AF0F967E0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303546" y="849312"/>
              <a:ext cx="0" cy="27146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5" name="Straight Connector 2174">
              <a:extLst>
                <a:ext uri="{FF2B5EF4-FFF2-40B4-BE49-F238E27FC236}">
                  <a16:creationId xmlns:a16="http://schemas.microsoft.com/office/drawing/2014/main" id="{95EE66FD-BC05-E42C-4D8E-0EEC2449D69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39555" y="1054100"/>
              <a:ext cx="169068" cy="5715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6" name="Straight Connector 2175">
              <a:extLst>
                <a:ext uri="{FF2B5EF4-FFF2-40B4-BE49-F238E27FC236}">
                  <a16:creationId xmlns:a16="http://schemas.microsoft.com/office/drawing/2014/main" id="{0DFE3888-7CFA-8EDE-0CDF-AD43137A7D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41621" y="1054100"/>
              <a:ext cx="0" cy="40719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8" name="Straight Connector 2177">
              <a:extLst>
                <a:ext uri="{FF2B5EF4-FFF2-40B4-BE49-F238E27FC236}">
                  <a16:creationId xmlns:a16="http://schemas.microsoft.com/office/drawing/2014/main" id="{1EE13BB0-A05D-FB0A-0E42-5A8ABA08E0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65406" y="1449389"/>
              <a:ext cx="171767" cy="769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9" name="Straight Connector 2178">
              <a:extLst>
                <a:ext uri="{FF2B5EF4-FFF2-40B4-BE49-F238E27FC236}">
                  <a16:creationId xmlns:a16="http://schemas.microsoft.com/office/drawing/2014/main" id="{54604FD4-BF9D-85B2-CA0B-146240386B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4933" y="1244600"/>
              <a:ext cx="0" cy="2857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0" name="Straight Connector 2179">
              <a:extLst>
                <a:ext uri="{FF2B5EF4-FFF2-40B4-BE49-F238E27FC236}">
                  <a16:creationId xmlns:a16="http://schemas.microsoft.com/office/drawing/2014/main" id="{1304EB5C-228C-A6E9-9AE4-797DA6D5BC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03481" y="1239839"/>
              <a:ext cx="171767" cy="769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1" name="Straight Connector 2180">
              <a:extLst>
                <a:ext uri="{FF2B5EF4-FFF2-40B4-BE49-F238E27FC236}">
                  <a16:creationId xmlns:a16="http://schemas.microsoft.com/office/drawing/2014/main" id="{FDACDC99-C30E-43B7-9C92-A346A822DA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05864" y="1320800"/>
              <a:ext cx="0" cy="2738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3" name="Straight Connector 2182">
              <a:extLst>
                <a:ext uri="{FF2B5EF4-FFF2-40B4-BE49-F238E27FC236}">
                  <a16:creationId xmlns:a16="http://schemas.microsoft.com/office/drawing/2014/main" id="{0DBA1979-CE18-BB9F-3808-CD1AD1FE48DC}"/>
                </a:ext>
              </a:extLst>
            </p:cNvPr>
            <p:cNvCxnSpPr>
              <a:cxnSpLocks/>
            </p:cNvCxnSpPr>
            <p:nvPr/>
          </p:nvCxnSpPr>
          <p:spPr>
            <a:xfrm>
              <a:off x="8641874" y="1521619"/>
              <a:ext cx="156846" cy="579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4" name="Straight Connector 2183">
              <a:extLst>
                <a:ext uri="{FF2B5EF4-FFF2-40B4-BE49-F238E27FC236}">
                  <a16:creationId xmlns:a16="http://schemas.microsoft.com/office/drawing/2014/main" id="{88A1264C-4B3D-1784-B4FF-58443869B8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43939" y="1120775"/>
              <a:ext cx="0" cy="3976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6" name="Straight Connector 2185">
              <a:extLst>
                <a:ext uri="{FF2B5EF4-FFF2-40B4-BE49-F238E27FC236}">
                  <a16:creationId xmlns:a16="http://schemas.microsoft.com/office/drawing/2014/main" id="{9B48A49C-C43C-6C8A-FA3F-037030DD52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77250" y="1113632"/>
              <a:ext cx="171767" cy="769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7" name="Straight Connector 2186">
              <a:extLst>
                <a:ext uri="{FF2B5EF4-FFF2-40B4-BE49-F238E27FC236}">
                  <a16:creationId xmlns:a16="http://schemas.microsoft.com/office/drawing/2014/main" id="{993ED219-2FF9-53D3-2A0F-AE8CD6D8CA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82014" y="1166018"/>
              <a:ext cx="0" cy="2738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8" name="Straight Connector 2187">
              <a:extLst>
                <a:ext uri="{FF2B5EF4-FFF2-40B4-BE49-F238E27FC236}">
                  <a16:creationId xmlns:a16="http://schemas.microsoft.com/office/drawing/2014/main" id="{6ECB99BB-4AA3-F630-EAD1-1EAD421DEA04}"/>
                </a:ext>
              </a:extLst>
            </p:cNvPr>
            <p:cNvCxnSpPr>
              <a:cxnSpLocks/>
            </p:cNvCxnSpPr>
            <p:nvPr/>
          </p:nvCxnSpPr>
          <p:spPr>
            <a:xfrm>
              <a:off x="8327549" y="1383507"/>
              <a:ext cx="156846" cy="579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9" name="Straight Connector 2188">
              <a:extLst>
                <a:ext uri="{FF2B5EF4-FFF2-40B4-BE49-F238E27FC236}">
                  <a16:creationId xmlns:a16="http://schemas.microsoft.com/office/drawing/2014/main" id="{A00FAA7C-B40F-7538-CEFF-8C79B4D42B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9114" y="1037431"/>
              <a:ext cx="0" cy="2738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0" name="Straight Connector 2189">
              <a:extLst>
                <a:ext uri="{FF2B5EF4-FFF2-40B4-BE49-F238E27FC236}">
                  <a16:creationId xmlns:a16="http://schemas.microsoft.com/office/drawing/2014/main" id="{6DF4C389-BCC8-7B44-855D-8D539BC7D8EC}"/>
                </a:ext>
              </a:extLst>
            </p:cNvPr>
            <p:cNvCxnSpPr>
              <a:cxnSpLocks/>
            </p:cNvCxnSpPr>
            <p:nvPr/>
          </p:nvCxnSpPr>
          <p:spPr>
            <a:xfrm>
              <a:off x="7984649" y="1254920"/>
              <a:ext cx="156846" cy="579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1" name="Straight Connector 2190">
              <a:extLst>
                <a:ext uri="{FF2B5EF4-FFF2-40B4-BE49-F238E27FC236}">
                  <a16:creationId xmlns:a16="http://schemas.microsoft.com/office/drawing/2014/main" id="{8D08EBF3-9F62-7A75-D050-B38CB8BC683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12946" y="1108868"/>
              <a:ext cx="0" cy="2738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2" name="Straight Connector 2191">
              <a:extLst>
                <a:ext uri="{FF2B5EF4-FFF2-40B4-BE49-F238E27FC236}">
                  <a16:creationId xmlns:a16="http://schemas.microsoft.com/office/drawing/2014/main" id="{E4FBB5C1-3158-BB5D-7BAA-E1F2F69218BB}"/>
                </a:ext>
              </a:extLst>
            </p:cNvPr>
            <p:cNvCxnSpPr>
              <a:cxnSpLocks/>
            </p:cNvCxnSpPr>
            <p:nvPr/>
          </p:nvCxnSpPr>
          <p:spPr>
            <a:xfrm>
              <a:off x="8146574" y="1047750"/>
              <a:ext cx="156846" cy="579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3" name="Straight Connector 2192">
              <a:extLst>
                <a:ext uri="{FF2B5EF4-FFF2-40B4-BE49-F238E27FC236}">
                  <a16:creationId xmlns:a16="http://schemas.microsoft.com/office/drawing/2014/main" id="{7CA4FB19-CAD8-58EB-CC8C-CF203D0B12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91476" y="1111250"/>
              <a:ext cx="0" cy="1428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5" name="Straight Connector 2194">
              <a:extLst>
                <a:ext uri="{FF2B5EF4-FFF2-40B4-BE49-F238E27FC236}">
                  <a16:creationId xmlns:a16="http://schemas.microsoft.com/office/drawing/2014/main" id="{82DF02CD-23F1-B052-1401-63DABBED9E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79569" y="923132"/>
              <a:ext cx="171767" cy="769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8" name="Straight Connector 2197">
              <a:extLst>
                <a:ext uri="{FF2B5EF4-FFF2-40B4-BE49-F238E27FC236}">
                  <a16:creationId xmlns:a16="http://schemas.microsoft.com/office/drawing/2014/main" id="{4CEB29D8-AF40-A288-78B4-44F16B6C59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27776" y="590550"/>
              <a:ext cx="0" cy="1428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2" name="Straight Connector 2201">
              <a:extLst>
                <a:ext uri="{FF2B5EF4-FFF2-40B4-BE49-F238E27FC236}">
                  <a16:creationId xmlns:a16="http://schemas.microsoft.com/office/drawing/2014/main" id="{A2D49442-2ABB-1DD6-18D3-8DE5663669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2143" y="923131"/>
              <a:ext cx="161925" cy="6429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6" name="Straight Connector 2205">
              <a:extLst>
                <a:ext uri="{FF2B5EF4-FFF2-40B4-BE49-F238E27FC236}">
                  <a16:creationId xmlns:a16="http://schemas.microsoft.com/office/drawing/2014/main" id="{0F241545-EE2A-B0D1-6F32-9F3C3AD4D0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46926" y="914400"/>
              <a:ext cx="0" cy="1428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7" name="Straight Connector 2206">
              <a:extLst>
                <a:ext uri="{FF2B5EF4-FFF2-40B4-BE49-F238E27FC236}">
                  <a16:creationId xmlns:a16="http://schemas.microsoft.com/office/drawing/2014/main" id="{7833C8F5-EF44-AD59-45DD-A87EC5AF8F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79762" y="1049337"/>
              <a:ext cx="161925" cy="6429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9" name="Straight Connector 2208">
              <a:extLst>
                <a:ext uri="{FF2B5EF4-FFF2-40B4-BE49-F238E27FC236}">
                  <a16:creationId xmlns:a16="http://schemas.microsoft.com/office/drawing/2014/main" id="{B85BBF17-FA46-E173-310D-0DCCA46D064E}"/>
                </a:ext>
              </a:extLst>
            </p:cNvPr>
            <p:cNvCxnSpPr>
              <a:cxnSpLocks/>
            </p:cNvCxnSpPr>
            <p:nvPr/>
          </p:nvCxnSpPr>
          <p:spPr>
            <a:xfrm>
              <a:off x="6827361" y="1057276"/>
              <a:ext cx="156846" cy="579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0" name="Straight Connector 2209">
              <a:extLst>
                <a:ext uri="{FF2B5EF4-FFF2-40B4-BE49-F238E27FC236}">
                  <a16:creationId xmlns:a16="http://schemas.microsoft.com/office/drawing/2014/main" id="{358E1986-C9E1-5AF4-FC08-4F34238FF3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7839" y="1050131"/>
              <a:ext cx="0" cy="1428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1" name="Straight Connector 2210">
              <a:extLst>
                <a:ext uri="{FF2B5EF4-FFF2-40B4-BE49-F238E27FC236}">
                  <a16:creationId xmlns:a16="http://schemas.microsoft.com/office/drawing/2014/main" id="{E50EAC56-C8B0-0165-2725-9D6CECF5DD30}"/>
                </a:ext>
              </a:extLst>
            </p:cNvPr>
            <p:cNvCxnSpPr>
              <a:cxnSpLocks/>
            </p:cNvCxnSpPr>
            <p:nvPr/>
          </p:nvCxnSpPr>
          <p:spPr>
            <a:xfrm>
              <a:off x="6832123" y="1193007"/>
              <a:ext cx="156846" cy="579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2" name="Straight Connector 2211">
              <a:extLst>
                <a:ext uri="{FF2B5EF4-FFF2-40B4-BE49-F238E27FC236}">
                  <a16:creationId xmlns:a16="http://schemas.microsoft.com/office/drawing/2014/main" id="{3B32C7F3-D826-A6EE-4040-49ECBE8555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5001" y="1247775"/>
              <a:ext cx="0" cy="1428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3" name="Straight Connector 2212">
              <a:extLst>
                <a:ext uri="{FF2B5EF4-FFF2-40B4-BE49-F238E27FC236}">
                  <a16:creationId xmlns:a16="http://schemas.microsoft.com/office/drawing/2014/main" id="{C4A870C9-FE55-1A45-661D-41B0D153A95E}"/>
                </a:ext>
              </a:extLst>
            </p:cNvPr>
            <p:cNvCxnSpPr>
              <a:cxnSpLocks/>
            </p:cNvCxnSpPr>
            <p:nvPr/>
          </p:nvCxnSpPr>
          <p:spPr>
            <a:xfrm>
              <a:off x="6827361" y="1328738"/>
              <a:ext cx="156846" cy="579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4" name="Straight Connector 2213">
              <a:extLst>
                <a:ext uri="{FF2B5EF4-FFF2-40B4-BE49-F238E27FC236}">
                  <a16:creationId xmlns:a16="http://schemas.microsoft.com/office/drawing/2014/main" id="{CF3928B4-AEED-0442-34DD-B76E3989DB8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7838" y="1316831"/>
              <a:ext cx="0" cy="1428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9" name="Straight Connector 2238">
              <a:extLst>
                <a:ext uri="{FF2B5EF4-FFF2-40B4-BE49-F238E27FC236}">
                  <a16:creationId xmlns:a16="http://schemas.microsoft.com/office/drawing/2014/main" id="{F5A840A7-58B9-BC9C-EC3F-B2F167F2BD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77823" y="2414746"/>
              <a:ext cx="166687" cy="5953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6" name="Straight Connector 2245">
              <a:extLst>
                <a:ext uri="{FF2B5EF4-FFF2-40B4-BE49-F238E27FC236}">
                  <a16:creationId xmlns:a16="http://schemas.microsoft.com/office/drawing/2014/main" id="{F1A1C3DA-B2F8-792C-9D93-B9163A34D9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24567" y="2947352"/>
              <a:ext cx="166687" cy="5953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8" name="Straight Connector 2247">
              <a:extLst>
                <a:ext uri="{FF2B5EF4-FFF2-40B4-BE49-F238E27FC236}">
                  <a16:creationId xmlns:a16="http://schemas.microsoft.com/office/drawing/2014/main" id="{50121D29-B687-61AB-9946-CD0E805479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82523" y="3125946"/>
              <a:ext cx="166687" cy="5953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5" name="Straight Connector 2264">
              <a:extLst>
                <a:ext uri="{FF2B5EF4-FFF2-40B4-BE49-F238E27FC236}">
                  <a16:creationId xmlns:a16="http://schemas.microsoft.com/office/drawing/2014/main" id="{D6FEA9C6-DFAD-59D8-5D89-30AF61D584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5573" y="1049338"/>
              <a:ext cx="0" cy="79644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7" name="Straight Connector 2266">
              <a:extLst>
                <a:ext uri="{FF2B5EF4-FFF2-40B4-BE49-F238E27FC236}">
                  <a16:creationId xmlns:a16="http://schemas.microsoft.com/office/drawing/2014/main" id="{4B6918E0-2E40-4632-BE19-4842E44C66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01068" y="856456"/>
              <a:ext cx="494507" cy="19637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0" name="Straight Connector 2269">
              <a:extLst>
                <a:ext uri="{FF2B5EF4-FFF2-40B4-BE49-F238E27FC236}">
                  <a16:creationId xmlns:a16="http://schemas.microsoft.com/office/drawing/2014/main" id="{39C22E65-947D-8E7D-3C2D-BF9C645A9A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97892" y="346869"/>
              <a:ext cx="0" cy="51784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3" name="Straight Connector 2272">
              <a:extLst>
                <a:ext uri="{FF2B5EF4-FFF2-40B4-BE49-F238E27FC236}">
                  <a16:creationId xmlns:a16="http://schemas.microsoft.com/office/drawing/2014/main" id="{1AF08F32-7AE7-122D-9F0B-B71AE60AC5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58231" y="289719"/>
              <a:ext cx="835818" cy="3333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7" name="Straight Connector 2276">
              <a:extLst>
                <a:ext uri="{FF2B5EF4-FFF2-40B4-BE49-F238E27FC236}">
                  <a16:creationId xmlns:a16="http://schemas.microsoft.com/office/drawing/2014/main" id="{54AB97C1-71A7-7FD3-CFC3-2DFA4705523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96305" y="87313"/>
              <a:ext cx="1002506" cy="4000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1" name="Straight Connector 2280">
              <a:extLst>
                <a:ext uri="{FF2B5EF4-FFF2-40B4-BE49-F238E27FC236}">
                  <a16:creationId xmlns:a16="http://schemas.microsoft.com/office/drawing/2014/main" id="{54899C37-BC17-D47F-2A5A-586DD202DC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60549" y="218281"/>
              <a:ext cx="173831" cy="738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5" name="Straight Connector 2284">
              <a:extLst>
                <a:ext uri="{FF2B5EF4-FFF2-40B4-BE49-F238E27FC236}">
                  <a16:creationId xmlns:a16="http://schemas.microsoft.com/office/drawing/2014/main" id="{CD858251-C78C-374D-6E04-6C7AA7114B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93862" y="406400"/>
              <a:ext cx="173831" cy="738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9" name="Straight Connector 2288">
              <a:extLst>
                <a:ext uri="{FF2B5EF4-FFF2-40B4-BE49-F238E27FC236}">
                  <a16:creationId xmlns:a16="http://schemas.microsoft.com/office/drawing/2014/main" id="{5632760D-D775-7A37-E0FA-28A2FEEFD64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36762" y="925513"/>
              <a:ext cx="502443" cy="20478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3" name="Straight Connector 2292">
              <a:extLst>
                <a:ext uri="{FF2B5EF4-FFF2-40B4-BE49-F238E27FC236}">
                  <a16:creationId xmlns:a16="http://schemas.microsoft.com/office/drawing/2014/main" id="{915B6036-F509-F44F-3073-9AA4265769E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34380" y="1051720"/>
              <a:ext cx="502443" cy="20478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5" name="Straight Connector 2294">
              <a:extLst>
                <a:ext uri="{FF2B5EF4-FFF2-40B4-BE49-F238E27FC236}">
                  <a16:creationId xmlns:a16="http://schemas.microsoft.com/office/drawing/2014/main" id="{3C05BCF4-D99D-4779-A68D-100287A190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17711" y="1177926"/>
              <a:ext cx="502443" cy="20478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1" name="Straight Connector 2300">
              <a:extLst>
                <a:ext uri="{FF2B5EF4-FFF2-40B4-BE49-F238E27FC236}">
                  <a16:creationId xmlns:a16="http://schemas.microsoft.com/office/drawing/2014/main" id="{0B0AEC1C-5832-A50F-06FB-C887D9CCDD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70074" y="1516063"/>
              <a:ext cx="821531" cy="33813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4" name="Straight Connector 2303">
              <a:extLst>
                <a:ext uri="{FF2B5EF4-FFF2-40B4-BE49-F238E27FC236}">
                  <a16:creationId xmlns:a16="http://schemas.microsoft.com/office/drawing/2014/main" id="{6B0194DD-F135-CDC9-88AC-78FE2534AD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42255" y="1250950"/>
              <a:ext cx="330198" cy="14128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7" name="Straight Connector 2686">
              <a:extLst>
                <a:ext uri="{FF2B5EF4-FFF2-40B4-BE49-F238E27FC236}">
                  <a16:creationId xmlns:a16="http://schemas.microsoft.com/office/drawing/2014/main" id="{37DA1FDA-684A-7A71-0D59-6E5896E860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97955" y="3511550"/>
              <a:ext cx="325120" cy="1146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5" name="Straight Connector 2754">
              <a:extLst>
                <a:ext uri="{FF2B5EF4-FFF2-40B4-BE49-F238E27FC236}">
                  <a16:creationId xmlns:a16="http://schemas.microsoft.com/office/drawing/2014/main" id="{58895716-D14F-99CB-2C58-CDCDBE8781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98719" y="887413"/>
              <a:ext cx="126524" cy="16510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1" name="Straight Connector 2770">
              <a:extLst>
                <a:ext uri="{FF2B5EF4-FFF2-40B4-BE49-F238E27FC236}">
                  <a16:creationId xmlns:a16="http://schemas.microsoft.com/office/drawing/2014/main" id="{3F240107-73A9-5085-E988-43A771F64E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26886" y="2873534"/>
              <a:ext cx="166687" cy="5953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DE71E0E3-CCD7-2C1D-E5F0-28E9ABE056E9}"/>
              </a:ext>
            </a:extLst>
          </p:cNvPr>
          <p:cNvCxnSpPr>
            <a:cxnSpLocks/>
          </p:cNvCxnSpPr>
          <p:nvPr/>
        </p:nvCxnSpPr>
        <p:spPr>
          <a:xfrm flipV="1">
            <a:off x="6157913" y="428625"/>
            <a:ext cx="0" cy="392906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B835599E-7452-912E-76AD-67B70DF5A2F6}"/>
              </a:ext>
            </a:extLst>
          </p:cNvPr>
          <p:cNvCxnSpPr>
            <a:cxnSpLocks/>
          </p:cNvCxnSpPr>
          <p:nvPr/>
        </p:nvCxnSpPr>
        <p:spPr>
          <a:xfrm flipV="1">
            <a:off x="6647816" y="1655445"/>
            <a:ext cx="0" cy="254634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8AA66CAF-7914-DBF6-4F25-875A5BB9286E}"/>
              </a:ext>
            </a:extLst>
          </p:cNvPr>
          <p:cNvCxnSpPr>
            <a:cxnSpLocks/>
          </p:cNvCxnSpPr>
          <p:nvPr/>
        </p:nvCxnSpPr>
        <p:spPr>
          <a:xfrm flipH="1">
            <a:off x="6643053" y="1579245"/>
            <a:ext cx="171132" cy="79851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BCD5D1BA-1FBA-BF74-23A5-9CBC0F5CD9F0}"/>
              </a:ext>
            </a:extLst>
          </p:cNvPr>
          <p:cNvCxnSpPr>
            <a:cxnSpLocks/>
          </p:cNvCxnSpPr>
          <p:nvPr/>
        </p:nvCxnSpPr>
        <p:spPr>
          <a:xfrm>
            <a:off x="6315075" y="615950"/>
            <a:ext cx="673894" cy="262731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7A9FB3FB-C23B-938A-F07B-9C8F4A5F236A}"/>
              </a:ext>
            </a:extLst>
          </p:cNvPr>
          <p:cNvCxnSpPr>
            <a:cxnSpLocks/>
          </p:cNvCxnSpPr>
          <p:nvPr/>
        </p:nvCxnSpPr>
        <p:spPr>
          <a:xfrm flipH="1" flipV="1">
            <a:off x="6819900" y="1462088"/>
            <a:ext cx="157481" cy="59372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FF530817-7DA0-6A6C-5673-A4BECD512BE1}"/>
              </a:ext>
            </a:extLst>
          </p:cNvPr>
          <p:cNvCxnSpPr>
            <a:cxnSpLocks/>
          </p:cNvCxnSpPr>
          <p:nvPr/>
        </p:nvCxnSpPr>
        <p:spPr>
          <a:xfrm flipH="1" flipV="1">
            <a:off x="6810534" y="1706245"/>
            <a:ext cx="333375" cy="145258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99781B17-1A84-B799-C202-5E2AA36F5FA1}"/>
              </a:ext>
            </a:extLst>
          </p:cNvPr>
          <p:cNvCxnSpPr>
            <a:cxnSpLocks/>
          </p:cNvCxnSpPr>
          <p:nvPr/>
        </p:nvCxnSpPr>
        <p:spPr>
          <a:xfrm flipH="1">
            <a:off x="7142481" y="1781175"/>
            <a:ext cx="155574" cy="61753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D4A491FC-B5ED-3DE5-F14C-4B22CF70D967}"/>
              </a:ext>
            </a:extLst>
          </p:cNvPr>
          <p:cNvCxnSpPr>
            <a:cxnSpLocks/>
          </p:cNvCxnSpPr>
          <p:nvPr/>
        </p:nvCxnSpPr>
        <p:spPr>
          <a:xfrm flipH="1" flipV="1">
            <a:off x="7302024" y="1780540"/>
            <a:ext cx="678021" cy="265430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BF630444-8DE3-A4D7-F15F-E7B2A2D658C5}"/>
              </a:ext>
            </a:extLst>
          </p:cNvPr>
          <p:cNvCxnSpPr>
            <a:cxnSpLocks/>
          </p:cNvCxnSpPr>
          <p:nvPr/>
        </p:nvCxnSpPr>
        <p:spPr>
          <a:xfrm flipH="1" flipV="1">
            <a:off x="7976235" y="2297430"/>
            <a:ext cx="306705" cy="123190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A11693C2-67CA-982B-203C-BB611F5EE902}"/>
              </a:ext>
            </a:extLst>
          </p:cNvPr>
          <p:cNvCxnSpPr>
            <a:cxnSpLocks/>
          </p:cNvCxnSpPr>
          <p:nvPr/>
        </p:nvCxnSpPr>
        <p:spPr>
          <a:xfrm flipV="1">
            <a:off x="8298181" y="2424588"/>
            <a:ext cx="0" cy="116681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9D37D98C-3770-140D-9612-669F1F289615}"/>
              </a:ext>
            </a:extLst>
          </p:cNvPr>
          <p:cNvCxnSpPr>
            <a:cxnSpLocks/>
          </p:cNvCxnSpPr>
          <p:nvPr/>
        </p:nvCxnSpPr>
        <p:spPr>
          <a:xfrm flipV="1">
            <a:off x="8465821" y="2627788"/>
            <a:ext cx="0" cy="116681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D9467C20-5D84-2B4B-10B8-ECFCD8BE78BF}"/>
              </a:ext>
            </a:extLst>
          </p:cNvPr>
          <p:cNvCxnSpPr>
            <a:cxnSpLocks/>
          </p:cNvCxnSpPr>
          <p:nvPr/>
        </p:nvCxnSpPr>
        <p:spPr>
          <a:xfrm flipV="1">
            <a:off x="8633461" y="2818288"/>
            <a:ext cx="0" cy="377032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Straight Connector 345">
            <a:extLst>
              <a:ext uri="{FF2B5EF4-FFF2-40B4-BE49-F238E27FC236}">
                <a16:creationId xmlns:a16="http://schemas.microsoft.com/office/drawing/2014/main" id="{70AC5C3B-98D7-21F2-FB29-FC8C38E6651D}"/>
              </a:ext>
            </a:extLst>
          </p:cNvPr>
          <p:cNvCxnSpPr>
            <a:cxnSpLocks/>
          </p:cNvCxnSpPr>
          <p:nvPr/>
        </p:nvCxnSpPr>
        <p:spPr>
          <a:xfrm flipH="1">
            <a:off x="6978968" y="680402"/>
            <a:ext cx="171132" cy="79851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8CED77DC-282C-D613-B258-FCE1259078CB}"/>
              </a:ext>
            </a:extLst>
          </p:cNvPr>
          <p:cNvCxnSpPr>
            <a:cxnSpLocks/>
          </p:cNvCxnSpPr>
          <p:nvPr/>
        </p:nvCxnSpPr>
        <p:spPr>
          <a:xfrm flipV="1">
            <a:off x="7973061" y="2044858"/>
            <a:ext cx="0" cy="248762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3" name="Rectangle 1472">
            <a:extLst>
              <a:ext uri="{FF2B5EF4-FFF2-40B4-BE49-F238E27FC236}">
                <a16:creationId xmlns:a16="http://schemas.microsoft.com/office/drawing/2014/main" id="{26A12E89-A546-FC98-C8F5-51FE35201C4A}"/>
              </a:ext>
            </a:extLst>
          </p:cNvPr>
          <p:cNvSpPr/>
          <p:nvPr/>
        </p:nvSpPr>
        <p:spPr>
          <a:xfrm>
            <a:off x="4543206" y="4981745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1</a:t>
            </a:r>
          </a:p>
        </p:txBody>
      </p:sp>
      <p:cxnSp>
        <p:nvCxnSpPr>
          <p:cNvPr id="1558" name="Straight Connector 1557">
            <a:extLst>
              <a:ext uri="{FF2B5EF4-FFF2-40B4-BE49-F238E27FC236}">
                <a16:creationId xmlns:a16="http://schemas.microsoft.com/office/drawing/2014/main" id="{37C69818-54C6-9BED-2656-939AD54A5C62}"/>
              </a:ext>
            </a:extLst>
          </p:cNvPr>
          <p:cNvCxnSpPr>
            <a:cxnSpLocks/>
          </p:cNvCxnSpPr>
          <p:nvPr/>
        </p:nvCxnSpPr>
        <p:spPr>
          <a:xfrm flipH="1">
            <a:off x="6982777" y="809625"/>
            <a:ext cx="160973" cy="80010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1" name="Straight Connector 1630">
            <a:extLst>
              <a:ext uri="{FF2B5EF4-FFF2-40B4-BE49-F238E27FC236}">
                <a16:creationId xmlns:a16="http://schemas.microsoft.com/office/drawing/2014/main" id="{F29C3901-96A7-1E1D-67F6-F308F59A78B6}"/>
              </a:ext>
            </a:extLst>
          </p:cNvPr>
          <p:cNvCxnSpPr>
            <a:cxnSpLocks/>
          </p:cNvCxnSpPr>
          <p:nvPr/>
        </p:nvCxnSpPr>
        <p:spPr>
          <a:xfrm>
            <a:off x="2833686" y="4155122"/>
            <a:ext cx="0" cy="104076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2" name="Straight Connector 1631">
            <a:extLst>
              <a:ext uri="{FF2B5EF4-FFF2-40B4-BE49-F238E27FC236}">
                <a16:creationId xmlns:a16="http://schemas.microsoft.com/office/drawing/2014/main" id="{D773F607-1DDF-B32F-CFCB-FA49C994C06D}"/>
              </a:ext>
            </a:extLst>
          </p:cNvPr>
          <p:cNvCxnSpPr>
            <a:cxnSpLocks/>
          </p:cNvCxnSpPr>
          <p:nvPr/>
        </p:nvCxnSpPr>
        <p:spPr>
          <a:xfrm flipH="1">
            <a:off x="2690813" y="5203031"/>
            <a:ext cx="154781" cy="73819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3" name="Straight Connector 1632">
            <a:extLst>
              <a:ext uri="{FF2B5EF4-FFF2-40B4-BE49-F238E27FC236}">
                <a16:creationId xmlns:a16="http://schemas.microsoft.com/office/drawing/2014/main" id="{6C5564A4-2BD4-C431-A02B-4D1E540511C8}"/>
              </a:ext>
            </a:extLst>
          </p:cNvPr>
          <p:cNvCxnSpPr>
            <a:cxnSpLocks/>
          </p:cNvCxnSpPr>
          <p:nvPr/>
        </p:nvCxnSpPr>
        <p:spPr>
          <a:xfrm flipH="1">
            <a:off x="2843212" y="5191125"/>
            <a:ext cx="352426" cy="150813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4" name="Straight Connector 1633">
            <a:extLst>
              <a:ext uri="{FF2B5EF4-FFF2-40B4-BE49-F238E27FC236}">
                <a16:creationId xmlns:a16="http://schemas.microsoft.com/office/drawing/2014/main" id="{F2598C9B-AF9E-10E8-B90C-E02B4AC6E6AE}"/>
              </a:ext>
            </a:extLst>
          </p:cNvPr>
          <p:cNvCxnSpPr>
            <a:cxnSpLocks/>
          </p:cNvCxnSpPr>
          <p:nvPr/>
        </p:nvCxnSpPr>
        <p:spPr>
          <a:xfrm flipH="1" flipV="1">
            <a:off x="3200400" y="5193506"/>
            <a:ext cx="481013" cy="216694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5" name="Straight Connector 1634">
            <a:extLst>
              <a:ext uri="{FF2B5EF4-FFF2-40B4-BE49-F238E27FC236}">
                <a16:creationId xmlns:a16="http://schemas.microsoft.com/office/drawing/2014/main" id="{DF694B1F-A5D8-A013-A2EC-C94C50802932}"/>
              </a:ext>
            </a:extLst>
          </p:cNvPr>
          <p:cNvCxnSpPr>
            <a:cxnSpLocks/>
          </p:cNvCxnSpPr>
          <p:nvPr/>
        </p:nvCxnSpPr>
        <p:spPr>
          <a:xfrm>
            <a:off x="3683635" y="5432425"/>
            <a:ext cx="0" cy="4730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6" name="Straight Connector 1635">
            <a:extLst>
              <a:ext uri="{FF2B5EF4-FFF2-40B4-BE49-F238E27FC236}">
                <a16:creationId xmlns:a16="http://schemas.microsoft.com/office/drawing/2014/main" id="{0DB2BC61-DA7E-B854-6457-88F104D75735}"/>
              </a:ext>
            </a:extLst>
          </p:cNvPr>
          <p:cNvCxnSpPr>
            <a:cxnSpLocks/>
          </p:cNvCxnSpPr>
          <p:nvPr/>
        </p:nvCxnSpPr>
        <p:spPr>
          <a:xfrm>
            <a:off x="3505993" y="5965825"/>
            <a:ext cx="0" cy="3968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7" name="Straight Connector 1636">
            <a:extLst>
              <a:ext uri="{FF2B5EF4-FFF2-40B4-BE49-F238E27FC236}">
                <a16:creationId xmlns:a16="http://schemas.microsoft.com/office/drawing/2014/main" id="{A6281E6F-F287-3E6B-C8AA-FE2AFB5154A1}"/>
              </a:ext>
            </a:extLst>
          </p:cNvPr>
          <p:cNvCxnSpPr>
            <a:cxnSpLocks/>
          </p:cNvCxnSpPr>
          <p:nvPr/>
        </p:nvCxnSpPr>
        <p:spPr>
          <a:xfrm flipH="1">
            <a:off x="3519488" y="5900419"/>
            <a:ext cx="165100" cy="693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8" name="Straight Connector 1637">
            <a:extLst>
              <a:ext uri="{FF2B5EF4-FFF2-40B4-BE49-F238E27FC236}">
                <a16:creationId xmlns:a16="http://schemas.microsoft.com/office/drawing/2014/main" id="{EAF311A2-4C64-9193-D17A-BD1755AC7430}"/>
              </a:ext>
            </a:extLst>
          </p:cNvPr>
          <p:cNvCxnSpPr>
            <a:cxnSpLocks/>
          </p:cNvCxnSpPr>
          <p:nvPr/>
        </p:nvCxnSpPr>
        <p:spPr>
          <a:xfrm flipH="1">
            <a:off x="3345180" y="6362700"/>
            <a:ext cx="162401" cy="8636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9" name="Straight Connector 1638">
            <a:extLst>
              <a:ext uri="{FF2B5EF4-FFF2-40B4-BE49-F238E27FC236}">
                <a16:creationId xmlns:a16="http://schemas.microsoft.com/office/drawing/2014/main" id="{BE1CEDCC-0868-D46F-EFF7-9B8C78E8F5A3}"/>
              </a:ext>
            </a:extLst>
          </p:cNvPr>
          <p:cNvCxnSpPr>
            <a:cxnSpLocks/>
          </p:cNvCxnSpPr>
          <p:nvPr/>
        </p:nvCxnSpPr>
        <p:spPr>
          <a:xfrm>
            <a:off x="2686050" y="5269707"/>
            <a:ext cx="150019" cy="64294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4" name="Straight Connector 1663">
            <a:extLst>
              <a:ext uri="{FF2B5EF4-FFF2-40B4-BE49-F238E27FC236}">
                <a16:creationId xmlns:a16="http://schemas.microsoft.com/office/drawing/2014/main" id="{CD26F5F4-9F49-EA04-3ECD-04B1BE41DC6F}"/>
              </a:ext>
            </a:extLst>
          </p:cNvPr>
          <p:cNvCxnSpPr>
            <a:cxnSpLocks/>
          </p:cNvCxnSpPr>
          <p:nvPr/>
        </p:nvCxnSpPr>
        <p:spPr>
          <a:xfrm flipV="1">
            <a:off x="7302501" y="3474720"/>
            <a:ext cx="0" cy="233680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6" name="Group 1735">
            <a:extLst>
              <a:ext uri="{FF2B5EF4-FFF2-40B4-BE49-F238E27FC236}">
                <a16:creationId xmlns:a16="http://schemas.microsoft.com/office/drawing/2014/main" id="{2E669C10-C84B-CB71-78B6-D4F00F413F41}"/>
              </a:ext>
            </a:extLst>
          </p:cNvPr>
          <p:cNvGrpSpPr/>
          <p:nvPr/>
        </p:nvGrpSpPr>
        <p:grpSpPr>
          <a:xfrm>
            <a:off x="695325" y="284956"/>
            <a:ext cx="8110666" cy="5068094"/>
            <a:chOff x="838200" y="443706"/>
            <a:chExt cx="8110666" cy="5068094"/>
          </a:xfrm>
        </p:grpSpPr>
        <p:cxnSp>
          <p:nvCxnSpPr>
            <p:cNvPr id="1696" name="Straight Connector 1695">
              <a:extLst>
                <a:ext uri="{FF2B5EF4-FFF2-40B4-BE49-F238E27FC236}">
                  <a16:creationId xmlns:a16="http://schemas.microsoft.com/office/drawing/2014/main" id="{3EC45942-B6E4-73BA-6541-96A0F6EE50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14888" y="1423988"/>
              <a:ext cx="343693" cy="1222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7" name="Straight Connector 1696">
              <a:extLst>
                <a:ext uri="{FF2B5EF4-FFF2-40B4-BE49-F238E27FC236}">
                  <a16:creationId xmlns:a16="http://schemas.microsoft.com/office/drawing/2014/main" id="{5E482FC2-9548-DC93-C28E-384EC00507C5}"/>
                </a:ext>
              </a:extLst>
            </p:cNvPr>
            <p:cNvCxnSpPr>
              <a:cxnSpLocks/>
            </p:cNvCxnSpPr>
            <p:nvPr/>
          </p:nvCxnSpPr>
          <p:spPr>
            <a:xfrm>
              <a:off x="4820443" y="129857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8" name="Straight Connector 1697">
              <a:extLst>
                <a:ext uri="{FF2B5EF4-FFF2-40B4-BE49-F238E27FC236}">
                  <a16:creationId xmlns:a16="http://schemas.microsoft.com/office/drawing/2014/main" id="{2A8EE6A4-5B87-7630-8CB6-CC0FBF376A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50519" y="1038225"/>
              <a:ext cx="673894" cy="2571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9" name="Straight Connector 1698">
              <a:extLst>
                <a:ext uri="{FF2B5EF4-FFF2-40B4-BE49-F238E27FC236}">
                  <a16:creationId xmlns:a16="http://schemas.microsoft.com/office/drawing/2014/main" id="{95B3293F-6FFB-C675-390D-08834A28D82A}"/>
                </a:ext>
              </a:extLst>
            </p:cNvPr>
            <p:cNvCxnSpPr>
              <a:cxnSpLocks/>
            </p:cNvCxnSpPr>
            <p:nvPr/>
          </p:nvCxnSpPr>
          <p:spPr>
            <a:xfrm>
              <a:off x="4158456" y="922337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0" name="Straight Connector 1699">
              <a:extLst>
                <a:ext uri="{FF2B5EF4-FFF2-40B4-BE49-F238E27FC236}">
                  <a16:creationId xmlns:a16="http://schemas.microsoft.com/office/drawing/2014/main" id="{A4B3B3F9-685E-37CB-BAC7-CE867A27EE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94819" y="575469"/>
              <a:ext cx="1022349" cy="4056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1" name="Straight Connector 1700">
              <a:extLst>
                <a:ext uri="{FF2B5EF4-FFF2-40B4-BE49-F238E27FC236}">
                  <a16:creationId xmlns:a16="http://schemas.microsoft.com/office/drawing/2014/main" id="{F1720597-F5B7-8844-ECC0-F1F7C2BED1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96531" y="923925"/>
              <a:ext cx="169069" cy="5476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3" name="Straight Connector 1702">
              <a:extLst>
                <a:ext uri="{FF2B5EF4-FFF2-40B4-BE49-F238E27FC236}">
                  <a16:creationId xmlns:a16="http://schemas.microsoft.com/office/drawing/2014/main" id="{026B7328-919C-ADDE-FC41-ED20969911D0}"/>
                </a:ext>
              </a:extLst>
            </p:cNvPr>
            <p:cNvCxnSpPr>
              <a:cxnSpLocks/>
            </p:cNvCxnSpPr>
            <p:nvPr/>
          </p:nvCxnSpPr>
          <p:spPr>
            <a:xfrm>
              <a:off x="2996406" y="565150"/>
              <a:ext cx="0" cy="14485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3" name="Straight Connector 1712">
              <a:extLst>
                <a:ext uri="{FF2B5EF4-FFF2-40B4-BE49-F238E27FC236}">
                  <a16:creationId xmlns:a16="http://schemas.microsoft.com/office/drawing/2014/main" id="{F7E4BE7A-9854-B2F9-A482-34E36A35A54E}"/>
                </a:ext>
              </a:extLst>
            </p:cNvPr>
            <p:cNvCxnSpPr>
              <a:cxnSpLocks/>
            </p:cNvCxnSpPr>
            <p:nvPr/>
          </p:nvCxnSpPr>
          <p:spPr>
            <a:xfrm>
              <a:off x="1019968" y="443706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4" name="Straight Connector 1713">
              <a:extLst>
                <a:ext uri="{FF2B5EF4-FFF2-40B4-BE49-F238E27FC236}">
                  <a16:creationId xmlns:a16="http://schemas.microsoft.com/office/drawing/2014/main" id="{E4952553-93F1-E584-8880-400B76698B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5345" y="897572"/>
              <a:ext cx="324167" cy="136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0" name="Straight Connector 1719">
              <a:extLst>
                <a:ext uri="{FF2B5EF4-FFF2-40B4-BE49-F238E27FC236}">
                  <a16:creationId xmlns:a16="http://schemas.microsoft.com/office/drawing/2014/main" id="{96C566EB-63D7-569A-7440-528112DA6DE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2963" y="1049338"/>
              <a:ext cx="664368" cy="2405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1" name="Straight Connector 1720">
              <a:extLst>
                <a:ext uri="{FF2B5EF4-FFF2-40B4-BE49-F238E27FC236}">
                  <a16:creationId xmlns:a16="http://schemas.microsoft.com/office/drawing/2014/main" id="{D87164C4-D600-F03C-BC5D-02E62B22E818}"/>
                </a:ext>
              </a:extLst>
            </p:cNvPr>
            <p:cNvCxnSpPr>
              <a:cxnSpLocks/>
            </p:cNvCxnSpPr>
            <p:nvPr/>
          </p:nvCxnSpPr>
          <p:spPr>
            <a:xfrm>
              <a:off x="1503839" y="1289050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4" name="Straight Connector 1723">
              <a:extLst>
                <a:ext uri="{FF2B5EF4-FFF2-40B4-BE49-F238E27FC236}">
                  <a16:creationId xmlns:a16="http://schemas.microsoft.com/office/drawing/2014/main" id="{5B2EA583-4A4D-979B-986A-5A189A80FB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1617" y="1368425"/>
              <a:ext cx="164783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5" name="Straight Connector 1724">
              <a:extLst>
                <a:ext uri="{FF2B5EF4-FFF2-40B4-BE49-F238E27FC236}">
                  <a16:creationId xmlns:a16="http://schemas.microsoft.com/office/drawing/2014/main" id="{83C507DA-F88B-4632-BB11-82BEF1E3CF53}"/>
                </a:ext>
              </a:extLst>
            </p:cNvPr>
            <p:cNvCxnSpPr>
              <a:cxnSpLocks/>
            </p:cNvCxnSpPr>
            <p:nvPr/>
          </p:nvCxnSpPr>
          <p:spPr>
            <a:xfrm>
              <a:off x="1676718" y="1368425"/>
              <a:ext cx="0" cy="25892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6" name="Straight Connector 1725">
              <a:extLst>
                <a:ext uri="{FF2B5EF4-FFF2-40B4-BE49-F238E27FC236}">
                  <a16:creationId xmlns:a16="http://schemas.microsoft.com/office/drawing/2014/main" id="{76719031-77AB-6B63-1C5F-DFF591FFA85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70685" y="1626870"/>
              <a:ext cx="174784" cy="749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7" name="Straight Connector 1726">
              <a:extLst>
                <a:ext uri="{FF2B5EF4-FFF2-40B4-BE49-F238E27FC236}">
                  <a16:creationId xmlns:a16="http://schemas.microsoft.com/office/drawing/2014/main" id="{68A05030-B62B-4794-8D41-CCE7EA69D593}"/>
                </a:ext>
              </a:extLst>
            </p:cNvPr>
            <p:cNvCxnSpPr>
              <a:cxnSpLocks/>
            </p:cNvCxnSpPr>
            <p:nvPr/>
          </p:nvCxnSpPr>
          <p:spPr>
            <a:xfrm>
              <a:off x="1850073" y="1713706"/>
              <a:ext cx="0" cy="9032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8" name="Straight Connector 1727">
              <a:extLst>
                <a:ext uri="{FF2B5EF4-FFF2-40B4-BE49-F238E27FC236}">
                  <a16:creationId xmlns:a16="http://schemas.microsoft.com/office/drawing/2014/main" id="{8D5E97D9-5967-9DE0-FDC6-54BF6FDABF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50707" y="1802130"/>
              <a:ext cx="489268" cy="1885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9" name="Straight Connector 1728">
              <a:extLst>
                <a:ext uri="{FF2B5EF4-FFF2-40B4-BE49-F238E27FC236}">
                  <a16:creationId xmlns:a16="http://schemas.microsoft.com/office/drawing/2014/main" id="{16CF0A75-4783-A209-CD14-63CA177CA759}"/>
                </a:ext>
              </a:extLst>
            </p:cNvPr>
            <p:cNvCxnSpPr>
              <a:cxnSpLocks/>
            </p:cNvCxnSpPr>
            <p:nvPr/>
          </p:nvCxnSpPr>
          <p:spPr>
            <a:xfrm>
              <a:off x="2337753" y="1993900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0" name="Straight Connector 1729">
              <a:extLst>
                <a:ext uri="{FF2B5EF4-FFF2-40B4-BE49-F238E27FC236}">
                  <a16:creationId xmlns:a16="http://schemas.microsoft.com/office/drawing/2014/main" id="{FE3D3829-CD76-D300-6331-6D4220991A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32610" y="2133600"/>
              <a:ext cx="506730" cy="21145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1" name="Straight Connector 1730">
              <a:extLst>
                <a:ext uri="{FF2B5EF4-FFF2-40B4-BE49-F238E27FC236}">
                  <a16:creationId xmlns:a16="http://schemas.microsoft.com/office/drawing/2014/main" id="{97BF28DF-7F1B-7C7C-C81D-2DADE208A573}"/>
                </a:ext>
              </a:extLst>
            </p:cNvPr>
            <p:cNvCxnSpPr>
              <a:cxnSpLocks/>
            </p:cNvCxnSpPr>
            <p:nvPr/>
          </p:nvCxnSpPr>
          <p:spPr>
            <a:xfrm>
              <a:off x="1840548" y="232346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2" name="Straight Connector 1731">
              <a:extLst>
                <a:ext uri="{FF2B5EF4-FFF2-40B4-BE49-F238E27FC236}">
                  <a16:creationId xmlns:a16="http://schemas.microsoft.com/office/drawing/2014/main" id="{2B0A961B-52B5-9F4F-0013-20EF0CEECC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7806" y="2451735"/>
              <a:ext cx="348139" cy="13112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3" name="Straight Connector 1732">
              <a:extLst>
                <a:ext uri="{FF2B5EF4-FFF2-40B4-BE49-F238E27FC236}">
                  <a16:creationId xmlns:a16="http://schemas.microsoft.com/office/drawing/2014/main" id="{175F3C25-B585-9AF5-55E9-2EB9BFD185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582" y="2712720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9" name="Straight Connector 1738">
              <a:extLst>
                <a:ext uri="{FF2B5EF4-FFF2-40B4-BE49-F238E27FC236}">
                  <a16:creationId xmlns:a16="http://schemas.microsoft.com/office/drawing/2014/main" id="{C24D728E-9DCC-08B2-F988-9707F39B2A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49929" y="5097265"/>
              <a:ext cx="1018892" cy="40784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1" name="Straight Connector 1740">
              <a:extLst>
                <a:ext uri="{FF2B5EF4-FFF2-40B4-BE49-F238E27FC236}">
                  <a16:creationId xmlns:a16="http://schemas.microsoft.com/office/drawing/2014/main" id="{B83D6927-E4B2-655B-B2CA-4B1DEE39EC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77188" y="5159117"/>
              <a:ext cx="790703" cy="35268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3" name="Straight Connector 1742">
              <a:extLst>
                <a:ext uri="{FF2B5EF4-FFF2-40B4-BE49-F238E27FC236}">
                  <a16:creationId xmlns:a16="http://schemas.microsoft.com/office/drawing/2014/main" id="{3C6E1A0E-C839-40A4-5285-7228F279CDA0}"/>
                </a:ext>
              </a:extLst>
            </p:cNvPr>
            <p:cNvCxnSpPr>
              <a:cxnSpLocks/>
            </p:cNvCxnSpPr>
            <p:nvPr/>
          </p:nvCxnSpPr>
          <p:spPr>
            <a:xfrm>
              <a:off x="8786813" y="5045075"/>
              <a:ext cx="0" cy="1143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5" name="Straight Connector 1744">
              <a:extLst>
                <a:ext uri="{FF2B5EF4-FFF2-40B4-BE49-F238E27FC236}">
                  <a16:creationId xmlns:a16="http://schemas.microsoft.com/office/drawing/2014/main" id="{BF9E090C-A6C4-8C3A-C88C-DB18DFB85428}"/>
                </a:ext>
              </a:extLst>
            </p:cNvPr>
            <p:cNvCxnSpPr>
              <a:cxnSpLocks/>
            </p:cNvCxnSpPr>
            <p:nvPr/>
          </p:nvCxnSpPr>
          <p:spPr>
            <a:xfrm>
              <a:off x="8448676" y="4768850"/>
              <a:ext cx="0" cy="1476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7" name="Straight Connector 1746">
              <a:extLst>
                <a:ext uri="{FF2B5EF4-FFF2-40B4-BE49-F238E27FC236}">
                  <a16:creationId xmlns:a16="http://schemas.microsoft.com/office/drawing/2014/main" id="{59554692-AD10-232F-A891-B1C0060DF419}"/>
                </a:ext>
              </a:extLst>
            </p:cNvPr>
            <p:cNvCxnSpPr>
              <a:cxnSpLocks/>
            </p:cNvCxnSpPr>
            <p:nvPr/>
          </p:nvCxnSpPr>
          <p:spPr>
            <a:xfrm>
              <a:off x="8443913" y="4887913"/>
              <a:ext cx="352425" cy="1762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9" name="Straight Connector 1748">
              <a:extLst>
                <a:ext uri="{FF2B5EF4-FFF2-40B4-BE49-F238E27FC236}">
                  <a16:creationId xmlns:a16="http://schemas.microsoft.com/office/drawing/2014/main" id="{1736DF1E-B39B-E564-A5A6-D2A14318867B}"/>
                </a:ext>
              </a:extLst>
            </p:cNvPr>
            <p:cNvCxnSpPr>
              <a:cxnSpLocks/>
            </p:cNvCxnSpPr>
            <p:nvPr/>
          </p:nvCxnSpPr>
          <p:spPr>
            <a:xfrm>
              <a:off x="8458201" y="4768850"/>
              <a:ext cx="157162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1" name="Straight Connector 1750">
              <a:extLst>
                <a:ext uri="{FF2B5EF4-FFF2-40B4-BE49-F238E27FC236}">
                  <a16:creationId xmlns:a16="http://schemas.microsoft.com/office/drawing/2014/main" id="{A3E34D8A-A449-020C-245A-CE7A55D6A4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20125" y="4701917"/>
              <a:ext cx="328741" cy="13837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6" name="Straight Connector 1765">
              <a:extLst>
                <a:ext uri="{FF2B5EF4-FFF2-40B4-BE49-F238E27FC236}">
                  <a16:creationId xmlns:a16="http://schemas.microsoft.com/office/drawing/2014/main" id="{C1861FFF-3E97-2179-7A86-041BDE65BB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981200" y="2002631"/>
              <a:ext cx="1017747" cy="3921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8" name="Straight Connector 1767">
              <a:extLst>
                <a:ext uri="{FF2B5EF4-FFF2-40B4-BE49-F238E27FC236}">
                  <a16:creationId xmlns:a16="http://schemas.microsoft.com/office/drawing/2014/main" id="{98378274-50CE-78E9-D286-53935E0A6D8E}"/>
                </a:ext>
              </a:extLst>
            </p:cNvPr>
            <p:cNvCxnSpPr>
              <a:cxnSpLocks/>
            </p:cNvCxnSpPr>
            <p:nvPr/>
          </p:nvCxnSpPr>
          <p:spPr>
            <a:xfrm>
              <a:off x="1995329" y="2387759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9" name="Straight Connector 1768">
              <a:extLst>
                <a:ext uri="{FF2B5EF4-FFF2-40B4-BE49-F238E27FC236}">
                  <a16:creationId xmlns:a16="http://schemas.microsoft.com/office/drawing/2014/main" id="{90520906-51C9-7E2D-39FA-6605A0B09A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87328" y="2512219"/>
              <a:ext cx="506730" cy="21145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1" name="Straight Connector 1770">
              <a:extLst>
                <a:ext uri="{FF2B5EF4-FFF2-40B4-BE49-F238E27FC236}">
                  <a16:creationId xmlns:a16="http://schemas.microsoft.com/office/drawing/2014/main" id="{419F7A61-D8CF-060B-E38E-9008F9DEE6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40644" y="2654300"/>
              <a:ext cx="153669" cy="687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3" name="Straight Connector 1772">
              <a:extLst>
                <a:ext uri="{FF2B5EF4-FFF2-40B4-BE49-F238E27FC236}">
                  <a16:creationId xmlns:a16="http://schemas.microsoft.com/office/drawing/2014/main" id="{2DC4245C-3CFD-013A-0DB4-1E1197A8F6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97744" y="2651919"/>
              <a:ext cx="338137" cy="133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9" name="Straight Connector 1778">
              <a:extLst>
                <a:ext uri="{FF2B5EF4-FFF2-40B4-BE49-F238E27FC236}">
                  <a16:creationId xmlns:a16="http://schemas.microsoft.com/office/drawing/2014/main" id="{9E2F753F-8529-4523-A014-B40E09572F9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8200" y="2520950"/>
              <a:ext cx="504825" cy="200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1" name="Straight Connector 1780">
              <a:extLst>
                <a:ext uri="{FF2B5EF4-FFF2-40B4-BE49-F238E27FC236}">
                  <a16:creationId xmlns:a16="http://schemas.microsoft.com/office/drawing/2014/main" id="{D5829030-A2FB-CF1F-9519-C080CBA1F4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43026" y="2516188"/>
              <a:ext cx="153669" cy="687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4" name="Straight Connector 1783">
              <a:extLst>
                <a:ext uri="{FF2B5EF4-FFF2-40B4-BE49-F238E27FC236}">
                  <a16:creationId xmlns:a16="http://schemas.microsoft.com/office/drawing/2014/main" id="{4CA2A95B-B1B9-F232-A402-EE5E4DF080DF}"/>
                </a:ext>
              </a:extLst>
            </p:cNvPr>
            <p:cNvCxnSpPr>
              <a:cxnSpLocks/>
            </p:cNvCxnSpPr>
            <p:nvPr/>
          </p:nvCxnSpPr>
          <p:spPr>
            <a:xfrm>
              <a:off x="1170464" y="651669"/>
              <a:ext cx="0" cy="25796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6" name="Straight Connector 1785">
              <a:extLst>
                <a:ext uri="{FF2B5EF4-FFF2-40B4-BE49-F238E27FC236}">
                  <a16:creationId xmlns:a16="http://schemas.microsoft.com/office/drawing/2014/main" id="{9C8AC666-7582-48CF-D1CB-3979191FEF8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01554" y="579120"/>
              <a:ext cx="174784" cy="749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93" name="Straight Connector 1792">
            <a:extLst>
              <a:ext uri="{FF2B5EF4-FFF2-40B4-BE49-F238E27FC236}">
                <a16:creationId xmlns:a16="http://schemas.microsoft.com/office/drawing/2014/main" id="{AD55A309-5EA5-1CB5-00D8-71289E67ECD0}"/>
              </a:ext>
            </a:extLst>
          </p:cNvPr>
          <p:cNvCxnSpPr>
            <a:cxnSpLocks/>
          </p:cNvCxnSpPr>
          <p:nvPr/>
        </p:nvCxnSpPr>
        <p:spPr>
          <a:xfrm flipV="1">
            <a:off x="6655913" y="1014412"/>
            <a:ext cx="0" cy="497522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5" name="Straight Connector 1794">
            <a:extLst>
              <a:ext uri="{FF2B5EF4-FFF2-40B4-BE49-F238E27FC236}">
                <a16:creationId xmlns:a16="http://schemas.microsoft.com/office/drawing/2014/main" id="{72415FC0-4D8A-3C10-2108-414A7DA4AE49}"/>
              </a:ext>
            </a:extLst>
          </p:cNvPr>
          <p:cNvCxnSpPr>
            <a:cxnSpLocks/>
          </p:cNvCxnSpPr>
          <p:nvPr/>
        </p:nvCxnSpPr>
        <p:spPr>
          <a:xfrm flipH="1" flipV="1">
            <a:off x="6157912" y="809626"/>
            <a:ext cx="502444" cy="209549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2" name="Straight Connector 1801">
            <a:extLst>
              <a:ext uri="{FF2B5EF4-FFF2-40B4-BE49-F238E27FC236}">
                <a16:creationId xmlns:a16="http://schemas.microsoft.com/office/drawing/2014/main" id="{E0C6364E-BD40-ECE6-1F52-26FB3592A893}"/>
              </a:ext>
            </a:extLst>
          </p:cNvPr>
          <p:cNvCxnSpPr>
            <a:cxnSpLocks/>
          </p:cNvCxnSpPr>
          <p:nvPr/>
        </p:nvCxnSpPr>
        <p:spPr>
          <a:xfrm flipH="1">
            <a:off x="3338513" y="6486207"/>
            <a:ext cx="165100" cy="693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3" name="Straight Connector 1802">
            <a:extLst>
              <a:ext uri="{FF2B5EF4-FFF2-40B4-BE49-F238E27FC236}">
                <a16:creationId xmlns:a16="http://schemas.microsoft.com/office/drawing/2014/main" id="{69754BA9-3D68-0DB1-11C1-BB6D10694875}"/>
              </a:ext>
            </a:extLst>
          </p:cNvPr>
          <p:cNvCxnSpPr>
            <a:cxnSpLocks/>
          </p:cNvCxnSpPr>
          <p:nvPr/>
        </p:nvCxnSpPr>
        <p:spPr>
          <a:xfrm>
            <a:off x="3343275" y="6443663"/>
            <a:ext cx="166688" cy="50006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5" name="Straight Connector 1804">
            <a:extLst>
              <a:ext uri="{FF2B5EF4-FFF2-40B4-BE49-F238E27FC236}">
                <a16:creationId xmlns:a16="http://schemas.microsoft.com/office/drawing/2014/main" id="{6E54A5E9-62B6-7A00-779D-2193CD1260ED}"/>
              </a:ext>
            </a:extLst>
          </p:cNvPr>
          <p:cNvCxnSpPr>
            <a:cxnSpLocks/>
          </p:cNvCxnSpPr>
          <p:nvPr/>
        </p:nvCxnSpPr>
        <p:spPr>
          <a:xfrm>
            <a:off x="3345656" y="6550820"/>
            <a:ext cx="0" cy="138112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7" name="Straight Connector 1806">
            <a:extLst>
              <a:ext uri="{FF2B5EF4-FFF2-40B4-BE49-F238E27FC236}">
                <a16:creationId xmlns:a16="http://schemas.microsoft.com/office/drawing/2014/main" id="{26ED9665-0E2A-4E1E-8AD5-2A1374DA1EAD}"/>
              </a:ext>
            </a:extLst>
          </p:cNvPr>
          <p:cNvCxnSpPr>
            <a:cxnSpLocks/>
          </p:cNvCxnSpPr>
          <p:nvPr/>
        </p:nvCxnSpPr>
        <p:spPr>
          <a:xfrm flipH="1">
            <a:off x="2845594" y="6671945"/>
            <a:ext cx="503237" cy="20510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9" name="Straight Connector 1808">
            <a:extLst>
              <a:ext uri="{FF2B5EF4-FFF2-40B4-BE49-F238E27FC236}">
                <a16:creationId xmlns:a16="http://schemas.microsoft.com/office/drawing/2014/main" id="{0919BDD6-FB20-50A5-D748-31B53D8225BF}"/>
              </a:ext>
            </a:extLst>
          </p:cNvPr>
          <p:cNvCxnSpPr>
            <a:cxnSpLocks/>
          </p:cNvCxnSpPr>
          <p:nvPr/>
        </p:nvCxnSpPr>
        <p:spPr>
          <a:xfrm>
            <a:off x="2845593" y="6615113"/>
            <a:ext cx="0" cy="273844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1" name="Straight Connector 1810">
            <a:extLst>
              <a:ext uri="{FF2B5EF4-FFF2-40B4-BE49-F238E27FC236}">
                <a16:creationId xmlns:a16="http://schemas.microsoft.com/office/drawing/2014/main" id="{E755BCEB-7C4B-9C01-DDEF-79A4AF413309}"/>
              </a:ext>
            </a:extLst>
          </p:cNvPr>
          <p:cNvCxnSpPr>
            <a:cxnSpLocks/>
          </p:cNvCxnSpPr>
          <p:nvPr/>
        </p:nvCxnSpPr>
        <p:spPr>
          <a:xfrm>
            <a:off x="2843213" y="6629401"/>
            <a:ext cx="166688" cy="50006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2" name="Straight Connector 1811">
            <a:extLst>
              <a:ext uri="{FF2B5EF4-FFF2-40B4-BE49-F238E27FC236}">
                <a16:creationId xmlns:a16="http://schemas.microsoft.com/office/drawing/2014/main" id="{AC05D59D-FC10-C765-8BDF-2224F895DB66}"/>
              </a:ext>
            </a:extLst>
          </p:cNvPr>
          <p:cNvCxnSpPr>
            <a:cxnSpLocks/>
          </p:cNvCxnSpPr>
          <p:nvPr/>
        </p:nvCxnSpPr>
        <p:spPr>
          <a:xfrm flipH="1">
            <a:off x="3014663" y="6617176"/>
            <a:ext cx="165100" cy="693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3" name="Straight Connector 1812">
            <a:extLst>
              <a:ext uri="{FF2B5EF4-FFF2-40B4-BE49-F238E27FC236}">
                <a16:creationId xmlns:a16="http://schemas.microsoft.com/office/drawing/2014/main" id="{86BAD6A0-79DB-C875-66D4-1F1B34F9A7E2}"/>
              </a:ext>
            </a:extLst>
          </p:cNvPr>
          <p:cNvCxnSpPr>
            <a:cxnSpLocks/>
          </p:cNvCxnSpPr>
          <p:nvPr/>
        </p:nvCxnSpPr>
        <p:spPr>
          <a:xfrm>
            <a:off x="3002757" y="6560345"/>
            <a:ext cx="166688" cy="50006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4" name="Straight Connector 1813">
            <a:extLst>
              <a:ext uri="{FF2B5EF4-FFF2-40B4-BE49-F238E27FC236}">
                <a16:creationId xmlns:a16="http://schemas.microsoft.com/office/drawing/2014/main" id="{7F694ADF-C925-F2AD-E439-BB9F9783E877}"/>
              </a:ext>
            </a:extLst>
          </p:cNvPr>
          <p:cNvCxnSpPr>
            <a:cxnSpLocks/>
          </p:cNvCxnSpPr>
          <p:nvPr/>
        </p:nvCxnSpPr>
        <p:spPr>
          <a:xfrm>
            <a:off x="3005137" y="6438900"/>
            <a:ext cx="0" cy="114301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5" name="Straight Connector 1814">
            <a:extLst>
              <a:ext uri="{FF2B5EF4-FFF2-40B4-BE49-F238E27FC236}">
                <a16:creationId xmlns:a16="http://schemas.microsoft.com/office/drawing/2014/main" id="{9EE7AF88-3703-2391-DB94-A937BC577955}"/>
              </a:ext>
            </a:extLst>
          </p:cNvPr>
          <p:cNvCxnSpPr>
            <a:cxnSpLocks/>
          </p:cNvCxnSpPr>
          <p:nvPr/>
        </p:nvCxnSpPr>
        <p:spPr>
          <a:xfrm>
            <a:off x="3007520" y="6434139"/>
            <a:ext cx="166688" cy="50006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6" name="Straight Connector 1815">
            <a:extLst>
              <a:ext uri="{FF2B5EF4-FFF2-40B4-BE49-F238E27FC236}">
                <a16:creationId xmlns:a16="http://schemas.microsoft.com/office/drawing/2014/main" id="{321B7E3C-A87A-C055-8393-2C6A2A0477D8}"/>
              </a:ext>
            </a:extLst>
          </p:cNvPr>
          <p:cNvCxnSpPr>
            <a:cxnSpLocks/>
          </p:cNvCxnSpPr>
          <p:nvPr/>
        </p:nvCxnSpPr>
        <p:spPr>
          <a:xfrm>
            <a:off x="3176587" y="6238875"/>
            <a:ext cx="0" cy="247651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8" name="Straight Connector 1817">
            <a:extLst>
              <a:ext uri="{FF2B5EF4-FFF2-40B4-BE49-F238E27FC236}">
                <a16:creationId xmlns:a16="http://schemas.microsoft.com/office/drawing/2014/main" id="{6A6A7F79-21F9-8F32-F93A-BA18E48B0CE8}"/>
              </a:ext>
            </a:extLst>
          </p:cNvPr>
          <p:cNvCxnSpPr>
            <a:cxnSpLocks/>
          </p:cNvCxnSpPr>
          <p:nvPr/>
        </p:nvCxnSpPr>
        <p:spPr>
          <a:xfrm>
            <a:off x="3178970" y="6236495"/>
            <a:ext cx="166688" cy="50006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9" name="Straight Connector 1818">
            <a:extLst>
              <a:ext uri="{FF2B5EF4-FFF2-40B4-BE49-F238E27FC236}">
                <a16:creationId xmlns:a16="http://schemas.microsoft.com/office/drawing/2014/main" id="{10214A52-9419-5222-0095-FE6AC3AF5975}"/>
              </a:ext>
            </a:extLst>
          </p:cNvPr>
          <p:cNvCxnSpPr>
            <a:cxnSpLocks/>
          </p:cNvCxnSpPr>
          <p:nvPr/>
        </p:nvCxnSpPr>
        <p:spPr>
          <a:xfrm>
            <a:off x="3343275" y="5917406"/>
            <a:ext cx="0" cy="381001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1" name="Straight Connector 1820">
            <a:extLst>
              <a:ext uri="{FF2B5EF4-FFF2-40B4-BE49-F238E27FC236}">
                <a16:creationId xmlns:a16="http://schemas.microsoft.com/office/drawing/2014/main" id="{7E422026-ADA4-775E-6DD0-3B6523C02A04}"/>
              </a:ext>
            </a:extLst>
          </p:cNvPr>
          <p:cNvCxnSpPr>
            <a:cxnSpLocks/>
          </p:cNvCxnSpPr>
          <p:nvPr/>
        </p:nvCxnSpPr>
        <p:spPr>
          <a:xfrm flipH="1">
            <a:off x="3345657" y="5850413"/>
            <a:ext cx="165100" cy="693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2" name="Straight Connector 1821">
            <a:extLst>
              <a:ext uri="{FF2B5EF4-FFF2-40B4-BE49-F238E27FC236}">
                <a16:creationId xmlns:a16="http://schemas.microsoft.com/office/drawing/2014/main" id="{44F1B4CE-1DF3-5EB0-3D54-29A04D799957}"/>
              </a:ext>
            </a:extLst>
          </p:cNvPr>
          <p:cNvCxnSpPr>
            <a:cxnSpLocks/>
          </p:cNvCxnSpPr>
          <p:nvPr/>
        </p:nvCxnSpPr>
        <p:spPr>
          <a:xfrm>
            <a:off x="3350419" y="5791200"/>
            <a:ext cx="150020" cy="57151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4" name="Straight Connector 1823">
            <a:extLst>
              <a:ext uri="{FF2B5EF4-FFF2-40B4-BE49-F238E27FC236}">
                <a16:creationId xmlns:a16="http://schemas.microsoft.com/office/drawing/2014/main" id="{B46085A4-C158-904F-7CDE-E04B52512DFC}"/>
              </a:ext>
            </a:extLst>
          </p:cNvPr>
          <p:cNvCxnSpPr>
            <a:cxnSpLocks/>
          </p:cNvCxnSpPr>
          <p:nvPr/>
        </p:nvCxnSpPr>
        <p:spPr>
          <a:xfrm flipH="1">
            <a:off x="3348038" y="5724207"/>
            <a:ext cx="165100" cy="693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5" name="Straight Connector 1824">
            <a:extLst>
              <a:ext uri="{FF2B5EF4-FFF2-40B4-BE49-F238E27FC236}">
                <a16:creationId xmlns:a16="http://schemas.microsoft.com/office/drawing/2014/main" id="{070EF7E5-415B-457E-5085-87EA2B8277BF}"/>
              </a:ext>
            </a:extLst>
          </p:cNvPr>
          <p:cNvCxnSpPr>
            <a:cxnSpLocks/>
          </p:cNvCxnSpPr>
          <p:nvPr/>
        </p:nvCxnSpPr>
        <p:spPr>
          <a:xfrm>
            <a:off x="3352800" y="5664994"/>
            <a:ext cx="150020" cy="57151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6" name="Straight Connector 1825">
            <a:extLst>
              <a:ext uri="{FF2B5EF4-FFF2-40B4-BE49-F238E27FC236}">
                <a16:creationId xmlns:a16="http://schemas.microsoft.com/office/drawing/2014/main" id="{BABDF63E-DBC8-420A-DEC7-D931017B5332}"/>
              </a:ext>
            </a:extLst>
          </p:cNvPr>
          <p:cNvCxnSpPr>
            <a:cxnSpLocks/>
          </p:cNvCxnSpPr>
          <p:nvPr/>
        </p:nvCxnSpPr>
        <p:spPr>
          <a:xfrm flipH="1">
            <a:off x="3350420" y="5588476"/>
            <a:ext cx="165100" cy="693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7" name="Straight Connector 1826">
            <a:extLst>
              <a:ext uri="{FF2B5EF4-FFF2-40B4-BE49-F238E27FC236}">
                <a16:creationId xmlns:a16="http://schemas.microsoft.com/office/drawing/2014/main" id="{190A4718-49A4-1FD4-8565-408B57D7EF59}"/>
              </a:ext>
            </a:extLst>
          </p:cNvPr>
          <p:cNvCxnSpPr>
            <a:cxnSpLocks/>
          </p:cNvCxnSpPr>
          <p:nvPr/>
        </p:nvCxnSpPr>
        <p:spPr>
          <a:xfrm>
            <a:off x="3355182" y="5529263"/>
            <a:ext cx="150020" cy="57151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8" name="Straight Connector 1827">
            <a:extLst>
              <a:ext uri="{FF2B5EF4-FFF2-40B4-BE49-F238E27FC236}">
                <a16:creationId xmlns:a16="http://schemas.microsoft.com/office/drawing/2014/main" id="{A3E93544-5F16-D459-8998-910451BD6E8A}"/>
              </a:ext>
            </a:extLst>
          </p:cNvPr>
          <p:cNvCxnSpPr>
            <a:cxnSpLocks/>
          </p:cNvCxnSpPr>
          <p:nvPr/>
        </p:nvCxnSpPr>
        <p:spPr>
          <a:xfrm flipH="1">
            <a:off x="3357564" y="5457507"/>
            <a:ext cx="165100" cy="693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9" name="Straight Connector 1828">
            <a:extLst>
              <a:ext uri="{FF2B5EF4-FFF2-40B4-BE49-F238E27FC236}">
                <a16:creationId xmlns:a16="http://schemas.microsoft.com/office/drawing/2014/main" id="{AD35255B-0C84-4AF4-A141-4EAFCF8463B7}"/>
              </a:ext>
            </a:extLst>
          </p:cNvPr>
          <p:cNvCxnSpPr>
            <a:cxnSpLocks/>
          </p:cNvCxnSpPr>
          <p:nvPr/>
        </p:nvCxnSpPr>
        <p:spPr>
          <a:xfrm>
            <a:off x="3181350" y="5326856"/>
            <a:ext cx="330996" cy="128589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1" name="Straight Connector 1830">
            <a:extLst>
              <a:ext uri="{FF2B5EF4-FFF2-40B4-BE49-F238E27FC236}">
                <a16:creationId xmlns:a16="http://schemas.microsoft.com/office/drawing/2014/main" id="{C4246028-895A-17F7-BD6B-57948E3027B7}"/>
              </a:ext>
            </a:extLst>
          </p:cNvPr>
          <p:cNvCxnSpPr>
            <a:cxnSpLocks/>
          </p:cNvCxnSpPr>
          <p:nvPr/>
        </p:nvCxnSpPr>
        <p:spPr>
          <a:xfrm flipH="1">
            <a:off x="2678906" y="5326538"/>
            <a:ext cx="505620" cy="195581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3" name="Straight Connector 1832">
            <a:extLst>
              <a:ext uri="{FF2B5EF4-FFF2-40B4-BE49-F238E27FC236}">
                <a16:creationId xmlns:a16="http://schemas.microsoft.com/office/drawing/2014/main" id="{52E909CB-A161-89AA-6659-C63116BB3B08}"/>
              </a:ext>
            </a:extLst>
          </p:cNvPr>
          <p:cNvCxnSpPr>
            <a:cxnSpLocks/>
          </p:cNvCxnSpPr>
          <p:nvPr/>
        </p:nvCxnSpPr>
        <p:spPr>
          <a:xfrm>
            <a:off x="2524126" y="5462588"/>
            <a:ext cx="150020" cy="57151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4" name="Straight Connector 1833">
            <a:extLst>
              <a:ext uri="{FF2B5EF4-FFF2-40B4-BE49-F238E27FC236}">
                <a16:creationId xmlns:a16="http://schemas.microsoft.com/office/drawing/2014/main" id="{44194216-4078-1FB6-ACC8-218EE1E01996}"/>
              </a:ext>
            </a:extLst>
          </p:cNvPr>
          <p:cNvCxnSpPr>
            <a:cxnSpLocks/>
          </p:cNvCxnSpPr>
          <p:nvPr/>
        </p:nvCxnSpPr>
        <p:spPr>
          <a:xfrm flipH="1">
            <a:off x="2514601" y="5397976"/>
            <a:ext cx="165100" cy="693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5" name="Straight Connector 1834">
            <a:extLst>
              <a:ext uri="{FF2B5EF4-FFF2-40B4-BE49-F238E27FC236}">
                <a16:creationId xmlns:a16="http://schemas.microsoft.com/office/drawing/2014/main" id="{9B9096CA-ECF3-2176-77A5-A53A77B0D6F2}"/>
              </a:ext>
            </a:extLst>
          </p:cNvPr>
          <p:cNvCxnSpPr>
            <a:cxnSpLocks/>
          </p:cNvCxnSpPr>
          <p:nvPr/>
        </p:nvCxnSpPr>
        <p:spPr>
          <a:xfrm>
            <a:off x="2524126" y="5336382"/>
            <a:ext cx="150020" cy="57151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7" name="Straight Connector 1836">
            <a:extLst>
              <a:ext uri="{FF2B5EF4-FFF2-40B4-BE49-F238E27FC236}">
                <a16:creationId xmlns:a16="http://schemas.microsoft.com/office/drawing/2014/main" id="{FD3C5D0B-62CA-BABC-B7B7-485C387DF496}"/>
              </a:ext>
            </a:extLst>
          </p:cNvPr>
          <p:cNvCxnSpPr>
            <a:cxnSpLocks/>
          </p:cNvCxnSpPr>
          <p:nvPr/>
        </p:nvCxnSpPr>
        <p:spPr>
          <a:xfrm>
            <a:off x="2521744" y="5214938"/>
            <a:ext cx="0" cy="114301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8" name="Straight Connector 1837">
            <a:extLst>
              <a:ext uri="{FF2B5EF4-FFF2-40B4-BE49-F238E27FC236}">
                <a16:creationId xmlns:a16="http://schemas.microsoft.com/office/drawing/2014/main" id="{AF4DD67B-B508-C302-19B7-A63BBBC3E21A}"/>
              </a:ext>
            </a:extLst>
          </p:cNvPr>
          <p:cNvCxnSpPr>
            <a:cxnSpLocks/>
          </p:cNvCxnSpPr>
          <p:nvPr/>
        </p:nvCxnSpPr>
        <p:spPr>
          <a:xfrm flipH="1">
            <a:off x="2519363" y="5143182"/>
            <a:ext cx="165100" cy="693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9" name="Straight Connector 1838">
            <a:extLst>
              <a:ext uri="{FF2B5EF4-FFF2-40B4-BE49-F238E27FC236}">
                <a16:creationId xmlns:a16="http://schemas.microsoft.com/office/drawing/2014/main" id="{0234850F-D2B9-A3C3-57B3-D51CD2ACFBB0}"/>
              </a:ext>
            </a:extLst>
          </p:cNvPr>
          <p:cNvCxnSpPr>
            <a:cxnSpLocks/>
          </p:cNvCxnSpPr>
          <p:nvPr/>
        </p:nvCxnSpPr>
        <p:spPr>
          <a:xfrm>
            <a:off x="2519363" y="5083969"/>
            <a:ext cx="150020" cy="57151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0" name="Straight Connector 1839">
            <a:extLst>
              <a:ext uri="{FF2B5EF4-FFF2-40B4-BE49-F238E27FC236}">
                <a16:creationId xmlns:a16="http://schemas.microsoft.com/office/drawing/2014/main" id="{D1308D87-FECC-6E28-D03E-B185EDF5BC26}"/>
              </a:ext>
            </a:extLst>
          </p:cNvPr>
          <p:cNvCxnSpPr>
            <a:cxnSpLocks/>
          </p:cNvCxnSpPr>
          <p:nvPr/>
        </p:nvCxnSpPr>
        <p:spPr>
          <a:xfrm flipH="1">
            <a:off x="2516982" y="5009832"/>
            <a:ext cx="165100" cy="693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1" name="Straight Connector 1840">
            <a:extLst>
              <a:ext uri="{FF2B5EF4-FFF2-40B4-BE49-F238E27FC236}">
                <a16:creationId xmlns:a16="http://schemas.microsoft.com/office/drawing/2014/main" id="{C8308E1F-090A-7038-630F-EA3D3FF2DF1B}"/>
              </a:ext>
            </a:extLst>
          </p:cNvPr>
          <p:cNvCxnSpPr>
            <a:cxnSpLocks/>
          </p:cNvCxnSpPr>
          <p:nvPr/>
        </p:nvCxnSpPr>
        <p:spPr>
          <a:xfrm>
            <a:off x="2516982" y="4950619"/>
            <a:ext cx="150020" cy="57151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2" name="Straight Connector 1841">
            <a:extLst>
              <a:ext uri="{FF2B5EF4-FFF2-40B4-BE49-F238E27FC236}">
                <a16:creationId xmlns:a16="http://schemas.microsoft.com/office/drawing/2014/main" id="{1BC78484-6FE4-613D-1D4D-3F89602F6D13}"/>
              </a:ext>
            </a:extLst>
          </p:cNvPr>
          <p:cNvCxnSpPr>
            <a:cxnSpLocks/>
          </p:cNvCxnSpPr>
          <p:nvPr/>
        </p:nvCxnSpPr>
        <p:spPr>
          <a:xfrm flipH="1">
            <a:off x="2514601" y="4883626"/>
            <a:ext cx="165100" cy="693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3" name="Straight Connector 1842">
            <a:extLst>
              <a:ext uri="{FF2B5EF4-FFF2-40B4-BE49-F238E27FC236}">
                <a16:creationId xmlns:a16="http://schemas.microsoft.com/office/drawing/2014/main" id="{5118C07E-A377-34A9-832E-44DD51533A3B}"/>
              </a:ext>
            </a:extLst>
          </p:cNvPr>
          <p:cNvCxnSpPr>
            <a:cxnSpLocks/>
          </p:cNvCxnSpPr>
          <p:nvPr/>
        </p:nvCxnSpPr>
        <p:spPr>
          <a:xfrm>
            <a:off x="2683669" y="4486275"/>
            <a:ext cx="0" cy="409577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5" name="Straight Connector 1844">
            <a:extLst>
              <a:ext uri="{FF2B5EF4-FFF2-40B4-BE49-F238E27FC236}">
                <a16:creationId xmlns:a16="http://schemas.microsoft.com/office/drawing/2014/main" id="{73134C41-1A76-742B-C7F4-86202490213D}"/>
              </a:ext>
            </a:extLst>
          </p:cNvPr>
          <p:cNvCxnSpPr>
            <a:cxnSpLocks/>
          </p:cNvCxnSpPr>
          <p:nvPr/>
        </p:nvCxnSpPr>
        <p:spPr>
          <a:xfrm>
            <a:off x="2767013" y="4526757"/>
            <a:ext cx="150020" cy="57151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6" name="Straight Connector 1845">
            <a:extLst>
              <a:ext uri="{FF2B5EF4-FFF2-40B4-BE49-F238E27FC236}">
                <a16:creationId xmlns:a16="http://schemas.microsoft.com/office/drawing/2014/main" id="{C042502F-09F3-179D-C19E-2BBE1EDEFC32}"/>
              </a:ext>
            </a:extLst>
          </p:cNvPr>
          <p:cNvCxnSpPr>
            <a:cxnSpLocks/>
          </p:cNvCxnSpPr>
          <p:nvPr/>
        </p:nvCxnSpPr>
        <p:spPr>
          <a:xfrm>
            <a:off x="3012281" y="4619625"/>
            <a:ext cx="0" cy="507206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8" name="Straight Connector 1847">
            <a:extLst>
              <a:ext uri="{FF2B5EF4-FFF2-40B4-BE49-F238E27FC236}">
                <a16:creationId xmlns:a16="http://schemas.microsoft.com/office/drawing/2014/main" id="{08E5ACF2-1444-EFE6-07EE-04E1C9E359E8}"/>
              </a:ext>
            </a:extLst>
          </p:cNvPr>
          <p:cNvCxnSpPr>
            <a:cxnSpLocks/>
          </p:cNvCxnSpPr>
          <p:nvPr/>
        </p:nvCxnSpPr>
        <p:spPr>
          <a:xfrm flipH="1">
            <a:off x="3007519" y="5060156"/>
            <a:ext cx="185737" cy="78582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9" name="Straight Connector 1848">
            <a:extLst>
              <a:ext uri="{FF2B5EF4-FFF2-40B4-BE49-F238E27FC236}">
                <a16:creationId xmlns:a16="http://schemas.microsoft.com/office/drawing/2014/main" id="{40B5EB7E-F078-8626-0B76-5104113BFDF2}"/>
              </a:ext>
            </a:extLst>
          </p:cNvPr>
          <p:cNvCxnSpPr>
            <a:cxnSpLocks/>
          </p:cNvCxnSpPr>
          <p:nvPr/>
        </p:nvCxnSpPr>
        <p:spPr>
          <a:xfrm>
            <a:off x="3186112" y="5064919"/>
            <a:ext cx="642938" cy="271462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2" name="Straight Connector 1851">
            <a:extLst>
              <a:ext uri="{FF2B5EF4-FFF2-40B4-BE49-F238E27FC236}">
                <a16:creationId xmlns:a16="http://schemas.microsoft.com/office/drawing/2014/main" id="{0742C20D-96F1-1C34-2706-D8486C94C15F}"/>
              </a:ext>
            </a:extLst>
          </p:cNvPr>
          <p:cNvCxnSpPr>
            <a:cxnSpLocks/>
          </p:cNvCxnSpPr>
          <p:nvPr/>
        </p:nvCxnSpPr>
        <p:spPr>
          <a:xfrm>
            <a:off x="3840957" y="5219701"/>
            <a:ext cx="0" cy="114301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3" name="Straight Connector 1852">
            <a:extLst>
              <a:ext uri="{FF2B5EF4-FFF2-40B4-BE49-F238E27FC236}">
                <a16:creationId xmlns:a16="http://schemas.microsoft.com/office/drawing/2014/main" id="{E43CEC46-7090-65F9-23AD-40A8F84862CE}"/>
              </a:ext>
            </a:extLst>
          </p:cNvPr>
          <p:cNvCxnSpPr>
            <a:cxnSpLocks/>
          </p:cNvCxnSpPr>
          <p:nvPr/>
        </p:nvCxnSpPr>
        <p:spPr>
          <a:xfrm flipH="1" flipV="1">
            <a:off x="3502819" y="5069681"/>
            <a:ext cx="342901" cy="140494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5" name="Straight Connector 1854">
            <a:extLst>
              <a:ext uri="{FF2B5EF4-FFF2-40B4-BE49-F238E27FC236}">
                <a16:creationId xmlns:a16="http://schemas.microsoft.com/office/drawing/2014/main" id="{50934B93-73D1-4E39-A406-8637763FA5D1}"/>
              </a:ext>
            </a:extLst>
          </p:cNvPr>
          <p:cNvCxnSpPr>
            <a:cxnSpLocks/>
          </p:cNvCxnSpPr>
          <p:nvPr/>
        </p:nvCxnSpPr>
        <p:spPr>
          <a:xfrm>
            <a:off x="3507582" y="4953001"/>
            <a:ext cx="0" cy="114301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6" name="Straight Connector 1855">
            <a:extLst>
              <a:ext uri="{FF2B5EF4-FFF2-40B4-BE49-F238E27FC236}">
                <a16:creationId xmlns:a16="http://schemas.microsoft.com/office/drawing/2014/main" id="{2D30CDF8-8421-7DDC-BDD9-9EBC261D0AF7}"/>
              </a:ext>
            </a:extLst>
          </p:cNvPr>
          <p:cNvCxnSpPr>
            <a:cxnSpLocks/>
          </p:cNvCxnSpPr>
          <p:nvPr/>
        </p:nvCxnSpPr>
        <p:spPr>
          <a:xfrm flipH="1" flipV="1">
            <a:off x="3500438" y="4943475"/>
            <a:ext cx="990600" cy="385763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8" name="Straight Connector 1857">
            <a:extLst>
              <a:ext uri="{FF2B5EF4-FFF2-40B4-BE49-F238E27FC236}">
                <a16:creationId xmlns:a16="http://schemas.microsoft.com/office/drawing/2014/main" id="{42C9EC1F-C847-B701-CF53-EF2C16E5209B}"/>
              </a:ext>
            </a:extLst>
          </p:cNvPr>
          <p:cNvCxnSpPr>
            <a:cxnSpLocks/>
          </p:cNvCxnSpPr>
          <p:nvPr/>
        </p:nvCxnSpPr>
        <p:spPr>
          <a:xfrm>
            <a:off x="4498182" y="4698206"/>
            <a:ext cx="0" cy="764384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1" name="Straight Connector 1860">
            <a:extLst>
              <a:ext uri="{FF2B5EF4-FFF2-40B4-BE49-F238E27FC236}">
                <a16:creationId xmlns:a16="http://schemas.microsoft.com/office/drawing/2014/main" id="{A313C372-B850-1752-B4C1-EC93A60EF61B}"/>
              </a:ext>
            </a:extLst>
          </p:cNvPr>
          <p:cNvCxnSpPr>
            <a:cxnSpLocks/>
          </p:cNvCxnSpPr>
          <p:nvPr/>
        </p:nvCxnSpPr>
        <p:spPr>
          <a:xfrm flipH="1">
            <a:off x="4338638" y="4691063"/>
            <a:ext cx="161925" cy="73818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3" name="Straight Connector 1862">
            <a:extLst>
              <a:ext uri="{FF2B5EF4-FFF2-40B4-BE49-F238E27FC236}">
                <a16:creationId xmlns:a16="http://schemas.microsoft.com/office/drawing/2014/main" id="{A10A780D-35A3-88FE-A61E-9BF2E3EF8E40}"/>
              </a:ext>
            </a:extLst>
          </p:cNvPr>
          <p:cNvCxnSpPr>
            <a:cxnSpLocks/>
          </p:cNvCxnSpPr>
          <p:nvPr/>
        </p:nvCxnSpPr>
        <p:spPr>
          <a:xfrm>
            <a:off x="4338638" y="4750594"/>
            <a:ext cx="0" cy="395287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5" name="Straight Connector 1864">
            <a:extLst>
              <a:ext uri="{FF2B5EF4-FFF2-40B4-BE49-F238E27FC236}">
                <a16:creationId xmlns:a16="http://schemas.microsoft.com/office/drawing/2014/main" id="{771E22E3-90B8-3FA0-951C-C651EE4D9F99}"/>
              </a:ext>
            </a:extLst>
          </p:cNvPr>
          <p:cNvCxnSpPr>
            <a:cxnSpLocks/>
          </p:cNvCxnSpPr>
          <p:nvPr/>
        </p:nvCxnSpPr>
        <p:spPr>
          <a:xfrm flipH="1" flipV="1">
            <a:off x="4017169" y="5007769"/>
            <a:ext cx="326233" cy="135731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7" name="Straight Connector 1866">
            <a:extLst>
              <a:ext uri="{FF2B5EF4-FFF2-40B4-BE49-F238E27FC236}">
                <a16:creationId xmlns:a16="http://schemas.microsoft.com/office/drawing/2014/main" id="{451477FB-3FA8-0AC8-97F5-A4E864797D93}"/>
              </a:ext>
            </a:extLst>
          </p:cNvPr>
          <p:cNvCxnSpPr>
            <a:cxnSpLocks/>
          </p:cNvCxnSpPr>
          <p:nvPr/>
        </p:nvCxnSpPr>
        <p:spPr>
          <a:xfrm flipH="1">
            <a:off x="4005264" y="4938395"/>
            <a:ext cx="165100" cy="693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8" name="Straight Connector 1867">
            <a:extLst>
              <a:ext uri="{FF2B5EF4-FFF2-40B4-BE49-F238E27FC236}">
                <a16:creationId xmlns:a16="http://schemas.microsoft.com/office/drawing/2014/main" id="{AB26FB21-EFFA-C756-0A15-38FE80D1198B}"/>
              </a:ext>
            </a:extLst>
          </p:cNvPr>
          <p:cNvCxnSpPr>
            <a:cxnSpLocks/>
          </p:cNvCxnSpPr>
          <p:nvPr/>
        </p:nvCxnSpPr>
        <p:spPr>
          <a:xfrm>
            <a:off x="4171951" y="4417219"/>
            <a:ext cx="0" cy="523877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0" name="Straight Connector 1869">
            <a:extLst>
              <a:ext uri="{FF2B5EF4-FFF2-40B4-BE49-F238E27FC236}">
                <a16:creationId xmlns:a16="http://schemas.microsoft.com/office/drawing/2014/main" id="{01D2C901-DC51-F5F0-6B9D-A094CAAABB19}"/>
              </a:ext>
            </a:extLst>
          </p:cNvPr>
          <p:cNvCxnSpPr>
            <a:cxnSpLocks/>
          </p:cNvCxnSpPr>
          <p:nvPr/>
        </p:nvCxnSpPr>
        <p:spPr>
          <a:xfrm flipH="1" flipV="1">
            <a:off x="3345656" y="4098131"/>
            <a:ext cx="826296" cy="321469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2" name="Straight Connector 1871">
            <a:extLst>
              <a:ext uri="{FF2B5EF4-FFF2-40B4-BE49-F238E27FC236}">
                <a16:creationId xmlns:a16="http://schemas.microsoft.com/office/drawing/2014/main" id="{FE970F01-9B6A-0C4A-1DC0-4615149784DD}"/>
              </a:ext>
            </a:extLst>
          </p:cNvPr>
          <p:cNvCxnSpPr>
            <a:cxnSpLocks/>
          </p:cNvCxnSpPr>
          <p:nvPr/>
        </p:nvCxnSpPr>
        <p:spPr>
          <a:xfrm flipH="1">
            <a:off x="3176589" y="4100195"/>
            <a:ext cx="165100" cy="693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4" name="Straight Connector 1873">
            <a:extLst>
              <a:ext uri="{FF2B5EF4-FFF2-40B4-BE49-F238E27FC236}">
                <a16:creationId xmlns:a16="http://schemas.microsoft.com/office/drawing/2014/main" id="{5D61B86C-2459-430E-1ABC-DD38C7F829E7}"/>
              </a:ext>
            </a:extLst>
          </p:cNvPr>
          <p:cNvCxnSpPr>
            <a:cxnSpLocks/>
          </p:cNvCxnSpPr>
          <p:nvPr/>
        </p:nvCxnSpPr>
        <p:spPr>
          <a:xfrm>
            <a:off x="3186114" y="4167188"/>
            <a:ext cx="0" cy="114301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5" name="Straight Connector 1874">
            <a:extLst>
              <a:ext uri="{FF2B5EF4-FFF2-40B4-BE49-F238E27FC236}">
                <a16:creationId xmlns:a16="http://schemas.microsoft.com/office/drawing/2014/main" id="{0EECE775-9767-2384-B386-2872199B4886}"/>
              </a:ext>
            </a:extLst>
          </p:cNvPr>
          <p:cNvCxnSpPr>
            <a:cxnSpLocks/>
          </p:cNvCxnSpPr>
          <p:nvPr/>
        </p:nvCxnSpPr>
        <p:spPr>
          <a:xfrm flipH="1" flipV="1">
            <a:off x="3181350" y="4286250"/>
            <a:ext cx="176213" cy="7620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7" name="Straight Connector 1876">
            <a:extLst>
              <a:ext uri="{FF2B5EF4-FFF2-40B4-BE49-F238E27FC236}">
                <a16:creationId xmlns:a16="http://schemas.microsoft.com/office/drawing/2014/main" id="{B082CDC5-C07C-D3F2-B5A5-E6CDBA5B4494}"/>
              </a:ext>
            </a:extLst>
          </p:cNvPr>
          <p:cNvCxnSpPr>
            <a:cxnSpLocks/>
          </p:cNvCxnSpPr>
          <p:nvPr/>
        </p:nvCxnSpPr>
        <p:spPr>
          <a:xfrm>
            <a:off x="3350420" y="4367214"/>
            <a:ext cx="0" cy="114301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8" name="Straight Connector 1877">
            <a:extLst>
              <a:ext uri="{FF2B5EF4-FFF2-40B4-BE49-F238E27FC236}">
                <a16:creationId xmlns:a16="http://schemas.microsoft.com/office/drawing/2014/main" id="{3D8C6BCC-B4DF-C896-6C55-4395DAF3BC84}"/>
              </a:ext>
            </a:extLst>
          </p:cNvPr>
          <p:cNvCxnSpPr>
            <a:cxnSpLocks/>
          </p:cNvCxnSpPr>
          <p:nvPr/>
        </p:nvCxnSpPr>
        <p:spPr>
          <a:xfrm flipH="1">
            <a:off x="3343275" y="4414838"/>
            <a:ext cx="159544" cy="71437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0" name="Straight Connector 1879">
            <a:extLst>
              <a:ext uri="{FF2B5EF4-FFF2-40B4-BE49-F238E27FC236}">
                <a16:creationId xmlns:a16="http://schemas.microsoft.com/office/drawing/2014/main" id="{4403382B-0140-5F49-FAFD-8E52312ED8EC}"/>
              </a:ext>
            </a:extLst>
          </p:cNvPr>
          <p:cNvCxnSpPr>
            <a:cxnSpLocks/>
          </p:cNvCxnSpPr>
          <p:nvPr/>
        </p:nvCxnSpPr>
        <p:spPr>
          <a:xfrm>
            <a:off x="3500438" y="4305301"/>
            <a:ext cx="0" cy="114301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1" name="Straight Connector 1880">
            <a:extLst>
              <a:ext uri="{FF2B5EF4-FFF2-40B4-BE49-F238E27FC236}">
                <a16:creationId xmlns:a16="http://schemas.microsoft.com/office/drawing/2014/main" id="{64129B9B-5E72-172C-AC72-15BE3211FD7A}"/>
              </a:ext>
            </a:extLst>
          </p:cNvPr>
          <p:cNvCxnSpPr>
            <a:cxnSpLocks/>
          </p:cNvCxnSpPr>
          <p:nvPr/>
        </p:nvCxnSpPr>
        <p:spPr>
          <a:xfrm>
            <a:off x="3500437" y="4300538"/>
            <a:ext cx="347663" cy="130968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3" name="Straight Connector 1882">
            <a:extLst>
              <a:ext uri="{FF2B5EF4-FFF2-40B4-BE49-F238E27FC236}">
                <a16:creationId xmlns:a16="http://schemas.microsoft.com/office/drawing/2014/main" id="{E62EA16B-FE1C-F836-5E6C-E9DF918B9125}"/>
              </a:ext>
            </a:extLst>
          </p:cNvPr>
          <p:cNvCxnSpPr>
            <a:cxnSpLocks/>
          </p:cNvCxnSpPr>
          <p:nvPr/>
        </p:nvCxnSpPr>
        <p:spPr>
          <a:xfrm>
            <a:off x="3843338" y="4426745"/>
            <a:ext cx="0" cy="114301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4" name="Straight Connector 1883">
            <a:extLst>
              <a:ext uri="{FF2B5EF4-FFF2-40B4-BE49-F238E27FC236}">
                <a16:creationId xmlns:a16="http://schemas.microsoft.com/office/drawing/2014/main" id="{EC2446D0-1BEC-8885-2442-82D23AB5B4F5}"/>
              </a:ext>
            </a:extLst>
          </p:cNvPr>
          <p:cNvCxnSpPr>
            <a:cxnSpLocks/>
          </p:cNvCxnSpPr>
          <p:nvPr/>
        </p:nvCxnSpPr>
        <p:spPr>
          <a:xfrm flipH="1" flipV="1">
            <a:off x="3831431" y="4543425"/>
            <a:ext cx="176213" cy="7620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5" name="Straight Connector 1884">
            <a:extLst>
              <a:ext uri="{FF2B5EF4-FFF2-40B4-BE49-F238E27FC236}">
                <a16:creationId xmlns:a16="http://schemas.microsoft.com/office/drawing/2014/main" id="{51318671-CCD7-E63F-36B7-C140C0FF22E0}"/>
              </a:ext>
            </a:extLst>
          </p:cNvPr>
          <p:cNvCxnSpPr>
            <a:cxnSpLocks/>
          </p:cNvCxnSpPr>
          <p:nvPr/>
        </p:nvCxnSpPr>
        <p:spPr>
          <a:xfrm>
            <a:off x="4012407" y="4619627"/>
            <a:ext cx="0" cy="114301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6" name="Straight Connector 1885">
            <a:extLst>
              <a:ext uri="{FF2B5EF4-FFF2-40B4-BE49-F238E27FC236}">
                <a16:creationId xmlns:a16="http://schemas.microsoft.com/office/drawing/2014/main" id="{72F3CA88-2736-0E6E-105A-5C1438E306D8}"/>
              </a:ext>
            </a:extLst>
          </p:cNvPr>
          <p:cNvCxnSpPr>
            <a:cxnSpLocks/>
          </p:cNvCxnSpPr>
          <p:nvPr/>
        </p:nvCxnSpPr>
        <p:spPr>
          <a:xfrm flipH="1">
            <a:off x="3845719" y="4731545"/>
            <a:ext cx="169069" cy="90486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7" name="Straight Connector 1886">
            <a:extLst>
              <a:ext uri="{FF2B5EF4-FFF2-40B4-BE49-F238E27FC236}">
                <a16:creationId xmlns:a16="http://schemas.microsoft.com/office/drawing/2014/main" id="{4784AF19-8290-C798-829E-3611D7DD3EB2}"/>
              </a:ext>
            </a:extLst>
          </p:cNvPr>
          <p:cNvCxnSpPr>
            <a:cxnSpLocks/>
          </p:cNvCxnSpPr>
          <p:nvPr/>
        </p:nvCxnSpPr>
        <p:spPr>
          <a:xfrm>
            <a:off x="3848101" y="4824414"/>
            <a:ext cx="0" cy="114301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8" name="Straight Connector 1887">
            <a:extLst>
              <a:ext uri="{FF2B5EF4-FFF2-40B4-BE49-F238E27FC236}">
                <a16:creationId xmlns:a16="http://schemas.microsoft.com/office/drawing/2014/main" id="{35B95F36-B6E0-08AF-0FD8-210BDB48C681}"/>
              </a:ext>
            </a:extLst>
          </p:cNvPr>
          <p:cNvCxnSpPr>
            <a:cxnSpLocks/>
          </p:cNvCxnSpPr>
          <p:nvPr/>
        </p:nvCxnSpPr>
        <p:spPr>
          <a:xfrm flipH="1" flipV="1">
            <a:off x="3669507" y="4874419"/>
            <a:ext cx="176213" cy="7620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0" name="Straight Connector 1889">
            <a:extLst>
              <a:ext uri="{FF2B5EF4-FFF2-40B4-BE49-F238E27FC236}">
                <a16:creationId xmlns:a16="http://schemas.microsoft.com/office/drawing/2014/main" id="{580529C2-888D-D9A3-15BF-81ABD8872C5E}"/>
              </a:ext>
            </a:extLst>
          </p:cNvPr>
          <p:cNvCxnSpPr>
            <a:cxnSpLocks/>
          </p:cNvCxnSpPr>
          <p:nvPr/>
        </p:nvCxnSpPr>
        <p:spPr>
          <a:xfrm>
            <a:off x="3674269" y="4774408"/>
            <a:ext cx="0" cy="114301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1" name="Straight Connector 1890">
            <a:extLst>
              <a:ext uri="{FF2B5EF4-FFF2-40B4-BE49-F238E27FC236}">
                <a16:creationId xmlns:a16="http://schemas.microsoft.com/office/drawing/2014/main" id="{810E4632-3D96-4C80-4CAA-42B9C37E7C00}"/>
              </a:ext>
            </a:extLst>
          </p:cNvPr>
          <p:cNvCxnSpPr>
            <a:cxnSpLocks/>
          </p:cNvCxnSpPr>
          <p:nvPr/>
        </p:nvCxnSpPr>
        <p:spPr>
          <a:xfrm flipH="1">
            <a:off x="3671888" y="4686301"/>
            <a:ext cx="169069" cy="90486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2" name="Straight Connector 1891">
            <a:extLst>
              <a:ext uri="{FF2B5EF4-FFF2-40B4-BE49-F238E27FC236}">
                <a16:creationId xmlns:a16="http://schemas.microsoft.com/office/drawing/2014/main" id="{91161A8E-F056-4ADE-6A7F-88B7F23D4FE5}"/>
              </a:ext>
            </a:extLst>
          </p:cNvPr>
          <p:cNvCxnSpPr>
            <a:cxnSpLocks/>
          </p:cNvCxnSpPr>
          <p:nvPr/>
        </p:nvCxnSpPr>
        <p:spPr>
          <a:xfrm flipH="1" flipV="1">
            <a:off x="3671888" y="4610100"/>
            <a:ext cx="176213" cy="7620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3" name="Straight Connector 1892">
            <a:extLst>
              <a:ext uri="{FF2B5EF4-FFF2-40B4-BE49-F238E27FC236}">
                <a16:creationId xmlns:a16="http://schemas.microsoft.com/office/drawing/2014/main" id="{3CA5E9D0-37E1-4966-A378-762BF47EA41B}"/>
              </a:ext>
            </a:extLst>
          </p:cNvPr>
          <p:cNvCxnSpPr>
            <a:cxnSpLocks/>
          </p:cNvCxnSpPr>
          <p:nvPr/>
        </p:nvCxnSpPr>
        <p:spPr>
          <a:xfrm>
            <a:off x="3674269" y="4493420"/>
            <a:ext cx="0" cy="114301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4" name="Straight Connector 1893">
            <a:extLst>
              <a:ext uri="{FF2B5EF4-FFF2-40B4-BE49-F238E27FC236}">
                <a16:creationId xmlns:a16="http://schemas.microsoft.com/office/drawing/2014/main" id="{B07EC367-6685-B915-98E0-DB1CDEDB88FB}"/>
              </a:ext>
            </a:extLst>
          </p:cNvPr>
          <p:cNvCxnSpPr>
            <a:cxnSpLocks/>
          </p:cNvCxnSpPr>
          <p:nvPr/>
        </p:nvCxnSpPr>
        <p:spPr>
          <a:xfrm flipH="1">
            <a:off x="3495675" y="4483895"/>
            <a:ext cx="169069" cy="90486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5" name="Straight Connector 1894">
            <a:extLst>
              <a:ext uri="{FF2B5EF4-FFF2-40B4-BE49-F238E27FC236}">
                <a16:creationId xmlns:a16="http://schemas.microsoft.com/office/drawing/2014/main" id="{A2C373A5-00A8-17BD-0AD9-3A2662112A63}"/>
              </a:ext>
            </a:extLst>
          </p:cNvPr>
          <p:cNvCxnSpPr>
            <a:cxnSpLocks/>
          </p:cNvCxnSpPr>
          <p:nvPr/>
        </p:nvCxnSpPr>
        <p:spPr>
          <a:xfrm>
            <a:off x="3505200" y="4572002"/>
            <a:ext cx="0" cy="254792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7" name="Straight Connector 1896">
            <a:extLst>
              <a:ext uri="{FF2B5EF4-FFF2-40B4-BE49-F238E27FC236}">
                <a16:creationId xmlns:a16="http://schemas.microsoft.com/office/drawing/2014/main" id="{3E9AEA61-3634-F87E-3FBD-6922F8BD6CD3}"/>
              </a:ext>
            </a:extLst>
          </p:cNvPr>
          <p:cNvCxnSpPr>
            <a:cxnSpLocks/>
          </p:cNvCxnSpPr>
          <p:nvPr/>
        </p:nvCxnSpPr>
        <p:spPr>
          <a:xfrm flipH="1">
            <a:off x="3176588" y="4814888"/>
            <a:ext cx="326231" cy="130968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9" name="Straight Connector 1898">
            <a:extLst>
              <a:ext uri="{FF2B5EF4-FFF2-40B4-BE49-F238E27FC236}">
                <a16:creationId xmlns:a16="http://schemas.microsoft.com/office/drawing/2014/main" id="{C0F7B221-7B5A-4AF6-A2D8-805E4CBB8F35}"/>
              </a:ext>
            </a:extLst>
          </p:cNvPr>
          <p:cNvCxnSpPr>
            <a:cxnSpLocks/>
          </p:cNvCxnSpPr>
          <p:nvPr/>
        </p:nvCxnSpPr>
        <p:spPr>
          <a:xfrm>
            <a:off x="3178969" y="4841083"/>
            <a:ext cx="0" cy="114301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0" name="Straight Connector 1899">
            <a:extLst>
              <a:ext uri="{FF2B5EF4-FFF2-40B4-BE49-F238E27FC236}">
                <a16:creationId xmlns:a16="http://schemas.microsoft.com/office/drawing/2014/main" id="{4F433278-FDC7-14FE-B774-96326B6A8449}"/>
              </a:ext>
            </a:extLst>
          </p:cNvPr>
          <p:cNvCxnSpPr>
            <a:cxnSpLocks/>
          </p:cNvCxnSpPr>
          <p:nvPr/>
        </p:nvCxnSpPr>
        <p:spPr>
          <a:xfrm flipH="1">
            <a:off x="3178969" y="4743450"/>
            <a:ext cx="171450" cy="76199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2" name="Straight Connector 1901">
            <a:extLst>
              <a:ext uri="{FF2B5EF4-FFF2-40B4-BE49-F238E27FC236}">
                <a16:creationId xmlns:a16="http://schemas.microsoft.com/office/drawing/2014/main" id="{E519A993-F304-52E5-82E3-0AC5F36C7AC5}"/>
              </a:ext>
            </a:extLst>
          </p:cNvPr>
          <p:cNvCxnSpPr>
            <a:cxnSpLocks/>
          </p:cNvCxnSpPr>
          <p:nvPr/>
        </p:nvCxnSpPr>
        <p:spPr>
          <a:xfrm flipH="1" flipV="1">
            <a:off x="3176588" y="4676775"/>
            <a:ext cx="176213" cy="7620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3" name="Straight Connector 1902">
            <a:extLst>
              <a:ext uri="{FF2B5EF4-FFF2-40B4-BE49-F238E27FC236}">
                <a16:creationId xmlns:a16="http://schemas.microsoft.com/office/drawing/2014/main" id="{2DC1946A-B84C-A920-0B7E-63857DDA2025}"/>
              </a:ext>
            </a:extLst>
          </p:cNvPr>
          <p:cNvCxnSpPr>
            <a:cxnSpLocks/>
          </p:cNvCxnSpPr>
          <p:nvPr/>
        </p:nvCxnSpPr>
        <p:spPr>
          <a:xfrm>
            <a:off x="3171825" y="4429125"/>
            <a:ext cx="0" cy="252416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5" name="Straight Connector 1904">
            <a:extLst>
              <a:ext uri="{FF2B5EF4-FFF2-40B4-BE49-F238E27FC236}">
                <a16:creationId xmlns:a16="http://schemas.microsoft.com/office/drawing/2014/main" id="{1ECC5A94-CC2D-5C37-D4E4-E626B39AAA8C}"/>
              </a:ext>
            </a:extLst>
          </p:cNvPr>
          <p:cNvCxnSpPr>
            <a:cxnSpLocks/>
          </p:cNvCxnSpPr>
          <p:nvPr/>
        </p:nvCxnSpPr>
        <p:spPr>
          <a:xfrm flipH="1">
            <a:off x="3009900" y="4424363"/>
            <a:ext cx="159544" cy="71437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6" name="Straight Connector 1905">
            <a:extLst>
              <a:ext uri="{FF2B5EF4-FFF2-40B4-BE49-F238E27FC236}">
                <a16:creationId xmlns:a16="http://schemas.microsoft.com/office/drawing/2014/main" id="{ADAA28A8-2B82-1DBB-A9CF-778FAE803A7C}"/>
              </a:ext>
            </a:extLst>
          </p:cNvPr>
          <p:cNvCxnSpPr>
            <a:cxnSpLocks/>
          </p:cNvCxnSpPr>
          <p:nvPr/>
        </p:nvCxnSpPr>
        <p:spPr>
          <a:xfrm>
            <a:off x="3014663" y="4064794"/>
            <a:ext cx="0" cy="426247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8" name="Straight Connector 1907">
            <a:extLst>
              <a:ext uri="{FF2B5EF4-FFF2-40B4-BE49-F238E27FC236}">
                <a16:creationId xmlns:a16="http://schemas.microsoft.com/office/drawing/2014/main" id="{7F27650D-7B2A-C14B-1F38-EED0A862D393}"/>
              </a:ext>
            </a:extLst>
          </p:cNvPr>
          <p:cNvCxnSpPr>
            <a:cxnSpLocks/>
          </p:cNvCxnSpPr>
          <p:nvPr/>
        </p:nvCxnSpPr>
        <p:spPr>
          <a:xfrm>
            <a:off x="3014663" y="3095625"/>
            <a:ext cx="0" cy="752478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5" name="Straight Connector 1914">
            <a:extLst>
              <a:ext uri="{FF2B5EF4-FFF2-40B4-BE49-F238E27FC236}">
                <a16:creationId xmlns:a16="http://schemas.microsoft.com/office/drawing/2014/main" id="{945686C2-3E1C-75CD-1B9C-1F69ECFBA5D8}"/>
              </a:ext>
            </a:extLst>
          </p:cNvPr>
          <p:cNvCxnSpPr>
            <a:cxnSpLocks/>
          </p:cNvCxnSpPr>
          <p:nvPr/>
        </p:nvCxnSpPr>
        <p:spPr>
          <a:xfrm>
            <a:off x="2185988" y="2874169"/>
            <a:ext cx="0" cy="502444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4" name="Straight Connector 1963">
            <a:extLst>
              <a:ext uri="{FF2B5EF4-FFF2-40B4-BE49-F238E27FC236}">
                <a16:creationId xmlns:a16="http://schemas.microsoft.com/office/drawing/2014/main" id="{2ADB3AFF-BFD7-8DDC-5FE2-8055B3CCDE2B}"/>
              </a:ext>
            </a:extLst>
          </p:cNvPr>
          <p:cNvCxnSpPr>
            <a:cxnSpLocks/>
          </p:cNvCxnSpPr>
          <p:nvPr/>
        </p:nvCxnSpPr>
        <p:spPr>
          <a:xfrm>
            <a:off x="2024063" y="3464719"/>
            <a:ext cx="0" cy="12382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7" name="Straight Connector 1966">
            <a:extLst>
              <a:ext uri="{FF2B5EF4-FFF2-40B4-BE49-F238E27FC236}">
                <a16:creationId xmlns:a16="http://schemas.microsoft.com/office/drawing/2014/main" id="{EB707E13-79D8-8A13-404F-09C949A76247}"/>
              </a:ext>
            </a:extLst>
          </p:cNvPr>
          <p:cNvCxnSpPr>
            <a:cxnSpLocks/>
          </p:cNvCxnSpPr>
          <p:nvPr/>
        </p:nvCxnSpPr>
        <p:spPr>
          <a:xfrm>
            <a:off x="692944" y="3205163"/>
            <a:ext cx="1159669" cy="454818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9" name="Straight Connector 1968">
            <a:extLst>
              <a:ext uri="{FF2B5EF4-FFF2-40B4-BE49-F238E27FC236}">
                <a16:creationId xmlns:a16="http://schemas.microsoft.com/office/drawing/2014/main" id="{EF384CCE-B5BC-7134-1771-A4F3E8739FC6}"/>
              </a:ext>
            </a:extLst>
          </p:cNvPr>
          <p:cNvCxnSpPr>
            <a:cxnSpLocks/>
          </p:cNvCxnSpPr>
          <p:nvPr/>
        </p:nvCxnSpPr>
        <p:spPr>
          <a:xfrm>
            <a:off x="692944" y="3083719"/>
            <a:ext cx="0" cy="12382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2" name="Straight Connector 1971">
            <a:extLst>
              <a:ext uri="{FF2B5EF4-FFF2-40B4-BE49-F238E27FC236}">
                <a16:creationId xmlns:a16="http://schemas.microsoft.com/office/drawing/2014/main" id="{70B81D33-C98F-D72F-789D-48FBBF722196}"/>
              </a:ext>
            </a:extLst>
          </p:cNvPr>
          <p:cNvCxnSpPr>
            <a:cxnSpLocks/>
          </p:cNvCxnSpPr>
          <p:nvPr/>
        </p:nvCxnSpPr>
        <p:spPr>
          <a:xfrm>
            <a:off x="538163" y="2243138"/>
            <a:ext cx="0" cy="77152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0" name="Straight Connector 1979">
            <a:extLst>
              <a:ext uri="{FF2B5EF4-FFF2-40B4-BE49-F238E27FC236}">
                <a16:creationId xmlns:a16="http://schemas.microsoft.com/office/drawing/2014/main" id="{654ECF43-FDB8-7154-87F5-68F362FA14DA}"/>
              </a:ext>
            </a:extLst>
          </p:cNvPr>
          <p:cNvCxnSpPr>
            <a:cxnSpLocks/>
          </p:cNvCxnSpPr>
          <p:nvPr/>
        </p:nvCxnSpPr>
        <p:spPr>
          <a:xfrm>
            <a:off x="695325" y="2290763"/>
            <a:ext cx="0" cy="12382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1" name="Straight Connector 1980">
            <a:extLst>
              <a:ext uri="{FF2B5EF4-FFF2-40B4-BE49-F238E27FC236}">
                <a16:creationId xmlns:a16="http://schemas.microsoft.com/office/drawing/2014/main" id="{DE3FC523-AC92-5DD6-2002-9A82A298FD9E}"/>
              </a:ext>
            </a:extLst>
          </p:cNvPr>
          <p:cNvCxnSpPr>
            <a:cxnSpLocks/>
          </p:cNvCxnSpPr>
          <p:nvPr/>
        </p:nvCxnSpPr>
        <p:spPr>
          <a:xfrm>
            <a:off x="692944" y="2674144"/>
            <a:ext cx="0" cy="26670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4" name="Straight Connector 1983">
            <a:extLst>
              <a:ext uri="{FF2B5EF4-FFF2-40B4-BE49-F238E27FC236}">
                <a16:creationId xmlns:a16="http://schemas.microsoft.com/office/drawing/2014/main" id="{FE5C7EB0-C2E8-AEDA-A024-E447E197B25F}"/>
              </a:ext>
            </a:extLst>
          </p:cNvPr>
          <p:cNvCxnSpPr>
            <a:cxnSpLocks/>
          </p:cNvCxnSpPr>
          <p:nvPr/>
        </p:nvCxnSpPr>
        <p:spPr>
          <a:xfrm>
            <a:off x="862012" y="2997995"/>
            <a:ext cx="0" cy="12382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8" name="Straight Connector 1987">
            <a:extLst>
              <a:ext uri="{FF2B5EF4-FFF2-40B4-BE49-F238E27FC236}">
                <a16:creationId xmlns:a16="http://schemas.microsoft.com/office/drawing/2014/main" id="{5FFFE0F2-1DAF-7713-B8F6-7FFC494B82C0}"/>
              </a:ext>
            </a:extLst>
          </p:cNvPr>
          <p:cNvCxnSpPr>
            <a:cxnSpLocks/>
          </p:cNvCxnSpPr>
          <p:nvPr/>
        </p:nvCxnSpPr>
        <p:spPr>
          <a:xfrm>
            <a:off x="1859755" y="3400426"/>
            <a:ext cx="0" cy="12382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1" name="Straight Connector 1990">
            <a:extLst>
              <a:ext uri="{FF2B5EF4-FFF2-40B4-BE49-F238E27FC236}">
                <a16:creationId xmlns:a16="http://schemas.microsoft.com/office/drawing/2014/main" id="{17B29447-0039-064B-71ED-73FCA07EB8F8}"/>
              </a:ext>
            </a:extLst>
          </p:cNvPr>
          <p:cNvCxnSpPr>
            <a:cxnSpLocks/>
          </p:cNvCxnSpPr>
          <p:nvPr/>
        </p:nvCxnSpPr>
        <p:spPr>
          <a:xfrm>
            <a:off x="1021555" y="2945607"/>
            <a:ext cx="0" cy="12382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3" name="Straight Connector 1992">
            <a:extLst>
              <a:ext uri="{FF2B5EF4-FFF2-40B4-BE49-F238E27FC236}">
                <a16:creationId xmlns:a16="http://schemas.microsoft.com/office/drawing/2014/main" id="{3F9FD1F4-B784-0A0D-E064-E2117843311F}"/>
              </a:ext>
            </a:extLst>
          </p:cNvPr>
          <p:cNvCxnSpPr>
            <a:cxnSpLocks/>
          </p:cNvCxnSpPr>
          <p:nvPr/>
        </p:nvCxnSpPr>
        <p:spPr>
          <a:xfrm>
            <a:off x="852486" y="2757488"/>
            <a:ext cx="0" cy="12382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6" name="Straight Connector 1995">
            <a:extLst>
              <a:ext uri="{FF2B5EF4-FFF2-40B4-BE49-F238E27FC236}">
                <a16:creationId xmlns:a16="http://schemas.microsoft.com/office/drawing/2014/main" id="{DDD8452C-E9FE-DE86-4B30-0E0AFD50458C}"/>
              </a:ext>
            </a:extLst>
          </p:cNvPr>
          <p:cNvCxnSpPr>
            <a:cxnSpLocks/>
          </p:cNvCxnSpPr>
          <p:nvPr/>
        </p:nvCxnSpPr>
        <p:spPr>
          <a:xfrm>
            <a:off x="1193005" y="2876550"/>
            <a:ext cx="0" cy="12382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9" name="Straight Connector 1998">
            <a:extLst>
              <a:ext uri="{FF2B5EF4-FFF2-40B4-BE49-F238E27FC236}">
                <a16:creationId xmlns:a16="http://schemas.microsoft.com/office/drawing/2014/main" id="{6CEE293E-A045-BE4B-E916-7B081CD27C4F}"/>
              </a:ext>
            </a:extLst>
          </p:cNvPr>
          <p:cNvCxnSpPr>
            <a:cxnSpLocks/>
          </p:cNvCxnSpPr>
          <p:nvPr/>
        </p:nvCxnSpPr>
        <p:spPr>
          <a:xfrm>
            <a:off x="2031207" y="3212308"/>
            <a:ext cx="0" cy="12382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2" name="Straight Connector 2001">
            <a:extLst>
              <a:ext uri="{FF2B5EF4-FFF2-40B4-BE49-F238E27FC236}">
                <a16:creationId xmlns:a16="http://schemas.microsoft.com/office/drawing/2014/main" id="{680B5043-BBC4-25E2-92A0-F45AFD9FB05E}"/>
              </a:ext>
            </a:extLst>
          </p:cNvPr>
          <p:cNvCxnSpPr>
            <a:cxnSpLocks/>
          </p:cNvCxnSpPr>
          <p:nvPr/>
        </p:nvCxnSpPr>
        <p:spPr>
          <a:xfrm>
            <a:off x="1352549" y="2819400"/>
            <a:ext cx="0" cy="12382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6" name="Straight Connector 2005">
            <a:extLst>
              <a:ext uri="{FF2B5EF4-FFF2-40B4-BE49-F238E27FC236}">
                <a16:creationId xmlns:a16="http://schemas.microsoft.com/office/drawing/2014/main" id="{BCDACC40-E351-DDA4-C450-EBE146D2A3FD}"/>
              </a:ext>
            </a:extLst>
          </p:cNvPr>
          <p:cNvCxnSpPr>
            <a:cxnSpLocks/>
          </p:cNvCxnSpPr>
          <p:nvPr/>
        </p:nvCxnSpPr>
        <p:spPr>
          <a:xfrm>
            <a:off x="1514474" y="2745581"/>
            <a:ext cx="0" cy="12382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9" name="Straight Connector 2008">
            <a:extLst>
              <a:ext uri="{FF2B5EF4-FFF2-40B4-BE49-F238E27FC236}">
                <a16:creationId xmlns:a16="http://schemas.microsoft.com/office/drawing/2014/main" id="{F3A1606A-16E9-69DB-D005-794CEB334E31}"/>
              </a:ext>
            </a:extLst>
          </p:cNvPr>
          <p:cNvCxnSpPr>
            <a:cxnSpLocks/>
          </p:cNvCxnSpPr>
          <p:nvPr/>
        </p:nvCxnSpPr>
        <p:spPr>
          <a:xfrm>
            <a:off x="2031205" y="2952750"/>
            <a:ext cx="0" cy="12382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1" name="Straight Connector 2010">
            <a:extLst>
              <a:ext uri="{FF2B5EF4-FFF2-40B4-BE49-F238E27FC236}">
                <a16:creationId xmlns:a16="http://schemas.microsoft.com/office/drawing/2014/main" id="{A6EEF9F1-3165-814C-84F3-D983083FACC1}"/>
              </a:ext>
            </a:extLst>
          </p:cNvPr>
          <p:cNvCxnSpPr>
            <a:cxnSpLocks/>
          </p:cNvCxnSpPr>
          <p:nvPr/>
        </p:nvCxnSpPr>
        <p:spPr>
          <a:xfrm>
            <a:off x="1693068" y="2697956"/>
            <a:ext cx="0" cy="12382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5" name="Straight Connector 2014">
            <a:extLst>
              <a:ext uri="{FF2B5EF4-FFF2-40B4-BE49-F238E27FC236}">
                <a16:creationId xmlns:a16="http://schemas.microsoft.com/office/drawing/2014/main" id="{A1F84C88-C692-F4F7-A63D-388B5BC6FFDF}"/>
              </a:ext>
            </a:extLst>
          </p:cNvPr>
          <p:cNvCxnSpPr>
            <a:cxnSpLocks/>
          </p:cNvCxnSpPr>
          <p:nvPr/>
        </p:nvCxnSpPr>
        <p:spPr>
          <a:xfrm>
            <a:off x="1864518" y="2478881"/>
            <a:ext cx="0" cy="271463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8" name="Straight Connector 2017">
            <a:extLst>
              <a:ext uri="{FF2B5EF4-FFF2-40B4-BE49-F238E27FC236}">
                <a16:creationId xmlns:a16="http://schemas.microsoft.com/office/drawing/2014/main" id="{D8BF665B-0A94-C10E-29AE-01E90919BFF9}"/>
              </a:ext>
            </a:extLst>
          </p:cNvPr>
          <p:cNvCxnSpPr>
            <a:cxnSpLocks/>
          </p:cNvCxnSpPr>
          <p:nvPr/>
        </p:nvCxnSpPr>
        <p:spPr>
          <a:xfrm>
            <a:off x="2021680" y="2300288"/>
            <a:ext cx="0" cy="528637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1" name="Straight Connector 2020">
            <a:extLst>
              <a:ext uri="{FF2B5EF4-FFF2-40B4-BE49-F238E27FC236}">
                <a16:creationId xmlns:a16="http://schemas.microsoft.com/office/drawing/2014/main" id="{4EE3A455-4104-97CE-021D-1E36FB88522D}"/>
              </a:ext>
            </a:extLst>
          </p:cNvPr>
          <p:cNvCxnSpPr>
            <a:cxnSpLocks/>
          </p:cNvCxnSpPr>
          <p:nvPr/>
        </p:nvCxnSpPr>
        <p:spPr>
          <a:xfrm>
            <a:off x="2193131" y="2352675"/>
            <a:ext cx="0" cy="407194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4" name="Straight Connector 2023">
            <a:extLst>
              <a:ext uri="{FF2B5EF4-FFF2-40B4-BE49-F238E27FC236}">
                <a16:creationId xmlns:a16="http://schemas.microsoft.com/office/drawing/2014/main" id="{F38186E3-AD02-6275-66F4-D2BF1F415D07}"/>
              </a:ext>
            </a:extLst>
          </p:cNvPr>
          <p:cNvCxnSpPr>
            <a:cxnSpLocks/>
          </p:cNvCxnSpPr>
          <p:nvPr/>
        </p:nvCxnSpPr>
        <p:spPr>
          <a:xfrm>
            <a:off x="2350293" y="2433638"/>
            <a:ext cx="0" cy="242887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3" name="Straight Connector 2032">
            <a:extLst>
              <a:ext uri="{FF2B5EF4-FFF2-40B4-BE49-F238E27FC236}">
                <a16:creationId xmlns:a16="http://schemas.microsoft.com/office/drawing/2014/main" id="{0729DE7E-647E-2B10-D60E-C22C1C76543F}"/>
              </a:ext>
            </a:extLst>
          </p:cNvPr>
          <p:cNvCxnSpPr>
            <a:cxnSpLocks/>
          </p:cNvCxnSpPr>
          <p:nvPr/>
        </p:nvCxnSpPr>
        <p:spPr>
          <a:xfrm>
            <a:off x="2509836" y="2114550"/>
            <a:ext cx="0" cy="12382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7" name="Straight Connector 2036">
            <a:extLst>
              <a:ext uri="{FF2B5EF4-FFF2-40B4-BE49-F238E27FC236}">
                <a16:creationId xmlns:a16="http://schemas.microsoft.com/office/drawing/2014/main" id="{DF3ADDB5-C6C1-7F09-85D9-74CA692110AB}"/>
              </a:ext>
            </a:extLst>
          </p:cNvPr>
          <p:cNvCxnSpPr>
            <a:cxnSpLocks/>
          </p:cNvCxnSpPr>
          <p:nvPr/>
        </p:nvCxnSpPr>
        <p:spPr>
          <a:xfrm>
            <a:off x="2852736" y="1971675"/>
            <a:ext cx="0" cy="12382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1" name="Straight Connector 2040">
            <a:extLst>
              <a:ext uri="{FF2B5EF4-FFF2-40B4-BE49-F238E27FC236}">
                <a16:creationId xmlns:a16="http://schemas.microsoft.com/office/drawing/2014/main" id="{3F537637-4440-DF05-0300-BFB2886D852C}"/>
              </a:ext>
            </a:extLst>
          </p:cNvPr>
          <p:cNvCxnSpPr>
            <a:cxnSpLocks/>
          </p:cNvCxnSpPr>
          <p:nvPr/>
        </p:nvCxnSpPr>
        <p:spPr>
          <a:xfrm>
            <a:off x="3017836" y="609600"/>
            <a:ext cx="0" cy="16922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6" name="Straight Connector 2045">
            <a:extLst>
              <a:ext uri="{FF2B5EF4-FFF2-40B4-BE49-F238E27FC236}">
                <a16:creationId xmlns:a16="http://schemas.microsoft.com/office/drawing/2014/main" id="{3C2D3E46-AC6E-82C1-7955-13A5D369767B}"/>
              </a:ext>
            </a:extLst>
          </p:cNvPr>
          <p:cNvCxnSpPr>
            <a:cxnSpLocks/>
          </p:cNvCxnSpPr>
          <p:nvPr/>
        </p:nvCxnSpPr>
        <p:spPr>
          <a:xfrm>
            <a:off x="3189286" y="685800"/>
            <a:ext cx="0" cy="154622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0" name="Straight Connector 2049">
            <a:extLst>
              <a:ext uri="{FF2B5EF4-FFF2-40B4-BE49-F238E27FC236}">
                <a16:creationId xmlns:a16="http://schemas.microsoft.com/office/drawing/2014/main" id="{A730DECE-ABA1-7008-DE32-AE73EBCB1D52}"/>
              </a:ext>
            </a:extLst>
          </p:cNvPr>
          <p:cNvCxnSpPr>
            <a:cxnSpLocks/>
          </p:cNvCxnSpPr>
          <p:nvPr/>
        </p:nvCxnSpPr>
        <p:spPr>
          <a:xfrm>
            <a:off x="3348036" y="758825"/>
            <a:ext cx="0" cy="154622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1" name="Straight Connector 2050">
            <a:extLst>
              <a:ext uri="{FF2B5EF4-FFF2-40B4-BE49-F238E27FC236}">
                <a16:creationId xmlns:a16="http://schemas.microsoft.com/office/drawing/2014/main" id="{9C0D438B-CFE0-9CFF-BF04-315CF09A32D4}"/>
              </a:ext>
            </a:extLst>
          </p:cNvPr>
          <p:cNvCxnSpPr>
            <a:cxnSpLocks/>
          </p:cNvCxnSpPr>
          <p:nvPr/>
        </p:nvCxnSpPr>
        <p:spPr>
          <a:xfrm>
            <a:off x="3516311" y="815975"/>
            <a:ext cx="0" cy="129222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9" name="Straight Connector 2058">
            <a:extLst>
              <a:ext uri="{FF2B5EF4-FFF2-40B4-BE49-F238E27FC236}">
                <a16:creationId xmlns:a16="http://schemas.microsoft.com/office/drawing/2014/main" id="{DA87FD2A-2287-7E35-B025-244852EA6FD9}"/>
              </a:ext>
            </a:extLst>
          </p:cNvPr>
          <p:cNvCxnSpPr>
            <a:cxnSpLocks/>
          </p:cNvCxnSpPr>
          <p:nvPr/>
        </p:nvCxnSpPr>
        <p:spPr>
          <a:xfrm>
            <a:off x="4500561" y="1727200"/>
            <a:ext cx="0" cy="12382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3" name="Straight Connector 2062">
            <a:extLst>
              <a:ext uri="{FF2B5EF4-FFF2-40B4-BE49-F238E27FC236}">
                <a16:creationId xmlns:a16="http://schemas.microsoft.com/office/drawing/2014/main" id="{CEF9E07B-55A7-37E3-8C53-A4B44BC9064C}"/>
              </a:ext>
            </a:extLst>
          </p:cNvPr>
          <p:cNvCxnSpPr>
            <a:cxnSpLocks/>
          </p:cNvCxnSpPr>
          <p:nvPr/>
        </p:nvCxnSpPr>
        <p:spPr>
          <a:xfrm>
            <a:off x="3678236" y="1793875"/>
            <a:ext cx="0" cy="12382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8" name="Straight Connector 2067">
            <a:extLst>
              <a:ext uri="{FF2B5EF4-FFF2-40B4-BE49-F238E27FC236}">
                <a16:creationId xmlns:a16="http://schemas.microsoft.com/office/drawing/2014/main" id="{7AA01D8F-4FEC-3E9F-69C1-F28A1DD37E74}"/>
              </a:ext>
            </a:extLst>
          </p:cNvPr>
          <p:cNvCxnSpPr>
            <a:cxnSpLocks/>
          </p:cNvCxnSpPr>
          <p:nvPr/>
        </p:nvCxnSpPr>
        <p:spPr>
          <a:xfrm>
            <a:off x="3673474" y="1519238"/>
            <a:ext cx="0" cy="14605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4" name="Straight Connector 2073">
            <a:extLst>
              <a:ext uri="{FF2B5EF4-FFF2-40B4-BE49-F238E27FC236}">
                <a16:creationId xmlns:a16="http://schemas.microsoft.com/office/drawing/2014/main" id="{1A08564A-4BD1-0E7F-87FF-EB621E13164F}"/>
              </a:ext>
            </a:extLst>
          </p:cNvPr>
          <p:cNvCxnSpPr>
            <a:cxnSpLocks/>
          </p:cNvCxnSpPr>
          <p:nvPr/>
        </p:nvCxnSpPr>
        <p:spPr>
          <a:xfrm>
            <a:off x="3678236" y="883444"/>
            <a:ext cx="0" cy="522288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6" name="Straight Connector 2075">
            <a:extLst>
              <a:ext uri="{FF2B5EF4-FFF2-40B4-BE49-F238E27FC236}">
                <a16:creationId xmlns:a16="http://schemas.microsoft.com/office/drawing/2014/main" id="{0AAF46A0-F951-3BC9-0BC4-D0411D702805}"/>
              </a:ext>
            </a:extLst>
          </p:cNvPr>
          <p:cNvCxnSpPr>
            <a:cxnSpLocks/>
          </p:cNvCxnSpPr>
          <p:nvPr/>
        </p:nvCxnSpPr>
        <p:spPr>
          <a:xfrm>
            <a:off x="3842542" y="933450"/>
            <a:ext cx="0" cy="407194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9" name="Straight Connector 2078">
            <a:extLst>
              <a:ext uri="{FF2B5EF4-FFF2-40B4-BE49-F238E27FC236}">
                <a16:creationId xmlns:a16="http://schemas.microsoft.com/office/drawing/2014/main" id="{72B5DD0E-2F41-0004-E87B-78F39BC9EBD5}"/>
              </a:ext>
            </a:extLst>
          </p:cNvPr>
          <p:cNvCxnSpPr>
            <a:cxnSpLocks/>
          </p:cNvCxnSpPr>
          <p:nvPr/>
        </p:nvCxnSpPr>
        <p:spPr>
          <a:xfrm>
            <a:off x="4004468" y="1004888"/>
            <a:ext cx="0" cy="274638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2" name="Straight Connector 2081">
            <a:extLst>
              <a:ext uri="{FF2B5EF4-FFF2-40B4-BE49-F238E27FC236}">
                <a16:creationId xmlns:a16="http://schemas.microsoft.com/office/drawing/2014/main" id="{78024DA0-9E9A-E112-6279-71CB4F837EA3}"/>
              </a:ext>
            </a:extLst>
          </p:cNvPr>
          <p:cNvCxnSpPr>
            <a:cxnSpLocks/>
          </p:cNvCxnSpPr>
          <p:nvPr/>
        </p:nvCxnSpPr>
        <p:spPr>
          <a:xfrm>
            <a:off x="4175918" y="1069181"/>
            <a:ext cx="0" cy="14605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4" name="Straight Connector 2083">
            <a:extLst>
              <a:ext uri="{FF2B5EF4-FFF2-40B4-BE49-F238E27FC236}">
                <a16:creationId xmlns:a16="http://schemas.microsoft.com/office/drawing/2014/main" id="{913914AF-FE34-9166-867E-76F0E16C6A39}"/>
              </a:ext>
            </a:extLst>
          </p:cNvPr>
          <p:cNvCxnSpPr>
            <a:cxnSpLocks/>
          </p:cNvCxnSpPr>
          <p:nvPr/>
        </p:nvCxnSpPr>
        <p:spPr>
          <a:xfrm>
            <a:off x="4340224" y="1128713"/>
            <a:ext cx="0" cy="14605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7" name="Straight Connector 2086">
            <a:extLst>
              <a:ext uri="{FF2B5EF4-FFF2-40B4-BE49-F238E27FC236}">
                <a16:creationId xmlns:a16="http://schemas.microsoft.com/office/drawing/2014/main" id="{1F65D27A-2AD2-C1F9-0A14-8A496EC84F06}"/>
              </a:ext>
            </a:extLst>
          </p:cNvPr>
          <p:cNvCxnSpPr>
            <a:cxnSpLocks/>
          </p:cNvCxnSpPr>
          <p:nvPr/>
        </p:nvCxnSpPr>
        <p:spPr>
          <a:xfrm>
            <a:off x="4497387" y="1190625"/>
            <a:ext cx="0" cy="14605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1" name="Straight Connector 2090">
            <a:extLst>
              <a:ext uri="{FF2B5EF4-FFF2-40B4-BE49-F238E27FC236}">
                <a16:creationId xmlns:a16="http://schemas.microsoft.com/office/drawing/2014/main" id="{963199B8-8C84-F430-E651-9ED9F9E83B83}"/>
              </a:ext>
            </a:extLst>
          </p:cNvPr>
          <p:cNvCxnSpPr>
            <a:cxnSpLocks/>
          </p:cNvCxnSpPr>
          <p:nvPr/>
        </p:nvCxnSpPr>
        <p:spPr>
          <a:xfrm>
            <a:off x="5989637" y="2171700"/>
            <a:ext cx="0" cy="39370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4" name="Straight Connector 2093">
            <a:extLst>
              <a:ext uri="{FF2B5EF4-FFF2-40B4-BE49-F238E27FC236}">
                <a16:creationId xmlns:a16="http://schemas.microsoft.com/office/drawing/2014/main" id="{E4EE1F36-BA57-7DF9-4586-E72631498939}"/>
              </a:ext>
            </a:extLst>
          </p:cNvPr>
          <p:cNvCxnSpPr>
            <a:cxnSpLocks/>
          </p:cNvCxnSpPr>
          <p:nvPr/>
        </p:nvCxnSpPr>
        <p:spPr>
          <a:xfrm>
            <a:off x="6145211" y="2600325"/>
            <a:ext cx="0" cy="54292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7" name="Straight Connector 2096">
            <a:extLst>
              <a:ext uri="{FF2B5EF4-FFF2-40B4-BE49-F238E27FC236}">
                <a16:creationId xmlns:a16="http://schemas.microsoft.com/office/drawing/2014/main" id="{2930350A-CE5F-5291-6766-CEEE02865B95}"/>
              </a:ext>
            </a:extLst>
          </p:cNvPr>
          <p:cNvCxnSpPr>
            <a:cxnSpLocks/>
          </p:cNvCxnSpPr>
          <p:nvPr/>
        </p:nvCxnSpPr>
        <p:spPr>
          <a:xfrm>
            <a:off x="5827711" y="3016250"/>
            <a:ext cx="0" cy="246063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2" name="Straight Connector 2101">
            <a:extLst>
              <a:ext uri="{FF2B5EF4-FFF2-40B4-BE49-F238E27FC236}">
                <a16:creationId xmlns:a16="http://schemas.microsoft.com/office/drawing/2014/main" id="{5D4EBBE8-C638-C2D0-C900-0BA906181A1D}"/>
              </a:ext>
            </a:extLst>
          </p:cNvPr>
          <p:cNvCxnSpPr>
            <a:cxnSpLocks/>
          </p:cNvCxnSpPr>
          <p:nvPr/>
        </p:nvCxnSpPr>
        <p:spPr>
          <a:xfrm>
            <a:off x="5668167" y="3071019"/>
            <a:ext cx="0" cy="246063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6" name="Straight Connector 2105">
            <a:extLst>
              <a:ext uri="{FF2B5EF4-FFF2-40B4-BE49-F238E27FC236}">
                <a16:creationId xmlns:a16="http://schemas.microsoft.com/office/drawing/2014/main" id="{E835A93C-55D3-A1FB-BD83-B18363D5CB8D}"/>
              </a:ext>
            </a:extLst>
          </p:cNvPr>
          <p:cNvCxnSpPr>
            <a:cxnSpLocks/>
          </p:cNvCxnSpPr>
          <p:nvPr/>
        </p:nvCxnSpPr>
        <p:spPr>
          <a:xfrm>
            <a:off x="5987255" y="3321050"/>
            <a:ext cx="0" cy="400844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9" name="Straight Connector 2198">
            <a:extLst>
              <a:ext uri="{FF2B5EF4-FFF2-40B4-BE49-F238E27FC236}">
                <a16:creationId xmlns:a16="http://schemas.microsoft.com/office/drawing/2014/main" id="{3B25701F-AA81-E90D-118E-FD6EDC79F46B}"/>
              </a:ext>
            </a:extLst>
          </p:cNvPr>
          <p:cNvCxnSpPr>
            <a:cxnSpLocks/>
          </p:cNvCxnSpPr>
          <p:nvPr/>
        </p:nvCxnSpPr>
        <p:spPr>
          <a:xfrm>
            <a:off x="6315075" y="742950"/>
            <a:ext cx="659766" cy="260508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22" name="Group 2221">
            <a:extLst>
              <a:ext uri="{FF2B5EF4-FFF2-40B4-BE49-F238E27FC236}">
                <a16:creationId xmlns:a16="http://schemas.microsoft.com/office/drawing/2014/main" id="{558DEE07-AB43-02DA-333F-702158DE948B}"/>
              </a:ext>
            </a:extLst>
          </p:cNvPr>
          <p:cNvGrpSpPr/>
          <p:nvPr/>
        </p:nvGrpSpPr>
        <p:grpSpPr>
          <a:xfrm>
            <a:off x="1023938" y="88107"/>
            <a:ext cx="7954962" cy="3626643"/>
            <a:chOff x="1023938" y="88107"/>
            <a:chExt cx="7954962" cy="3626643"/>
          </a:xfrm>
        </p:grpSpPr>
        <p:cxnSp>
          <p:nvCxnSpPr>
            <p:cNvPr id="2216" name="Straight Connector 2215">
              <a:extLst>
                <a:ext uri="{FF2B5EF4-FFF2-40B4-BE49-F238E27FC236}">
                  <a16:creationId xmlns:a16="http://schemas.microsoft.com/office/drawing/2014/main" id="{7B7B0DBA-EB21-1FCA-1EBA-2C001BB3F3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40763" y="3140075"/>
              <a:ext cx="166687" cy="6461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9" name="Straight Connector 2218">
              <a:extLst>
                <a:ext uri="{FF2B5EF4-FFF2-40B4-BE49-F238E27FC236}">
                  <a16:creationId xmlns:a16="http://schemas.microsoft.com/office/drawing/2014/main" id="{2DF2E0C5-AF9B-0FE0-434E-2BD06A031BDC}"/>
                </a:ext>
              </a:extLst>
            </p:cNvPr>
            <p:cNvCxnSpPr>
              <a:cxnSpLocks/>
            </p:cNvCxnSpPr>
            <p:nvPr/>
          </p:nvCxnSpPr>
          <p:spPr>
            <a:xfrm>
              <a:off x="8801100" y="3127375"/>
              <a:ext cx="0" cy="2635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3" name="Straight Connector 2222">
              <a:extLst>
                <a:ext uri="{FF2B5EF4-FFF2-40B4-BE49-F238E27FC236}">
                  <a16:creationId xmlns:a16="http://schemas.microsoft.com/office/drawing/2014/main" id="{347815A0-4B80-6037-28C8-6972DD39DC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793163" y="3388836"/>
              <a:ext cx="176212" cy="7508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5" name="Straight Connector 2224">
              <a:extLst>
                <a:ext uri="{FF2B5EF4-FFF2-40B4-BE49-F238E27FC236}">
                  <a16:creationId xmlns:a16="http://schemas.microsoft.com/office/drawing/2014/main" id="{B2DEB1E1-3789-2E78-E625-6812F6F1B492}"/>
                </a:ext>
              </a:extLst>
            </p:cNvPr>
            <p:cNvCxnSpPr>
              <a:cxnSpLocks/>
            </p:cNvCxnSpPr>
            <p:nvPr/>
          </p:nvCxnSpPr>
          <p:spPr>
            <a:xfrm>
              <a:off x="8966200" y="3460750"/>
              <a:ext cx="0" cy="1365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7" name="Straight Connector 2226">
              <a:extLst>
                <a:ext uri="{FF2B5EF4-FFF2-40B4-BE49-F238E27FC236}">
                  <a16:creationId xmlns:a16="http://schemas.microsoft.com/office/drawing/2014/main" id="{BCC53C83-FFAB-3554-AC94-F9F6DDB9A8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02688" y="3515836"/>
              <a:ext cx="176212" cy="7508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8" name="Straight Connector 2227">
              <a:extLst>
                <a:ext uri="{FF2B5EF4-FFF2-40B4-BE49-F238E27FC236}">
                  <a16:creationId xmlns:a16="http://schemas.microsoft.com/office/drawing/2014/main" id="{AA1653C6-5BCF-1363-D4C1-3139100704F6}"/>
                </a:ext>
              </a:extLst>
            </p:cNvPr>
            <p:cNvCxnSpPr>
              <a:cxnSpLocks/>
            </p:cNvCxnSpPr>
            <p:nvPr/>
          </p:nvCxnSpPr>
          <p:spPr>
            <a:xfrm>
              <a:off x="8807450" y="3521075"/>
              <a:ext cx="0" cy="1365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9" name="Straight Connector 2228">
              <a:extLst>
                <a:ext uri="{FF2B5EF4-FFF2-40B4-BE49-F238E27FC236}">
                  <a16:creationId xmlns:a16="http://schemas.microsoft.com/office/drawing/2014/main" id="{36E78DC3-6D39-C291-8C04-A5265CDE30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37588" y="3644900"/>
              <a:ext cx="166687" cy="6461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0" name="Straight Connector 2229">
              <a:extLst>
                <a:ext uri="{FF2B5EF4-FFF2-40B4-BE49-F238E27FC236}">
                  <a16:creationId xmlns:a16="http://schemas.microsoft.com/office/drawing/2014/main" id="{128E4AA8-BC03-9529-E0B3-32AB0EF85FDF}"/>
                </a:ext>
              </a:extLst>
            </p:cNvPr>
            <p:cNvCxnSpPr>
              <a:cxnSpLocks/>
            </p:cNvCxnSpPr>
            <p:nvPr/>
          </p:nvCxnSpPr>
          <p:spPr>
            <a:xfrm>
              <a:off x="8639175" y="3340100"/>
              <a:ext cx="0" cy="3746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2" name="Straight Connector 2231">
              <a:extLst>
                <a:ext uri="{FF2B5EF4-FFF2-40B4-BE49-F238E27FC236}">
                  <a16:creationId xmlns:a16="http://schemas.microsoft.com/office/drawing/2014/main" id="{B25D8016-99D7-3C6B-D369-A748C060299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78838" y="3340100"/>
              <a:ext cx="166687" cy="6461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3" name="Straight Connector 2232">
              <a:extLst>
                <a:ext uri="{FF2B5EF4-FFF2-40B4-BE49-F238E27FC236}">
                  <a16:creationId xmlns:a16="http://schemas.microsoft.com/office/drawing/2014/main" id="{476870EE-B234-BBD1-210E-0FFFD3D675F6}"/>
                </a:ext>
              </a:extLst>
            </p:cNvPr>
            <p:cNvCxnSpPr>
              <a:cxnSpLocks/>
            </p:cNvCxnSpPr>
            <p:nvPr/>
          </p:nvCxnSpPr>
          <p:spPr>
            <a:xfrm>
              <a:off x="8477250" y="2892425"/>
              <a:ext cx="0" cy="5080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5" name="Straight Connector 2234">
              <a:extLst>
                <a:ext uri="{FF2B5EF4-FFF2-40B4-BE49-F238E27FC236}">
                  <a16:creationId xmlns:a16="http://schemas.microsoft.com/office/drawing/2014/main" id="{A69EBF15-CC75-60BA-6B58-08A33252A6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313738" y="2895600"/>
              <a:ext cx="166687" cy="6461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6" name="Straight Connector 2235">
              <a:extLst>
                <a:ext uri="{FF2B5EF4-FFF2-40B4-BE49-F238E27FC236}">
                  <a16:creationId xmlns:a16="http://schemas.microsoft.com/office/drawing/2014/main" id="{21015B47-79C3-3A88-1574-45A0EE7300A4}"/>
                </a:ext>
              </a:extLst>
            </p:cNvPr>
            <p:cNvCxnSpPr>
              <a:cxnSpLocks/>
            </p:cNvCxnSpPr>
            <p:nvPr/>
          </p:nvCxnSpPr>
          <p:spPr>
            <a:xfrm>
              <a:off x="8315325" y="2692400"/>
              <a:ext cx="0" cy="2635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7" name="Straight Connector 2236">
              <a:extLst>
                <a:ext uri="{FF2B5EF4-FFF2-40B4-BE49-F238E27FC236}">
                  <a16:creationId xmlns:a16="http://schemas.microsoft.com/office/drawing/2014/main" id="{68B52A6E-E9DB-6167-5D71-1101C11AA1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48638" y="2686050"/>
              <a:ext cx="166687" cy="6461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8" name="Straight Connector 2237">
              <a:extLst>
                <a:ext uri="{FF2B5EF4-FFF2-40B4-BE49-F238E27FC236}">
                  <a16:creationId xmlns:a16="http://schemas.microsoft.com/office/drawing/2014/main" id="{BFC1D1E9-E6A7-87F4-FE34-B68CF40D0E1D}"/>
                </a:ext>
              </a:extLst>
            </p:cNvPr>
            <p:cNvCxnSpPr>
              <a:cxnSpLocks/>
            </p:cNvCxnSpPr>
            <p:nvPr/>
          </p:nvCxnSpPr>
          <p:spPr>
            <a:xfrm>
              <a:off x="8147050" y="2492375"/>
              <a:ext cx="0" cy="2635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0" name="Straight Connector 2239">
              <a:extLst>
                <a:ext uri="{FF2B5EF4-FFF2-40B4-BE49-F238E27FC236}">
                  <a16:creationId xmlns:a16="http://schemas.microsoft.com/office/drawing/2014/main" id="{F7862B06-327B-DDEB-D395-CAF05FF85428}"/>
                </a:ext>
              </a:extLst>
            </p:cNvPr>
            <p:cNvCxnSpPr>
              <a:cxnSpLocks/>
            </p:cNvCxnSpPr>
            <p:nvPr/>
          </p:nvCxnSpPr>
          <p:spPr>
            <a:xfrm>
              <a:off x="7975600" y="2416175"/>
              <a:ext cx="0" cy="2635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1" name="Straight Connector 2240">
              <a:extLst>
                <a:ext uri="{FF2B5EF4-FFF2-40B4-BE49-F238E27FC236}">
                  <a16:creationId xmlns:a16="http://schemas.microsoft.com/office/drawing/2014/main" id="{53F529A7-DE74-10BA-2C4C-7EBF2F8B40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802563" y="2686050"/>
              <a:ext cx="166687" cy="6461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2" name="Straight Connector 2241">
              <a:extLst>
                <a:ext uri="{FF2B5EF4-FFF2-40B4-BE49-F238E27FC236}">
                  <a16:creationId xmlns:a16="http://schemas.microsoft.com/office/drawing/2014/main" id="{E6ABC8C3-BADD-872B-A879-03FB38930CF6}"/>
                </a:ext>
              </a:extLst>
            </p:cNvPr>
            <p:cNvCxnSpPr>
              <a:cxnSpLocks/>
            </p:cNvCxnSpPr>
            <p:nvPr/>
          </p:nvCxnSpPr>
          <p:spPr>
            <a:xfrm>
              <a:off x="7486650" y="2628900"/>
              <a:ext cx="315119" cy="1230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7" name="Straight Connector 2246">
              <a:extLst>
                <a:ext uri="{FF2B5EF4-FFF2-40B4-BE49-F238E27FC236}">
                  <a16:creationId xmlns:a16="http://schemas.microsoft.com/office/drawing/2014/main" id="{E6124CBC-049D-039D-55D3-218CB22F6A94}"/>
                </a:ext>
              </a:extLst>
            </p:cNvPr>
            <p:cNvCxnSpPr>
              <a:cxnSpLocks/>
            </p:cNvCxnSpPr>
            <p:nvPr/>
          </p:nvCxnSpPr>
          <p:spPr>
            <a:xfrm>
              <a:off x="7477125" y="3003550"/>
              <a:ext cx="0" cy="1365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9" name="Straight Connector 2248">
              <a:extLst>
                <a:ext uri="{FF2B5EF4-FFF2-40B4-BE49-F238E27FC236}">
                  <a16:creationId xmlns:a16="http://schemas.microsoft.com/office/drawing/2014/main" id="{054E49AE-21B8-7F5B-6AD2-239259C420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69188" y="3200400"/>
              <a:ext cx="166687" cy="6461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0" name="Straight Connector 2249">
              <a:extLst>
                <a:ext uri="{FF2B5EF4-FFF2-40B4-BE49-F238E27FC236}">
                  <a16:creationId xmlns:a16="http://schemas.microsoft.com/office/drawing/2014/main" id="{3B4A8361-ED62-FD07-DEF1-97170A0679AF}"/>
                </a:ext>
              </a:extLst>
            </p:cNvPr>
            <p:cNvCxnSpPr>
              <a:cxnSpLocks/>
            </p:cNvCxnSpPr>
            <p:nvPr/>
          </p:nvCxnSpPr>
          <p:spPr>
            <a:xfrm>
              <a:off x="7477125" y="3263107"/>
              <a:ext cx="0" cy="1365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1" name="Straight Connector 2250">
              <a:extLst>
                <a:ext uri="{FF2B5EF4-FFF2-40B4-BE49-F238E27FC236}">
                  <a16:creationId xmlns:a16="http://schemas.microsoft.com/office/drawing/2014/main" id="{AEB6C087-B41A-CD3B-00F1-FF83E08814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09644" y="3390900"/>
              <a:ext cx="166687" cy="6461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4" name="Straight Connector 2253">
              <a:extLst>
                <a:ext uri="{FF2B5EF4-FFF2-40B4-BE49-F238E27FC236}">
                  <a16:creationId xmlns:a16="http://schemas.microsoft.com/office/drawing/2014/main" id="{51D372F4-2ABC-2EFA-9275-A42BFB1637BC}"/>
                </a:ext>
              </a:extLst>
            </p:cNvPr>
            <p:cNvCxnSpPr>
              <a:cxnSpLocks/>
            </p:cNvCxnSpPr>
            <p:nvPr/>
          </p:nvCxnSpPr>
          <p:spPr>
            <a:xfrm>
              <a:off x="6986588" y="3078956"/>
              <a:ext cx="0" cy="1047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6" name="Straight Connector 2255">
              <a:extLst>
                <a:ext uri="{FF2B5EF4-FFF2-40B4-BE49-F238E27FC236}">
                  <a16:creationId xmlns:a16="http://schemas.microsoft.com/office/drawing/2014/main" id="{DB871202-2BDC-63A4-E1A0-E31769E42E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43750" y="2550319"/>
              <a:ext cx="171450" cy="7143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2" name="Straight Connector 2271">
              <a:extLst>
                <a:ext uri="{FF2B5EF4-FFF2-40B4-BE49-F238E27FC236}">
                  <a16:creationId xmlns:a16="http://schemas.microsoft.com/office/drawing/2014/main" id="{E11DF936-226F-7E92-DADB-B0395419F5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92814" y="297657"/>
              <a:ext cx="166687" cy="6461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5" name="Straight Connector 2274">
              <a:extLst>
                <a:ext uri="{FF2B5EF4-FFF2-40B4-BE49-F238E27FC236}">
                  <a16:creationId xmlns:a16="http://schemas.microsoft.com/office/drawing/2014/main" id="{58D564E1-6A88-3BD7-464B-0E3B3AAC9DBB}"/>
                </a:ext>
              </a:extLst>
            </p:cNvPr>
            <p:cNvCxnSpPr>
              <a:cxnSpLocks/>
            </p:cNvCxnSpPr>
            <p:nvPr/>
          </p:nvCxnSpPr>
          <p:spPr>
            <a:xfrm>
              <a:off x="6987380" y="490538"/>
              <a:ext cx="0" cy="1397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9" name="Straight Connector 2278">
              <a:extLst>
                <a:ext uri="{FF2B5EF4-FFF2-40B4-BE49-F238E27FC236}">
                  <a16:creationId xmlns:a16="http://schemas.microsoft.com/office/drawing/2014/main" id="{40180E57-7ECE-5AFB-AFA4-4FF8732D38C8}"/>
                </a:ext>
              </a:extLst>
            </p:cNvPr>
            <p:cNvCxnSpPr>
              <a:cxnSpLocks/>
            </p:cNvCxnSpPr>
            <p:nvPr/>
          </p:nvCxnSpPr>
          <p:spPr>
            <a:xfrm>
              <a:off x="5989636" y="88107"/>
              <a:ext cx="0" cy="1397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0" name="Straight Connector 2279">
              <a:extLst>
                <a:ext uri="{FF2B5EF4-FFF2-40B4-BE49-F238E27FC236}">
                  <a16:creationId xmlns:a16="http://schemas.microsoft.com/office/drawing/2014/main" id="{C18BE6C5-FDDC-80F2-A501-D27465D5C2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26126" y="228601"/>
              <a:ext cx="166687" cy="6461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3" name="Straight Connector 2282">
              <a:extLst>
                <a:ext uri="{FF2B5EF4-FFF2-40B4-BE49-F238E27FC236}">
                  <a16:creationId xmlns:a16="http://schemas.microsoft.com/office/drawing/2014/main" id="{CCFA4B47-F0A2-27F4-F5B2-2F70693B5506}"/>
                </a:ext>
              </a:extLst>
            </p:cNvPr>
            <p:cNvCxnSpPr>
              <a:cxnSpLocks/>
            </p:cNvCxnSpPr>
            <p:nvPr/>
          </p:nvCxnSpPr>
          <p:spPr>
            <a:xfrm>
              <a:off x="5663405" y="219076"/>
              <a:ext cx="0" cy="1397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4" name="Straight Connector 2283">
              <a:extLst>
                <a:ext uri="{FF2B5EF4-FFF2-40B4-BE49-F238E27FC236}">
                  <a16:creationId xmlns:a16="http://schemas.microsoft.com/office/drawing/2014/main" id="{9173BDDB-0AB1-39F6-AAF3-8E720A9A0F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95132" y="357189"/>
              <a:ext cx="166687" cy="6461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6" name="Straight Connector 2285">
              <a:extLst>
                <a:ext uri="{FF2B5EF4-FFF2-40B4-BE49-F238E27FC236}">
                  <a16:creationId xmlns:a16="http://schemas.microsoft.com/office/drawing/2014/main" id="{4B000D1C-300C-2818-F712-967BCA7959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52294" y="423864"/>
              <a:ext cx="166687" cy="6461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7" name="Straight Connector 2286">
              <a:extLst>
                <a:ext uri="{FF2B5EF4-FFF2-40B4-BE49-F238E27FC236}">
                  <a16:creationId xmlns:a16="http://schemas.microsoft.com/office/drawing/2014/main" id="{D193BFFA-D7E7-6F7E-D676-F02AD2718C19}"/>
                </a:ext>
              </a:extLst>
            </p:cNvPr>
            <p:cNvCxnSpPr>
              <a:cxnSpLocks/>
            </p:cNvCxnSpPr>
            <p:nvPr/>
          </p:nvCxnSpPr>
          <p:spPr>
            <a:xfrm>
              <a:off x="5830092" y="414338"/>
              <a:ext cx="0" cy="5334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1" name="Straight Connector 2290">
              <a:extLst>
                <a:ext uri="{FF2B5EF4-FFF2-40B4-BE49-F238E27FC236}">
                  <a16:creationId xmlns:a16="http://schemas.microsoft.com/office/drawing/2014/main" id="{71DD720A-E7DB-EC8E-FC24-4B0765BFF5B5}"/>
                </a:ext>
              </a:extLst>
            </p:cNvPr>
            <p:cNvCxnSpPr>
              <a:cxnSpLocks/>
            </p:cNvCxnSpPr>
            <p:nvPr/>
          </p:nvCxnSpPr>
          <p:spPr>
            <a:xfrm>
              <a:off x="6332536" y="1140619"/>
              <a:ext cx="0" cy="1309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4" name="Straight Connector 2293">
              <a:extLst>
                <a:ext uri="{FF2B5EF4-FFF2-40B4-BE49-F238E27FC236}">
                  <a16:creationId xmlns:a16="http://schemas.microsoft.com/office/drawing/2014/main" id="{DEFB8B53-843A-616D-1B65-C5BE3CFA4E05}"/>
                </a:ext>
              </a:extLst>
            </p:cNvPr>
            <p:cNvCxnSpPr>
              <a:cxnSpLocks/>
            </p:cNvCxnSpPr>
            <p:nvPr/>
          </p:nvCxnSpPr>
          <p:spPr>
            <a:xfrm>
              <a:off x="5820567" y="1064419"/>
              <a:ext cx="0" cy="1309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6" name="Straight Connector 2295">
              <a:extLst>
                <a:ext uri="{FF2B5EF4-FFF2-40B4-BE49-F238E27FC236}">
                  <a16:creationId xmlns:a16="http://schemas.microsoft.com/office/drawing/2014/main" id="{A15E1798-9CE3-6C9F-1368-363C3BC22A2F}"/>
                </a:ext>
              </a:extLst>
            </p:cNvPr>
            <p:cNvCxnSpPr>
              <a:cxnSpLocks/>
            </p:cNvCxnSpPr>
            <p:nvPr/>
          </p:nvCxnSpPr>
          <p:spPr>
            <a:xfrm>
              <a:off x="6323010" y="1393031"/>
              <a:ext cx="0" cy="2579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5" name="Straight Connector 2304">
              <a:extLst>
                <a:ext uri="{FF2B5EF4-FFF2-40B4-BE49-F238E27FC236}">
                  <a16:creationId xmlns:a16="http://schemas.microsoft.com/office/drawing/2014/main" id="{9A7BBCA4-F2C7-0864-2978-E78192DFFA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45051" y="1143001"/>
              <a:ext cx="166687" cy="6461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6" name="Straight Connector 2305">
              <a:extLst>
                <a:ext uri="{FF2B5EF4-FFF2-40B4-BE49-F238E27FC236}">
                  <a16:creationId xmlns:a16="http://schemas.microsoft.com/office/drawing/2014/main" id="{CC176BF6-B8D5-5EDC-4E0B-DA5BA386D28E}"/>
                </a:ext>
              </a:extLst>
            </p:cNvPr>
            <p:cNvCxnSpPr>
              <a:cxnSpLocks/>
            </p:cNvCxnSpPr>
            <p:nvPr/>
          </p:nvCxnSpPr>
          <p:spPr>
            <a:xfrm>
              <a:off x="4846636" y="1066801"/>
              <a:ext cx="0" cy="1397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7" name="Straight Connector 2306">
              <a:extLst>
                <a:ext uri="{FF2B5EF4-FFF2-40B4-BE49-F238E27FC236}">
                  <a16:creationId xmlns:a16="http://schemas.microsoft.com/office/drawing/2014/main" id="{5D07EA23-B106-71DC-7E35-78470B058F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64806" y="819150"/>
              <a:ext cx="681038" cy="26193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1" name="Straight Connector 2310">
              <a:extLst>
                <a:ext uri="{FF2B5EF4-FFF2-40B4-BE49-F238E27FC236}">
                  <a16:creationId xmlns:a16="http://schemas.microsoft.com/office/drawing/2014/main" id="{17222A65-2A0B-CC6E-222B-8002129D39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64013" y="685800"/>
              <a:ext cx="336550" cy="1336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3" name="Straight Connector 2312">
              <a:extLst>
                <a:ext uri="{FF2B5EF4-FFF2-40B4-BE49-F238E27FC236}">
                  <a16:creationId xmlns:a16="http://schemas.microsoft.com/office/drawing/2014/main" id="{4BE41AB1-3BE5-3B23-23CA-5FC961D5501F}"/>
                </a:ext>
              </a:extLst>
            </p:cNvPr>
            <p:cNvCxnSpPr>
              <a:cxnSpLocks/>
            </p:cNvCxnSpPr>
            <p:nvPr/>
          </p:nvCxnSpPr>
          <p:spPr>
            <a:xfrm>
              <a:off x="4498974" y="552451"/>
              <a:ext cx="0" cy="1397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4" name="Straight Connector 2313">
              <a:extLst>
                <a:ext uri="{FF2B5EF4-FFF2-40B4-BE49-F238E27FC236}">
                  <a16:creationId xmlns:a16="http://schemas.microsoft.com/office/drawing/2014/main" id="{0FC9C437-C666-4C02-C506-ACCA3939AE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56869" y="557213"/>
              <a:ext cx="336550" cy="1336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5" name="Straight Connector 2314">
              <a:extLst>
                <a:ext uri="{FF2B5EF4-FFF2-40B4-BE49-F238E27FC236}">
                  <a16:creationId xmlns:a16="http://schemas.microsoft.com/office/drawing/2014/main" id="{2BDC031C-66F0-E6D7-ECCD-B7375AE8B534}"/>
                </a:ext>
              </a:extLst>
            </p:cNvPr>
            <p:cNvCxnSpPr>
              <a:cxnSpLocks/>
            </p:cNvCxnSpPr>
            <p:nvPr/>
          </p:nvCxnSpPr>
          <p:spPr>
            <a:xfrm>
              <a:off x="4167980" y="552451"/>
              <a:ext cx="0" cy="1397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6" name="Straight Connector 2315">
              <a:extLst>
                <a:ext uri="{FF2B5EF4-FFF2-40B4-BE49-F238E27FC236}">
                  <a16:creationId xmlns:a16="http://schemas.microsoft.com/office/drawing/2014/main" id="{7348DBC5-73F0-98F1-ED0D-640D86449A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35400" y="564356"/>
              <a:ext cx="336550" cy="1336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7" name="Straight Connector 2316">
              <a:extLst>
                <a:ext uri="{FF2B5EF4-FFF2-40B4-BE49-F238E27FC236}">
                  <a16:creationId xmlns:a16="http://schemas.microsoft.com/office/drawing/2014/main" id="{251D3375-CA2F-9417-EBFA-D7225D638A8C}"/>
                </a:ext>
              </a:extLst>
            </p:cNvPr>
            <p:cNvCxnSpPr>
              <a:cxnSpLocks/>
            </p:cNvCxnSpPr>
            <p:nvPr/>
          </p:nvCxnSpPr>
          <p:spPr>
            <a:xfrm>
              <a:off x="3839368" y="440531"/>
              <a:ext cx="0" cy="26352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9" name="Straight Connector 2318">
              <a:extLst>
                <a:ext uri="{FF2B5EF4-FFF2-40B4-BE49-F238E27FC236}">
                  <a16:creationId xmlns:a16="http://schemas.microsoft.com/office/drawing/2014/main" id="{45ED43BE-2149-50DA-DE58-8B730B04DC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0162" y="350044"/>
              <a:ext cx="179388" cy="789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1" name="Straight Connector 2320">
              <a:extLst>
                <a:ext uri="{FF2B5EF4-FFF2-40B4-BE49-F238E27FC236}">
                  <a16:creationId xmlns:a16="http://schemas.microsoft.com/office/drawing/2014/main" id="{CDA84C71-780E-6493-1E4B-1CA845E639A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80618" y="367031"/>
              <a:ext cx="136526" cy="520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3" name="Straight Connector 2322">
              <a:extLst>
                <a:ext uri="{FF2B5EF4-FFF2-40B4-BE49-F238E27FC236}">
                  <a16:creationId xmlns:a16="http://schemas.microsoft.com/office/drawing/2014/main" id="{37DA6111-61E9-A49A-2EFF-FB835DC03D2E}"/>
                </a:ext>
              </a:extLst>
            </p:cNvPr>
            <p:cNvCxnSpPr>
              <a:cxnSpLocks/>
            </p:cNvCxnSpPr>
            <p:nvPr/>
          </p:nvCxnSpPr>
          <p:spPr>
            <a:xfrm>
              <a:off x="3677443" y="361950"/>
              <a:ext cx="0" cy="26352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4" name="Straight Connector 2323">
              <a:extLst>
                <a:ext uri="{FF2B5EF4-FFF2-40B4-BE49-F238E27FC236}">
                  <a16:creationId xmlns:a16="http://schemas.microsoft.com/office/drawing/2014/main" id="{C3372B34-442A-9BA5-BFAA-5C29714E7A3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16312" y="567057"/>
              <a:ext cx="160338" cy="568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5" name="Straight Connector 2324">
              <a:extLst>
                <a:ext uri="{FF2B5EF4-FFF2-40B4-BE49-F238E27FC236}">
                  <a16:creationId xmlns:a16="http://schemas.microsoft.com/office/drawing/2014/main" id="{9D856F56-7724-C9B3-37D4-7ACA9E75A32A}"/>
                </a:ext>
              </a:extLst>
            </p:cNvPr>
            <p:cNvCxnSpPr>
              <a:cxnSpLocks/>
            </p:cNvCxnSpPr>
            <p:nvPr/>
          </p:nvCxnSpPr>
          <p:spPr>
            <a:xfrm>
              <a:off x="3510755" y="428625"/>
              <a:ext cx="0" cy="14208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8" name="Straight Connector 2327">
              <a:extLst>
                <a:ext uri="{FF2B5EF4-FFF2-40B4-BE49-F238E27FC236}">
                  <a16:creationId xmlns:a16="http://schemas.microsoft.com/office/drawing/2014/main" id="{2FBB9BB5-20F3-F3F7-B3D0-285E53178B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44862" y="369413"/>
              <a:ext cx="160338" cy="568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9" name="Straight Connector 2328">
              <a:extLst>
                <a:ext uri="{FF2B5EF4-FFF2-40B4-BE49-F238E27FC236}">
                  <a16:creationId xmlns:a16="http://schemas.microsoft.com/office/drawing/2014/main" id="{12D44762-0961-717D-73EE-EEDDED1C69D3}"/>
                </a:ext>
              </a:extLst>
            </p:cNvPr>
            <p:cNvCxnSpPr>
              <a:cxnSpLocks/>
            </p:cNvCxnSpPr>
            <p:nvPr/>
          </p:nvCxnSpPr>
          <p:spPr>
            <a:xfrm>
              <a:off x="3348830" y="364331"/>
              <a:ext cx="0" cy="14208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0" name="Straight Connector 2329">
              <a:extLst>
                <a:ext uri="{FF2B5EF4-FFF2-40B4-BE49-F238E27FC236}">
                  <a16:creationId xmlns:a16="http://schemas.microsoft.com/office/drawing/2014/main" id="{FA04DADC-498A-1635-4CE4-AB5B917D63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82937" y="438469"/>
              <a:ext cx="160338" cy="568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1" name="Straight Connector 2330">
              <a:extLst>
                <a:ext uri="{FF2B5EF4-FFF2-40B4-BE49-F238E27FC236}">
                  <a16:creationId xmlns:a16="http://schemas.microsoft.com/office/drawing/2014/main" id="{1D0B21EC-4FFF-8993-A3AB-4935FC580BB6}"/>
                </a:ext>
              </a:extLst>
            </p:cNvPr>
            <p:cNvCxnSpPr>
              <a:cxnSpLocks/>
            </p:cNvCxnSpPr>
            <p:nvPr/>
          </p:nvCxnSpPr>
          <p:spPr>
            <a:xfrm>
              <a:off x="3186905" y="290512"/>
              <a:ext cx="0" cy="14208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2" name="Straight Connector 2331">
              <a:extLst>
                <a:ext uri="{FF2B5EF4-FFF2-40B4-BE49-F238E27FC236}">
                  <a16:creationId xmlns:a16="http://schemas.microsoft.com/office/drawing/2014/main" id="{11323BA3-21EE-497E-208D-314AEB6842E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97200" y="292894"/>
              <a:ext cx="179388" cy="789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3" name="Straight Connector 2332">
              <a:extLst>
                <a:ext uri="{FF2B5EF4-FFF2-40B4-BE49-F238E27FC236}">
                  <a16:creationId xmlns:a16="http://schemas.microsoft.com/office/drawing/2014/main" id="{9DB18382-2FF4-9825-38E9-5D9989871D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37656" y="312263"/>
              <a:ext cx="160338" cy="568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4" name="Straight Connector 2333">
              <a:extLst>
                <a:ext uri="{FF2B5EF4-FFF2-40B4-BE49-F238E27FC236}">
                  <a16:creationId xmlns:a16="http://schemas.microsoft.com/office/drawing/2014/main" id="{102814FA-8D33-0D4E-B0A6-19A7DDBC62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74081" y="300038"/>
              <a:ext cx="669132" cy="2595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6" name="Straight Connector 2335">
              <a:extLst>
                <a:ext uri="{FF2B5EF4-FFF2-40B4-BE49-F238E27FC236}">
                  <a16:creationId xmlns:a16="http://schemas.microsoft.com/office/drawing/2014/main" id="{3E56CCC5-C234-3A94-EEE8-E84A4E875097}"/>
                </a:ext>
              </a:extLst>
            </p:cNvPr>
            <p:cNvCxnSpPr>
              <a:cxnSpLocks/>
            </p:cNvCxnSpPr>
            <p:nvPr/>
          </p:nvCxnSpPr>
          <p:spPr>
            <a:xfrm>
              <a:off x="2184400" y="545306"/>
              <a:ext cx="0" cy="14208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7" name="Straight Connector 2336">
              <a:extLst>
                <a:ext uri="{FF2B5EF4-FFF2-40B4-BE49-F238E27FC236}">
                  <a16:creationId xmlns:a16="http://schemas.microsoft.com/office/drawing/2014/main" id="{EB9F582E-96FB-3901-2C03-022F35E0E96D}"/>
                </a:ext>
              </a:extLst>
            </p:cNvPr>
            <p:cNvCxnSpPr>
              <a:cxnSpLocks/>
            </p:cNvCxnSpPr>
            <p:nvPr/>
          </p:nvCxnSpPr>
          <p:spPr>
            <a:xfrm>
              <a:off x="2186781" y="809624"/>
              <a:ext cx="0" cy="14208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8" name="Straight Connector 2337">
              <a:extLst>
                <a:ext uri="{FF2B5EF4-FFF2-40B4-BE49-F238E27FC236}">
                  <a16:creationId xmlns:a16="http://schemas.microsoft.com/office/drawing/2014/main" id="{E4B0141B-5FDE-245F-6F1B-C2FE008FE40D}"/>
                </a:ext>
              </a:extLst>
            </p:cNvPr>
            <p:cNvCxnSpPr>
              <a:cxnSpLocks/>
            </p:cNvCxnSpPr>
            <p:nvPr/>
          </p:nvCxnSpPr>
          <p:spPr>
            <a:xfrm>
              <a:off x="2182018" y="1059656"/>
              <a:ext cx="0" cy="14208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9" name="Straight Connector 2338">
              <a:extLst>
                <a:ext uri="{FF2B5EF4-FFF2-40B4-BE49-F238E27FC236}">
                  <a16:creationId xmlns:a16="http://schemas.microsoft.com/office/drawing/2014/main" id="{C9414667-46D4-3ECD-11CA-0239D0BC2B14}"/>
                </a:ext>
              </a:extLst>
            </p:cNvPr>
            <p:cNvCxnSpPr>
              <a:cxnSpLocks/>
            </p:cNvCxnSpPr>
            <p:nvPr/>
          </p:nvCxnSpPr>
          <p:spPr>
            <a:xfrm>
              <a:off x="2189162" y="1316831"/>
              <a:ext cx="0" cy="14208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0" name="Straight Connector 2339">
              <a:extLst>
                <a:ext uri="{FF2B5EF4-FFF2-40B4-BE49-F238E27FC236}">
                  <a16:creationId xmlns:a16="http://schemas.microsoft.com/office/drawing/2014/main" id="{DF2C9E34-0396-7ED8-DFED-8979467F32F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69319" y="483394"/>
              <a:ext cx="516731" cy="20716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2" name="Straight Connector 2341">
              <a:extLst>
                <a:ext uri="{FF2B5EF4-FFF2-40B4-BE49-F238E27FC236}">
                  <a16:creationId xmlns:a16="http://schemas.microsoft.com/office/drawing/2014/main" id="{4CB5151D-09A1-1029-72C9-8BC03D66AEAF}"/>
                </a:ext>
              </a:extLst>
            </p:cNvPr>
            <p:cNvCxnSpPr>
              <a:cxnSpLocks/>
            </p:cNvCxnSpPr>
            <p:nvPr/>
          </p:nvCxnSpPr>
          <p:spPr>
            <a:xfrm>
              <a:off x="2686843" y="471487"/>
              <a:ext cx="0" cy="14208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3" name="Straight Connector 2342">
              <a:extLst>
                <a:ext uri="{FF2B5EF4-FFF2-40B4-BE49-F238E27FC236}">
                  <a16:creationId xmlns:a16="http://schemas.microsoft.com/office/drawing/2014/main" id="{B387F51C-8EC3-2695-311E-BDD5A50DE2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83606" y="611981"/>
              <a:ext cx="504825" cy="1976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5" name="Straight Connector 2344">
              <a:extLst>
                <a:ext uri="{FF2B5EF4-FFF2-40B4-BE49-F238E27FC236}">
                  <a16:creationId xmlns:a16="http://schemas.microsoft.com/office/drawing/2014/main" id="{96BAEB3B-6873-16EA-FF8A-732A068DDA54}"/>
                </a:ext>
              </a:extLst>
            </p:cNvPr>
            <p:cNvCxnSpPr>
              <a:cxnSpLocks/>
            </p:cNvCxnSpPr>
            <p:nvPr/>
          </p:nvCxnSpPr>
          <p:spPr>
            <a:xfrm>
              <a:off x="2682081" y="738187"/>
              <a:ext cx="0" cy="14208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6" name="Straight Connector 2345">
              <a:extLst>
                <a:ext uri="{FF2B5EF4-FFF2-40B4-BE49-F238E27FC236}">
                  <a16:creationId xmlns:a16="http://schemas.microsoft.com/office/drawing/2014/main" id="{E8A78B60-EE1F-B4CA-3FD3-0AF64BC7D5B0}"/>
                </a:ext>
              </a:extLst>
            </p:cNvPr>
            <p:cNvCxnSpPr>
              <a:cxnSpLocks/>
            </p:cNvCxnSpPr>
            <p:nvPr/>
          </p:nvCxnSpPr>
          <p:spPr>
            <a:xfrm>
              <a:off x="2686843" y="995362"/>
              <a:ext cx="0" cy="14208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7" name="Straight Connector 2346">
              <a:extLst>
                <a:ext uri="{FF2B5EF4-FFF2-40B4-BE49-F238E27FC236}">
                  <a16:creationId xmlns:a16="http://schemas.microsoft.com/office/drawing/2014/main" id="{1FE21395-AD94-F047-95D5-79CBB698B036}"/>
                </a:ext>
              </a:extLst>
            </p:cNvPr>
            <p:cNvCxnSpPr>
              <a:cxnSpLocks/>
            </p:cNvCxnSpPr>
            <p:nvPr/>
          </p:nvCxnSpPr>
          <p:spPr>
            <a:xfrm>
              <a:off x="2686843" y="1271587"/>
              <a:ext cx="0" cy="5191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8" name="Straight Connector 2347">
              <a:extLst>
                <a:ext uri="{FF2B5EF4-FFF2-40B4-BE49-F238E27FC236}">
                  <a16:creationId xmlns:a16="http://schemas.microsoft.com/office/drawing/2014/main" id="{8CCA241D-B6B7-839A-7082-3D7675DF89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76462" y="745331"/>
              <a:ext cx="504825" cy="1976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9" name="Straight Connector 2348">
              <a:extLst>
                <a:ext uri="{FF2B5EF4-FFF2-40B4-BE49-F238E27FC236}">
                  <a16:creationId xmlns:a16="http://schemas.microsoft.com/office/drawing/2014/main" id="{62F8184E-CB20-3342-82E2-D78F7A9BDD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74081" y="869156"/>
              <a:ext cx="504825" cy="1976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0" name="Straight Connector 2349">
              <a:extLst>
                <a:ext uri="{FF2B5EF4-FFF2-40B4-BE49-F238E27FC236}">
                  <a16:creationId xmlns:a16="http://schemas.microsoft.com/office/drawing/2014/main" id="{C16C5313-763A-3ECB-5105-CC031E70E7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81224" y="997744"/>
              <a:ext cx="504825" cy="1976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1" name="Straight Connector 2350">
              <a:extLst>
                <a:ext uri="{FF2B5EF4-FFF2-40B4-BE49-F238E27FC236}">
                  <a16:creationId xmlns:a16="http://schemas.microsoft.com/office/drawing/2014/main" id="{15C2861F-2BB9-A680-AAF3-3E1206D34D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85987" y="1121569"/>
              <a:ext cx="504825" cy="1976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2" name="Straight Connector 2351">
              <a:extLst>
                <a:ext uri="{FF2B5EF4-FFF2-40B4-BE49-F238E27FC236}">
                  <a16:creationId xmlns:a16="http://schemas.microsoft.com/office/drawing/2014/main" id="{ACAD1905-DF73-E8C1-0059-F0D9B572C4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83605" y="1271587"/>
              <a:ext cx="504825" cy="1976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4" name="Straight Connector 2353">
              <a:extLst>
                <a:ext uri="{FF2B5EF4-FFF2-40B4-BE49-F238E27FC236}">
                  <a16:creationId xmlns:a16="http://schemas.microsoft.com/office/drawing/2014/main" id="{5881F454-36E5-4B80-2F20-DEFD81B20B9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43149" y="1788319"/>
              <a:ext cx="340520" cy="1333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6" name="Straight Connector 2355">
              <a:extLst>
                <a:ext uri="{FF2B5EF4-FFF2-40B4-BE49-F238E27FC236}">
                  <a16:creationId xmlns:a16="http://schemas.microsoft.com/office/drawing/2014/main" id="{D5EBB729-3825-455D-E2E6-5B9BE909F94D}"/>
                </a:ext>
              </a:extLst>
            </p:cNvPr>
            <p:cNvCxnSpPr>
              <a:cxnSpLocks/>
            </p:cNvCxnSpPr>
            <p:nvPr/>
          </p:nvCxnSpPr>
          <p:spPr>
            <a:xfrm>
              <a:off x="2339181" y="1790700"/>
              <a:ext cx="0" cy="14208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7" name="Straight Connector 2356">
              <a:extLst>
                <a:ext uri="{FF2B5EF4-FFF2-40B4-BE49-F238E27FC236}">
                  <a16:creationId xmlns:a16="http://schemas.microsoft.com/office/drawing/2014/main" id="{28644D73-1B27-0F9A-6E52-CDDC12E9C9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47911" y="1714501"/>
              <a:ext cx="180976" cy="7381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9" name="Straight Connector 2358">
              <a:extLst>
                <a:ext uri="{FF2B5EF4-FFF2-40B4-BE49-F238E27FC236}">
                  <a16:creationId xmlns:a16="http://schemas.microsoft.com/office/drawing/2014/main" id="{F3861356-0808-4879-5E75-9AA6D654C091}"/>
                </a:ext>
              </a:extLst>
            </p:cNvPr>
            <p:cNvCxnSpPr>
              <a:cxnSpLocks/>
            </p:cNvCxnSpPr>
            <p:nvPr/>
          </p:nvCxnSpPr>
          <p:spPr>
            <a:xfrm>
              <a:off x="2520157" y="1459706"/>
              <a:ext cx="0" cy="26352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1" name="Straight Connector 2360">
              <a:extLst>
                <a:ext uri="{FF2B5EF4-FFF2-40B4-BE49-F238E27FC236}">
                  <a16:creationId xmlns:a16="http://schemas.microsoft.com/office/drawing/2014/main" id="{A9BA3C3A-BF1E-47C5-F459-E42F73DE29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43149" y="1459707"/>
              <a:ext cx="180976" cy="7381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2" name="Straight Connector 2361">
              <a:extLst>
                <a:ext uri="{FF2B5EF4-FFF2-40B4-BE49-F238E27FC236}">
                  <a16:creationId xmlns:a16="http://schemas.microsoft.com/office/drawing/2014/main" id="{A2749409-4F34-BDD7-E675-7D0A77011E49}"/>
                </a:ext>
              </a:extLst>
            </p:cNvPr>
            <p:cNvCxnSpPr>
              <a:cxnSpLocks/>
            </p:cNvCxnSpPr>
            <p:nvPr/>
          </p:nvCxnSpPr>
          <p:spPr>
            <a:xfrm>
              <a:off x="2353468" y="1516857"/>
              <a:ext cx="0" cy="14208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3" name="Straight Connector 2362">
              <a:extLst>
                <a:ext uri="{FF2B5EF4-FFF2-40B4-BE49-F238E27FC236}">
                  <a16:creationId xmlns:a16="http://schemas.microsoft.com/office/drawing/2014/main" id="{BAF46B9B-5014-0590-288F-96D3AEC626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69318" y="1654969"/>
              <a:ext cx="180976" cy="7381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4" name="Straight Connector 2363">
              <a:extLst>
                <a:ext uri="{FF2B5EF4-FFF2-40B4-BE49-F238E27FC236}">
                  <a16:creationId xmlns:a16="http://schemas.microsoft.com/office/drawing/2014/main" id="{F0B3F43A-AE81-5D3A-65ED-FE764EE2CEE1}"/>
                </a:ext>
              </a:extLst>
            </p:cNvPr>
            <p:cNvCxnSpPr>
              <a:cxnSpLocks/>
            </p:cNvCxnSpPr>
            <p:nvPr/>
          </p:nvCxnSpPr>
          <p:spPr>
            <a:xfrm>
              <a:off x="2184399" y="1590676"/>
              <a:ext cx="0" cy="14208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5" name="Straight Connector 2364">
              <a:extLst>
                <a:ext uri="{FF2B5EF4-FFF2-40B4-BE49-F238E27FC236}">
                  <a16:creationId xmlns:a16="http://schemas.microsoft.com/office/drawing/2014/main" id="{AB9EB7ED-92A4-D5FF-4E89-79809632DB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09775" y="1593057"/>
              <a:ext cx="173832" cy="785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6" name="Straight Connector 2365">
              <a:extLst>
                <a:ext uri="{FF2B5EF4-FFF2-40B4-BE49-F238E27FC236}">
                  <a16:creationId xmlns:a16="http://schemas.microsoft.com/office/drawing/2014/main" id="{09DC4A30-FD2A-CD56-3BB6-C1DD8F7632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57373" y="1593057"/>
              <a:ext cx="157165" cy="8096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9" name="Straight Connector 2368">
              <a:extLst>
                <a:ext uri="{FF2B5EF4-FFF2-40B4-BE49-F238E27FC236}">
                  <a16:creationId xmlns:a16="http://schemas.microsoft.com/office/drawing/2014/main" id="{B81DFF07-30ED-A1F0-214E-1657DA62EB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64519" y="1514476"/>
              <a:ext cx="173832" cy="785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0" name="Straight Connector 2369">
              <a:extLst>
                <a:ext uri="{FF2B5EF4-FFF2-40B4-BE49-F238E27FC236}">
                  <a16:creationId xmlns:a16="http://schemas.microsoft.com/office/drawing/2014/main" id="{AEBC70D0-B818-B3D3-D318-BEAD21C73A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64519" y="1459706"/>
              <a:ext cx="164307" cy="571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2" name="Straight Connector 2371">
              <a:extLst>
                <a:ext uri="{FF2B5EF4-FFF2-40B4-BE49-F238E27FC236}">
                  <a16:creationId xmlns:a16="http://schemas.microsoft.com/office/drawing/2014/main" id="{DA426133-8026-03A6-A55C-883C9B87D7A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7375" y="1388270"/>
              <a:ext cx="173832" cy="785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3" name="Straight Connector 2372">
              <a:extLst>
                <a:ext uri="{FF2B5EF4-FFF2-40B4-BE49-F238E27FC236}">
                  <a16:creationId xmlns:a16="http://schemas.microsoft.com/office/drawing/2014/main" id="{AD462D1C-E45B-E8FC-84DC-3A943551F3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66900" y="1340644"/>
              <a:ext cx="164307" cy="571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4" name="Straight Connector 2373">
              <a:extLst>
                <a:ext uri="{FF2B5EF4-FFF2-40B4-BE49-F238E27FC236}">
                  <a16:creationId xmlns:a16="http://schemas.microsoft.com/office/drawing/2014/main" id="{6C1B685F-7BE7-8D81-F15A-EAB6B8F4FAD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00212" y="1328738"/>
              <a:ext cx="173832" cy="785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5" name="Straight Connector 2374">
              <a:extLst>
                <a:ext uri="{FF2B5EF4-FFF2-40B4-BE49-F238E27FC236}">
                  <a16:creationId xmlns:a16="http://schemas.microsoft.com/office/drawing/2014/main" id="{CC79473D-F3B9-8E8E-2A9C-ACF3B8781E65}"/>
                </a:ext>
              </a:extLst>
            </p:cNvPr>
            <p:cNvCxnSpPr>
              <a:cxnSpLocks/>
            </p:cNvCxnSpPr>
            <p:nvPr/>
          </p:nvCxnSpPr>
          <p:spPr>
            <a:xfrm>
              <a:off x="1693862" y="1147763"/>
              <a:ext cx="0" cy="26352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8" name="Straight Connector 2377">
              <a:extLst>
                <a:ext uri="{FF2B5EF4-FFF2-40B4-BE49-F238E27FC236}">
                  <a16:creationId xmlns:a16="http://schemas.microsoft.com/office/drawing/2014/main" id="{553E7D89-DFF9-4A11-B042-7D35F1301617}"/>
                </a:ext>
              </a:extLst>
            </p:cNvPr>
            <p:cNvCxnSpPr>
              <a:cxnSpLocks/>
            </p:cNvCxnSpPr>
            <p:nvPr/>
          </p:nvCxnSpPr>
          <p:spPr>
            <a:xfrm>
              <a:off x="1520031" y="938213"/>
              <a:ext cx="0" cy="1357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9" name="Straight Connector 2378">
              <a:extLst>
                <a:ext uri="{FF2B5EF4-FFF2-40B4-BE49-F238E27FC236}">
                  <a16:creationId xmlns:a16="http://schemas.microsoft.com/office/drawing/2014/main" id="{F29C03BD-DD38-8F7C-72BF-D73BA2C8CD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52550" y="933451"/>
              <a:ext cx="173832" cy="785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0" name="Straight Connector 2379">
              <a:extLst>
                <a:ext uri="{FF2B5EF4-FFF2-40B4-BE49-F238E27FC236}">
                  <a16:creationId xmlns:a16="http://schemas.microsoft.com/office/drawing/2014/main" id="{3D86D170-727D-D07F-24F6-8FAA77487AAA}"/>
                </a:ext>
              </a:extLst>
            </p:cNvPr>
            <p:cNvCxnSpPr>
              <a:cxnSpLocks/>
            </p:cNvCxnSpPr>
            <p:nvPr/>
          </p:nvCxnSpPr>
          <p:spPr>
            <a:xfrm>
              <a:off x="1360487" y="873919"/>
              <a:ext cx="0" cy="14208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1" name="Straight Connector 2380">
              <a:extLst>
                <a:ext uri="{FF2B5EF4-FFF2-40B4-BE49-F238E27FC236}">
                  <a16:creationId xmlns:a16="http://schemas.microsoft.com/office/drawing/2014/main" id="{84278494-8232-E528-348F-3F0EEDFD78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1100" y="871538"/>
              <a:ext cx="173832" cy="785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2" name="Straight Connector 2381">
              <a:extLst>
                <a:ext uri="{FF2B5EF4-FFF2-40B4-BE49-F238E27FC236}">
                  <a16:creationId xmlns:a16="http://schemas.microsoft.com/office/drawing/2014/main" id="{7E226413-E4B5-CDDB-68E2-590F45BC650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8700" y="883444"/>
              <a:ext cx="154782" cy="642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6" name="Straight Connector 2385">
              <a:extLst>
                <a:ext uri="{FF2B5EF4-FFF2-40B4-BE49-F238E27FC236}">
                  <a16:creationId xmlns:a16="http://schemas.microsoft.com/office/drawing/2014/main" id="{B65AD828-00DF-0647-1FFE-83D51B36C6D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3938" y="809625"/>
              <a:ext cx="173832" cy="785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7" name="Straight Connector 2386">
              <a:extLst>
                <a:ext uri="{FF2B5EF4-FFF2-40B4-BE49-F238E27FC236}">
                  <a16:creationId xmlns:a16="http://schemas.microsoft.com/office/drawing/2014/main" id="{1DB42E45-CA48-E232-6EA0-F04E9BA5F1A4}"/>
                </a:ext>
              </a:extLst>
            </p:cNvPr>
            <p:cNvCxnSpPr>
              <a:cxnSpLocks/>
            </p:cNvCxnSpPr>
            <p:nvPr/>
          </p:nvCxnSpPr>
          <p:spPr>
            <a:xfrm>
              <a:off x="1189037" y="676275"/>
              <a:ext cx="0" cy="14208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4" name="Straight Connector 2393">
              <a:extLst>
                <a:ext uri="{FF2B5EF4-FFF2-40B4-BE49-F238E27FC236}">
                  <a16:creationId xmlns:a16="http://schemas.microsoft.com/office/drawing/2014/main" id="{E2B5D844-2ADD-05DB-E006-A99B5BA639E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61275" y="2565400"/>
              <a:ext cx="146050" cy="5873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5" name="Straight Connector 2394">
              <a:extLst>
                <a:ext uri="{FF2B5EF4-FFF2-40B4-BE49-F238E27FC236}">
                  <a16:creationId xmlns:a16="http://schemas.microsoft.com/office/drawing/2014/main" id="{1E341544-05B9-3445-05FA-E8342DCEFBEF}"/>
                </a:ext>
              </a:extLst>
            </p:cNvPr>
            <p:cNvCxnSpPr>
              <a:cxnSpLocks/>
            </p:cNvCxnSpPr>
            <p:nvPr/>
          </p:nvCxnSpPr>
          <p:spPr>
            <a:xfrm>
              <a:off x="7817644" y="2228850"/>
              <a:ext cx="0" cy="3968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7" name="Straight Connector 2396">
              <a:extLst>
                <a:ext uri="{FF2B5EF4-FFF2-40B4-BE49-F238E27FC236}">
                  <a16:creationId xmlns:a16="http://schemas.microsoft.com/office/drawing/2014/main" id="{CA05071E-5E44-9536-C7C7-7C8F66DDEC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1963" y="3441700"/>
              <a:ext cx="182562" cy="8286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1" name="Straight Connector 2400">
              <a:extLst>
                <a:ext uri="{FF2B5EF4-FFF2-40B4-BE49-F238E27FC236}">
                  <a16:creationId xmlns:a16="http://schemas.microsoft.com/office/drawing/2014/main" id="{632CD858-8B02-0ECB-A4D2-F69F2B6969A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57244" y="3057524"/>
              <a:ext cx="166687" cy="6461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2" name="Straight Connector 2401">
              <a:extLst>
                <a:ext uri="{FF2B5EF4-FFF2-40B4-BE49-F238E27FC236}">
                  <a16:creationId xmlns:a16="http://schemas.microsoft.com/office/drawing/2014/main" id="{1EFAACA2-D5F2-D1E2-2074-AB7C2673315D}"/>
                </a:ext>
              </a:extLst>
            </p:cNvPr>
            <p:cNvCxnSpPr>
              <a:cxnSpLocks/>
            </p:cNvCxnSpPr>
            <p:nvPr/>
          </p:nvCxnSpPr>
          <p:spPr>
            <a:xfrm>
              <a:off x="7158038" y="3120232"/>
              <a:ext cx="0" cy="1365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5" name="Straight Connector 2404">
              <a:extLst>
                <a:ext uri="{FF2B5EF4-FFF2-40B4-BE49-F238E27FC236}">
                  <a16:creationId xmlns:a16="http://schemas.microsoft.com/office/drawing/2014/main" id="{EB392B01-8048-EB17-FE98-8D4A1EE664BD}"/>
                </a:ext>
              </a:extLst>
            </p:cNvPr>
            <p:cNvCxnSpPr>
              <a:cxnSpLocks/>
            </p:cNvCxnSpPr>
            <p:nvPr/>
          </p:nvCxnSpPr>
          <p:spPr>
            <a:xfrm>
              <a:off x="6819900" y="3260726"/>
              <a:ext cx="0" cy="27622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6" name="Straight Connector 2405">
              <a:extLst>
                <a:ext uri="{FF2B5EF4-FFF2-40B4-BE49-F238E27FC236}">
                  <a16:creationId xmlns:a16="http://schemas.microsoft.com/office/drawing/2014/main" id="{F1D8C0C2-E6DD-735C-ED92-54B155C774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21487" y="3188494"/>
              <a:ext cx="167482" cy="6937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9" name="Straight Connector 2408">
              <a:extLst>
                <a:ext uri="{FF2B5EF4-FFF2-40B4-BE49-F238E27FC236}">
                  <a16:creationId xmlns:a16="http://schemas.microsoft.com/office/drawing/2014/main" id="{3F29B5EA-AE8D-4892-3C11-E45F4AC285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23869" y="3067050"/>
              <a:ext cx="167482" cy="6937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0" name="Straight Connector 2409">
              <a:extLst>
                <a:ext uri="{FF2B5EF4-FFF2-40B4-BE49-F238E27FC236}">
                  <a16:creationId xmlns:a16="http://schemas.microsoft.com/office/drawing/2014/main" id="{1062CD9E-22ED-4E9A-7E3E-A3F1878C4702}"/>
                </a:ext>
              </a:extLst>
            </p:cNvPr>
            <p:cNvCxnSpPr>
              <a:cxnSpLocks/>
            </p:cNvCxnSpPr>
            <p:nvPr/>
          </p:nvCxnSpPr>
          <p:spPr>
            <a:xfrm>
              <a:off x="6819901" y="2869406"/>
              <a:ext cx="0" cy="2524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1" name="Straight Connector 2410">
              <a:extLst>
                <a:ext uri="{FF2B5EF4-FFF2-40B4-BE49-F238E27FC236}">
                  <a16:creationId xmlns:a16="http://schemas.microsoft.com/office/drawing/2014/main" id="{68FC0415-B538-88FA-F8FE-CCE19AE5D4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81825" y="2809875"/>
              <a:ext cx="320675" cy="1333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4" name="Straight Connector 2413">
              <a:extLst>
                <a:ext uri="{FF2B5EF4-FFF2-40B4-BE49-F238E27FC236}">
                  <a16:creationId xmlns:a16="http://schemas.microsoft.com/office/drawing/2014/main" id="{CB316405-CF79-E901-22DB-DF824B8A673E}"/>
                </a:ext>
              </a:extLst>
            </p:cNvPr>
            <p:cNvCxnSpPr>
              <a:cxnSpLocks/>
            </p:cNvCxnSpPr>
            <p:nvPr/>
          </p:nvCxnSpPr>
          <p:spPr>
            <a:xfrm>
              <a:off x="7304882" y="2701131"/>
              <a:ext cx="0" cy="1047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5" name="Straight Connector 2414">
              <a:extLst>
                <a:ext uri="{FF2B5EF4-FFF2-40B4-BE49-F238E27FC236}">
                  <a16:creationId xmlns:a16="http://schemas.microsoft.com/office/drawing/2014/main" id="{E19E4DEE-9861-822F-1842-85B63A2387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88969" y="2679700"/>
              <a:ext cx="319881" cy="1468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9" name="Straight Connector 2418">
              <a:extLst>
                <a:ext uri="{FF2B5EF4-FFF2-40B4-BE49-F238E27FC236}">
                  <a16:creationId xmlns:a16="http://schemas.microsoft.com/office/drawing/2014/main" id="{AB643F00-4B6B-BA08-1683-7F2AE085776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0850" y="2357438"/>
              <a:ext cx="340519" cy="13811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0" name="Straight Connector 2419">
              <a:extLst>
                <a:ext uri="{FF2B5EF4-FFF2-40B4-BE49-F238E27FC236}">
                  <a16:creationId xmlns:a16="http://schemas.microsoft.com/office/drawing/2014/main" id="{3EC59FB6-F390-FE28-6C2F-1689F54E1048}"/>
                </a:ext>
              </a:extLst>
            </p:cNvPr>
            <p:cNvCxnSpPr>
              <a:cxnSpLocks/>
            </p:cNvCxnSpPr>
            <p:nvPr/>
          </p:nvCxnSpPr>
          <p:spPr>
            <a:xfrm>
              <a:off x="7148513" y="2374106"/>
              <a:ext cx="0" cy="2428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1" name="Straight Connector 2420">
              <a:extLst>
                <a:ext uri="{FF2B5EF4-FFF2-40B4-BE49-F238E27FC236}">
                  <a16:creationId xmlns:a16="http://schemas.microsoft.com/office/drawing/2014/main" id="{414F8506-0DD3-A4FE-0665-EB64E3AFA1F4}"/>
                </a:ext>
              </a:extLst>
            </p:cNvPr>
            <p:cNvCxnSpPr>
              <a:cxnSpLocks/>
            </p:cNvCxnSpPr>
            <p:nvPr/>
          </p:nvCxnSpPr>
          <p:spPr>
            <a:xfrm>
              <a:off x="6815139" y="2493169"/>
              <a:ext cx="0" cy="1214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3" name="Straight Connector 2422">
              <a:extLst>
                <a:ext uri="{FF2B5EF4-FFF2-40B4-BE49-F238E27FC236}">
                  <a16:creationId xmlns:a16="http://schemas.microsoft.com/office/drawing/2014/main" id="{DE9186D8-6C59-5FB2-DCD4-7746E175A01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31807" y="2559844"/>
              <a:ext cx="152399" cy="6191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5" name="Straight Connector 2424">
              <a:extLst>
                <a:ext uri="{FF2B5EF4-FFF2-40B4-BE49-F238E27FC236}">
                  <a16:creationId xmlns:a16="http://schemas.microsoft.com/office/drawing/2014/main" id="{E674D204-7C99-6103-EE11-10A8AA4D3524}"/>
                </a:ext>
              </a:extLst>
            </p:cNvPr>
            <p:cNvCxnSpPr>
              <a:cxnSpLocks/>
            </p:cNvCxnSpPr>
            <p:nvPr/>
          </p:nvCxnSpPr>
          <p:spPr>
            <a:xfrm>
              <a:off x="7312819" y="2428875"/>
              <a:ext cx="0" cy="1047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6" name="Straight Connector 2425">
              <a:extLst>
                <a:ext uri="{FF2B5EF4-FFF2-40B4-BE49-F238E27FC236}">
                  <a16:creationId xmlns:a16="http://schemas.microsoft.com/office/drawing/2014/main" id="{15ABCB02-6700-D4DC-B748-4D396FA689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316788" y="2350294"/>
              <a:ext cx="167482" cy="6937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7" name="Straight Connector 2426">
              <a:extLst>
                <a:ext uri="{FF2B5EF4-FFF2-40B4-BE49-F238E27FC236}">
                  <a16:creationId xmlns:a16="http://schemas.microsoft.com/office/drawing/2014/main" id="{75BA1177-60D0-3511-2B8F-5E160841D357}"/>
                </a:ext>
              </a:extLst>
            </p:cNvPr>
            <p:cNvCxnSpPr>
              <a:cxnSpLocks/>
            </p:cNvCxnSpPr>
            <p:nvPr/>
          </p:nvCxnSpPr>
          <p:spPr>
            <a:xfrm>
              <a:off x="7484270" y="2350294"/>
              <a:ext cx="0" cy="1428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8" name="Straight Connector 2427">
              <a:extLst>
                <a:ext uri="{FF2B5EF4-FFF2-40B4-BE49-F238E27FC236}">
                  <a16:creationId xmlns:a16="http://schemas.microsoft.com/office/drawing/2014/main" id="{8A699777-61FF-F920-7353-3F7D295D9AE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66806" y="2428876"/>
              <a:ext cx="167482" cy="6937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0" name="Straight Connector 2429">
              <a:extLst>
                <a:ext uri="{FF2B5EF4-FFF2-40B4-BE49-F238E27FC236}">
                  <a16:creationId xmlns:a16="http://schemas.microsoft.com/office/drawing/2014/main" id="{AD18A403-745E-6F69-50E2-8FE2D75248F4}"/>
                </a:ext>
              </a:extLst>
            </p:cNvPr>
            <p:cNvCxnSpPr>
              <a:cxnSpLocks/>
            </p:cNvCxnSpPr>
            <p:nvPr/>
          </p:nvCxnSpPr>
          <p:spPr>
            <a:xfrm>
              <a:off x="7641432" y="2283619"/>
              <a:ext cx="0" cy="1428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1" name="Straight Connector 2430">
              <a:extLst>
                <a:ext uri="{FF2B5EF4-FFF2-40B4-BE49-F238E27FC236}">
                  <a16:creationId xmlns:a16="http://schemas.microsoft.com/office/drawing/2014/main" id="{29BD6D32-B778-E879-C271-B76AF7602D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62863" y="2222500"/>
              <a:ext cx="138112" cy="730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8" name="Straight Connector 2647">
              <a:extLst>
                <a:ext uri="{FF2B5EF4-FFF2-40B4-BE49-F238E27FC236}">
                  <a16:creationId xmlns:a16="http://schemas.microsoft.com/office/drawing/2014/main" id="{979CB8D3-BF83-E14F-C147-C8449BD02E40}"/>
                </a:ext>
              </a:extLst>
            </p:cNvPr>
            <p:cNvCxnSpPr>
              <a:cxnSpLocks/>
            </p:cNvCxnSpPr>
            <p:nvPr/>
          </p:nvCxnSpPr>
          <p:spPr>
            <a:xfrm>
              <a:off x="5181600" y="1200944"/>
              <a:ext cx="169858" cy="6667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0" name="Straight Connector 2649">
              <a:extLst>
                <a:ext uri="{FF2B5EF4-FFF2-40B4-BE49-F238E27FC236}">
                  <a16:creationId xmlns:a16="http://schemas.microsoft.com/office/drawing/2014/main" id="{68A7773E-D916-EE58-D58E-05C1E97D7C93}"/>
                </a:ext>
              </a:extLst>
            </p:cNvPr>
            <p:cNvCxnSpPr>
              <a:cxnSpLocks/>
            </p:cNvCxnSpPr>
            <p:nvPr/>
          </p:nvCxnSpPr>
          <p:spPr>
            <a:xfrm>
              <a:off x="5175246" y="1209675"/>
              <a:ext cx="0" cy="1333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1" name="Straight Connector 2650">
              <a:extLst>
                <a:ext uri="{FF2B5EF4-FFF2-40B4-BE49-F238E27FC236}">
                  <a16:creationId xmlns:a16="http://schemas.microsoft.com/office/drawing/2014/main" id="{A4F24D14-E220-CE34-F5EB-CEE9D0DD16B0}"/>
                </a:ext>
              </a:extLst>
            </p:cNvPr>
            <p:cNvCxnSpPr>
              <a:cxnSpLocks/>
            </p:cNvCxnSpPr>
            <p:nvPr/>
          </p:nvCxnSpPr>
          <p:spPr>
            <a:xfrm>
              <a:off x="5007768" y="1276351"/>
              <a:ext cx="169858" cy="6667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2" name="Straight Connector 2651">
              <a:extLst>
                <a:ext uri="{FF2B5EF4-FFF2-40B4-BE49-F238E27FC236}">
                  <a16:creationId xmlns:a16="http://schemas.microsoft.com/office/drawing/2014/main" id="{27A00437-C7DC-A393-92FD-DFA6D6E6256F}"/>
                </a:ext>
              </a:extLst>
            </p:cNvPr>
            <p:cNvCxnSpPr>
              <a:cxnSpLocks/>
            </p:cNvCxnSpPr>
            <p:nvPr/>
          </p:nvCxnSpPr>
          <p:spPr>
            <a:xfrm>
              <a:off x="5006177" y="1147763"/>
              <a:ext cx="0" cy="1238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3" name="Straight Connector 2672">
              <a:extLst>
                <a:ext uri="{FF2B5EF4-FFF2-40B4-BE49-F238E27FC236}">
                  <a16:creationId xmlns:a16="http://schemas.microsoft.com/office/drawing/2014/main" id="{655E9781-3104-79DA-33E3-05E2AD530C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92206" y="2562226"/>
              <a:ext cx="167482" cy="6937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9" name="Straight Connector 2678">
              <a:extLst>
                <a:ext uri="{FF2B5EF4-FFF2-40B4-BE49-F238E27FC236}">
                  <a16:creationId xmlns:a16="http://schemas.microsoft.com/office/drawing/2014/main" id="{4FE73B11-89FD-D512-B2CA-A13A16AA6AAB}"/>
                </a:ext>
              </a:extLst>
            </p:cNvPr>
            <p:cNvCxnSpPr>
              <a:cxnSpLocks/>
            </p:cNvCxnSpPr>
            <p:nvPr/>
          </p:nvCxnSpPr>
          <p:spPr>
            <a:xfrm>
              <a:off x="6986588" y="3339306"/>
              <a:ext cx="0" cy="1047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0" name="Straight Connector 2679">
              <a:extLst>
                <a:ext uri="{FF2B5EF4-FFF2-40B4-BE49-F238E27FC236}">
                  <a16:creationId xmlns:a16="http://schemas.microsoft.com/office/drawing/2014/main" id="{5FF13CD8-D3E9-3E20-0DFE-90FEE7F2ED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86588" y="3315017"/>
              <a:ext cx="160337" cy="854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2" name="Straight Connector 2681">
              <a:extLst>
                <a:ext uri="{FF2B5EF4-FFF2-40B4-BE49-F238E27FC236}">
                  <a16:creationId xmlns:a16="http://schemas.microsoft.com/office/drawing/2014/main" id="{B81FCC98-CB5B-5EEA-21A3-C46909D506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51688" y="3324225"/>
              <a:ext cx="182562" cy="8286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3" name="Straight Connector 2682">
              <a:extLst>
                <a:ext uri="{FF2B5EF4-FFF2-40B4-BE49-F238E27FC236}">
                  <a16:creationId xmlns:a16="http://schemas.microsoft.com/office/drawing/2014/main" id="{FA5FDF93-3257-BF64-07DD-FBE339F0E1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50100" y="3197225"/>
              <a:ext cx="171450" cy="603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8" name="Straight Connector 2687">
              <a:extLst>
                <a:ext uri="{FF2B5EF4-FFF2-40B4-BE49-F238E27FC236}">
                  <a16:creationId xmlns:a16="http://schemas.microsoft.com/office/drawing/2014/main" id="{0290D8EB-6539-F154-C2E9-07D9C539B9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0313" y="3514725"/>
              <a:ext cx="182562" cy="8286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9" name="Straight Connector 2688">
              <a:extLst>
                <a:ext uri="{FF2B5EF4-FFF2-40B4-BE49-F238E27FC236}">
                  <a16:creationId xmlns:a16="http://schemas.microsoft.com/office/drawing/2014/main" id="{79B49867-5B73-262F-BA88-6A15B2C1A78D}"/>
                </a:ext>
              </a:extLst>
            </p:cNvPr>
            <p:cNvCxnSpPr>
              <a:cxnSpLocks/>
            </p:cNvCxnSpPr>
            <p:nvPr/>
          </p:nvCxnSpPr>
          <p:spPr>
            <a:xfrm>
              <a:off x="6315075" y="3317876"/>
              <a:ext cx="0" cy="27622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0" name="Straight Connector 2689">
              <a:extLst>
                <a:ext uri="{FF2B5EF4-FFF2-40B4-BE49-F238E27FC236}">
                  <a16:creationId xmlns:a16="http://schemas.microsoft.com/office/drawing/2014/main" id="{EB32B1F5-5382-72F3-46DD-43FD371603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23013" y="3311842"/>
              <a:ext cx="160337" cy="854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1" name="Straight Connector 2690">
              <a:extLst>
                <a:ext uri="{FF2B5EF4-FFF2-40B4-BE49-F238E27FC236}">
                  <a16:creationId xmlns:a16="http://schemas.microsoft.com/office/drawing/2014/main" id="{C6CCF18A-2371-4937-4B3E-9319ED899D68}"/>
                </a:ext>
              </a:extLst>
            </p:cNvPr>
            <p:cNvCxnSpPr>
              <a:cxnSpLocks/>
            </p:cNvCxnSpPr>
            <p:nvPr/>
          </p:nvCxnSpPr>
          <p:spPr>
            <a:xfrm>
              <a:off x="6483350" y="3133726"/>
              <a:ext cx="0" cy="27622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2" name="Straight Connector 2691">
              <a:extLst>
                <a:ext uri="{FF2B5EF4-FFF2-40B4-BE49-F238E27FC236}">
                  <a16:creationId xmlns:a16="http://schemas.microsoft.com/office/drawing/2014/main" id="{D8FB2F90-D5A4-75F6-C996-3234F328A4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24600" y="3074194"/>
              <a:ext cx="156369" cy="6826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7" name="Straight Connector 2696">
              <a:extLst>
                <a:ext uri="{FF2B5EF4-FFF2-40B4-BE49-F238E27FC236}">
                  <a16:creationId xmlns:a16="http://schemas.microsoft.com/office/drawing/2014/main" id="{93A09EAF-157C-B4B3-EE23-F462ED5516D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57910" y="1590675"/>
              <a:ext cx="166690" cy="69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9" name="Straight Connector 2698">
              <a:extLst>
                <a:ext uri="{FF2B5EF4-FFF2-40B4-BE49-F238E27FC236}">
                  <a16:creationId xmlns:a16="http://schemas.microsoft.com/office/drawing/2014/main" id="{CF3FC5FB-44FA-3970-10F4-EC0B1E6C73C7}"/>
                </a:ext>
              </a:extLst>
            </p:cNvPr>
            <p:cNvCxnSpPr>
              <a:cxnSpLocks/>
            </p:cNvCxnSpPr>
            <p:nvPr/>
          </p:nvCxnSpPr>
          <p:spPr>
            <a:xfrm>
              <a:off x="6157910" y="1466850"/>
              <a:ext cx="0" cy="1365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1" name="Straight Connector 2700">
              <a:extLst>
                <a:ext uri="{FF2B5EF4-FFF2-40B4-BE49-F238E27FC236}">
                  <a16:creationId xmlns:a16="http://schemas.microsoft.com/office/drawing/2014/main" id="{114B9033-F3A7-A2A2-E307-8B1213EDA644}"/>
                </a:ext>
              </a:extLst>
            </p:cNvPr>
            <p:cNvCxnSpPr>
              <a:cxnSpLocks/>
            </p:cNvCxnSpPr>
            <p:nvPr/>
          </p:nvCxnSpPr>
          <p:spPr>
            <a:xfrm>
              <a:off x="5995985" y="1390650"/>
              <a:ext cx="0" cy="1365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2" name="Straight Connector 2701">
              <a:extLst>
                <a:ext uri="{FF2B5EF4-FFF2-40B4-BE49-F238E27FC236}">
                  <a16:creationId xmlns:a16="http://schemas.microsoft.com/office/drawing/2014/main" id="{71EE4ADE-81FF-3B2C-ACE2-0247BA6D79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92810" y="1393825"/>
              <a:ext cx="166690" cy="69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3" name="Straight Connector 2702">
              <a:extLst>
                <a:ext uri="{FF2B5EF4-FFF2-40B4-BE49-F238E27FC236}">
                  <a16:creationId xmlns:a16="http://schemas.microsoft.com/office/drawing/2014/main" id="{77F5DE33-CDE3-91AB-0788-1B5EEFAE2A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27710" y="1466850"/>
              <a:ext cx="166690" cy="69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4" name="Straight Connector 2703">
              <a:extLst>
                <a:ext uri="{FF2B5EF4-FFF2-40B4-BE49-F238E27FC236}">
                  <a16:creationId xmlns:a16="http://schemas.microsoft.com/office/drawing/2014/main" id="{71800B1D-3155-FFD1-A8DE-946673BC88DF}"/>
                </a:ext>
              </a:extLst>
            </p:cNvPr>
            <p:cNvCxnSpPr>
              <a:cxnSpLocks/>
            </p:cNvCxnSpPr>
            <p:nvPr/>
          </p:nvCxnSpPr>
          <p:spPr>
            <a:xfrm>
              <a:off x="5834060" y="1333500"/>
              <a:ext cx="0" cy="1365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5" name="Straight Connector 2704">
              <a:extLst>
                <a:ext uri="{FF2B5EF4-FFF2-40B4-BE49-F238E27FC236}">
                  <a16:creationId xmlns:a16="http://schemas.microsoft.com/office/drawing/2014/main" id="{3E9C62C3-11B8-5114-E18A-145A96A54B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57851" y="1346201"/>
              <a:ext cx="166687" cy="6461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2" name="Straight Connector 2711">
              <a:extLst>
                <a:ext uri="{FF2B5EF4-FFF2-40B4-BE49-F238E27FC236}">
                  <a16:creationId xmlns:a16="http://schemas.microsoft.com/office/drawing/2014/main" id="{629F8A4B-4903-E0D2-73A2-11ECA80E774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52357" y="2495550"/>
              <a:ext cx="341312" cy="1333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4" name="Straight Connector 2713">
              <a:extLst>
                <a:ext uri="{FF2B5EF4-FFF2-40B4-BE49-F238E27FC236}">
                  <a16:creationId xmlns:a16="http://schemas.microsoft.com/office/drawing/2014/main" id="{68CE6C53-5C4D-8314-D98C-C903784410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46800" y="2232025"/>
              <a:ext cx="673100" cy="2603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6" name="Straight Connector 2715">
              <a:extLst>
                <a:ext uri="{FF2B5EF4-FFF2-40B4-BE49-F238E27FC236}">
                  <a16:creationId xmlns:a16="http://schemas.microsoft.com/office/drawing/2014/main" id="{B0C09F84-DD2F-E092-598E-40465045BD6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83350" y="2108200"/>
              <a:ext cx="333375" cy="1301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0" name="Straight Connector 2719">
              <a:extLst>
                <a:ext uri="{FF2B5EF4-FFF2-40B4-BE49-F238E27FC236}">
                  <a16:creationId xmlns:a16="http://schemas.microsoft.com/office/drawing/2014/main" id="{0B93C7EA-E87D-3CD9-A914-DFA399108D29}"/>
                </a:ext>
              </a:extLst>
            </p:cNvPr>
            <p:cNvCxnSpPr>
              <a:cxnSpLocks/>
            </p:cNvCxnSpPr>
            <p:nvPr/>
          </p:nvCxnSpPr>
          <p:spPr>
            <a:xfrm>
              <a:off x="6488113" y="2123281"/>
              <a:ext cx="0" cy="1047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1" name="Straight Connector 2720">
              <a:extLst>
                <a:ext uri="{FF2B5EF4-FFF2-40B4-BE49-F238E27FC236}">
                  <a16:creationId xmlns:a16="http://schemas.microsoft.com/office/drawing/2014/main" id="{683808DC-1609-37C9-C6C4-61E707DC60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53150" y="2225675"/>
              <a:ext cx="330200" cy="1397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3" name="Straight Connector 2722">
              <a:extLst>
                <a:ext uri="{FF2B5EF4-FFF2-40B4-BE49-F238E27FC236}">
                  <a16:creationId xmlns:a16="http://schemas.microsoft.com/office/drawing/2014/main" id="{A93B2E99-6A30-DAE4-4EC0-5F24E4216897}"/>
                </a:ext>
              </a:extLst>
            </p:cNvPr>
            <p:cNvCxnSpPr>
              <a:cxnSpLocks/>
            </p:cNvCxnSpPr>
            <p:nvPr/>
          </p:nvCxnSpPr>
          <p:spPr>
            <a:xfrm>
              <a:off x="6148388" y="1965325"/>
              <a:ext cx="0" cy="40560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8" name="Straight Connector 2727">
              <a:extLst>
                <a:ext uri="{FF2B5EF4-FFF2-40B4-BE49-F238E27FC236}">
                  <a16:creationId xmlns:a16="http://schemas.microsoft.com/office/drawing/2014/main" id="{E7A28312-F728-24AE-33C4-CD1089D1DE2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97575" y="1965325"/>
              <a:ext cx="142875" cy="69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2" name="Straight Connector 2731">
              <a:extLst>
                <a:ext uri="{FF2B5EF4-FFF2-40B4-BE49-F238E27FC236}">
                  <a16:creationId xmlns:a16="http://schemas.microsoft.com/office/drawing/2014/main" id="{F3E72CEB-DFE1-166D-EBD4-F7C8318053B9}"/>
                </a:ext>
              </a:extLst>
            </p:cNvPr>
            <p:cNvCxnSpPr>
              <a:cxnSpLocks/>
            </p:cNvCxnSpPr>
            <p:nvPr/>
          </p:nvCxnSpPr>
          <p:spPr>
            <a:xfrm>
              <a:off x="5995988" y="1932781"/>
              <a:ext cx="0" cy="1047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3" name="Straight Connector 2732">
              <a:extLst>
                <a:ext uri="{FF2B5EF4-FFF2-40B4-BE49-F238E27FC236}">
                  <a16:creationId xmlns:a16="http://schemas.microsoft.com/office/drawing/2014/main" id="{3CC89E51-EE8F-6C19-C01D-1FCF6C91456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794375" y="1851025"/>
              <a:ext cx="203200" cy="7302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6" name="Straight Connector 2735">
              <a:extLst>
                <a:ext uri="{FF2B5EF4-FFF2-40B4-BE49-F238E27FC236}">
                  <a16:creationId xmlns:a16="http://schemas.microsoft.com/office/drawing/2014/main" id="{E1E13A8B-402E-0E67-FBEE-589085B4338C}"/>
                </a:ext>
              </a:extLst>
            </p:cNvPr>
            <p:cNvCxnSpPr>
              <a:cxnSpLocks/>
            </p:cNvCxnSpPr>
            <p:nvPr/>
          </p:nvCxnSpPr>
          <p:spPr>
            <a:xfrm>
              <a:off x="5662613" y="1605756"/>
              <a:ext cx="0" cy="1047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7" name="Straight Connector 2736">
              <a:extLst>
                <a:ext uri="{FF2B5EF4-FFF2-40B4-BE49-F238E27FC236}">
                  <a16:creationId xmlns:a16="http://schemas.microsoft.com/office/drawing/2014/main" id="{75CE44AA-23FB-55CB-DA79-FF9FAE000E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51500" y="1844675"/>
              <a:ext cx="142875" cy="69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9" name="Straight Connector 2738">
              <a:extLst>
                <a:ext uri="{FF2B5EF4-FFF2-40B4-BE49-F238E27FC236}">
                  <a16:creationId xmlns:a16="http://schemas.microsoft.com/office/drawing/2014/main" id="{F825DB2C-087D-3FAA-AA75-95B7FC5C6462}"/>
                </a:ext>
              </a:extLst>
            </p:cNvPr>
            <p:cNvCxnSpPr>
              <a:cxnSpLocks/>
            </p:cNvCxnSpPr>
            <p:nvPr/>
          </p:nvCxnSpPr>
          <p:spPr>
            <a:xfrm>
              <a:off x="5653088" y="1815306"/>
              <a:ext cx="0" cy="1047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5" name="Straight Connector 2764">
              <a:extLst>
                <a:ext uri="{FF2B5EF4-FFF2-40B4-BE49-F238E27FC236}">
                  <a16:creationId xmlns:a16="http://schemas.microsoft.com/office/drawing/2014/main" id="{B18E4781-BF5B-57C3-67AF-15E8A1C431B4}"/>
                </a:ext>
              </a:extLst>
            </p:cNvPr>
            <p:cNvCxnSpPr>
              <a:cxnSpLocks/>
            </p:cNvCxnSpPr>
            <p:nvPr/>
          </p:nvCxnSpPr>
          <p:spPr>
            <a:xfrm>
              <a:off x="6981827" y="2557462"/>
              <a:ext cx="0" cy="26670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4" name="Straight Connector 2773">
              <a:extLst>
                <a:ext uri="{FF2B5EF4-FFF2-40B4-BE49-F238E27FC236}">
                  <a16:creationId xmlns:a16="http://schemas.microsoft.com/office/drawing/2014/main" id="{EACB302C-DC15-ECF5-2233-A845B0F33A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5075" y="3007519"/>
              <a:ext cx="178594" cy="6619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6" name="Straight Connector 2775">
              <a:extLst>
                <a:ext uri="{FF2B5EF4-FFF2-40B4-BE49-F238E27FC236}">
                  <a16:creationId xmlns:a16="http://schemas.microsoft.com/office/drawing/2014/main" id="{48B18136-C0AC-851D-BCB0-2915F45B69E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26982" y="2945606"/>
              <a:ext cx="156369" cy="6826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7" name="Straight Connector 2776">
              <a:extLst>
                <a:ext uri="{FF2B5EF4-FFF2-40B4-BE49-F238E27FC236}">
                  <a16:creationId xmlns:a16="http://schemas.microsoft.com/office/drawing/2014/main" id="{B71A77D0-90DE-93E8-6EC5-66BBF11D48D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7457" y="2878931"/>
              <a:ext cx="178594" cy="6619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8" name="Straight Connector 2777">
              <a:extLst>
                <a:ext uri="{FF2B5EF4-FFF2-40B4-BE49-F238E27FC236}">
                  <a16:creationId xmlns:a16="http://schemas.microsoft.com/office/drawing/2014/main" id="{E54EE298-33A2-1B76-0C3D-256CDE8D58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24600" y="2817019"/>
              <a:ext cx="156369" cy="6826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9" name="Straight Connector 2778">
              <a:extLst>
                <a:ext uri="{FF2B5EF4-FFF2-40B4-BE49-F238E27FC236}">
                  <a16:creationId xmlns:a16="http://schemas.microsoft.com/office/drawing/2014/main" id="{3F97A205-655D-9431-335E-07F8440AB1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5075" y="2750344"/>
              <a:ext cx="178594" cy="6619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0" name="Straight Connector 2779">
              <a:extLst>
                <a:ext uri="{FF2B5EF4-FFF2-40B4-BE49-F238E27FC236}">
                  <a16:creationId xmlns:a16="http://schemas.microsoft.com/office/drawing/2014/main" id="{128F80C8-58B2-B99B-0F4F-61FE6D3B078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26982" y="2695575"/>
              <a:ext cx="156369" cy="6826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1" name="Straight Connector 2780">
              <a:extLst>
                <a:ext uri="{FF2B5EF4-FFF2-40B4-BE49-F238E27FC236}">
                  <a16:creationId xmlns:a16="http://schemas.microsoft.com/office/drawing/2014/main" id="{04628D7D-C786-3CEC-D24C-B73BB827D74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7457" y="2628900"/>
              <a:ext cx="178594" cy="6619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D5A49D4-752D-F400-2597-72A968B0E7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12093" y="1076325"/>
              <a:ext cx="164307" cy="571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99" name="Straight Connector 2398">
            <a:extLst>
              <a:ext uri="{FF2B5EF4-FFF2-40B4-BE49-F238E27FC236}">
                <a16:creationId xmlns:a16="http://schemas.microsoft.com/office/drawing/2014/main" id="{B7D00953-AD7B-6DA7-5AC3-AB8863EF3A61}"/>
              </a:ext>
            </a:extLst>
          </p:cNvPr>
          <p:cNvCxnSpPr>
            <a:cxnSpLocks/>
          </p:cNvCxnSpPr>
          <p:nvPr/>
        </p:nvCxnSpPr>
        <p:spPr>
          <a:xfrm>
            <a:off x="7320121" y="2962275"/>
            <a:ext cx="0" cy="116681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9" name="Straight Connector 2658">
            <a:extLst>
              <a:ext uri="{FF2B5EF4-FFF2-40B4-BE49-F238E27FC236}">
                <a16:creationId xmlns:a16="http://schemas.microsoft.com/office/drawing/2014/main" id="{15A714E5-A140-B14A-0B33-2CAB736BB631}"/>
              </a:ext>
            </a:extLst>
          </p:cNvPr>
          <p:cNvCxnSpPr>
            <a:cxnSpLocks/>
          </p:cNvCxnSpPr>
          <p:nvPr/>
        </p:nvCxnSpPr>
        <p:spPr>
          <a:xfrm>
            <a:off x="4999036" y="1527175"/>
            <a:ext cx="0" cy="12700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62" name="Straight Connector 2661">
            <a:extLst>
              <a:ext uri="{FF2B5EF4-FFF2-40B4-BE49-F238E27FC236}">
                <a16:creationId xmlns:a16="http://schemas.microsoft.com/office/drawing/2014/main" id="{1FF783C3-2401-3188-EB3C-ED641301DEDD}"/>
              </a:ext>
            </a:extLst>
          </p:cNvPr>
          <p:cNvCxnSpPr>
            <a:cxnSpLocks/>
          </p:cNvCxnSpPr>
          <p:nvPr/>
        </p:nvCxnSpPr>
        <p:spPr>
          <a:xfrm>
            <a:off x="5494336" y="1847850"/>
            <a:ext cx="0" cy="13335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6" name="Straight Connector 2685">
            <a:extLst>
              <a:ext uri="{FF2B5EF4-FFF2-40B4-BE49-F238E27FC236}">
                <a16:creationId xmlns:a16="http://schemas.microsoft.com/office/drawing/2014/main" id="{EED493AD-0AFC-7CFB-3F26-BF83D9D372BE}"/>
              </a:ext>
            </a:extLst>
          </p:cNvPr>
          <p:cNvCxnSpPr>
            <a:cxnSpLocks/>
          </p:cNvCxnSpPr>
          <p:nvPr/>
        </p:nvCxnSpPr>
        <p:spPr>
          <a:xfrm>
            <a:off x="7320121" y="3197225"/>
            <a:ext cx="0" cy="116681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06" name="Rectangle 2705">
            <a:extLst>
              <a:ext uri="{FF2B5EF4-FFF2-40B4-BE49-F238E27FC236}">
                <a16:creationId xmlns:a16="http://schemas.microsoft.com/office/drawing/2014/main" id="{F9272A90-D756-0D08-B79C-79393CC3D9C4}"/>
              </a:ext>
            </a:extLst>
          </p:cNvPr>
          <p:cNvSpPr/>
          <p:nvPr/>
        </p:nvSpPr>
        <p:spPr>
          <a:xfrm>
            <a:off x="6721564" y="3718573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00FF00"/>
                </a:highlight>
              </a:rPr>
              <a:t>1</a:t>
            </a:r>
          </a:p>
        </p:txBody>
      </p:sp>
      <p:sp>
        <p:nvSpPr>
          <p:cNvPr id="2707" name="Rectangle 2706">
            <a:extLst>
              <a:ext uri="{FF2B5EF4-FFF2-40B4-BE49-F238E27FC236}">
                <a16:creationId xmlns:a16="http://schemas.microsoft.com/office/drawing/2014/main" id="{2724FA19-9F3A-5A27-87DC-D6A05D43DEF6}"/>
              </a:ext>
            </a:extLst>
          </p:cNvPr>
          <p:cNvSpPr/>
          <p:nvPr/>
        </p:nvSpPr>
        <p:spPr>
          <a:xfrm>
            <a:off x="4961027" y="1824685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00FF00"/>
                </a:highlight>
              </a:rPr>
              <a:t>1</a:t>
            </a:r>
          </a:p>
        </p:txBody>
      </p:sp>
      <p:sp>
        <p:nvSpPr>
          <p:cNvPr id="2708" name="Rectangle 2707">
            <a:extLst>
              <a:ext uri="{FF2B5EF4-FFF2-40B4-BE49-F238E27FC236}">
                <a16:creationId xmlns:a16="http://schemas.microsoft.com/office/drawing/2014/main" id="{B28FD06A-AA7E-3B5E-7B75-D92CDB3C8ABB}"/>
              </a:ext>
            </a:extLst>
          </p:cNvPr>
          <p:cNvSpPr/>
          <p:nvPr/>
        </p:nvSpPr>
        <p:spPr>
          <a:xfrm>
            <a:off x="4167277" y="0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00FF00"/>
                </a:highlight>
              </a:rPr>
              <a:t>1</a:t>
            </a:r>
          </a:p>
        </p:txBody>
      </p:sp>
      <p:sp>
        <p:nvSpPr>
          <p:cNvPr id="2709" name="Rectangle 2708">
            <a:extLst>
              <a:ext uri="{FF2B5EF4-FFF2-40B4-BE49-F238E27FC236}">
                <a16:creationId xmlns:a16="http://schemas.microsoft.com/office/drawing/2014/main" id="{600D22AC-BF99-E808-B374-A4E77C040229}"/>
              </a:ext>
            </a:extLst>
          </p:cNvPr>
          <p:cNvSpPr/>
          <p:nvPr/>
        </p:nvSpPr>
        <p:spPr>
          <a:xfrm>
            <a:off x="2074326" y="4440725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1</a:t>
            </a:r>
          </a:p>
        </p:txBody>
      </p:sp>
      <p:sp>
        <p:nvSpPr>
          <p:cNvPr id="2710" name="Rectangle 2709">
            <a:extLst>
              <a:ext uri="{FF2B5EF4-FFF2-40B4-BE49-F238E27FC236}">
                <a16:creationId xmlns:a16="http://schemas.microsoft.com/office/drawing/2014/main" id="{D3BA43AC-0518-B6D2-9D1F-38A11A084EB0}"/>
              </a:ext>
            </a:extLst>
          </p:cNvPr>
          <p:cNvSpPr/>
          <p:nvPr/>
        </p:nvSpPr>
        <p:spPr>
          <a:xfrm>
            <a:off x="77886" y="2093765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1</a:t>
            </a:r>
          </a:p>
        </p:txBody>
      </p:sp>
      <p:sp>
        <p:nvSpPr>
          <p:cNvPr id="2711" name="Rectangle 2710">
            <a:extLst>
              <a:ext uri="{FF2B5EF4-FFF2-40B4-BE49-F238E27FC236}">
                <a16:creationId xmlns:a16="http://schemas.microsoft.com/office/drawing/2014/main" id="{D6C12DB8-3455-9726-EC93-1DB8C44A1879}"/>
              </a:ext>
            </a:extLst>
          </p:cNvPr>
          <p:cNvSpPr/>
          <p:nvPr/>
        </p:nvSpPr>
        <p:spPr>
          <a:xfrm>
            <a:off x="2348646" y="3503465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36014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3" name="Picture 1482">
            <a:extLst>
              <a:ext uri="{FF2B5EF4-FFF2-40B4-BE49-F238E27FC236}">
                <a16:creationId xmlns:a16="http://schemas.microsoft.com/office/drawing/2014/main" id="{167D0841-C690-2302-A3F4-4383B0FF2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3112" y="1521619"/>
            <a:ext cx="266701" cy="261938"/>
          </a:xfrm>
          <a:prstGeom prst="rect">
            <a:avLst/>
          </a:prstGeom>
        </p:spPr>
      </p:pic>
      <p:sp>
        <p:nvSpPr>
          <p:cNvPr id="942" name="TextBox 941">
            <a:extLst>
              <a:ext uri="{FF2B5EF4-FFF2-40B4-BE49-F238E27FC236}">
                <a16:creationId xmlns:a16="http://schemas.microsoft.com/office/drawing/2014/main" id="{83272B12-A2E5-3833-4D27-17971E9C0C2C}"/>
              </a:ext>
            </a:extLst>
          </p:cNvPr>
          <p:cNvSpPr txBox="1"/>
          <p:nvPr/>
        </p:nvSpPr>
        <p:spPr>
          <a:xfrm>
            <a:off x="5067300" y="4881563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18.05_3</a:t>
            </a:r>
          </a:p>
        </p:txBody>
      </p:sp>
      <p:grpSp>
        <p:nvGrpSpPr>
          <p:cNvPr id="983" name="Group 982">
            <a:extLst>
              <a:ext uri="{FF2B5EF4-FFF2-40B4-BE49-F238E27FC236}">
                <a16:creationId xmlns:a16="http://schemas.microsoft.com/office/drawing/2014/main" id="{9D40A658-E439-9EF2-6303-1AB04EB68022}"/>
              </a:ext>
            </a:extLst>
          </p:cNvPr>
          <p:cNvGrpSpPr/>
          <p:nvPr/>
        </p:nvGrpSpPr>
        <p:grpSpPr>
          <a:xfrm>
            <a:off x="1025525" y="2740025"/>
            <a:ext cx="7287419" cy="4533265"/>
            <a:chOff x="1025525" y="2742407"/>
            <a:chExt cx="7287419" cy="4533265"/>
          </a:xfrm>
        </p:grpSpPr>
        <p:cxnSp>
          <p:nvCxnSpPr>
            <p:cNvPr id="938" name="Straight Connector 937">
              <a:extLst>
                <a:ext uri="{FF2B5EF4-FFF2-40B4-BE49-F238E27FC236}">
                  <a16:creationId xmlns:a16="http://schemas.microsoft.com/office/drawing/2014/main" id="{30DA0C19-439E-C246-B6B5-673245B720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2900" y="6424613"/>
              <a:ext cx="350044" cy="1381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1" name="Straight Connector 980">
              <a:extLst>
                <a:ext uri="{FF2B5EF4-FFF2-40B4-BE49-F238E27FC236}">
                  <a16:creationId xmlns:a16="http://schemas.microsoft.com/office/drawing/2014/main" id="{90B06C90-26DE-1121-0D5E-820A8479A2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4213" y="6303169"/>
              <a:ext cx="0" cy="130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983">
              <a:extLst>
                <a:ext uri="{FF2B5EF4-FFF2-40B4-BE49-F238E27FC236}">
                  <a16:creationId xmlns:a16="http://schemas.microsoft.com/office/drawing/2014/main" id="{C040CF0E-40EB-E4A1-7F42-ECDFBD6535A8}"/>
                </a:ext>
              </a:extLst>
            </p:cNvPr>
            <p:cNvCxnSpPr>
              <a:cxnSpLocks/>
            </p:cNvCxnSpPr>
            <p:nvPr/>
          </p:nvCxnSpPr>
          <p:spPr>
            <a:xfrm>
              <a:off x="7827169" y="6119813"/>
              <a:ext cx="476250" cy="1809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7" name="Straight Connector 986">
              <a:extLst>
                <a:ext uri="{FF2B5EF4-FFF2-40B4-BE49-F238E27FC236}">
                  <a16:creationId xmlns:a16="http://schemas.microsoft.com/office/drawing/2014/main" id="{66D39180-809C-B142-1800-235E73A4A3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2344" y="6241257"/>
              <a:ext cx="154781" cy="619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9" name="Straight Connector 988">
              <a:extLst>
                <a:ext uri="{FF2B5EF4-FFF2-40B4-BE49-F238E27FC236}">
                  <a16:creationId xmlns:a16="http://schemas.microsoft.com/office/drawing/2014/main" id="{6EF28173-46D7-D7B8-017A-25CBC907046C}"/>
                </a:ext>
              </a:extLst>
            </p:cNvPr>
            <p:cNvCxnSpPr>
              <a:cxnSpLocks/>
            </p:cNvCxnSpPr>
            <p:nvPr/>
          </p:nvCxnSpPr>
          <p:spPr>
            <a:xfrm>
              <a:off x="6312694" y="6034088"/>
              <a:ext cx="330994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1" name="Straight Connector 990">
              <a:extLst>
                <a:ext uri="{FF2B5EF4-FFF2-40B4-BE49-F238E27FC236}">
                  <a16:creationId xmlns:a16="http://schemas.microsoft.com/office/drawing/2014/main" id="{DEB29D8A-6BFF-5692-DB2C-0C90709C79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8844" y="6041232"/>
              <a:ext cx="321468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161F2AC3-4130-2F5F-252C-49F9A2620275}"/>
                </a:ext>
              </a:extLst>
            </p:cNvPr>
            <p:cNvCxnSpPr>
              <a:cxnSpLocks/>
            </p:cNvCxnSpPr>
            <p:nvPr/>
          </p:nvCxnSpPr>
          <p:spPr>
            <a:xfrm>
              <a:off x="5655469" y="6038851"/>
              <a:ext cx="330994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9E90A290-22CB-0CA5-20E9-64010D39CD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6400" y="6038850"/>
              <a:ext cx="173831" cy="642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367623BA-6D12-C867-917B-2D0FE97A3BF0}"/>
                </a:ext>
              </a:extLst>
            </p:cNvPr>
            <p:cNvCxnSpPr>
              <a:cxnSpLocks/>
            </p:cNvCxnSpPr>
            <p:nvPr/>
          </p:nvCxnSpPr>
          <p:spPr>
            <a:xfrm>
              <a:off x="5162550" y="5969795"/>
              <a:ext cx="326232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23D10341-96F1-D712-E822-2D34F7F699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1556" y="5969795"/>
              <a:ext cx="340519" cy="1381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236926BB-E9C4-2F84-4857-16227BB6FB94}"/>
                </a:ext>
              </a:extLst>
            </p:cNvPr>
            <p:cNvCxnSpPr>
              <a:cxnSpLocks/>
            </p:cNvCxnSpPr>
            <p:nvPr/>
          </p:nvCxnSpPr>
          <p:spPr>
            <a:xfrm>
              <a:off x="4502943" y="5972175"/>
              <a:ext cx="326232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0B3E56EF-2315-E7D5-7C47-4EA8A61C31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1357" y="5848351"/>
              <a:ext cx="0" cy="13493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E7DA588F-CF1D-29B8-DCAA-1ABD809A12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84338" y="6439694"/>
              <a:ext cx="672306" cy="2468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9B2D8EA5-965B-82FD-8B24-E033303FE6FC}"/>
                </a:ext>
              </a:extLst>
            </p:cNvPr>
            <p:cNvCxnSpPr>
              <a:cxnSpLocks/>
            </p:cNvCxnSpPr>
            <p:nvPr/>
          </p:nvCxnSpPr>
          <p:spPr>
            <a:xfrm>
              <a:off x="1028700" y="6437472"/>
              <a:ext cx="650081" cy="24590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2CB8A18B-76EE-278D-D70D-A1FADF3C26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6195" y="3401537"/>
              <a:ext cx="321945" cy="12319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DBB3DDDE-1E12-20D5-81C9-732832F47168}"/>
                </a:ext>
              </a:extLst>
            </p:cNvPr>
            <p:cNvCxnSpPr>
              <a:cxnSpLocks/>
            </p:cNvCxnSpPr>
            <p:nvPr/>
          </p:nvCxnSpPr>
          <p:spPr>
            <a:xfrm>
              <a:off x="3683000" y="3847307"/>
              <a:ext cx="495300" cy="193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C7BCBF76-1E17-E98E-15B8-5D2F5FACE976}"/>
                </a:ext>
              </a:extLst>
            </p:cNvPr>
            <p:cNvCxnSpPr>
              <a:cxnSpLocks/>
            </p:cNvCxnSpPr>
            <p:nvPr/>
          </p:nvCxnSpPr>
          <p:spPr>
            <a:xfrm>
              <a:off x="3349625" y="3723482"/>
              <a:ext cx="293688" cy="1174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0E520369-C9E9-4C58-FDC7-9331526038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52800" y="3202782"/>
              <a:ext cx="0" cy="5238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88102252-F30E-F0E6-F152-240C2EF2428C}"/>
                </a:ext>
              </a:extLst>
            </p:cNvPr>
            <p:cNvCxnSpPr>
              <a:cxnSpLocks/>
            </p:cNvCxnSpPr>
            <p:nvPr/>
          </p:nvCxnSpPr>
          <p:spPr>
            <a:xfrm>
              <a:off x="3178175" y="3126582"/>
              <a:ext cx="174625" cy="82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BD1842D8-9B2F-EBF8-44A8-7E4ED74D73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1150" y="2742407"/>
              <a:ext cx="0" cy="1492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597">
              <a:extLst>
                <a:ext uri="{FF2B5EF4-FFF2-40B4-BE49-F238E27FC236}">
                  <a16:creationId xmlns:a16="http://schemas.microsoft.com/office/drawing/2014/main" id="{23459921-39B4-7F59-2F30-4556CA8AF5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8175" y="3015457"/>
              <a:ext cx="0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604">
              <a:extLst>
                <a:ext uri="{FF2B5EF4-FFF2-40B4-BE49-F238E27FC236}">
                  <a16:creationId xmlns:a16="http://schemas.microsoft.com/office/drawing/2014/main" id="{DF3614CC-1F44-8BB4-4DCD-596621C324EC}"/>
                </a:ext>
              </a:extLst>
            </p:cNvPr>
            <p:cNvCxnSpPr>
              <a:cxnSpLocks/>
            </p:cNvCxnSpPr>
            <p:nvPr/>
          </p:nvCxnSpPr>
          <p:spPr>
            <a:xfrm>
              <a:off x="2847975" y="2878932"/>
              <a:ext cx="33020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116B9D4-EAF5-5B2F-98F3-2204F9162C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7438" y="6436520"/>
              <a:ext cx="159544" cy="571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2" name="Straight Connector 1151">
              <a:extLst>
                <a:ext uri="{FF2B5EF4-FFF2-40B4-BE49-F238E27FC236}">
                  <a16:creationId xmlns:a16="http://schemas.microsoft.com/office/drawing/2014/main" id="{827C70EB-4FA6-A8A7-A526-565D4A051A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9845" y="3529807"/>
              <a:ext cx="0" cy="11620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2" name="Straight Connector 1181">
              <a:extLst>
                <a:ext uri="{FF2B5EF4-FFF2-40B4-BE49-F238E27FC236}">
                  <a16:creationId xmlns:a16="http://schemas.microsoft.com/office/drawing/2014/main" id="{A6079ABA-6761-7E1E-7D6D-C22CC4C31752}"/>
                </a:ext>
              </a:extLst>
            </p:cNvPr>
            <p:cNvCxnSpPr>
              <a:cxnSpLocks/>
            </p:cNvCxnSpPr>
            <p:nvPr/>
          </p:nvCxnSpPr>
          <p:spPr>
            <a:xfrm>
              <a:off x="2867660" y="2753202"/>
              <a:ext cx="797560" cy="32766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4" name="Straight Connector 1283">
              <a:extLst>
                <a:ext uri="{FF2B5EF4-FFF2-40B4-BE49-F238E27FC236}">
                  <a16:creationId xmlns:a16="http://schemas.microsoft.com/office/drawing/2014/main" id="{D11D3CC4-296B-A45D-2D8C-399BAAE788FC}"/>
                </a:ext>
              </a:extLst>
            </p:cNvPr>
            <p:cNvCxnSpPr>
              <a:cxnSpLocks/>
            </p:cNvCxnSpPr>
            <p:nvPr/>
          </p:nvCxnSpPr>
          <p:spPr>
            <a:xfrm>
              <a:off x="3677920" y="3192622"/>
              <a:ext cx="497840" cy="203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0" name="Straight Connector 1489">
              <a:extLst>
                <a:ext uri="{FF2B5EF4-FFF2-40B4-BE49-F238E27FC236}">
                  <a16:creationId xmlns:a16="http://schemas.microsoft.com/office/drawing/2014/main" id="{BBA10D6E-5FEC-7FCF-ED8D-07FC68591A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6015" y="3076417"/>
              <a:ext cx="0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5" name="Straight Connector 1494">
              <a:extLst>
                <a:ext uri="{FF2B5EF4-FFF2-40B4-BE49-F238E27FC236}">
                  <a16:creationId xmlns:a16="http://schemas.microsoft.com/office/drawing/2014/main" id="{F759BC57-9D9E-A49D-8951-F62859BDB5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47060" y="3659982"/>
              <a:ext cx="680720" cy="26416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6" name="Straight Connector 1495">
              <a:extLst>
                <a:ext uri="{FF2B5EF4-FFF2-40B4-BE49-F238E27FC236}">
                  <a16:creationId xmlns:a16="http://schemas.microsoft.com/office/drawing/2014/main" id="{A5A3E4E5-486D-C37D-0F02-AA567327B3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5000" y="3850482"/>
              <a:ext cx="497840" cy="1905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4" name="Straight Connector 1503">
              <a:extLst>
                <a:ext uri="{FF2B5EF4-FFF2-40B4-BE49-F238E27FC236}">
                  <a16:creationId xmlns:a16="http://schemas.microsoft.com/office/drawing/2014/main" id="{235CAAD0-9539-578E-A872-EBF561DFB0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3145" y="6295232"/>
              <a:ext cx="0" cy="50419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7" name="Straight Connector 1506">
              <a:extLst>
                <a:ext uri="{FF2B5EF4-FFF2-40B4-BE49-F238E27FC236}">
                  <a16:creationId xmlns:a16="http://schemas.microsoft.com/office/drawing/2014/main" id="{048CBCCF-E170-DA87-0081-DF83B83F71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5525" y="6796247"/>
              <a:ext cx="496570" cy="1974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0" name="Straight Connector 1509">
              <a:extLst>
                <a:ext uri="{FF2B5EF4-FFF2-40B4-BE49-F238E27FC236}">
                  <a16:creationId xmlns:a16="http://schemas.microsoft.com/office/drawing/2014/main" id="{6FD54AE4-5120-B6DE-52F5-DCB7F724F7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9715" y="7146132"/>
              <a:ext cx="331470" cy="1295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2" name="Straight Connector 1511">
              <a:extLst>
                <a:ext uri="{FF2B5EF4-FFF2-40B4-BE49-F238E27FC236}">
                  <a16:creationId xmlns:a16="http://schemas.microsoft.com/office/drawing/2014/main" id="{2D53FDB4-44BD-3DDC-EA8C-6EA87FE9F9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36065" y="7005162"/>
              <a:ext cx="0" cy="1466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0" name="Straight Connector 1529">
              <a:extLst>
                <a:ext uri="{FF2B5EF4-FFF2-40B4-BE49-F238E27FC236}">
                  <a16:creationId xmlns:a16="http://schemas.microsoft.com/office/drawing/2014/main" id="{3CC9B362-54F5-8012-0833-F2B101FA81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9915" y="6513672"/>
              <a:ext cx="0" cy="7391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2" name="Straight Connector 1531">
              <a:extLst>
                <a:ext uri="{FF2B5EF4-FFF2-40B4-BE49-F238E27FC236}">
                  <a16:creationId xmlns:a16="http://schemas.microsoft.com/office/drawing/2014/main" id="{B220CE42-F399-8B0C-01E7-13FCF2F2B4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2295" y="6429852"/>
              <a:ext cx="170815" cy="8826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4" name="Straight Connector 1533">
              <a:extLst>
                <a:ext uri="{FF2B5EF4-FFF2-40B4-BE49-F238E27FC236}">
                  <a16:creationId xmlns:a16="http://schemas.microsoft.com/office/drawing/2014/main" id="{8DB4C98E-458B-950C-4513-FFB48988BD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39240" y="6285072"/>
              <a:ext cx="472440" cy="2209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5" name="Straight Connector 1534">
              <a:extLst>
                <a:ext uri="{FF2B5EF4-FFF2-40B4-BE49-F238E27FC236}">
                  <a16:creationId xmlns:a16="http://schemas.microsoft.com/office/drawing/2014/main" id="{38961DC4-F9A8-6E6A-7054-7CBB86877D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19935" y="6281262"/>
              <a:ext cx="0" cy="1466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7" name="Straight Connector 1536">
              <a:extLst>
                <a:ext uri="{FF2B5EF4-FFF2-40B4-BE49-F238E27FC236}">
                  <a16:creationId xmlns:a16="http://schemas.microsoft.com/office/drawing/2014/main" id="{139DED27-D163-DAB5-0CD0-1631F1EB6C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8720" y="6368892"/>
              <a:ext cx="352425" cy="1257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2" name="Straight Connector 1581">
              <a:extLst>
                <a:ext uri="{FF2B5EF4-FFF2-40B4-BE49-F238E27FC236}">
                  <a16:creationId xmlns:a16="http://schemas.microsoft.com/office/drawing/2014/main" id="{9D3C92FE-9F08-7D14-7EDD-DD7AA2F9E7C2}"/>
                </a:ext>
              </a:extLst>
            </p:cNvPr>
            <p:cNvCxnSpPr>
              <a:cxnSpLocks/>
            </p:cNvCxnSpPr>
            <p:nvPr/>
          </p:nvCxnSpPr>
          <p:spPr>
            <a:xfrm>
              <a:off x="5334635" y="4356577"/>
              <a:ext cx="497840" cy="203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3" name="Straight Connector 1582">
              <a:extLst>
                <a:ext uri="{FF2B5EF4-FFF2-40B4-BE49-F238E27FC236}">
                  <a16:creationId xmlns:a16="http://schemas.microsoft.com/office/drawing/2014/main" id="{3010DD6A-8DBD-C7BA-FFD8-31ED6F0406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24855" y="4188302"/>
              <a:ext cx="0" cy="3752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5" name="Straight Connector 1584">
              <a:extLst>
                <a:ext uri="{FF2B5EF4-FFF2-40B4-BE49-F238E27FC236}">
                  <a16:creationId xmlns:a16="http://schemas.microsoft.com/office/drawing/2014/main" id="{132938F4-3D42-9DA0-5F51-56CB205909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6600" y="4035902"/>
              <a:ext cx="358140" cy="1549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8" name="Straight Connector 1647">
              <a:extLst>
                <a:ext uri="{FF2B5EF4-FFF2-40B4-BE49-F238E27FC236}">
                  <a16:creationId xmlns:a16="http://schemas.microsoft.com/office/drawing/2014/main" id="{4CC9AB04-F221-E04B-6A69-5D6BBAA697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6705" y="3977482"/>
              <a:ext cx="170815" cy="6540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6" name="Straight Connector 1655">
              <a:extLst>
                <a:ext uri="{FF2B5EF4-FFF2-40B4-BE49-F238E27FC236}">
                  <a16:creationId xmlns:a16="http://schemas.microsoft.com/office/drawing/2014/main" id="{9B2B1354-4200-744A-B263-D32F6DD030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23840" y="4231482"/>
              <a:ext cx="0" cy="1282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2" name="Straight Connector 1761">
              <a:extLst>
                <a:ext uri="{FF2B5EF4-FFF2-40B4-BE49-F238E27FC236}">
                  <a16:creationId xmlns:a16="http://schemas.microsoft.com/office/drawing/2014/main" id="{64FBEDBF-016D-D2A2-022F-745741879450}"/>
                </a:ext>
              </a:extLst>
            </p:cNvPr>
            <p:cNvCxnSpPr>
              <a:cxnSpLocks/>
            </p:cNvCxnSpPr>
            <p:nvPr/>
          </p:nvCxnSpPr>
          <p:spPr>
            <a:xfrm>
              <a:off x="3005455" y="3980022"/>
              <a:ext cx="169545" cy="635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7" name="Group 616">
            <a:extLst>
              <a:ext uri="{FF2B5EF4-FFF2-40B4-BE49-F238E27FC236}">
                <a16:creationId xmlns:a16="http://schemas.microsoft.com/office/drawing/2014/main" id="{37D9D28D-D18A-E8BF-F316-1ABC818CEAAE}"/>
              </a:ext>
            </a:extLst>
          </p:cNvPr>
          <p:cNvGrpSpPr/>
          <p:nvPr/>
        </p:nvGrpSpPr>
        <p:grpSpPr>
          <a:xfrm>
            <a:off x="5159375" y="1463675"/>
            <a:ext cx="2647157" cy="4708525"/>
            <a:chOff x="5159375" y="1463675"/>
            <a:chExt cx="2647157" cy="4708525"/>
          </a:xfrm>
        </p:grpSpPr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0927B6E9-2EDA-3A10-70C0-5D2FA70E4AF5}"/>
                </a:ext>
              </a:extLst>
            </p:cNvPr>
            <p:cNvCxnSpPr>
              <a:cxnSpLocks/>
            </p:cNvCxnSpPr>
            <p:nvPr/>
          </p:nvCxnSpPr>
          <p:spPr>
            <a:xfrm>
              <a:off x="6323013" y="5537200"/>
              <a:ext cx="0" cy="4897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613">
              <a:extLst>
                <a:ext uri="{FF2B5EF4-FFF2-40B4-BE49-F238E27FC236}">
                  <a16:creationId xmlns:a16="http://schemas.microsoft.com/office/drawing/2014/main" id="{33BDA676-05CE-F075-70CF-1A60036D91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9363" y="5391150"/>
              <a:ext cx="325437" cy="1500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617">
              <a:extLst>
                <a:ext uri="{FF2B5EF4-FFF2-40B4-BE49-F238E27FC236}">
                  <a16:creationId xmlns:a16="http://schemas.microsoft.com/office/drawing/2014/main" id="{DE243A3E-5119-B732-EFD7-331E652494A5}"/>
                </a:ext>
              </a:extLst>
            </p:cNvPr>
            <p:cNvCxnSpPr>
              <a:cxnSpLocks/>
            </p:cNvCxnSpPr>
            <p:nvPr/>
          </p:nvCxnSpPr>
          <p:spPr>
            <a:xfrm>
              <a:off x="6650038" y="2568575"/>
              <a:ext cx="0" cy="28297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635">
              <a:extLst>
                <a:ext uri="{FF2B5EF4-FFF2-40B4-BE49-F238E27FC236}">
                  <a16:creationId xmlns:a16="http://schemas.microsoft.com/office/drawing/2014/main" id="{B0DD3994-A602-48C8-A83A-3B8A05A6FE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92875" y="2489200"/>
              <a:ext cx="1682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649">
              <a:extLst>
                <a:ext uri="{FF2B5EF4-FFF2-40B4-BE49-F238E27FC236}">
                  <a16:creationId xmlns:a16="http://schemas.microsoft.com/office/drawing/2014/main" id="{EABB4988-301A-B037-7B15-7652EB1504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6050" y="2166620"/>
              <a:ext cx="826770" cy="32575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Straight Connector 653">
              <a:extLst>
                <a:ext uri="{FF2B5EF4-FFF2-40B4-BE49-F238E27FC236}">
                  <a16:creationId xmlns:a16="http://schemas.microsoft.com/office/drawing/2014/main" id="{1EC046BF-60CC-6222-D565-37F1C584CF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15200" y="2167890"/>
              <a:ext cx="1682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657">
              <a:extLst>
                <a:ext uri="{FF2B5EF4-FFF2-40B4-BE49-F238E27FC236}">
                  <a16:creationId xmlns:a16="http://schemas.microsoft.com/office/drawing/2014/main" id="{2590CBAE-7200-52C9-0113-A940C1FB70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59375" y="1463675"/>
              <a:ext cx="1835150" cy="711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D51B64E-8BA4-32F5-4ED1-1795AB377B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9525" y="6103144"/>
              <a:ext cx="177007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A571FCCD-A525-DAE5-BA73-59CCBA3D18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82840" y="2166620"/>
              <a:ext cx="165100" cy="7112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0DBDD87-40A5-1127-76E4-303A3F400DB9}"/>
              </a:ext>
            </a:extLst>
          </p:cNvPr>
          <p:cNvGrpSpPr/>
          <p:nvPr/>
        </p:nvGrpSpPr>
        <p:grpSpPr>
          <a:xfrm>
            <a:off x="7326631" y="6332538"/>
            <a:ext cx="1147766" cy="680245"/>
            <a:chOff x="7326631" y="6332538"/>
            <a:chExt cx="1147766" cy="680245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5EB56E93-1687-17BF-B50E-03D4F3E152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74331" y="6815138"/>
              <a:ext cx="500066" cy="19764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64E04146-9218-53C0-231D-65A4C9B469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7191" y="6684169"/>
              <a:ext cx="0" cy="13573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B2F0C24-C4C1-82BB-23B8-DEDB518DED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26631" y="6332538"/>
              <a:ext cx="585469" cy="334962"/>
            </a:xfrm>
            <a:prstGeom prst="line">
              <a:avLst/>
            </a:prstGeom>
            <a:ln w="12700">
              <a:solidFill>
                <a:srgbClr val="99FFCC"/>
              </a:solidFill>
              <a:prstDash val="dash"/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3" name="Group 932">
            <a:extLst>
              <a:ext uri="{FF2B5EF4-FFF2-40B4-BE49-F238E27FC236}">
                <a16:creationId xmlns:a16="http://schemas.microsoft.com/office/drawing/2014/main" id="{7AD47D2E-FBFD-8679-AB24-43B452101C4E}"/>
              </a:ext>
            </a:extLst>
          </p:cNvPr>
          <p:cNvGrpSpPr/>
          <p:nvPr/>
        </p:nvGrpSpPr>
        <p:grpSpPr>
          <a:xfrm>
            <a:off x="5335593" y="5453063"/>
            <a:ext cx="1145381" cy="1144590"/>
            <a:chOff x="5335593" y="5453063"/>
            <a:chExt cx="1145381" cy="114459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81B322A-8269-689E-DD5A-898C428E41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80974" y="6209507"/>
              <a:ext cx="0" cy="38814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13D7877-B748-371B-1B1F-F8EFF8769DA6}"/>
                </a:ext>
              </a:extLst>
            </p:cNvPr>
            <p:cNvCxnSpPr>
              <a:cxnSpLocks/>
            </p:cNvCxnSpPr>
            <p:nvPr/>
          </p:nvCxnSpPr>
          <p:spPr>
            <a:xfrm>
              <a:off x="5991225" y="6324600"/>
              <a:ext cx="481013" cy="1809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D7AC478-7965-4044-D2BB-04778AE30028}"/>
                </a:ext>
              </a:extLst>
            </p:cNvPr>
            <p:cNvCxnSpPr>
              <a:cxnSpLocks/>
            </p:cNvCxnSpPr>
            <p:nvPr/>
          </p:nvCxnSpPr>
          <p:spPr>
            <a:xfrm>
              <a:off x="5991225" y="6191250"/>
              <a:ext cx="0" cy="1333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Straight Connector 927">
              <a:extLst>
                <a:ext uri="{FF2B5EF4-FFF2-40B4-BE49-F238E27FC236}">
                  <a16:creationId xmlns:a16="http://schemas.microsoft.com/office/drawing/2014/main" id="{97E64F97-71F7-9B78-3C96-EEBDF3A4B1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57061" y="5791200"/>
              <a:ext cx="0" cy="2444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B399F70B-973D-566B-5E15-9264A4A9AD7F}"/>
                </a:ext>
              </a:extLst>
            </p:cNvPr>
            <p:cNvCxnSpPr>
              <a:cxnSpLocks/>
            </p:cNvCxnSpPr>
            <p:nvPr/>
          </p:nvCxnSpPr>
          <p:spPr>
            <a:xfrm>
              <a:off x="5338763" y="5643563"/>
              <a:ext cx="314325" cy="13097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1272C298-DAC2-9AED-E65F-E38CAF5EE1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5593" y="5524500"/>
              <a:ext cx="0" cy="11351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2" name="Straight Connector 931">
              <a:extLst>
                <a:ext uri="{FF2B5EF4-FFF2-40B4-BE49-F238E27FC236}">
                  <a16:creationId xmlns:a16="http://schemas.microsoft.com/office/drawing/2014/main" id="{6697D5AC-E3C7-1269-BEF5-C63858F403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6381" y="5453063"/>
              <a:ext cx="164307" cy="6667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66" name="Straight Connector 965">
            <a:extLst>
              <a:ext uri="{FF2B5EF4-FFF2-40B4-BE49-F238E27FC236}">
                <a16:creationId xmlns:a16="http://schemas.microsoft.com/office/drawing/2014/main" id="{202058FD-E55D-6DCB-03F0-76A2DF083B31}"/>
              </a:ext>
            </a:extLst>
          </p:cNvPr>
          <p:cNvCxnSpPr>
            <a:cxnSpLocks/>
          </p:cNvCxnSpPr>
          <p:nvPr/>
        </p:nvCxnSpPr>
        <p:spPr>
          <a:xfrm flipH="1" flipV="1">
            <a:off x="6131560" y="1325880"/>
            <a:ext cx="680408" cy="259080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9" name="Straight Connector 968">
            <a:extLst>
              <a:ext uri="{FF2B5EF4-FFF2-40B4-BE49-F238E27FC236}">
                <a16:creationId xmlns:a16="http://schemas.microsoft.com/office/drawing/2014/main" id="{AEF9ABC3-15B1-1D0E-9E84-847D106FCAFD}"/>
              </a:ext>
            </a:extLst>
          </p:cNvPr>
          <p:cNvCxnSpPr>
            <a:cxnSpLocks/>
          </p:cNvCxnSpPr>
          <p:nvPr/>
        </p:nvCxnSpPr>
        <p:spPr>
          <a:xfrm flipH="1" flipV="1">
            <a:off x="6173629" y="431165"/>
            <a:ext cx="831056" cy="328612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19E1E1F4-FEB6-6349-0F0A-2D54A68CEEEE}"/>
              </a:ext>
            </a:extLst>
          </p:cNvPr>
          <p:cNvGrpSpPr/>
          <p:nvPr/>
        </p:nvGrpSpPr>
        <p:grpSpPr>
          <a:xfrm>
            <a:off x="7143433" y="565150"/>
            <a:ext cx="2157413" cy="3137219"/>
            <a:chOff x="7148513" y="552450"/>
            <a:chExt cx="2157413" cy="3137219"/>
          </a:xfrm>
        </p:grpSpPr>
        <p:cxnSp>
          <p:nvCxnSpPr>
            <p:cNvPr id="970" name="Straight Connector 969">
              <a:extLst>
                <a:ext uri="{FF2B5EF4-FFF2-40B4-BE49-F238E27FC236}">
                  <a16:creationId xmlns:a16="http://schemas.microsoft.com/office/drawing/2014/main" id="{D7B92B3A-7F45-678C-2928-1054EA524D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0626" y="826294"/>
              <a:ext cx="0" cy="1166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2" name="Straight Connector 971">
              <a:extLst>
                <a:ext uri="{FF2B5EF4-FFF2-40B4-BE49-F238E27FC236}">
                  <a16:creationId xmlns:a16="http://schemas.microsoft.com/office/drawing/2014/main" id="{1472D618-94FB-6306-2BFD-49EC92ACEF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2013" y="947738"/>
              <a:ext cx="323850" cy="1428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Straight Connector 973">
              <a:extLst>
                <a:ext uri="{FF2B5EF4-FFF2-40B4-BE49-F238E27FC236}">
                  <a16:creationId xmlns:a16="http://schemas.microsoft.com/office/drawing/2014/main" id="{D78DFE5D-286E-C1B9-2E47-0429143ACA73}"/>
                </a:ext>
              </a:extLst>
            </p:cNvPr>
            <p:cNvCxnSpPr>
              <a:cxnSpLocks/>
            </p:cNvCxnSpPr>
            <p:nvPr/>
          </p:nvCxnSpPr>
          <p:spPr>
            <a:xfrm>
              <a:off x="8143087" y="949329"/>
              <a:ext cx="338926" cy="13890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Straight Connector 975">
              <a:extLst>
                <a:ext uri="{FF2B5EF4-FFF2-40B4-BE49-F238E27FC236}">
                  <a16:creationId xmlns:a16="http://schemas.microsoft.com/office/drawing/2014/main" id="{D3CBFBA8-DFF0-5109-0566-6A4533C039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08244" y="676276"/>
              <a:ext cx="323850" cy="1428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Straight Connector 977">
              <a:extLst>
                <a:ext uri="{FF2B5EF4-FFF2-40B4-BE49-F238E27FC236}">
                  <a16:creationId xmlns:a16="http://schemas.microsoft.com/office/drawing/2014/main" id="{3AA40CEE-2E62-EB16-4589-50382C2E5220}"/>
                </a:ext>
              </a:extLst>
            </p:cNvPr>
            <p:cNvCxnSpPr>
              <a:cxnSpLocks/>
            </p:cNvCxnSpPr>
            <p:nvPr/>
          </p:nvCxnSpPr>
          <p:spPr>
            <a:xfrm>
              <a:off x="8977630" y="615950"/>
              <a:ext cx="156846" cy="579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Straight Connector 979">
              <a:extLst>
                <a:ext uri="{FF2B5EF4-FFF2-40B4-BE49-F238E27FC236}">
                  <a16:creationId xmlns:a16="http://schemas.microsoft.com/office/drawing/2014/main" id="{E4E429AB-4A51-7A57-B087-DC4780118E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67140" y="727075"/>
              <a:ext cx="431165" cy="19748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8" name="Straight Connector 987">
              <a:extLst>
                <a:ext uri="{FF2B5EF4-FFF2-40B4-BE49-F238E27FC236}">
                  <a16:creationId xmlns:a16="http://schemas.microsoft.com/office/drawing/2014/main" id="{AA439523-7A71-0F62-7775-8406EB7891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01101" y="1054100"/>
              <a:ext cx="0" cy="14604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9328D783-D04D-BFDE-C6E0-75919880D4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01673" y="2535396"/>
              <a:ext cx="166687" cy="5953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52CB0F1F-195C-94D9-161F-1EB93DE0D6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74393" y="2741136"/>
              <a:ext cx="166687" cy="5953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0" name="Straight Connector 1619">
              <a:extLst>
                <a:ext uri="{FF2B5EF4-FFF2-40B4-BE49-F238E27FC236}">
                  <a16:creationId xmlns:a16="http://schemas.microsoft.com/office/drawing/2014/main" id="{F9B6920A-0BF3-C7DF-F34F-BFEDB08D402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82075" y="555625"/>
              <a:ext cx="170180" cy="468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2" name="Straight Connector 1621">
              <a:extLst>
                <a:ext uri="{FF2B5EF4-FFF2-40B4-BE49-F238E27FC236}">
                  <a16:creationId xmlns:a16="http://schemas.microsoft.com/office/drawing/2014/main" id="{29E8ED88-7458-E1B3-9BC0-1FA9C40E3E5B}"/>
                </a:ext>
              </a:extLst>
            </p:cNvPr>
            <p:cNvCxnSpPr>
              <a:cxnSpLocks/>
            </p:cNvCxnSpPr>
            <p:nvPr/>
          </p:nvCxnSpPr>
          <p:spPr>
            <a:xfrm>
              <a:off x="9149080" y="552450"/>
              <a:ext cx="156846" cy="579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4" name="Straight Connector 1623">
              <a:extLst>
                <a:ext uri="{FF2B5EF4-FFF2-40B4-BE49-F238E27FC236}">
                  <a16:creationId xmlns:a16="http://schemas.microsoft.com/office/drawing/2014/main" id="{2A32AA91-6183-9FB2-BC71-FCB08090D0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97194" y="612775"/>
              <a:ext cx="0" cy="1166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6" name="Straight Connector 1665">
              <a:extLst>
                <a:ext uri="{FF2B5EF4-FFF2-40B4-BE49-F238E27FC236}">
                  <a16:creationId xmlns:a16="http://schemas.microsoft.com/office/drawing/2014/main" id="{BC4C42E8-AA00-D20E-F578-E39BC917A0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48513" y="3630136"/>
              <a:ext cx="166687" cy="5953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DE71E0E3-CCD7-2C1D-E5F0-28E9ABE056E9}"/>
              </a:ext>
            </a:extLst>
          </p:cNvPr>
          <p:cNvCxnSpPr>
            <a:cxnSpLocks/>
          </p:cNvCxnSpPr>
          <p:nvPr/>
        </p:nvCxnSpPr>
        <p:spPr>
          <a:xfrm flipV="1">
            <a:off x="6157913" y="428625"/>
            <a:ext cx="0" cy="892175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B835599E-7452-912E-76AD-67B70DF5A2F6}"/>
              </a:ext>
            </a:extLst>
          </p:cNvPr>
          <p:cNvCxnSpPr>
            <a:cxnSpLocks/>
          </p:cNvCxnSpPr>
          <p:nvPr/>
        </p:nvCxnSpPr>
        <p:spPr>
          <a:xfrm flipV="1">
            <a:off x="6647816" y="1655445"/>
            <a:ext cx="0" cy="254634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8AA66CAF-7914-DBF6-4F25-875A5BB9286E}"/>
              </a:ext>
            </a:extLst>
          </p:cNvPr>
          <p:cNvCxnSpPr>
            <a:cxnSpLocks/>
          </p:cNvCxnSpPr>
          <p:nvPr/>
        </p:nvCxnSpPr>
        <p:spPr>
          <a:xfrm flipH="1">
            <a:off x="6643053" y="1579245"/>
            <a:ext cx="171132" cy="79851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BCD5D1BA-1FBA-BF74-23A5-9CBC0F5CD9F0}"/>
              </a:ext>
            </a:extLst>
          </p:cNvPr>
          <p:cNvCxnSpPr>
            <a:cxnSpLocks/>
          </p:cNvCxnSpPr>
          <p:nvPr/>
        </p:nvCxnSpPr>
        <p:spPr>
          <a:xfrm flipV="1">
            <a:off x="7139941" y="806608"/>
            <a:ext cx="0" cy="265272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7A9FB3FB-C23B-938A-F07B-9C8F4A5F236A}"/>
              </a:ext>
            </a:extLst>
          </p:cNvPr>
          <p:cNvCxnSpPr>
            <a:cxnSpLocks/>
          </p:cNvCxnSpPr>
          <p:nvPr/>
        </p:nvCxnSpPr>
        <p:spPr>
          <a:xfrm flipV="1">
            <a:off x="6977381" y="1134268"/>
            <a:ext cx="0" cy="387192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FF530817-7DA0-6A6C-5673-A4BECD512BE1}"/>
              </a:ext>
            </a:extLst>
          </p:cNvPr>
          <p:cNvCxnSpPr>
            <a:cxnSpLocks/>
          </p:cNvCxnSpPr>
          <p:nvPr/>
        </p:nvCxnSpPr>
        <p:spPr>
          <a:xfrm flipH="1" flipV="1">
            <a:off x="6810534" y="1706245"/>
            <a:ext cx="333375" cy="145258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99781B17-1A84-B799-C202-5E2AA36F5FA1}"/>
              </a:ext>
            </a:extLst>
          </p:cNvPr>
          <p:cNvCxnSpPr>
            <a:cxnSpLocks/>
          </p:cNvCxnSpPr>
          <p:nvPr/>
        </p:nvCxnSpPr>
        <p:spPr>
          <a:xfrm flipH="1">
            <a:off x="7142481" y="1781175"/>
            <a:ext cx="155574" cy="61753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D4A491FC-B5ED-3DE5-F14C-4B22CF70D967}"/>
              </a:ext>
            </a:extLst>
          </p:cNvPr>
          <p:cNvCxnSpPr>
            <a:cxnSpLocks/>
          </p:cNvCxnSpPr>
          <p:nvPr/>
        </p:nvCxnSpPr>
        <p:spPr>
          <a:xfrm flipH="1" flipV="1">
            <a:off x="7302024" y="1780540"/>
            <a:ext cx="678021" cy="265430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BF630444-8DE3-A4D7-F15F-E7B2A2D658C5}"/>
              </a:ext>
            </a:extLst>
          </p:cNvPr>
          <p:cNvCxnSpPr>
            <a:cxnSpLocks/>
          </p:cNvCxnSpPr>
          <p:nvPr/>
        </p:nvCxnSpPr>
        <p:spPr>
          <a:xfrm flipH="1" flipV="1">
            <a:off x="7976235" y="2297430"/>
            <a:ext cx="306705" cy="123190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A11693C2-67CA-982B-203C-BB611F5EE902}"/>
              </a:ext>
            </a:extLst>
          </p:cNvPr>
          <p:cNvCxnSpPr>
            <a:cxnSpLocks/>
          </p:cNvCxnSpPr>
          <p:nvPr/>
        </p:nvCxnSpPr>
        <p:spPr>
          <a:xfrm flipV="1">
            <a:off x="8298181" y="2424588"/>
            <a:ext cx="0" cy="116681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9D37D98C-3770-140D-9612-669F1F289615}"/>
              </a:ext>
            </a:extLst>
          </p:cNvPr>
          <p:cNvCxnSpPr>
            <a:cxnSpLocks/>
          </p:cNvCxnSpPr>
          <p:nvPr/>
        </p:nvCxnSpPr>
        <p:spPr>
          <a:xfrm flipV="1">
            <a:off x="8465821" y="2627788"/>
            <a:ext cx="0" cy="116681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D9467C20-5D84-2B4B-10B8-ECFCD8BE78BF}"/>
              </a:ext>
            </a:extLst>
          </p:cNvPr>
          <p:cNvCxnSpPr>
            <a:cxnSpLocks/>
          </p:cNvCxnSpPr>
          <p:nvPr/>
        </p:nvCxnSpPr>
        <p:spPr>
          <a:xfrm flipV="1">
            <a:off x="8633461" y="2818288"/>
            <a:ext cx="0" cy="377032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Straight Connector 345">
            <a:extLst>
              <a:ext uri="{FF2B5EF4-FFF2-40B4-BE49-F238E27FC236}">
                <a16:creationId xmlns:a16="http://schemas.microsoft.com/office/drawing/2014/main" id="{70AC5C3B-98D7-21F2-FB29-FC8C38E6651D}"/>
              </a:ext>
            </a:extLst>
          </p:cNvPr>
          <p:cNvCxnSpPr>
            <a:cxnSpLocks/>
          </p:cNvCxnSpPr>
          <p:nvPr/>
        </p:nvCxnSpPr>
        <p:spPr>
          <a:xfrm flipH="1">
            <a:off x="6978968" y="680402"/>
            <a:ext cx="171132" cy="79851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8CED77DC-282C-D613-B258-FCE1259078CB}"/>
              </a:ext>
            </a:extLst>
          </p:cNvPr>
          <p:cNvCxnSpPr>
            <a:cxnSpLocks/>
          </p:cNvCxnSpPr>
          <p:nvPr/>
        </p:nvCxnSpPr>
        <p:spPr>
          <a:xfrm flipV="1">
            <a:off x="7973061" y="2044858"/>
            <a:ext cx="0" cy="248762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59" name="Rectangle 1458">
            <a:extLst>
              <a:ext uri="{FF2B5EF4-FFF2-40B4-BE49-F238E27FC236}">
                <a16:creationId xmlns:a16="http://schemas.microsoft.com/office/drawing/2014/main" id="{F4650E8C-0C6A-1D9C-2D76-0EEEC793778A}"/>
              </a:ext>
            </a:extLst>
          </p:cNvPr>
          <p:cNvSpPr/>
          <p:nvPr/>
        </p:nvSpPr>
        <p:spPr>
          <a:xfrm>
            <a:off x="328584" y="72941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FFC000"/>
                </a:highlight>
              </a:rPr>
              <a:t>3</a:t>
            </a:r>
          </a:p>
        </p:txBody>
      </p:sp>
      <p:sp>
        <p:nvSpPr>
          <p:cNvPr id="1473" name="Rectangle 1472">
            <a:extLst>
              <a:ext uri="{FF2B5EF4-FFF2-40B4-BE49-F238E27FC236}">
                <a16:creationId xmlns:a16="http://schemas.microsoft.com/office/drawing/2014/main" id="{26A12E89-A546-FC98-C8F5-51FE35201C4A}"/>
              </a:ext>
            </a:extLst>
          </p:cNvPr>
          <p:cNvSpPr/>
          <p:nvPr/>
        </p:nvSpPr>
        <p:spPr>
          <a:xfrm>
            <a:off x="4543206" y="4981745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1</a:t>
            </a:r>
          </a:p>
        </p:txBody>
      </p:sp>
      <p:sp>
        <p:nvSpPr>
          <p:cNvPr id="1553" name="Rectangle 1552">
            <a:extLst>
              <a:ext uri="{FF2B5EF4-FFF2-40B4-BE49-F238E27FC236}">
                <a16:creationId xmlns:a16="http://schemas.microsoft.com/office/drawing/2014/main" id="{BFC59EFC-2BD2-26BA-4547-28830A6BBCAD}"/>
              </a:ext>
            </a:extLst>
          </p:cNvPr>
          <p:cNvSpPr/>
          <p:nvPr/>
        </p:nvSpPr>
        <p:spPr>
          <a:xfrm>
            <a:off x="2114331" y="4523275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1</a:t>
            </a:r>
          </a:p>
        </p:txBody>
      </p:sp>
      <p:cxnSp>
        <p:nvCxnSpPr>
          <p:cNvPr id="1558" name="Straight Connector 1557">
            <a:extLst>
              <a:ext uri="{FF2B5EF4-FFF2-40B4-BE49-F238E27FC236}">
                <a16:creationId xmlns:a16="http://schemas.microsoft.com/office/drawing/2014/main" id="{37C69818-54C6-9BED-2656-939AD54A5C62}"/>
              </a:ext>
            </a:extLst>
          </p:cNvPr>
          <p:cNvCxnSpPr>
            <a:cxnSpLocks/>
          </p:cNvCxnSpPr>
          <p:nvPr/>
        </p:nvCxnSpPr>
        <p:spPr>
          <a:xfrm flipH="1">
            <a:off x="6981190" y="1058228"/>
            <a:ext cx="171132" cy="79851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1" name="Straight Connector 1630">
            <a:extLst>
              <a:ext uri="{FF2B5EF4-FFF2-40B4-BE49-F238E27FC236}">
                <a16:creationId xmlns:a16="http://schemas.microsoft.com/office/drawing/2014/main" id="{F29C3901-96A7-1E1D-67F6-F308F59A78B6}"/>
              </a:ext>
            </a:extLst>
          </p:cNvPr>
          <p:cNvCxnSpPr>
            <a:cxnSpLocks/>
          </p:cNvCxnSpPr>
          <p:nvPr/>
        </p:nvCxnSpPr>
        <p:spPr>
          <a:xfrm>
            <a:off x="2833686" y="4155122"/>
            <a:ext cx="0" cy="104076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2" name="Straight Connector 1631">
            <a:extLst>
              <a:ext uri="{FF2B5EF4-FFF2-40B4-BE49-F238E27FC236}">
                <a16:creationId xmlns:a16="http://schemas.microsoft.com/office/drawing/2014/main" id="{D773F607-1DDF-B32F-CFCB-FA49C994C06D}"/>
              </a:ext>
            </a:extLst>
          </p:cNvPr>
          <p:cNvCxnSpPr>
            <a:cxnSpLocks/>
          </p:cNvCxnSpPr>
          <p:nvPr/>
        </p:nvCxnSpPr>
        <p:spPr>
          <a:xfrm flipH="1">
            <a:off x="2690813" y="5203031"/>
            <a:ext cx="154781" cy="73819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3" name="Straight Connector 1632">
            <a:extLst>
              <a:ext uri="{FF2B5EF4-FFF2-40B4-BE49-F238E27FC236}">
                <a16:creationId xmlns:a16="http://schemas.microsoft.com/office/drawing/2014/main" id="{6C5564A4-2BD4-C431-A02B-4D1E540511C8}"/>
              </a:ext>
            </a:extLst>
          </p:cNvPr>
          <p:cNvCxnSpPr>
            <a:cxnSpLocks/>
          </p:cNvCxnSpPr>
          <p:nvPr/>
        </p:nvCxnSpPr>
        <p:spPr>
          <a:xfrm flipH="1">
            <a:off x="2843212" y="5191125"/>
            <a:ext cx="352426" cy="150813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4" name="Straight Connector 1633">
            <a:extLst>
              <a:ext uri="{FF2B5EF4-FFF2-40B4-BE49-F238E27FC236}">
                <a16:creationId xmlns:a16="http://schemas.microsoft.com/office/drawing/2014/main" id="{F2598C9B-AF9E-10E8-B90C-E02B4AC6E6AE}"/>
              </a:ext>
            </a:extLst>
          </p:cNvPr>
          <p:cNvCxnSpPr>
            <a:cxnSpLocks/>
          </p:cNvCxnSpPr>
          <p:nvPr/>
        </p:nvCxnSpPr>
        <p:spPr>
          <a:xfrm flipH="1" flipV="1">
            <a:off x="3200400" y="5193506"/>
            <a:ext cx="481013" cy="216694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5" name="Straight Connector 1634">
            <a:extLst>
              <a:ext uri="{FF2B5EF4-FFF2-40B4-BE49-F238E27FC236}">
                <a16:creationId xmlns:a16="http://schemas.microsoft.com/office/drawing/2014/main" id="{DF694B1F-A5D8-A013-A2EC-C94C50802932}"/>
              </a:ext>
            </a:extLst>
          </p:cNvPr>
          <p:cNvCxnSpPr>
            <a:cxnSpLocks/>
          </p:cNvCxnSpPr>
          <p:nvPr/>
        </p:nvCxnSpPr>
        <p:spPr>
          <a:xfrm>
            <a:off x="3683635" y="5432425"/>
            <a:ext cx="0" cy="4730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6" name="Straight Connector 1635">
            <a:extLst>
              <a:ext uri="{FF2B5EF4-FFF2-40B4-BE49-F238E27FC236}">
                <a16:creationId xmlns:a16="http://schemas.microsoft.com/office/drawing/2014/main" id="{0DB2BC61-DA7E-B854-6457-88F104D75735}"/>
              </a:ext>
            </a:extLst>
          </p:cNvPr>
          <p:cNvCxnSpPr>
            <a:cxnSpLocks/>
          </p:cNvCxnSpPr>
          <p:nvPr/>
        </p:nvCxnSpPr>
        <p:spPr>
          <a:xfrm>
            <a:off x="3505993" y="5965825"/>
            <a:ext cx="0" cy="3968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7" name="Straight Connector 1636">
            <a:extLst>
              <a:ext uri="{FF2B5EF4-FFF2-40B4-BE49-F238E27FC236}">
                <a16:creationId xmlns:a16="http://schemas.microsoft.com/office/drawing/2014/main" id="{A6281E6F-F287-3E6B-C8AA-FE2AFB5154A1}"/>
              </a:ext>
            </a:extLst>
          </p:cNvPr>
          <p:cNvCxnSpPr>
            <a:cxnSpLocks/>
          </p:cNvCxnSpPr>
          <p:nvPr/>
        </p:nvCxnSpPr>
        <p:spPr>
          <a:xfrm flipH="1">
            <a:off x="3519488" y="5900419"/>
            <a:ext cx="165100" cy="693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8" name="Straight Connector 1637">
            <a:extLst>
              <a:ext uri="{FF2B5EF4-FFF2-40B4-BE49-F238E27FC236}">
                <a16:creationId xmlns:a16="http://schemas.microsoft.com/office/drawing/2014/main" id="{EAF311A2-4C64-9193-D17A-BD1755AC7430}"/>
              </a:ext>
            </a:extLst>
          </p:cNvPr>
          <p:cNvCxnSpPr>
            <a:cxnSpLocks/>
          </p:cNvCxnSpPr>
          <p:nvPr/>
        </p:nvCxnSpPr>
        <p:spPr>
          <a:xfrm flipH="1">
            <a:off x="3345180" y="6362700"/>
            <a:ext cx="162401" cy="8636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39" name="Straight Connector 1638">
            <a:extLst>
              <a:ext uri="{FF2B5EF4-FFF2-40B4-BE49-F238E27FC236}">
                <a16:creationId xmlns:a16="http://schemas.microsoft.com/office/drawing/2014/main" id="{BE1CEDCC-0868-D46F-EFF7-9B8C78E8F5A3}"/>
              </a:ext>
            </a:extLst>
          </p:cNvPr>
          <p:cNvCxnSpPr>
            <a:cxnSpLocks/>
          </p:cNvCxnSpPr>
          <p:nvPr/>
        </p:nvCxnSpPr>
        <p:spPr>
          <a:xfrm>
            <a:off x="2686050" y="5269707"/>
            <a:ext cx="150019" cy="64294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63" name="Rectangle 1662">
            <a:extLst>
              <a:ext uri="{FF2B5EF4-FFF2-40B4-BE49-F238E27FC236}">
                <a16:creationId xmlns:a16="http://schemas.microsoft.com/office/drawing/2014/main" id="{A6D97557-D295-FCF4-2199-6459D29A18E8}"/>
              </a:ext>
            </a:extLst>
          </p:cNvPr>
          <p:cNvSpPr/>
          <p:nvPr/>
        </p:nvSpPr>
        <p:spPr>
          <a:xfrm>
            <a:off x="6084977" y="1843735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00FF00"/>
                </a:highlight>
              </a:rPr>
              <a:t>1</a:t>
            </a:r>
          </a:p>
        </p:txBody>
      </p:sp>
      <p:cxnSp>
        <p:nvCxnSpPr>
          <p:cNvPr id="1664" name="Straight Connector 1663">
            <a:extLst>
              <a:ext uri="{FF2B5EF4-FFF2-40B4-BE49-F238E27FC236}">
                <a16:creationId xmlns:a16="http://schemas.microsoft.com/office/drawing/2014/main" id="{CD26F5F4-9F49-EA04-3ECD-04B1BE41DC6F}"/>
              </a:ext>
            </a:extLst>
          </p:cNvPr>
          <p:cNvCxnSpPr>
            <a:cxnSpLocks/>
          </p:cNvCxnSpPr>
          <p:nvPr/>
        </p:nvCxnSpPr>
        <p:spPr>
          <a:xfrm flipV="1">
            <a:off x="7302501" y="3474720"/>
            <a:ext cx="0" cy="233680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7" name="Straight Connector 1666">
            <a:extLst>
              <a:ext uri="{FF2B5EF4-FFF2-40B4-BE49-F238E27FC236}">
                <a16:creationId xmlns:a16="http://schemas.microsoft.com/office/drawing/2014/main" id="{BE178FC3-668E-58E3-9197-901ABB3537ED}"/>
              </a:ext>
            </a:extLst>
          </p:cNvPr>
          <p:cNvCxnSpPr>
            <a:cxnSpLocks/>
          </p:cNvCxnSpPr>
          <p:nvPr/>
        </p:nvCxnSpPr>
        <p:spPr>
          <a:xfrm flipV="1">
            <a:off x="7139941" y="3413760"/>
            <a:ext cx="0" cy="233680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1" name="Rectangle 1680">
            <a:extLst>
              <a:ext uri="{FF2B5EF4-FFF2-40B4-BE49-F238E27FC236}">
                <a16:creationId xmlns:a16="http://schemas.microsoft.com/office/drawing/2014/main" id="{A72602EF-C6EE-BB21-EC60-7C2F60E6CD5F}"/>
              </a:ext>
            </a:extLst>
          </p:cNvPr>
          <p:cNvSpPr/>
          <p:nvPr/>
        </p:nvSpPr>
        <p:spPr>
          <a:xfrm>
            <a:off x="3914124" y="92828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00FF00"/>
                </a:highlight>
              </a:rPr>
              <a:t>1</a:t>
            </a:r>
          </a:p>
        </p:txBody>
      </p:sp>
      <p:sp>
        <p:nvSpPr>
          <p:cNvPr id="1682" name="Rectangle 1681">
            <a:extLst>
              <a:ext uri="{FF2B5EF4-FFF2-40B4-BE49-F238E27FC236}">
                <a16:creationId xmlns:a16="http://schemas.microsoft.com/office/drawing/2014/main" id="{C3544746-7F83-251E-65F9-8B607FD9F514}"/>
              </a:ext>
            </a:extLst>
          </p:cNvPr>
          <p:cNvSpPr/>
          <p:nvPr/>
        </p:nvSpPr>
        <p:spPr>
          <a:xfrm>
            <a:off x="1721581" y="420763"/>
            <a:ext cx="583814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00FF00"/>
                </a:highlight>
              </a:rPr>
              <a:t>1?</a:t>
            </a:r>
          </a:p>
        </p:txBody>
      </p:sp>
      <p:sp>
        <p:nvSpPr>
          <p:cNvPr id="1684" name="Rectangle 1683">
            <a:extLst>
              <a:ext uri="{FF2B5EF4-FFF2-40B4-BE49-F238E27FC236}">
                <a16:creationId xmlns:a16="http://schemas.microsoft.com/office/drawing/2014/main" id="{DA1AA101-FC33-138A-A55B-BCAAB21E360C}"/>
              </a:ext>
            </a:extLst>
          </p:cNvPr>
          <p:cNvSpPr/>
          <p:nvPr/>
        </p:nvSpPr>
        <p:spPr>
          <a:xfrm>
            <a:off x="3904438" y="2724320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1</a:t>
            </a:r>
          </a:p>
        </p:txBody>
      </p:sp>
      <p:grpSp>
        <p:nvGrpSpPr>
          <p:cNvPr id="1736" name="Group 1735">
            <a:extLst>
              <a:ext uri="{FF2B5EF4-FFF2-40B4-BE49-F238E27FC236}">
                <a16:creationId xmlns:a16="http://schemas.microsoft.com/office/drawing/2014/main" id="{2E669C10-C84B-CB71-78B6-D4F00F413F41}"/>
              </a:ext>
            </a:extLst>
          </p:cNvPr>
          <p:cNvGrpSpPr/>
          <p:nvPr/>
        </p:nvGrpSpPr>
        <p:grpSpPr>
          <a:xfrm>
            <a:off x="707707" y="284956"/>
            <a:ext cx="8098284" cy="5068094"/>
            <a:chOff x="850582" y="443706"/>
            <a:chExt cx="8098284" cy="5068094"/>
          </a:xfrm>
        </p:grpSpPr>
        <p:cxnSp>
          <p:nvCxnSpPr>
            <p:cNvPr id="1696" name="Straight Connector 1695">
              <a:extLst>
                <a:ext uri="{FF2B5EF4-FFF2-40B4-BE49-F238E27FC236}">
                  <a16:creationId xmlns:a16="http://schemas.microsoft.com/office/drawing/2014/main" id="{3EC45942-B6E4-73BA-6541-96A0F6EE50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14888" y="1423988"/>
              <a:ext cx="343693" cy="1222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7" name="Straight Connector 1696">
              <a:extLst>
                <a:ext uri="{FF2B5EF4-FFF2-40B4-BE49-F238E27FC236}">
                  <a16:creationId xmlns:a16="http://schemas.microsoft.com/office/drawing/2014/main" id="{5E482FC2-9548-DC93-C28E-384EC00507C5}"/>
                </a:ext>
              </a:extLst>
            </p:cNvPr>
            <p:cNvCxnSpPr>
              <a:cxnSpLocks/>
            </p:cNvCxnSpPr>
            <p:nvPr/>
          </p:nvCxnSpPr>
          <p:spPr>
            <a:xfrm>
              <a:off x="4820443" y="129857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8" name="Straight Connector 1697">
              <a:extLst>
                <a:ext uri="{FF2B5EF4-FFF2-40B4-BE49-F238E27FC236}">
                  <a16:creationId xmlns:a16="http://schemas.microsoft.com/office/drawing/2014/main" id="{2A8EE6A4-5B87-7630-8CB6-CC0FBF376A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50519" y="1038225"/>
              <a:ext cx="673894" cy="2571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9" name="Straight Connector 1698">
              <a:extLst>
                <a:ext uri="{FF2B5EF4-FFF2-40B4-BE49-F238E27FC236}">
                  <a16:creationId xmlns:a16="http://schemas.microsoft.com/office/drawing/2014/main" id="{95B3293F-6FFB-C675-390D-08834A28D82A}"/>
                </a:ext>
              </a:extLst>
            </p:cNvPr>
            <p:cNvCxnSpPr>
              <a:cxnSpLocks/>
            </p:cNvCxnSpPr>
            <p:nvPr/>
          </p:nvCxnSpPr>
          <p:spPr>
            <a:xfrm>
              <a:off x="4158456" y="922337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0" name="Straight Connector 1699">
              <a:extLst>
                <a:ext uri="{FF2B5EF4-FFF2-40B4-BE49-F238E27FC236}">
                  <a16:creationId xmlns:a16="http://schemas.microsoft.com/office/drawing/2014/main" id="{A4B3B3F9-685E-37CB-BAC7-CE867A27EE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94819" y="575469"/>
              <a:ext cx="1022349" cy="4056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1" name="Straight Connector 1700">
              <a:extLst>
                <a:ext uri="{FF2B5EF4-FFF2-40B4-BE49-F238E27FC236}">
                  <a16:creationId xmlns:a16="http://schemas.microsoft.com/office/drawing/2014/main" id="{F1720597-F5B7-8844-ECC0-F1F7C2BED15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96531" y="923925"/>
              <a:ext cx="169069" cy="5476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2" name="Straight Connector 1701">
              <a:extLst>
                <a:ext uri="{FF2B5EF4-FFF2-40B4-BE49-F238E27FC236}">
                  <a16:creationId xmlns:a16="http://schemas.microsoft.com/office/drawing/2014/main" id="{6004977F-C4C9-3E6D-F111-1D2AFC96E1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93290" y="1344930"/>
              <a:ext cx="481330" cy="2127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3" name="Straight Connector 1702">
              <a:extLst>
                <a:ext uri="{FF2B5EF4-FFF2-40B4-BE49-F238E27FC236}">
                  <a16:creationId xmlns:a16="http://schemas.microsoft.com/office/drawing/2014/main" id="{026B7328-919C-ADDE-FC41-ED20969911D0}"/>
                </a:ext>
              </a:extLst>
            </p:cNvPr>
            <p:cNvCxnSpPr>
              <a:cxnSpLocks/>
            </p:cNvCxnSpPr>
            <p:nvPr/>
          </p:nvCxnSpPr>
          <p:spPr>
            <a:xfrm>
              <a:off x="2996406" y="565150"/>
              <a:ext cx="0" cy="42164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4" name="Straight Connector 1703">
              <a:extLst>
                <a:ext uri="{FF2B5EF4-FFF2-40B4-BE49-F238E27FC236}">
                  <a16:creationId xmlns:a16="http://schemas.microsoft.com/office/drawing/2014/main" id="{4118CBC1-96CB-5711-2C9F-9DA6EA9916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33563" y="1412081"/>
              <a:ext cx="341312" cy="1460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5" name="Straight Connector 1704">
              <a:extLst>
                <a:ext uri="{FF2B5EF4-FFF2-40B4-BE49-F238E27FC236}">
                  <a16:creationId xmlns:a16="http://schemas.microsoft.com/office/drawing/2014/main" id="{359BE6A0-7577-CAD1-D621-473AE3FCF352}"/>
                </a:ext>
              </a:extLst>
            </p:cNvPr>
            <p:cNvCxnSpPr>
              <a:cxnSpLocks/>
            </p:cNvCxnSpPr>
            <p:nvPr/>
          </p:nvCxnSpPr>
          <p:spPr>
            <a:xfrm>
              <a:off x="1843881" y="1286669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6" name="Straight Connector 1705">
              <a:extLst>
                <a:ext uri="{FF2B5EF4-FFF2-40B4-BE49-F238E27FC236}">
                  <a16:creationId xmlns:a16="http://schemas.microsoft.com/office/drawing/2014/main" id="{5610BD12-71DE-E6F9-E066-32E7F1895F2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78781" y="1228725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7" name="Straight Connector 1706">
              <a:extLst>
                <a:ext uri="{FF2B5EF4-FFF2-40B4-BE49-F238E27FC236}">
                  <a16:creationId xmlns:a16="http://schemas.microsoft.com/office/drawing/2014/main" id="{6A607F1C-4A2A-9290-8574-6261F86E1785}"/>
                </a:ext>
              </a:extLst>
            </p:cNvPr>
            <p:cNvCxnSpPr>
              <a:cxnSpLocks/>
            </p:cNvCxnSpPr>
            <p:nvPr/>
          </p:nvCxnSpPr>
          <p:spPr>
            <a:xfrm>
              <a:off x="1679575" y="1093788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8" name="Straight Connector 1707">
              <a:extLst>
                <a:ext uri="{FF2B5EF4-FFF2-40B4-BE49-F238E27FC236}">
                  <a16:creationId xmlns:a16="http://schemas.microsoft.com/office/drawing/2014/main" id="{C49EE055-E818-64D5-95FB-75B087C249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43025" y="973931"/>
              <a:ext cx="338931" cy="1341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9" name="Straight Connector 1708">
              <a:extLst>
                <a:ext uri="{FF2B5EF4-FFF2-40B4-BE49-F238E27FC236}">
                  <a16:creationId xmlns:a16="http://schemas.microsoft.com/office/drawing/2014/main" id="{75CF9823-8395-A953-4336-655BF48539B5}"/>
                </a:ext>
              </a:extLst>
            </p:cNvPr>
            <p:cNvCxnSpPr>
              <a:cxnSpLocks/>
            </p:cNvCxnSpPr>
            <p:nvPr/>
          </p:nvCxnSpPr>
          <p:spPr>
            <a:xfrm>
              <a:off x="1350963" y="84137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0" name="Straight Connector 1709">
              <a:extLst>
                <a:ext uri="{FF2B5EF4-FFF2-40B4-BE49-F238E27FC236}">
                  <a16:creationId xmlns:a16="http://schemas.microsoft.com/office/drawing/2014/main" id="{52550735-560D-6A28-3895-A9C2DB31F32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5862" y="781050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1" name="Straight Connector 1710">
              <a:extLst>
                <a:ext uri="{FF2B5EF4-FFF2-40B4-BE49-F238E27FC236}">
                  <a16:creationId xmlns:a16="http://schemas.microsoft.com/office/drawing/2014/main" id="{6C724CAF-E7C7-AAE5-0A72-75C83D157A01}"/>
                </a:ext>
              </a:extLst>
            </p:cNvPr>
            <p:cNvCxnSpPr>
              <a:cxnSpLocks/>
            </p:cNvCxnSpPr>
            <p:nvPr/>
          </p:nvCxnSpPr>
          <p:spPr>
            <a:xfrm>
              <a:off x="1184275" y="643731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2" name="Straight Connector 1711">
              <a:extLst>
                <a:ext uri="{FF2B5EF4-FFF2-40B4-BE49-F238E27FC236}">
                  <a16:creationId xmlns:a16="http://schemas.microsoft.com/office/drawing/2014/main" id="{945FE021-81A1-E39B-87AF-468B89080D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2031" y="585787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3" name="Straight Connector 1712">
              <a:extLst>
                <a:ext uri="{FF2B5EF4-FFF2-40B4-BE49-F238E27FC236}">
                  <a16:creationId xmlns:a16="http://schemas.microsoft.com/office/drawing/2014/main" id="{F7E4BE7A-9854-B2F9-A482-34E36A35A54E}"/>
                </a:ext>
              </a:extLst>
            </p:cNvPr>
            <p:cNvCxnSpPr>
              <a:cxnSpLocks/>
            </p:cNvCxnSpPr>
            <p:nvPr/>
          </p:nvCxnSpPr>
          <p:spPr>
            <a:xfrm>
              <a:off x="1019968" y="443706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4" name="Straight Connector 1713">
              <a:extLst>
                <a:ext uri="{FF2B5EF4-FFF2-40B4-BE49-F238E27FC236}">
                  <a16:creationId xmlns:a16="http://schemas.microsoft.com/office/drawing/2014/main" id="{E4952553-93F1-E584-8880-400B76698B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5345" y="897572"/>
              <a:ext cx="324167" cy="136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5" name="Straight Connector 1714">
              <a:extLst>
                <a:ext uri="{FF2B5EF4-FFF2-40B4-BE49-F238E27FC236}">
                  <a16:creationId xmlns:a16="http://schemas.microsoft.com/office/drawing/2014/main" id="{E64973DF-A168-341D-C545-A55D9DAB257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2012" y="1040130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6" name="Straight Connector 1715">
              <a:extLst>
                <a:ext uri="{FF2B5EF4-FFF2-40B4-BE49-F238E27FC236}">
                  <a16:creationId xmlns:a16="http://schemas.microsoft.com/office/drawing/2014/main" id="{D3C8F773-8F87-1096-9836-344D522EF49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17270" y="1034415"/>
              <a:ext cx="18288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7" name="Straight Connector 1716">
              <a:extLst>
                <a:ext uri="{FF2B5EF4-FFF2-40B4-BE49-F238E27FC236}">
                  <a16:creationId xmlns:a16="http://schemas.microsoft.com/office/drawing/2014/main" id="{CD00CAB2-5AD5-D44B-3E8B-A7F5BA0343AC}"/>
                </a:ext>
              </a:extLst>
            </p:cNvPr>
            <p:cNvCxnSpPr>
              <a:cxnSpLocks/>
            </p:cNvCxnSpPr>
            <p:nvPr/>
          </p:nvCxnSpPr>
          <p:spPr>
            <a:xfrm>
              <a:off x="1189038" y="1037590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8" name="Straight Connector 1717">
              <a:extLst>
                <a:ext uri="{FF2B5EF4-FFF2-40B4-BE49-F238E27FC236}">
                  <a16:creationId xmlns:a16="http://schemas.microsoft.com/office/drawing/2014/main" id="{D162B9BB-AD5C-88D4-257F-A4EE18853F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6815" y="1093470"/>
              <a:ext cx="18288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9" name="Straight Connector 1718">
              <a:extLst>
                <a:ext uri="{FF2B5EF4-FFF2-40B4-BE49-F238E27FC236}">
                  <a16:creationId xmlns:a16="http://schemas.microsoft.com/office/drawing/2014/main" id="{4F7E7BF9-D9E2-D799-2457-F66C859EB8ED}"/>
                </a:ext>
              </a:extLst>
            </p:cNvPr>
            <p:cNvCxnSpPr>
              <a:cxnSpLocks/>
            </p:cNvCxnSpPr>
            <p:nvPr/>
          </p:nvCxnSpPr>
          <p:spPr>
            <a:xfrm>
              <a:off x="1350963" y="109664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0" name="Straight Connector 1719">
              <a:extLst>
                <a:ext uri="{FF2B5EF4-FFF2-40B4-BE49-F238E27FC236}">
                  <a16:creationId xmlns:a16="http://schemas.microsoft.com/office/drawing/2014/main" id="{96C566EB-63D7-569A-7440-528112DA6DE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48740" y="1152525"/>
              <a:ext cx="18288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1" name="Straight Connector 1720">
              <a:extLst>
                <a:ext uri="{FF2B5EF4-FFF2-40B4-BE49-F238E27FC236}">
                  <a16:creationId xmlns:a16="http://schemas.microsoft.com/office/drawing/2014/main" id="{D87164C4-D600-F03C-BC5D-02E62B22E818}"/>
                </a:ext>
              </a:extLst>
            </p:cNvPr>
            <p:cNvCxnSpPr>
              <a:cxnSpLocks/>
            </p:cNvCxnSpPr>
            <p:nvPr/>
          </p:nvCxnSpPr>
          <p:spPr>
            <a:xfrm>
              <a:off x="1520508" y="1155700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2" name="Straight Connector 1721">
              <a:extLst>
                <a:ext uri="{FF2B5EF4-FFF2-40B4-BE49-F238E27FC236}">
                  <a16:creationId xmlns:a16="http://schemas.microsoft.com/office/drawing/2014/main" id="{D74938C0-E33D-0E28-7010-826B3443B8F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19237" y="1287780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3" name="Straight Connector 1722">
              <a:extLst>
                <a:ext uri="{FF2B5EF4-FFF2-40B4-BE49-F238E27FC236}">
                  <a16:creationId xmlns:a16="http://schemas.microsoft.com/office/drawing/2014/main" id="{A6F585AA-3F81-93C6-4EE9-9019498076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1615" y="1352550"/>
              <a:ext cx="18288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4" name="Straight Connector 1723">
              <a:extLst>
                <a:ext uri="{FF2B5EF4-FFF2-40B4-BE49-F238E27FC236}">
                  <a16:creationId xmlns:a16="http://schemas.microsoft.com/office/drawing/2014/main" id="{5B2EA583-4A4D-979B-986A-5A189A80FB0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11617" y="1428750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5" name="Straight Connector 1724">
              <a:extLst>
                <a:ext uri="{FF2B5EF4-FFF2-40B4-BE49-F238E27FC236}">
                  <a16:creationId xmlns:a16="http://schemas.microsoft.com/office/drawing/2014/main" id="{83C507DA-F88B-4632-BB11-82BEF1E3CF53}"/>
                </a:ext>
              </a:extLst>
            </p:cNvPr>
            <p:cNvCxnSpPr>
              <a:cxnSpLocks/>
            </p:cNvCxnSpPr>
            <p:nvPr/>
          </p:nvCxnSpPr>
          <p:spPr>
            <a:xfrm>
              <a:off x="1676718" y="1494790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6" name="Straight Connector 1725">
              <a:extLst>
                <a:ext uri="{FF2B5EF4-FFF2-40B4-BE49-F238E27FC236}">
                  <a16:creationId xmlns:a16="http://schemas.microsoft.com/office/drawing/2014/main" id="{76719031-77AB-6B63-1C5F-DFF591FFA85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70685" y="1626870"/>
              <a:ext cx="174784" cy="749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7" name="Straight Connector 1726">
              <a:extLst>
                <a:ext uri="{FF2B5EF4-FFF2-40B4-BE49-F238E27FC236}">
                  <a16:creationId xmlns:a16="http://schemas.microsoft.com/office/drawing/2014/main" id="{68A05030-B62B-4794-8D41-CCE7EA69D593}"/>
                </a:ext>
              </a:extLst>
            </p:cNvPr>
            <p:cNvCxnSpPr>
              <a:cxnSpLocks/>
            </p:cNvCxnSpPr>
            <p:nvPr/>
          </p:nvCxnSpPr>
          <p:spPr>
            <a:xfrm>
              <a:off x="1850073" y="1713706"/>
              <a:ext cx="0" cy="9032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8" name="Straight Connector 1727">
              <a:extLst>
                <a:ext uri="{FF2B5EF4-FFF2-40B4-BE49-F238E27FC236}">
                  <a16:creationId xmlns:a16="http://schemas.microsoft.com/office/drawing/2014/main" id="{8D5E97D9-5967-9DE0-FDC6-54BF6FDABFE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50707" y="1802130"/>
              <a:ext cx="489268" cy="1885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9" name="Straight Connector 1728">
              <a:extLst>
                <a:ext uri="{FF2B5EF4-FFF2-40B4-BE49-F238E27FC236}">
                  <a16:creationId xmlns:a16="http://schemas.microsoft.com/office/drawing/2014/main" id="{16CF0A75-4783-A209-CD14-63CA177CA759}"/>
                </a:ext>
              </a:extLst>
            </p:cNvPr>
            <p:cNvCxnSpPr>
              <a:cxnSpLocks/>
            </p:cNvCxnSpPr>
            <p:nvPr/>
          </p:nvCxnSpPr>
          <p:spPr>
            <a:xfrm>
              <a:off x="2337753" y="1993900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0" name="Straight Connector 1729">
              <a:extLst>
                <a:ext uri="{FF2B5EF4-FFF2-40B4-BE49-F238E27FC236}">
                  <a16:creationId xmlns:a16="http://schemas.microsoft.com/office/drawing/2014/main" id="{FE3D3829-CD76-D300-6331-6D4220991A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32610" y="2133600"/>
              <a:ext cx="506730" cy="21145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1" name="Straight Connector 1730">
              <a:extLst>
                <a:ext uri="{FF2B5EF4-FFF2-40B4-BE49-F238E27FC236}">
                  <a16:creationId xmlns:a16="http://schemas.microsoft.com/office/drawing/2014/main" id="{97BF28DF-7F1B-7C7C-C81D-2DADE208A573}"/>
                </a:ext>
              </a:extLst>
            </p:cNvPr>
            <p:cNvCxnSpPr>
              <a:cxnSpLocks/>
            </p:cNvCxnSpPr>
            <p:nvPr/>
          </p:nvCxnSpPr>
          <p:spPr>
            <a:xfrm>
              <a:off x="1840548" y="232346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2" name="Straight Connector 1731">
              <a:extLst>
                <a:ext uri="{FF2B5EF4-FFF2-40B4-BE49-F238E27FC236}">
                  <a16:creationId xmlns:a16="http://schemas.microsoft.com/office/drawing/2014/main" id="{2B0A961B-52B5-9F4F-0013-20EF0CEECCC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9650" y="2451735"/>
              <a:ext cx="836295" cy="31813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3" name="Straight Connector 1732">
              <a:extLst>
                <a:ext uri="{FF2B5EF4-FFF2-40B4-BE49-F238E27FC236}">
                  <a16:creationId xmlns:a16="http://schemas.microsoft.com/office/drawing/2014/main" id="{175F3C25-B585-9AF5-55E9-2EB9BFD1855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582" y="2712720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4" name="Straight Connector 1733">
              <a:extLst>
                <a:ext uri="{FF2B5EF4-FFF2-40B4-BE49-F238E27FC236}">
                  <a16:creationId xmlns:a16="http://schemas.microsoft.com/office/drawing/2014/main" id="{0F868CEC-E5E8-3E72-F10D-141324455B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59380" y="959961"/>
              <a:ext cx="337503" cy="1296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5" name="Straight Connector 1734">
              <a:extLst>
                <a:ext uri="{FF2B5EF4-FFF2-40B4-BE49-F238E27FC236}">
                  <a16:creationId xmlns:a16="http://schemas.microsoft.com/office/drawing/2014/main" id="{B8AB92C8-02CF-317B-CE92-078241DBD75F}"/>
                </a:ext>
              </a:extLst>
            </p:cNvPr>
            <p:cNvCxnSpPr>
              <a:cxnSpLocks/>
            </p:cNvCxnSpPr>
            <p:nvPr/>
          </p:nvCxnSpPr>
          <p:spPr>
            <a:xfrm>
              <a:off x="2673191" y="1074420"/>
              <a:ext cx="0" cy="25860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9" name="Straight Connector 1738">
              <a:extLst>
                <a:ext uri="{FF2B5EF4-FFF2-40B4-BE49-F238E27FC236}">
                  <a16:creationId xmlns:a16="http://schemas.microsoft.com/office/drawing/2014/main" id="{C24D728E-9DCC-08B2-F988-9707F39B2A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49929" y="5097265"/>
              <a:ext cx="1018892" cy="40784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1" name="Straight Connector 1740">
              <a:extLst>
                <a:ext uri="{FF2B5EF4-FFF2-40B4-BE49-F238E27FC236}">
                  <a16:creationId xmlns:a16="http://schemas.microsoft.com/office/drawing/2014/main" id="{B83D6927-E4B2-655B-B2CA-4B1DEE39EC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77188" y="5159117"/>
              <a:ext cx="790703" cy="35268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3" name="Straight Connector 1742">
              <a:extLst>
                <a:ext uri="{FF2B5EF4-FFF2-40B4-BE49-F238E27FC236}">
                  <a16:creationId xmlns:a16="http://schemas.microsoft.com/office/drawing/2014/main" id="{3C6E1A0E-C839-40A4-5285-7228F279CDA0}"/>
                </a:ext>
              </a:extLst>
            </p:cNvPr>
            <p:cNvCxnSpPr>
              <a:cxnSpLocks/>
            </p:cNvCxnSpPr>
            <p:nvPr/>
          </p:nvCxnSpPr>
          <p:spPr>
            <a:xfrm>
              <a:off x="8786813" y="5045075"/>
              <a:ext cx="0" cy="1143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5" name="Straight Connector 1744">
              <a:extLst>
                <a:ext uri="{FF2B5EF4-FFF2-40B4-BE49-F238E27FC236}">
                  <a16:creationId xmlns:a16="http://schemas.microsoft.com/office/drawing/2014/main" id="{BF9E090C-A6C4-8C3A-C88C-DB18DFB85428}"/>
                </a:ext>
              </a:extLst>
            </p:cNvPr>
            <p:cNvCxnSpPr>
              <a:cxnSpLocks/>
            </p:cNvCxnSpPr>
            <p:nvPr/>
          </p:nvCxnSpPr>
          <p:spPr>
            <a:xfrm>
              <a:off x="8448676" y="4768850"/>
              <a:ext cx="0" cy="1476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7" name="Straight Connector 1746">
              <a:extLst>
                <a:ext uri="{FF2B5EF4-FFF2-40B4-BE49-F238E27FC236}">
                  <a16:creationId xmlns:a16="http://schemas.microsoft.com/office/drawing/2014/main" id="{59554692-AD10-232F-A891-B1C0060DF419}"/>
                </a:ext>
              </a:extLst>
            </p:cNvPr>
            <p:cNvCxnSpPr>
              <a:cxnSpLocks/>
            </p:cNvCxnSpPr>
            <p:nvPr/>
          </p:nvCxnSpPr>
          <p:spPr>
            <a:xfrm>
              <a:off x="8443913" y="4887913"/>
              <a:ext cx="352425" cy="1762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9" name="Straight Connector 1748">
              <a:extLst>
                <a:ext uri="{FF2B5EF4-FFF2-40B4-BE49-F238E27FC236}">
                  <a16:creationId xmlns:a16="http://schemas.microsoft.com/office/drawing/2014/main" id="{1736DF1E-B39B-E564-A5A6-D2A14318867B}"/>
                </a:ext>
              </a:extLst>
            </p:cNvPr>
            <p:cNvCxnSpPr>
              <a:cxnSpLocks/>
            </p:cNvCxnSpPr>
            <p:nvPr/>
          </p:nvCxnSpPr>
          <p:spPr>
            <a:xfrm>
              <a:off x="8458201" y="4768850"/>
              <a:ext cx="157162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1" name="Straight Connector 1750">
              <a:extLst>
                <a:ext uri="{FF2B5EF4-FFF2-40B4-BE49-F238E27FC236}">
                  <a16:creationId xmlns:a16="http://schemas.microsoft.com/office/drawing/2014/main" id="{A3E34D8A-A449-020C-245A-CE7A55D6A4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20125" y="4701917"/>
              <a:ext cx="328741" cy="13837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11582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3" name="Picture 1482">
            <a:extLst>
              <a:ext uri="{FF2B5EF4-FFF2-40B4-BE49-F238E27FC236}">
                <a16:creationId xmlns:a16="http://schemas.microsoft.com/office/drawing/2014/main" id="{167D0841-C690-2302-A3F4-4383B0FF2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3112" y="1521619"/>
            <a:ext cx="266701" cy="261938"/>
          </a:xfrm>
          <a:prstGeom prst="rect">
            <a:avLst/>
          </a:prstGeom>
        </p:spPr>
      </p:pic>
      <p:sp>
        <p:nvSpPr>
          <p:cNvPr id="942" name="TextBox 941">
            <a:extLst>
              <a:ext uri="{FF2B5EF4-FFF2-40B4-BE49-F238E27FC236}">
                <a16:creationId xmlns:a16="http://schemas.microsoft.com/office/drawing/2014/main" id="{83272B12-A2E5-3833-4D27-17971E9C0C2C}"/>
              </a:ext>
            </a:extLst>
          </p:cNvPr>
          <p:cNvSpPr txBox="1"/>
          <p:nvPr/>
        </p:nvSpPr>
        <p:spPr>
          <a:xfrm>
            <a:off x="5067300" y="4881563"/>
            <a:ext cx="942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18.05_2</a:t>
            </a:r>
          </a:p>
        </p:txBody>
      </p:sp>
      <p:grpSp>
        <p:nvGrpSpPr>
          <p:cNvPr id="983" name="Group 982">
            <a:extLst>
              <a:ext uri="{FF2B5EF4-FFF2-40B4-BE49-F238E27FC236}">
                <a16:creationId xmlns:a16="http://schemas.microsoft.com/office/drawing/2014/main" id="{9D40A658-E439-9EF2-6303-1AB04EB68022}"/>
              </a:ext>
            </a:extLst>
          </p:cNvPr>
          <p:cNvGrpSpPr/>
          <p:nvPr/>
        </p:nvGrpSpPr>
        <p:grpSpPr>
          <a:xfrm>
            <a:off x="1025525" y="2740025"/>
            <a:ext cx="7287419" cy="4533265"/>
            <a:chOff x="1025525" y="2742407"/>
            <a:chExt cx="7287419" cy="4533265"/>
          </a:xfrm>
        </p:grpSpPr>
        <p:cxnSp>
          <p:nvCxnSpPr>
            <p:cNvPr id="938" name="Straight Connector 937">
              <a:extLst>
                <a:ext uri="{FF2B5EF4-FFF2-40B4-BE49-F238E27FC236}">
                  <a16:creationId xmlns:a16="http://schemas.microsoft.com/office/drawing/2014/main" id="{30DA0C19-439E-C246-B6B5-673245B720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2900" y="6424613"/>
              <a:ext cx="350044" cy="1381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1" name="Straight Connector 980">
              <a:extLst>
                <a:ext uri="{FF2B5EF4-FFF2-40B4-BE49-F238E27FC236}">
                  <a16:creationId xmlns:a16="http://schemas.microsoft.com/office/drawing/2014/main" id="{90B06C90-26DE-1121-0D5E-820A8479A2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4213" y="6303169"/>
              <a:ext cx="0" cy="130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983">
              <a:extLst>
                <a:ext uri="{FF2B5EF4-FFF2-40B4-BE49-F238E27FC236}">
                  <a16:creationId xmlns:a16="http://schemas.microsoft.com/office/drawing/2014/main" id="{C040CF0E-40EB-E4A1-7F42-ECDFBD6535A8}"/>
                </a:ext>
              </a:extLst>
            </p:cNvPr>
            <p:cNvCxnSpPr>
              <a:cxnSpLocks/>
            </p:cNvCxnSpPr>
            <p:nvPr/>
          </p:nvCxnSpPr>
          <p:spPr>
            <a:xfrm>
              <a:off x="7827169" y="6119813"/>
              <a:ext cx="476250" cy="1809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7" name="Straight Connector 986">
              <a:extLst>
                <a:ext uri="{FF2B5EF4-FFF2-40B4-BE49-F238E27FC236}">
                  <a16:creationId xmlns:a16="http://schemas.microsoft.com/office/drawing/2014/main" id="{66D39180-809C-B142-1800-235E73A4A3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2344" y="6241257"/>
              <a:ext cx="154781" cy="619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9" name="Straight Connector 988">
              <a:extLst>
                <a:ext uri="{FF2B5EF4-FFF2-40B4-BE49-F238E27FC236}">
                  <a16:creationId xmlns:a16="http://schemas.microsoft.com/office/drawing/2014/main" id="{6EF28173-46D7-D7B8-017A-25CBC907046C}"/>
                </a:ext>
              </a:extLst>
            </p:cNvPr>
            <p:cNvCxnSpPr>
              <a:cxnSpLocks/>
            </p:cNvCxnSpPr>
            <p:nvPr/>
          </p:nvCxnSpPr>
          <p:spPr>
            <a:xfrm>
              <a:off x="6312694" y="6034088"/>
              <a:ext cx="330994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1" name="Straight Connector 990">
              <a:extLst>
                <a:ext uri="{FF2B5EF4-FFF2-40B4-BE49-F238E27FC236}">
                  <a16:creationId xmlns:a16="http://schemas.microsoft.com/office/drawing/2014/main" id="{DEB29D8A-6BFF-5692-DB2C-0C90709C79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8844" y="6041232"/>
              <a:ext cx="321468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161F2AC3-4130-2F5F-252C-49F9A2620275}"/>
                </a:ext>
              </a:extLst>
            </p:cNvPr>
            <p:cNvCxnSpPr>
              <a:cxnSpLocks/>
            </p:cNvCxnSpPr>
            <p:nvPr/>
          </p:nvCxnSpPr>
          <p:spPr>
            <a:xfrm>
              <a:off x="5655469" y="6038851"/>
              <a:ext cx="330994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9E90A290-22CB-0CA5-20E9-64010D39CD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6400" y="6038850"/>
              <a:ext cx="173831" cy="642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367623BA-6D12-C867-917B-2D0FE97A3BF0}"/>
                </a:ext>
              </a:extLst>
            </p:cNvPr>
            <p:cNvCxnSpPr>
              <a:cxnSpLocks/>
            </p:cNvCxnSpPr>
            <p:nvPr/>
          </p:nvCxnSpPr>
          <p:spPr>
            <a:xfrm>
              <a:off x="5162550" y="5969795"/>
              <a:ext cx="326232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23D10341-96F1-D712-E822-2D34F7F699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1556" y="5969795"/>
              <a:ext cx="340519" cy="1381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236926BB-E9C4-2F84-4857-16227BB6FB94}"/>
                </a:ext>
              </a:extLst>
            </p:cNvPr>
            <p:cNvCxnSpPr>
              <a:cxnSpLocks/>
            </p:cNvCxnSpPr>
            <p:nvPr/>
          </p:nvCxnSpPr>
          <p:spPr>
            <a:xfrm>
              <a:off x="4502943" y="5972175"/>
              <a:ext cx="326232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0B3E56EF-2315-E7D5-7C47-4EA8A61C31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1357" y="5848351"/>
              <a:ext cx="0" cy="13493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E7DA588F-CF1D-29B8-DCAA-1ABD809A12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84338" y="6439694"/>
              <a:ext cx="672306" cy="2468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9B2D8EA5-965B-82FD-8B24-E033303FE6FC}"/>
                </a:ext>
              </a:extLst>
            </p:cNvPr>
            <p:cNvCxnSpPr>
              <a:cxnSpLocks/>
            </p:cNvCxnSpPr>
            <p:nvPr/>
          </p:nvCxnSpPr>
          <p:spPr>
            <a:xfrm>
              <a:off x="1028700" y="6437472"/>
              <a:ext cx="650081" cy="24590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2CB8A18B-76EE-278D-D70D-A1FADF3C26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40480" y="3399632"/>
              <a:ext cx="321945" cy="12319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DBB3DDDE-1E12-20D5-81C9-732832F47168}"/>
                </a:ext>
              </a:extLst>
            </p:cNvPr>
            <p:cNvCxnSpPr>
              <a:cxnSpLocks/>
            </p:cNvCxnSpPr>
            <p:nvPr/>
          </p:nvCxnSpPr>
          <p:spPr>
            <a:xfrm>
              <a:off x="3683000" y="3847307"/>
              <a:ext cx="495300" cy="193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C7BCBF76-1E17-E98E-15B8-5D2F5FACE976}"/>
                </a:ext>
              </a:extLst>
            </p:cNvPr>
            <p:cNvCxnSpPr>
              <a:cxnSpLocks/>
            </p:cNvCxnSpPr>
            <p:nvPr/>
          </p:nvCxnSpPr>
          <p:spPr>
            <a:xfrm>
              <a:off x="3349625" y="3723482"/>
              <a:ext cx="293688" cy="1174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0E520369-C9E9-4C58-FDC7-9331526038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52800" y="3202782"/>
              <a:ext cx="0" cy="5238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88102252-F30E-F0E6-F152-240C2EF2428C}"/>
                </a:ext>
              </a:extLst>
            </p:cNvPr>
            <p:cNvCxnSpPr>
              <a:cxnSpLocks/>
            </p:cNvCxnSpPr>
            <p:nvPr/>
          </p:nvCxnSpPr>
          <p:spPr>
            <a:xfrm>
              <a:off x="3178175" y="3126582"/>
              <a:ext cx="174625" cy="82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BD1842D8-9B2F-EBF8-44A8-7E4ED74D73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1150" y="2742407"/>
              <a:ext cx="0" cy="1492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597">
              <a:extLst>
                <a:ext uri="{FF2B5EF4-FFF2-40B4-BE49-F238E27FC236}">
                  <a16:creationId xmlns:a16="http://schemas.microsoft.com/office/drawing/2014/main" id="{23459921-39B4-7F59-2F30-4556CA8AF5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8175" y="3015457"/>
              <a:ext cx="0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604">
              <a:extLst>
                <a:ext uri="{FF2B5EF4-FFF2-40B4-BE49-F238E27FC236}">
                  <a16:creationId xmlns:a16="http://schemas.microsoft.com/office/drawing/2014/main" id="{DF3614CC-1F44-8BB4-4DCD-596621C324EC}"/>
                </a:ext>
              </a:extLst>
            </p:cNvPr>
            <p:cNvCxnSpPr>
              <a:cxnSpLocks/>
            </p:cNvCxnSpPr>
            <p:nvPr/>
          </p:nvCxnSpPr>
          <p:spPr>
            <a:xfrm>
              <a:off x="2847975" y="2878932"/>
              <a:ext cx="33020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116B9D4-EAF5-5B2F-98F3-2204F9162C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7438" y="6436520"/>
              <a:ext cx="159544" cy="571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D872157B-3BCD-10CF-CC13-15B3BFE6BD40}"/>
                </a:ext>
              </a:extLst>
            </p:cNvPr>
            <p:cNvCxnSpPr>
              <a:cxnSpLocks/>
            </p:cNvCxnSpPr>
            <p:nvPr/>
          </p:nvCxnSpPr>
          <p:spPr>
            <a:xfrm>
              <a:off x="2841625" y="4041617"/>
              <a:ext cx="165735" cy="857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2" name="Straight Connector 1151">
              <a:extLst>
                <a:ext uri="{FF2B5EF4-FFF2-40B4-BE49-F238E27FC236}">
                  <a16:creationId xmlns:a16="http://schemas.microsoft.com/office/drawing/2014/main" id="{827C70EB-4FA6-A8A7-A526-565D4A051A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36035" y="3540602"/>
              <a:ext cx="0" cy="11620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2" name="Straight Connector 1181">
              <a:extLst>
                <a:ext uri="{FF2B5EF4-FFF2-40B4-BE49-F238E27FC236}">
                  <a16:creationId xmlns:a16="http://schemas.microsoft.com/office/drawing/2014/main" id="{A6079ABA-6761-7E1E-7D6D-C22CC4C31752}"/>
                </a:ext>
              </a:extLst>
            </p:cNvPr>
            <p:cNvCxnSpPr>
              <a:cxnSpLocks/>
            </p:cNvCxnSpPr>
            <p:nvPr/>
          </p:nvCxnSpPr>
          <p:spPr>
            <a:xfrm>
              <a:off x="2867660" y="2753202"/>
              <a:ext cx="797560" cy="32766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4" name="Straight Connector 1283">
              <a:extLst>
                <a:ext uri="{FF2B5EF4-FFF2-40B4-BE49-F238E27FC236}">
                  <a16:creationId xmlns:a16="http://schemas.microsoft.com/office/drawing/2014/main" id="{D11D3CC4-296B-A45D-2D8C-399BAAE788FC}"/>
                </a:ext>
              </a:extLst>
            </p:cNvPr>
            <p:cNvCxnSpPr>
              <a:cxnSpLocks/>
            </p:cNvCxnSpPr>
            <p:nvPr/>
          </p:nvCxnSpPr>
          <p:spPr>
            <a:xfrm>
              <a:off x="3677920" y="3192622"/>
              <a:ext cx="497840" cy="203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0" name="Straight Connector 1489">
              <a:extLst>
                <a:ext uri="{FF2B5EF4-FFF2-40B4-BE49-F238E27FC236}">
                  <a16:creationId xmlns:a16="http://schemas.microsoft.com/office/drawing/2014/main" id="{BBA10D6E-5FEC-7FCF-ED8D-07FC68591A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6015" y="3076417"/>
              <a:ext cx="0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5" name="Straight Connector 1494">
              <a:extLst>
                <a:ext uri="{FF2B5EF4-FFF2-40B4-BE49-F238E27FC236}">
                  <a16:creationId xmlns:a16="http://schemas.microsoft.com/office/drawing/2014/main" id="{F759BC57-9D9E-A49D-8951-F62859BDB5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2260" y="3659982"/>
              <a:ext cx="985520" cy="3860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6" name="Straight Connector 1495">
              <a:extLst>
                <a:ext uri="{FF2B5EF4-FFF2-40B4-BE49-F238E27FC236}">
                  <a16:creationId xmlns:a16="http://schemas.microsoft.com/office/drawing/2014/main" id="{A5A3E4E5-486D-C37D-0F02-AA567327B3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2600" y="3850482"/>
              <a:ext cx="650240" cy="27686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4" name="Straight Connector 1503">
              <a:extLst>
                <a:ext uri="{FF2B5EF4-FFF2-40B4-BE49-F238E27FC236}">
                  <a16:creationId xmlns:a16="http://schemas.microsoft.com/office/drawing/2014/main" id="{235CAAD0-9539-578E-A872-EBF561DFB0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3145" y="6295232"/>
              <a:ext cx="0" cy="50419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7" name="Straight Connector 1506">
              <a:extLst>
                <a:ext uri="{FF2B5EF4-FFF2-40B4-BE49-F238E27FC236}">
                  <a16:creationId xmlns:a16="http://schemas.microsoft.com/office/drawing/2014/main" id="{048CBCCF-E170-DA87-0081-DF83B83F71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5525" y="6796247"/>
              <a:ext cx="496570" cy="1974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0" name="Straight Connector 1509">
              <a:extLst>
                <a:ext uri="{FF2B5EF4-FFF2-40B4-BE49-F238E27FC236}">
                  <a16:creationId xmlns:a16="http://schemas.microsoft.com/office/drawing/2014/main" id="{6FD54AE4-5120-B6DE-52F5-DCB7F724F7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9715" y="7146132"/>
              <a:ext cx="331470" cy="1295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2" name="Straight Connector 1511">
              <a:extLst>
                <a:ext uri="{FF2B5EF4-FFF2-40B4-BE49-F238E27FC236}">
                  <a16:creationId xmlns:a16="http://schemas.microsoft.com/office/drawing/2014/main" id="{2D53FDB4-44BD-3DDC-EA8C-6EA87FE9F9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36065" y="7005162"/>
              <a:ext cx="0" cy="1466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0" name="Straight Connector 1529">
              <a:extLst>
                <a:ext uri="{FF2B5EF4-FFF2-40B4-BE49-F238E27FC236}">
                  <a16:creationId xmlns:a16="http://schemas.microsoft.com/office/drawing/2014/main" id="{3CC9B362-54F5-8012-0833-F2B101FA81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9915" y="6513672"/>
              <a:ext cx="0" cy="7391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2" name="Straight Connector 1531">
              <a:extLst>
                <a:ext uri="{FF2B5EF4-FFF2-40B4-BE49-F238E27FC236}">
                  <a16:creationId xmlns:a16="http://schemas.microsoft.com/office/drawing/2014/main" id="{B220CE42-F399-8B0C-01E7-13FCF2F2B4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52295" y="6429852"/>
              <a:ext cx="170815" cy="8826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4" name="Straight Connector 1533">
              <a:extLst>
                <a:ext uri="{FF2B5EF4-FFF2-40B4-BE49-F238E27FC236}">
                  <a16:creationId xmlns:a16="http://schemas.microsoft.com/office/drawing/2014/main" id="{8DB4C98E-458B-950C-4513-FFB48988BD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39240" y="6285072"/>
              <a:ext cx="472440" cy="2209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5" name="Straight Connector 1534">
              <a:extLst>
                <a:ext uri="{FF2B5EF4-FFF2-40B4-BE49-F238E27FC236}">
                  <a16:creationId xmlns:a16="http://schemas.microsoft.com/office/drawing/2014/main" id="{38961DC4-F9A8-6E6A-7054-7CBB86877D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19935" y="6281262"/>
              <a:ext cx="0" cy="1466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7" name="Straight Connector 1536">
              <a:extLst>
                <a:ext uri="{FF2B5EF4-FFF2-40B4-BE49-F238E27FC236}">
                  <a16:creationId xmlns:a16="http://schemas.microsoft.com/office/drawing/2014/main" id="{139DED27-D163-DAB5-0CD0-1631F1EB6C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8720" y="6368892"/>
              <a:ext cx="352425" cy="1257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2" name="Straight Connector 1581">
              <a:extLst>
                <a:ext uri="{FF2B5EF4-FFF2-40B4-BE49-F238E27FC236}">
                  <a16:creationId xmlns:a16="http://schemas.microsoft.com/office/drawing/2014/main" id="{9D3C92FE-9F08-7D14-7EDD-DD7AA2F9E7C2}"/>
                </a:ext>
              </a:extLst>
            </p:cNvPr>
            <p:cNvCxnSpPr>
              <a:cxnSpLocks/>
            </p:cNvCxnSpPr>
            <p:nvPr/>
          </p:nvCxnSpPr>
          <p:spPr>
            <a:xfrm>
              <a:off x="5336540" y="4228942"/>
              <a:ext cx="497840" cy="203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3" name="Straight Connector 1582">
              <a:extLst>
                <a:ext uri="{FF2B5EF4-FFF2-40B4-BE49-F238E27FC236}">
                  <a16:creationId xmlns:a16="http://schemas.microsoft.com/office/drawing/2014/main" id="{3010DD6A-8DBD-C7BA-FFD8-31ED6F0406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24855" y="4188302"/>
              <a:ext cx="0" cy="3752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5" name="Straight Connector 1584">
              <a:extLst>
                <a:ext uri="{FF2B5EF4-FFF2-40B4-BE49-F238E27FC236}">
                  <a16:creationId xmlns:a16="http://schemas.microsoft.com/office/drawing/2014/main" id="{132938F4-3D42-9DA0-5F51-56CB205909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6600" y="4035902"/>
              <a:ext cx="358140" cy="1549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9" name="Straight Connector 1588">
              <a:extLst>
                <a:ext uri="{FF2B5EF4-FFF2-40B4-BE49-F238E27FC236}">
                  <a16:creationId xmlns:a16="http://schemas.microsoft.com/office/drawing/2014/main" id="{2EFC9051-E621-3650-CFE4-B5D8FB6742A3}"/>
                </a:ext>
              </a:extLst>
            </p:cNvPr>
            <p:cNvCxnSpPr>
              <a:cxnSpLocks/>
            </p:cNvCxnSpPr>
            <p:nvPr/>
          </p:nvCxnSpPr>
          <p:spPr>
            <a:xfrm>
              <a:off x="5821680" y="3924142"/>
              <a:ext cx="332740" cy="11176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1" name="Straight Connector 1590">
              <a:extLst>
                <a:ext uri="{FF2B5EF4-FFF2-40B4-BE49-F238E27FC236}">
                  <a16:creationId xmlns:a16="http://schemas.microsoft.com/office/drawing/2014/main" id="{365C3B4D-10B4-6870-CF20-1DC36ACC32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38800" y="3913982"/>
              <a:ext cx="190500" cy="812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4" name="Straight Connector 1593">
              <a:extLst>
                <a:ext uri="{FF2B5EF4-FFF2-40B4-BE49-F238E27FC236}">
                  <a16:creationId xmlns:a16="http://schemas.microsoft.com/office/drawing/2014/main" id="{3D8E5CEA-883E-6A40-8281-69C9FF7787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5835" y="3451702"/>
              <a:ext cx="0" cy="2762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6" name="Straight Connector 1595">
              <a:extLst>
                <a:ext uri="{FF2B5EF4-FFF2-40B4-BE49-F238E27FC236}">
                  <a16:creationId xmlns:a16="http://schemas.microsoft.com/office/drawing/2014/main" id="{94C45AC7-1C96-F142-2B3F-3982366D8B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53275" y="3395822"/>
              <a:ext cx="0" cy="2762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7" name="Straight Connector 1596">
              <a:extLst>
                <a:ext uri="{FF2B5EF4-FFF2-40B4-BE49-F238E27FC236}">
                  <a16:creationId xmlns:a16="http://schemas.microsoft.com/office/drawing/2014/main" id="{D5E59E02-4DEF-4DE3-79FF-904F51B3091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155180" y="3670142"/>
              <a:ext cx="165100" cy="5842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0" name="Straight Connector 1599">
              <a:extLst>
                <a:ext uri="{FF2B5EF4-FFF2-40B4-BE49-F238E27FC236}">
                  <a16:creationId xmlns:a16="http://schemas.microsoft.com/office/drawing/2014/main" id="{DF9FEEC9-93A4-63AC-A6EA-3C7CF3CDD101}"/>
                </a:ext>
              </a:extLst>
            </p:cNvPr>
            <p:cNvCxnSpPr>
              <a:cxnSpLocks/>
            </p:cNvCxnSpPr>
            <p:nvPr/>
          </p:nvCxnSpPr>
          <p:spPr>
            <a:xfrm>
              <a:off x="6816090" y="3526632"/>
              <a:ext cx="0" cy="1295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2" name="Straight Connector 1601">
              <a:extLst>
                <a:ext uri="{FF2B5EF4-FFF2-40B4-BE49-F238E27FC236}">
                  <a16:creationId xmlns:a16="http://schemas.microsoft.com/office/drawing/2014/main" id="{A33CA646-B2D2-A8D4-4A3C-F56935274B6A}"/>
                </a:ext>
              </a:extLst>
            </p:cNvPr>
            <p:cNvCxnSpPr>
              <a:cxnSpLocks/>
            </p:cNvCxnSpPr>
            <p:nvPr/>
          </p:nvCxnSpPr>
          <p:spPr>
            <a:xfrm>
              <a:off x="6511290" y="3526632"/>
              <a:ext cx="283210" cy="1016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7" name="Group 616">
            <a:extLst>
              <a:ext uri="{FF2B5EF4-FFF2-40B4-BE49-F238E27FC236}">
                <a16:creationId xmlns:a16="http://schemas.microsoft.com/office/drawing/2014/main" id="{37D9D28D-D18A-E8BF-F316-1ABC818CEAAE}"/>
              </a:ext>
            </a:extLst>
          </p:cNvPr>
          <p:cNvGrpSpPr/>
          <p:nvPr/>
        </p:nvGrpSpPr>
        <p:grpSpPr>
          <a:xfrm>
            <a:off x="5159375" y="1463675"/>
            <a:ext cx="2647157" cy="4708525"/>
            <a:chOff x="5159375" y="1463675"/>
            <a:chExt cx="2647157" cy="4708525"/>
          </a:xfrm>
        </p:grpSpPr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0927B6E9-2EDA-3A10-70C0-5D2FA70E4AF5}"/>
                </a:ext>
              </a:extLst>
            </p:cNvPr>
            <p:cNvCxnSpPr>
              <a:cxnSpLocks/>
            </p:cNvCxnSpPr>
            <p:nvPr/>
          </p:nvCxnSpPr>
          <p:spPr>
            <a:xfrm>
              <a:off x="6323013" y="5537200"/>
              <a:ext cx="0" cy="4897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613">
              <a:extLst>
                <a:ext uri="{FF2B5EF4-FFF2-40B4-BE49-F238E27FC236}">
                  <a16:creationId xmlns:a16="http://schemas.microsoft.com/office/drawing/2014/main" id="{33BDA676-05CE-F075-70CF-1A60036D91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9363" y="5391150"/>
              <a:ext cx="325437" cy="1500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617">
              <a:extLst>
                <a:ext uri="{FF2B5EF4-FFF2-40B4-BE49-F238E27FC236}">
                  <a16:creationId xmlns:a16="http://schemas.microsoft.com/office/drawing/2014/main" id="{DE243A3E-5119-B732-EFD7-331E652494A5}"/>
                </a:ext>
              </a:extLst>
            </p:cNvPr>
            <p:cNvCxnSpPr>
              <a:cxnSpLocks/>
            </p:cNvCxnSpPr>
            <p:nvPr/>
          </p:nvCxnSpPr>
          <p:spPr>
            <a:xfrm>
              <a:off x="6650038" y="2568575"/>
              <a:ext cx="0" cy="28297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635">
              <a:extLst>
                <a:ext uri="{FF2B5EF4-FFF2-40B4-BE49-F238E27FC236}">
                  <a16:creationId xmlns:a16="http://schemas.microsoft.com/office/drawing/2014/main" id="{B0DD3994-A602-48C8-A83A-3B8A05A6FE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92875" y="2489200"/>
              <a:ext cx="1682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649">
              <a:extLst>
                <a:ext uri="{FF2B5EF4-FFF2-40B4-BE49-F238E27FC236}">
                  <a16:creationId xmlns:a16="http://schemas.microsoft.com/office/drawing/2014/main" id="{EABB4988-301A-B037-7B15-7652EB1504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6050" y="2166620"/>
              <a:ext cx="826770" cy="32575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Straight Connector 653">
              <a:extLst>
                <a:ext uri="{FF2B5EF4-FFF2-40B4-BE49-F238E27FC236}">
                  <a16:creationId xmlns:a16="http://schemas.microsoft.com/office/drawing/2014/main" id="{1EC046BF-60CC-6222-D565-37F1C584CF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15200" y="2167890"/>
              <a:ext cx="1682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657">
              <a:extLst>
                <a:ext uri="{FF2B5EF4-FFF2-40B4-BE49-F238E27FC236}">
                  <a16:creationId xmlns:a16="http://schemas.microsoft.com/office/drawing/2014/main" id="{2590CBAE-7200-52C9-0113-A940C1FB70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59375" y="1463675"/>
              <a:ext cx="1835150" cy="711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D51B64E-8BA4-32F5-4ED1-1795AB377B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9525" y="6103144"/>
              <a:ext cx="177007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A571FCCD-A525-DAE5-BA73-59CCBA3D18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82840" y="2166620"/>
              <a:ext cx="165100" cy="7112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0DBDD87-40A5-1127-76E4-303A3F400DB9}"/>
              </a:ext>
            </a:extLst>
          </p:cNvPr>
          <p:cNvGrpSpPr/>
          <p:nvPr/>
        </p:nvGrpSpPr>
        <p:grpSpPr>
          <a:xfrm>
            <a:off x="7326631" y="6332538"/>
            <a:ext cx="1147766" cy="680245"/>
            <a:chOff x="7326631" y="6332538"/>
            <a:chExt cx="1147766" cy="680245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5EB56E93-1687-17BF-B50E-03D4F3E152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74331" y="6815138"/>
              <a:ext cx="500066" cy="19764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64E04146-9218-53C0-231D-65A4C9B469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7191" y="6684169"/>
              <a:ext cx="0" cy="13573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B2F0C24-C4C1-82BB-23B8-DEDB518DED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26631" y="6332538"/>
              <a:ext cx="585469" cy="334962"/>
            </a:xfrm>
            <a:prstGeom prst="line">
              <a:avLst/>
            </a:prstGeom>
            <a:ln w="12700">
              <a:solidFill>
                <a:srgbClr val="99FFCC"/>
              </a:solidFill>
              <a:prstDash val="dash"/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CC53026-CFD1-CF48-94AB-A45BA2AB0745}"/>
              </a:ext>
            </a:extLst>
          </p:cNvPr>
          <p:cNvCxnSpPr>
            <a:cxnSpLocks/>
          </p:cNvCxnSpPr>
          <p:nvPr/>
        </p:nvCxnSpPr>
        <p:spPr>
          <a:xfrm flipV="1">
            <a:off x="8636797" y="4876797"/>
            <a:ext cx="0" cy="140497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B028DCD-B312-4679-0015-C81B62303FEC}"/>
              </a:ext>
            </a:extLst>
          </p:cNvPr>
          <p:cNvCxnSpPr>
            <a:cxnSpLocks/>
          </p:cNvCxnSpPr>
          <p:nvPr/>
        </p:nvCxnSpPr>
        <p:spPr>
          <a:xfrm>
            <a:off x="8474870" y="4814888"/>
            <a:ext cx="176212" cy="73819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5A5DF5B-9A67-10A3-426B-36A84F3CEEF8}"/>
              </a:ext>
            </a:extLst>
          </p:cNvPr>
          <p:cNvCxnSpPr>
            <a:cxnSpLocks/>
          </p:cNvCxnSpPr>
          <p:nvPr/>
        </p:nvCxnSpPr>
        <p:spPr>
          <a:xfrm flipV="1">
            <a:off x="8474873" y="4669630"/>
            <a:ext cx="0" cy="140497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F754FE0-CA51-8879-5ED2-3A4BBCE8B330}"/>
              </a:ext>
            </a:extLst>
          </p:cNvPr>
          <p:cNvCxnSpPr>
            <a:cxnSpLocks/>
          </p:cNvCxnSpPr>
          <p:nvPr/>
        </p:nvCxnSpPr>
        <p:spPr>
          <a:xfrm>
            <a:off x="8308182" y="4610100"/>
            <a:ext cx="176212" cy="73819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FD88B43-49FE-57EA-82B1-CCA8AB20F36E}"/>
              </a:ext>
            </a:extLst>
          </p:cNvPr>
          <p:cNvCxnSpPr>
            <a:cxnSpLocks/>
          </p:cNvCxnSpPr>
          <p:nvPr/>
        </p:nvCxnSpPr>
        <p:spPr>
          <a:xfrm flipV="1">
            <a:off x="8301833" y="4491673"/>
            <a:ext cx="328612" cy="116680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7F1D9E99-CCCA-4988-A757-15A8CCC1F55D}"/>
              </a:ext>
            </a:extLst>
          </p:cNvPr>
          <p:cNvGrpSpPr/>
          <p:nvPr/>
        </p:nvGrpSpPr>
        <p:grpSpPr>
          <a:xfrm>
            <a:off x="516573" y="291306"/>
            <a:ext cx="8811577" cy="3364389"/>
            <a:chOff x="516573" y="291306"/>
            <a:chExt cx="8811577" cy="3364389"/>
          </a:xfrm>
        </p:grpSpPr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8C67F79C-57A3-7358-D1A7-54A40D72C4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62488" y="1271588"/>
              <a:ext cx="343693" cy="1222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7DC74FBF-5A08-4B75-41C7-AE74578A7DE8}"/>
                </a:ext>
              </a:extLst>
            </p:cNvPr>
            <p:cNvCxnSpPr>
              <a:cxnSpLocks/>
            </p:cNvCxnSpPr>
            <p:nvPr/>
          </p:nvCxnSpPr>
          <p:spPr>
            <a:xfrm>
              <a:off x="4668043" y="114617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AD52BF58-27BE-6C1F-19AD-D7C61A0A08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98119" y="885825"/>
              <a:ext cx="673894" cy="2571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BCC57584-D5C3-AB92-D277-7B59F15A5754}"/>
                </a:ext>
              </a:extLst>
            </p:cNvPr>
            <p:cNvCxnSpPr>
              <a:cxnSpLocks/>
            </p:cNvCxnSpPr>
            <p:nvPr/>
          </p:nvCxnSpPr>
          <p:spPr>
            <a:xfrm>
              <a:off x="4006056" y="769937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51EF4BD7-DDAE-A519-3A9E-83B8C0FC52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42419" y="423069"/>
              <a:ext cx="1022349" cy="4056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682FD6C6-4956-EF63-DDCF-38ECC51613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4131" y="771525"/>
              <a:ext cx="169069" cy="5476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5C228011-4641-3B57-6F82-F7E34F4E98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40890" y="1192530"/>
              <a:ext cx="481330" cy="2127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84FF8057-67E4-A4E3-7789-90AAF6503634}"/>
                </a:ext>
              </a:extLst>
            </p:cNvPr>
            <p:cNvCxnSpPr>
              <a:cxnSpLocks/>
            </p:cNvCxnSpPr>
            <p:nvPr/>
          </p:nvCxnSpPr>
          <p:spPr>
            <a:xfrm>
              <a:off x="2844006" y="412750"/>
              <a:ext cx="0" cy="42164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97B84DA7-CFBA-510B-976F-CEC42D2D5A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81163" y="1259681"/>
              <a:ext cx="341312" cy="1460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386FA1A6-7B6E-6C02-146F-EA02A2BD4070}"/>
                </a:ext>
              </a:extLst>
            </p:cNvPr>
            <p:cNvCxnSpPr>
              <a:cxnSpLocks/>
            </p:cNvCxnSpPr>
            <p:nvPr/>
          </p:nvCxnSpPr>
          <p:spPr>
            <a:xfrm>
              <a:off x="1691481" y="1134269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01B4B624-790D-7F93-E715-2BBF7A1FE1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6381" y="1076325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D12E98B-0210-9B5E-C496-ACECFA28B2BE}"/>
                </a:ext>
              </a:extLst>
            </p:cNvPr>
            <p:cNvCxnSpPr>
              <a:cxnSpLocks/>
            </p:cNvCxnSpPr>
            <p:nvPr/>
          </p:nvCxnSpPr>
          <p:spPr>
            <a:xfrm>
              <a:off x="1527175" y="941388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9A5285AC-F9D3-477E-69B2-4FABD577ED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90625" y="821531"/>
              <a:ext cx="338931" cy="1341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0E78E7F5-D69A-032F-E5D2-77CA4FCE9E65}"/>
                </a:ext>
              </a:extLst>
            </p:cNvPr>
            <p:cNvCxnSpPr>
              <a:cxnSpLocks/>
            </p:cNvCxnSpPr>
            <p:nvPr/>
          </p:nvCxnSpPr>
          <p:spPr>
            <a:xfrm>
              <a:off x="1198563" y="68897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41B46328-A5CD-3BDD-1B07-3C4DAF7C38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3462" y="628650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5BA4E5A2-9418-B02B-C35C-E4D6A5BBA7EC}"/>
                </a:ext>
              </a:extLst>
            </p:cNvPr>
            <p:cNvCxnSpPr>
              <a:cxnSpLocks/>
            </p:cNvCxnSpPr>
            <p:nvPr/>
          </p:nvCxnSpPr>
          <p:spPr>
            <a:xfrm>
              <a:off x="1031875" y="491331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EC9E4BD6-F8D8-7444-174C-DA42C98AF3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9631" y="433387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9FEC66D6-08EF-1EDB-2CFD-17CE4F17BC18}"/>
                </a:ext>
              </a:extLst>
            </p:cNvPr>
            <p:cNvCxnSpPr>
              <a:cxnSpLocks/>
            </p:cNvCxnSpPr>
            <p:nvPr/>
          </p:nvCxnSpPr>
          <p:spPr>
            <a:xfrm>
              <a:off x="867568" y="291306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9DEC64E8-F10E-6636-D942-925F00AC44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2945" y="745172"/>
              <a:ext cx="324167" cy="136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018B873C-E934-B785-2CEF-D2C780021F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612" y="887730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E0A63C2E-A766-EA42-45D3-B31E3C3813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4870" y="882015"/>
              <a:ext cx="18288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C074BCD0-B8E5-8FDD-F721-AD42B62C86E7}"/>
                </a:ext>
              </a:extLst>
            </p:cNvPr>
            <p:cNvCxnSpPr>
              <a:cxnSpLocks/>
            </p:cNvCxnSpPr>
            <p:nvPr/>
          </p:nvCxnSpPr>
          <p:spPr>
            <a:xfrm>
              <a:off x="1036638" y="885190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22056BE6-23D3-ADE9-0C0A-7A4ABF4F82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4415" y="941070"/>
              <a:ext cx="18288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E32DFA22-26E0-B591-CC15-388BB850B375}"/>
                </a:ext>
              </a:extLst>
            </p:cNvPr>
            <p:cNvCxnSpPr>
              <a:cxnSpLocks/>
            </p:cNvCxnSpPr>
            <p:nvPr/>
          </p:nvCxnSpPr>
          <p:spPr>
            <a:xfrm>
              <a:off x="1198563" y="94424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89FA31B5-2343-7AB5-0C40-5FFA3B749D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6340" y="1000125"/>
              <a:ext cx="18288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DC88ABD1-875E-3C10-80D5-EF345C3D4B9C}"/>
                </a:ext>
              </a:extLst>
            </p:cNvPr>
            <p:cNvCxnSpPr>
              <a:cxnSpLocks/>
            </p:cNvCxnSpPr>
            <p:nvPr/>
          </p:nvCxnSpPr>
          <p:spPr>
            <a:xfrm>
              <a:off x="1368108" y="1003300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0EC3CD24-5D20-9246-4814-2E0D38BE97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66837" y="1135380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B645DD48-CE0C-85DC-1FBB-E3504BA3E0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39215" y="1200150"/>
              <a:ext cx="18288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740BBCCD-E1CA-0FB1-D02B-2472D01212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59217" y="1276350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FEBB77BF-3B9D-F112-E2D8-AAF3D2881C0C}"/>
                </a:ext>
              </a:extLst>
            </p:cNvPr>
            <p:cNvCxnSpPr>
              <a:cxnSpLocks/>
            </p:cNvCxnSpPr>
            <p:nvPr/>
          </p:nvCxnSpPr>
          <p:spPr>
            <a:xfrm>
              <a:off x="1524318" y="1342390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E9573DAF-C2E0-0FD4-F1F3-A18751CF59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8285" y="1398270"/>
              <a:ext cx="18288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866FFFDD-58F6-5FEB-8576-4CF27E7F423B}"/>
                </a:ext>
              </a:extLst>
            </p:cNvPr>
            <p:cNvCxnSpPr>
              <a:cxnSpLocks/>
            </p:cNvCxnSpPr>
            <p:nvPr/>
          </p:nvCxnSpPr>
          <p:spPr>
            <a:xfrm>
              <a:off x="1697673" y="1399540"/>
              <a:ext cx="0" cy="2520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4AC9AD69-38A8-527F-C24A-21C94F824D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98307" y="1649730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870F29D0-3246-F19C-247C-F91DF0412A17}"/>
                </a:ext>
              </a:extLst>
            </p:cNvPr>
            <p:cNvCxnSpPr>
              <a:cxnSpLocks/>
            </p:cNvCxnSpPr>
            <p:nvPr/>
          </p:nvCxnSpPr>
          <p:spPr>
            <a:xfrm>
              <a:off x="1863408" y="1475740"/>
              <a:ext cx="0" cy="2520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560B41F2-F0C0-0FDE-A2C8-BB02397EFF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58327" y="1464945"/>
              <a:ext cx="327661" cy="11858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88E66016-59F1-FA97-7DED-C7A2581F3F37}"/>
                </a:ext>
              </a:extLst>
            </p:cNvPr>
            <p:cNvCxnSpPr>
              <a:cxnSpLocks/>
            </p:cNvCxnSpPr>
            <p:nvPr/>
          </p:nvCxnSpPr>
          <p:spPr>
            <a:xfrm>
              <a:off x="2025333" y="1671638"/>
              <a:ext cx="0" cy="10191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3110A08B-BD09-41B2-B0A3-17756EED41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16442" y="1779270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B6B2FCAD-6854-AC6B-7902-3FB5A20FE1B3}"/>
                </a:ext>
              </a:extLst>
            </p:cNvPr>
            <p:cNvCxnSpPr>
              <a:cxnSpLocks/>
            </p:cNvCxnSpPr>
            <p:nvPr/>
          </p:nvCxnSpPr>
          <p:spPr>
            <a:xfrm>
              <a:off x="2185353" y="1841500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3E352E60-5C31-8F3D-1DFB-855C3E0D79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0210" y="1981200"/>
              <a:ext cx="506730" cy="21145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CDF08B8B-AA73-678D-40CC-1CDB716C2040}"/>
                </a:ext>
              </a:extLst>
            </p:cNvPr>
            <p:cNvCxnSpPr>
              <a:cxnSpLocks/>
            </p:cNvCxnSpPr>
            <p:nvPr/>
          </p:nvCxnSpPr>
          <p:spPr>
            <a:xfrm>
              <a:off x="1688148" y="217106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679513A8-A7D1-F5C3-B5C3-D61A1F8685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7250" y="2299335"/>
              <a:ext cx="836295" cy="31813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5A652E7E-6EA6-89D8-0A38-0821841509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8182" y="2560320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558FFDCF-DF9C-BE2D-F486-415FE5BC45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085" y="2362200"/>
              <a:ext cx="506730" cy="21145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5FFA7C1A-39F7-A995-FE3A-B441AE29AB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800" y="2168525"/>
              <a:ext cx="510698" cy="1965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DFC0696B-AC61-B1A3-E1F8-B83E4DD00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335" y="2157095"/>
              <a:ext cx="18288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03B7E052-D1E5-D4E7-2482-E076EE34E3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6732" y="2230120"/>
              <a:ext cx="340043" cy="13525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EB3CC51B-6ECB-0F75-FED7-E39D61BCF9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9610" y="2357120"/>
              <a:ext cx="18288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D73FF63E-82DF-E250-FCF4-4543277994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6732" y="2357120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BFFFE886-89E7-4928-63C1-2E463D00FB36}"/>
                </a:ext>
              </a:extLst>
            </p:cNvPr>
            <p:cNvCxnSpPr>
              <a:cxnSpLocks/>
            </p:cNvCxnSpPr>
            <p:nvPr/>
          </p:nvCxnSpPr>
          <p:spPr>
            <a:xfrm>
              <a:off x="526098" y="2348865"/>
              <a:ext cx="0" cy="28321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0A4AF5F3-5282-097A-1C0F-B94CFF11B4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6732" y="3007995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Straight Connector 394">
              <a:extLst>
                <a:ext uri="{FF2B5EF4-FFF2-40B4-BE49-F238E27FC236}">
                  <a16:creationId xmlns:a16="http://schemas.microsoft.com/office/drawing/2014/main" id="{EFEF6005-286A-C22C-A4D8-789C80D6A7E5}"/>
                </a:ext>
              </a:extLst>
            </p:cNvPr>
            <p:cNvCxnSpPr>
              <a:cxnSpLocks/>
            </p:cNvCxnSpPr>
            <p:nvPr/>
          </p:nvCxnSpPr>
          <p:spPr>
            <a:xfrm>
              <a:off x="691198" y="307276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395">
              <a:extLst>
                <a:ext uri="{FF2B5EF4-FFF2-40B4-BE49-F238E27FC236}">
                  <a16:creationId xmlns:a16="http://schemas.microsoft.com/office/drawing/2014/main" id="{3DB45432-2519-C731-A75D-DCBDACA767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8657" y="3204845"/>
              <a:ext cx="1171893" cy="443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397">
              <a:extLst>
                <a:ext uri="{FF2B5EF4-FFF2-40B4-BE49-F238E27FC236}">
                  <a16:creationId xmlns:a16="http://schemas.microsoft.com/office/drawing/2014/main" id="{9CCA8185-4DA7-947A-69A9-144F8703FB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8485" y="3579495"/>
              <a:ext cx="18288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87CCB61-2B49-2323-1F43-FA96ED93E5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6932" y="3141345"/>
              <a:ext cx="1171893" cy="443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DD7D71F2-9A9B-99EF-3B4C-3F7D2743A007}"/>
                </a:ext>
              </a:extLst>
            </p:cNvPr>
            <p:cNvCxnSpPr>
              <a:cxnSpLocks/>
            </p:cNvCxnSpPr>
            <p:nvPr/>
          </p:nvCxnSpPr>
          <p:spPr>
            <a:xfrm>
              <a:off x="859473" y="3012440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CF6C76E0-E38B-0784-9763-AE10FC06CD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9907" y="2620645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4C9779A3-6CE5-F5A1-AFA7-B2E779E1EC5A}"/>
                </a:ext>
              </a:extLst>
            </p:cNvPr>
            <p:cNvCxnSpPr>
              <a:cxnSpLocks/>
            </p:cNvCxnSpPr>
            <p:nvPr/>
          </p:nvCxnSpPr>
          <p:spPr>
            <a:xfrm>
              <a:off x="694373" y="268541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12C648D0-3850-765F-96C8-DB0FD8193B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6732" y="2753995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D477EA8F-E2A3-BFD2-F725-378759C205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3557" y="2877820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E0B8AB98-D7EF-25BB-3CC2-0BFE572B9703}"/>
                </a:ext>
              </a:extLst>
            </p:cNvPr>
            <p:cNvCxnSpPr>
              <a:cxnSpLocks/>
            </p:cNvCxnSpPr>
            <p:nvPr/>
          </p:nvCxnSpPr>
          <p:spPr>
            <a:xfrm>
              <a:off x="516573" y="2752090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CC86D8A8-6EA3-3269-C4CF-D241B885C4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335" y="2934970"/>
              <a:ext cx="18288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8B836AED-1C2D-C5C5-4347-3DA5949A15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582" y="3011170"/>
              <a:ext cx="1171893" cy="443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>
              <a:extLst>
                <a:ext uri="{FF2B5EF4-FFF2-40B4-BE49-F238E27FC236}">
                  <a16:creationId xmlns:a16="http://schemas.microsoft.com/office/drawing/2014/main" id="{4DACF25A-F6E0-EA2C-2A2B-8F4CC22CE4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19935" y="3376295"/>
              <a:ext cx="18288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>
              <a:extLst>
                <a:ext uri="{FF2B5EF4-FFF2-40B4-BE49-F238E27FC236}">
                  <a16:creationId xmlns:a16="http://schemas.microsoft.com/office/drawing/2014/main" id="{7BBF16E3-5125-C1F7-83F8-7FFAFAA1F9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4075" y="2879725"/>
              <a:ext cx="1343025" cy="508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13">
              <a:extLst>
                <a:ext uri="{FF2B5EF4-FFF2-40B4-BE49-F238E27FC236}">
                  <a16:creationId xmlns:a16="http://schemas.microsoft.com/office/drawing/2014/main" id="{A301BD9A-80BE-FCA0-1277-49EA39002B7A}"/>
                </a:ext>
              </a:extLst>
            </p:cNvPr>
            <p:cNvCxnSpPr>
              <a:cxnSpLocks/>
            </p:cNvCxnSpPr>
            <p:nvPr/>
          </p:nvCxnSpPr>
          <p:spPr>
            <a:xfrm>
              <a:off x="856298" y="272986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6279A7F9-0685-4682-3E54-B04D625306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900" y="2743200"/>
              <a:ext cx="1346200" cy="508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CBE97F5F-0D98-DC6B-F8CD-38D00ECBA69B}"/>
                </a:ext>
              </a:extLst>
            </p:cNvPr>
            <p:cNvCxnSpPr>
              <a:cxnSpLocks/>
            </p:cNvCxnSpPr>
            <p:nvPr/>
          </p:nvCxnSpPr>
          <p:spPr>
            <a:xfrm>
              <a:off x="2189798" y="311086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07D8BDFE-0F3A-D33E-118D-62CDBB38FD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2350" y="2679700"/>
              <a:ext cx="1177925" cy="4349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508FC008-77F5-BE57-BF73-C669FEF64E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2985" y="2619375"/>
              <a:ext cx="148590" cy="615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ED190455-BF84-5652-A763-E183EB9310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90625" y="2619375"/>
              <a:ext cx="1009650" cy="381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22">
              <a:extLst>
                <a:ext uri="{FF2B5EF4-FFF2-40B4-BE49-F238E27FC236}">
                  <a16:creationId xmlns:a16="http://schemas.microsoft.com/office/drawing/2014/main" id="{58935C4B-42F3-F437-86DB-9CED7548E4CD}"/>
                </a:ext>
              </a:extLst>
            </p:cNvPr>
            <p:cNvCxnSpPr>
              <a:cxnSpLocks/>
            </p:cNvCxnSpPr>
            <p:nvPr/>
          </p:nvCxnSpPr>
          <p:spPr>
            <a:xfrm>
              <a:off x="2192973" y="286956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FA570A62-B249-E2EA-7223-96F56E29B5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43025" y="2555875"/>
              <a:ext cx="854075" cy="323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7366D37F-867F-DAAB-6AB6-7C6A69D678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46835" y="2495550"/>
              <a:ext cx="148590" cy="615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28">
              <a:extLst>
                <a:ext uri="{FF2B5EF4-FFF2-40B4-BE49-F238E27FC236}">
                  <a16:creationId xmlns:a16="http://schemas.microsoft.com/office/drawing/2014/main" id="{45DDE472-A7DF-AC68-D455-2124AC0A4B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0825" y="2489200"/>
              <a:ext cx="838200" cy="320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32">
              <a:extLst>
                <a:ext uri="{FF2B5EF4-FFF2-40B4-BE49-F238E27FC236}">
                  <a16:creationId xmlns:a16="http://schemas.microsoft.com/office/drawing/2014/main" id="{8DE977B6-C8F7-2ACC-2BDB-E10967AB792C}"/>
                </a:ext>
              </a:extLst>
            </p:cNvPr>
            <p:cNvCxnSpPr>
              <a:cxnSpLocks/>
            </p:cNvCxnSpPr>
            <p:nvPr/>
          </p:nvCxnSpPr>
          <p:spPr>
            <a:xfrm>
              <a:off x="2351723" y="2682240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524113D0-779A-44D7-F9AF-40482FB05D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85925" y="2416175"/>
              <a:ext cx="666750" cy="2571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BEF5396E-5E56-934D-C94E-B98603BA08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9735" y="2362200"/>
              <a:ext cx="148590" cy="615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0A943782-7EAE-26FA-C90F-7580AB63F4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28800" y="2362200"/>
              <a:ext cx="546100" cy="203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195D77AD-C942-1075-DBF6-F8CC03FFA235}"/>
                </a:ext>
              </a:extLst>
            </p:cNvPr>
            <p:cNvCxnSpPr>
              <a:cxnSpLocks/>
            </p:cNvCxnSpPr>
            <p:nvPr/>
          </p:nvCxnSpPr>
          <p:spPr>
            <a:xfrm>
              <a:off x="2370773" y="2440940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C6FBE72C-80B6-39E7-CC68-5CED1B9DA4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35150" y="2228850"/>
              <a:ext cx="546100" cy="203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50CFE2EB-3D42-625A-F878-71A77164A3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32610" y="2025650"/>
              <a:ext cx="526415" cy="20447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43">
              <a:extLst>
                <a:ext uri="{FF2B5EF4-FFF2-40B4-BE49-F238E27FC236}">
                  <a16:creationId xmlns:a16="http://schemas.microsoft.com/office/drawing/2014/main" id="{77EF8D07-2D53-234D-6164-8693590DD655}"/>
                </a:ext>
              </a:extLst>
            </p:cNvPr>
            <p:cNvCxnSpPr>
              <a:cxnSpLocks/>
            </p:cNvCxnSpPr>
            <p:nvPr/>
          </p:nvCxnSpPr>
          <p:spPr>
            <a:xfrm>
              <a:off x="2351723" y="1511300"/>
              <a:ext cx="0" cy="50339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4787AB6B-C526-C126-613D-90734A6408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87892" y="1452245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46">
              <a:extLst>
                <a:ext uri="{FF2B5EF4-FFF2-40B4-BE49-F238E27FC236}">
                  <a16:creationId xmlns:a16="http://schemas.microsoft.com/office/drawing/2014/main" id="{A40B9FFC-8710-80FB-50F0-BA8BCDED22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88210" y="1314450"/>
              <a:ext cx="332740" cy="14097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576">
              <a:extLst>
                <a:ext uri="{FF2B5EF4-FFF2-40B4-BE49-F238E27FC236}">
                  <a16:creationId xmlns:a16="http://schemas.microsoft.com/office/drawing/2014/main" id="{BF543E37-6459-50B5-4488-E09EB0CA6645}"/>
                </a:ext>
              </a:extLst>
            </p:cNvPr>
            <p:cNvCxnSpPr>
              <a:cxnSpLocks/>
            </p:cNvCxnSpPr>
            <p:nvPr/>
          </p:nvCxnSpPr>
          <p:spPr>
            <a:xfrm>
              <a:off x="2523173" y="1311275"/>
              <a:ext cx="0" cy="9302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Straight Connector 578">
              <a:extLst>
                <a:ext uri="{FF2B5EF4-FFF2-40B4-BE49-F238E27FC236}">
                  <a16:creationId xmlns:a16="http://schemas.microsoft.com/office/drawing/2014/main" id="{D25BC2B1-682E-DE69-97A9-0A6D0EAA32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30792" y="2239645"/>
              <a:ext cx="333058" cy="13208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Straight Connector 580">
              <a:extLst>
                <a:ext uri="{FF2B5EF4-FFF2-40B4-BE49-F238E27FC236}">
                  <a16:creationId xmlns:a16="http://schemas.microsoft.com/office/drawing/2014/main" id="{BA35CC17-F54F-41D6-1B13-19F952FB19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61310" y="2311400"/>
              <a:ext cx="148590" cy="615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581">
              <a:extLst>
                <a:ext uri="{FF2B5EF4-FFF2-40B4-BE49-F238E27FC236}">
                  <a16:creationId xmlns:a16="http://schemas.microsoft.com/office/drawing/2014/main" id="{94D56A42-CFBA-44CF-A8A8-A1FE8C3924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67317" y="2172970"/>
              <a:ext cx="333058" cy="13208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Connector 582">
              <a:extLst>
                <a:ext uri="{FF2B5EF4-FFF2-40B4-BE49-F238E27FC236}">
                  <a16:creationId xmlns:a16="http://schemas.microsoft.com/office/drawing/2014/main" id="{D1568314-4355-3777-81B8-A8CE8BF61EEB}"/>
                </a:ext>
              </a:extLst>
            </p:cNvPr>
            <p:cNvCxnSpPr>
              <a:cxnSpLocks/>
            </p:cNvCxnSpPr>
            <p:nvPr/>
          </p:nvCxnSpPr>
          <p:spPr>
            <a:xfrm>
              <a:off x="2675573" y="2034540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583">
              <a:extLst>
                <a:ext uri="{FF2B5EF4-FFF2-40B4-BE49-F238E27FC236}">
                  <a16:creationId xmlns:a16="http://schemas.microsoft.com/office/drawing/2014/main" id="{57D4B40C-E745-567E-AE3B-60F8D16A8918}"/>
                </a:ext>
              </a:extLst>
            </p:cNvPr>
            <p:cNvCxnSpPr>
              <a:cxnSpLocks/>
            </p:cNvCxnSpPr>
            <p:nvPr/>
          </p:nvCxnSpPr>
          <p:spPr>
            <a:xfrm>
              <a:off x="2685098" y="1774190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584">
              <a:extLst>
                <a:ext uri="{FF2B5EF4-FFF2-40B4-BE49-F238E27FC236}">
                  <a16:creationId xmlns:a16="http://schemas.microsoft.com/office/drawing/2014/main" id="{4F2EE0C8-0A9E-A28F-EB6E-C153298CD69B}"/>
                </a:ext>
              </a:extLst>
            </p:cNvPr>
            <p:cNvCxnSpPr>
              <a:cxnSpLocks/>
            </p:cNvCxnSpPr>
            <p:nvPr/>
          </p:nvCxnSpPr>
          <p:spPr>
            <a:xfrm>
              <a:off x="2685098" y="152336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585">
              <a:extLst>
                <a:ext uri="{FF2B5EF4-FFF2-40B4-BE49-F238E27FC236}">
                  <a16:creationId xmlns:a16="http://schemas.microsoft.com/office/drawing/2014/main" id="{AC44D64B-515D-D4C2-7F2A-9C5C0D03D038}"/>
                </a:ext>
              </a:extLst>
            </p:cNvPr>
            <p:cNvCxnSpPr>
              <a:cxnSpLocks/>
            </p:cNvCxnSpPr>
            <p:nvPr/>
          </p:nvCxnSpPr>
          <p:spPr>
            <a:xfrm>
              <a:off x="2685098" y="1272540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586">
              <a:extLst>
                <a:ext uri="{FF2B5EF4-FFF2-40B4-BE49-F238E27FC236}">
                  <a16:creationId xmlns:a16="http://schemas.microsoft.com/office/drawing/2014/main" id="{8385E340-021C-9865-7A2F-27ECA0C877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70492" y="2030095"/>
              <a:ext cx="672783" cy="28448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588">
              <a:extLst>
                <a:ext uri="{FF2B5EF4-FFF2-40B4-BE49-F238E27FC236}">
                  <a16:creationId xmlns:a16="http://schemas.microsoft.com/office/drawing/2014/main" id="{CA11D7FA-EACB-BD0B-8A83-8C3645991401}"/>
                </a:ext>
              </a:extLst>
            </p:cNvPr>
            <p:cNvCxnSpPr>
              <a:cxnSpLocks/>
            </p:cNvCxnSpPr>
            <p:nvPr/>
          </p:nvCxnSpPr>
          <p:spPr>
            <a:xfrm>
              <a:off x="3345498" y="2186940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589">
              <a:extLst>
                <a:ext uri="{FF2B5EF4-FFF2-40B4-BE49-F238E27FC236}">
                  <a16:creationId xmlns:a16="http://schemas.microsoft.com/office/drawing/2014/main" id="{24396D5C-BECD-C661-1870-098FAD6520E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73667" y="1909445"/>
              <a:ext cx="672783" cy="28448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Connector 591">
              <a:extLst>
                <a:ext uri="{FF2B5EF4-FFF2-40B4-BE49-F238E27FC236}">
                  <a16:creationId xmlns:a16="http://schemas.microsoft.com/office/drawing/2014/main" id="{AE6A20D5-B934-3C1F-6433-64915F963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9542" y="1766570"/>
              <a:ext cx="825183" cy="33845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593">
              <a:extLst>
                <a:ext uri="{FF2B5EF4-FFF2-40B4-BE49-F238E27FC236}">
                  <a16:creationId xmlns:a16="http://schemas.microsoft.com/office/drawing/2014/main" id="{D30E8DFE-C6F6-BA52-6C70-E5D7B3A5B2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15360" y="2054225"/>
              <a:ext cx="148590" cy="615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594">
              <a:extLst>
                <a:ext uri="{FF2B5EF4-FFF2-40B4-BE49-F238E27FC236}">
                  <a16:creationId xmlns:a16="http://schemas.microsoft.com/office/drawing/2014/main" id="{E5A91D91-ABEF-6F52-7BB8-6E30D699AD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79700" y="1654175"/>
              <a:ext cx="990600" cy="3937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Straight Connector 596">
              <a:extLst>
                <a:ext uri="{FF2B5EF4-FFF2-40B4-BE49-F238E27FC236}">
                  <a16:creationId xmlns:a16="http://schemas.microsoft.com/office/drawing/2014/main" id="{55FD5221-AA8C-B813-DB6F-AAEA45119B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92400" y="1517650"/>
              <a:ext cx="1301750" cy="5207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Straight Connector 599">
              <a:extLst>
                <a:ext uri="{FF2B5EF4-FFF2-40B4-BE49-F238E27FC236}">
                  <a16:creationId xmlns:a16="http://schemas.microsoft.com/office/drawing/2014/main" id="{053B5D15-2C25-3CA2-5ABC-D05C52244D8B}"/>
                </a:ext>
              </a:extLst>
            </p:cNvPr>
            <p:cNvCxnSpPr>
              <a:cxnSpLocks/>
            </p:cNvCxnSpPr>
            <p:nvPr/>
          </p:nvCxnSpPr>
          <p:spPr>
            <a:xfrm>
              <a:off x="4009073" y="192341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Straight Connector 600">
              <a:extLst>
                <a:ext uri="{FF2B5EF4-FFF2-40B4-BE49-F238E27FC236}">
                  <a16:creationId xmlns:a16="http://schemas.microsoft.com/office/drawing/2014/main" id="{9ACA4FB4-53B0-4BF6-8227-5325C624A6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89070" y="1712595"/>
              <a:ext cx="494665" cy="21082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Straight Connector 602">
              <a:extLst>
                <a:ext uri="{FF2B5EF4-FFF2-40B4-BE49-F238E27FC236}">
                  <a16:creationId xmlns:a16="http://schemas.microsoft.com/office/drawing/2014/main" id="{68572F5A-5263-2A49-7BF8-A7CA60C2A8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7367" y="1652270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603">
              <a:extLst>
                <a:ext uri="{FF2B5EF4-FFF2-40B4-BE49-F238E27FC236}">
                  <a16:creationId xmlns:a16="http://schemas.microsoft.com/office/drawing/2014/main" id="{4529A478-A0CA-CDEB-A888-BA28051426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1750" y="1641475"/>
              <a:ext cx="504825" cy="209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Straight Connector 606">
              <a:extLst>
                <a:ext uri="{FF2B5EF4-FFF2-40B4-BE49-F238E27FC236}">
                  <a16:creationId xmlns:a16="http://schemas.microsoft.com/office/drawing/2014/main" id="{74331A3E-046A-80B9-590C-548852D0D397}"/>
                </a:ext>
              </a:extLst>
            </p:cNvPr>
            <p:cNvCxnSpPr>
              <a:cxnSpLocks/>
            </p:cNvCxnSpPr>
            <p:nvPr/>
          </p:nvCxnSpPr>
          <p:spPr>
            <a:xfrm>
              <a:off x="3843973" y="172021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Straight Connector 607">
              <a:extLst>
                <a:ext uri="{FF2B5EF4-FFF2-40B4-BE49-F238E27FC236}">
                  <a16:creationId xmlns:a16="http://schemas.microsoft.com/office/drawing/2014/main" id="{E15353D8-198F-34F4-1307-04F68C5CB7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73792" y="1652270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Connector 608">
              <a:extLst>
                <a:ext uri="{FF2B5EF4-FFF2-40B4-BE49-F238E27FC236}">
                  <a16:creationId xmlns:a16="http://schemas.microsoft.com/office/drawing/2014/main" id="{E88167E5-7464-9D74-0D6B-AB2F0D144663}"/>
                </a:ext>
              </a:extLst>
            </p:cNvPr>
            <p:cNvCxnSpPr>
              <a:cxnSpLocks/>
            </p:cNvCxnSpPr>
            <p:nvPr/>
          </p:nvCxnSpPr>
          <p:spPr>
            <a:xfrm>
              <a:off x="3678873" y="163766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" name="Straight Connector 609">
              <a:extLst>
                <a:ext uri="{FF2B5EF4-FFF2-40B4-BE49-F238E27FC236}">
                  <a16:creationId xmlns:a16="http://schemas.microsoft.com/office/drawing/2014/main" id="{1043492A-8BBA-96F5-CE93-23D2A89F6A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6050" y="1412875"/>
              <a:ext cx="993298" cy="3711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611">
              <a:extLst>
                <a:ext uri="{FF2B5EF4-FFF2-40B4-BE49-F238E27FC236}">
                  <a16:creationId xmlns:a16="http://schemas.microsoft.com/office/drawing/2014/main" id="{DC2037FE-F391-AFB5-8017-747449AD47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6050" y="1276350"/>
              <a:ext cx="844550" cy="320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614">
              <a:extLst>
                <a:ext uri="{FF2B5EF4-FFF2-40B4-BE49-F238E27FC236}">
                  <a16:creationId xmlns:a16="http://schemas.microsoft.com/office/drawing/2014/main" id="{61BFAA55-2E8B-F077-E902-B20AFB59F3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21710" y="1530350"/>
              <a:ext cx="148590" cy="615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Straight Connector 615">
              <a:extLst>
                <a:ext uri="{FF2B5EF4-FFF2-40B4-BE49-F238E27FC236}">
                  <a16:creationId xmlns:a16="http://schemas.microsoft.com/office/drawing/2014/main" id="{03C4BBCE-01EE-451E-3A29-C81280DC4A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22575" y="1206500"/>
              <a:ext cx="844550" cy="320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618">
              <a:extLst>
                <a:ext uri="{FF2B5EF4-FFF2-40B4-BE49-F238E27FC236}">
                  <a16:creationId xmlns:a16="http://schemas.microsoft.com/office/drawing/2014/main" id="{34B11830-1B35-2647-1951-4E15CEB8D3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26385" y="1143000"/>
              <a:ext cx="148590" cy="615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Straight Connector 619">
              <a:extLst>
                <a:ext uri="{FF2B5EF4-FFF2-40B4-BE49-F238E27FC236}">
                  <a16:creationId xmlns:a16="http://schemas.microsoft.com/office/drawing/2014/main" id="{205C4FBB-672B-F7A3-ACDC-0C3285386D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71800" y="1136650"/>
              <a:ext cx="844550" cy="320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Connector 620">
              <a:extLst>
                <a:ext uri="{FF2B5EF4-FFF2-40B4-BE49-F238E27FC236}">
                  <a16:creationId xmlns:a16="http://schemas.microsoft.com/office/drawing/2014/main" id="{0ADC11B6-3B66-7A96-443D-1EF095197E75}"/>
                </a:ext>
              </a:extLst>
            </p:cNvPr>
            <p:cNvCxnSpPr>
              <a:cxnSpLocks/>
            </p:cNvCxnSpPr>
            <p:nvPr/>
          </p:nvCxnSpPr>
          <p:spPr>
            <a:xfrm>
              <a:off x="3821748" y="1342390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2" name="Straight Connector 621">
              <a:extLst>
                <a:ext uri="{FF2B5EF4-FFF2-40B4-BE49-F238E27FC236}">
                  <a16:creationId xmlns:a16="http://schemas.microsoft.com/office/drawing/2014/main" id="{51616B6F-FB38-D5EB-DEA2-53DBB41595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23335" y="1206500"/>
              <a:ext cx="348615" cy="14097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Straight Connector 623">
              <a:extLst>
                <a:ext uri="{FF2B5EF4-FFF2-40B4-BE49-F238E27FC236}">
                  <a16:creationId xmlns:a16="http://schemas.microsoft.com/office/drawing/2014/main" id="{8E6C7FB8-C93B-3519-0BA7-A512FEAA56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75442" y="1198245"/>
              <a:ext cx="329883" cy="1257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Straight Connector 625">
              <a:extLst>
                <a:ext uri="{FF2B5EF4-FFF2-40B4-BE49-F238E27FC236}">
                  <a16:creationId xmlns:a16="http://schemas.microsoft.com/office/drawing/2014/main" id="{0086EDC6-C731-987A-36EC-81BC11495135}"/>
                </a:ext>
              </a:extLst>
            </p:cNvPr>
            <p:cNvCxnSpPr>
              <a:cxnSpLocks/>
            </p:cNvCxnSpPr>
            <p:nvPr/>
          </p:nvCxnSpPr>
          <p:spPr>
            <a:xfrm>
              <a:off x="4507548" y="119951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Connector 626">
              <a:extLst>
                <a:ext uri="{FF2B5EF4-FFF2-40B4-BE49-F238E27FC236}">
                  <a16:creationId xmlns:a16="http://schemas.microsoft.com/office/drawing/2014/main" id="{26BB2E69-E796-8D87-3949-21D70AB085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78617" y="1071245"/>
              <a:ext cx="329883" cy="1257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627">
              <a:extLst>
                <a:ext uri="{FF2B5EF4-FFF2-40B4-BE49-F238E27FC236}">
                  <a16:creationId xmlns:a16="http://schemas.microsoft.com/office/drawing/2014/main" id="{DE722A92-F38F-3238-6133-753BA9A953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7125" y="1069975"/>
              <a:ext cx="514350" cy="203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629">
              <a:extLst>
                <a:ext uri="{FF2B5EF4-FFF2-40B4-BE49-F238E27FC236}">
                  <a16:creationId xmlns:a16="http://schemas.microsoft.com/office/drawing/2014/main" id="{D8D0C0B9-00F9-1A2B-42DF-6AD39FF4CC7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95675" y="1203325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631">
              <a:extLst>
                <a:ext uri="{FF2B5EF4-FFF2-40B4-BE49-F238E27FC236}">
                  <a16:creationId xmlns:a16="http://schemas.microsoft.com/office/drawing/2014/main" id="{BFC6A271-F4E9-4122-7086-000548048D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78175" y="1073150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Straight Connector 632">
              <a:extLst>
                <a:ext uri="{FF2B5EF4-FFF2-40B4-BE49-F238E27FC236}">
                  <a16:creationId xmlns:a16="http://schemas.microsoft.com/office/drawing/2014/main" id="{3A08DA57-4B68-106E-87E8-4209A4F6DC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02025" y="1000125"/>
              <a:ext cx="514350" cy="203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633">
              <a:extLst>
                <a:ext uri="{FF2B5EF4-FFF2-40B4-BE49-F238E27FC236}">
                  <a16:creationId xmlns:a16="http://schemas.microsoft.com/office/drawing/2014/main" id="{F74D8B49-A612-0DC4-FEEE-9CF854F805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38575" y="936625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634">
              <a:extLst>
                <a:ext uri="{FF2B5EF4-FFF2-40B4-BE49-F238E27FC236}">
                  <a16:creationId xmlns:a16="http://schemas.microsoft.com/office/drawing/2014/main" id="{9C367141-7DEA-614A-D3F8-9318587EFD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82975" y="800100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Straight Connector 636">
              <a:extLst>
                <a:ext uri="{FF2B5EF4-FFF2-40B4-BE49-F238E27FC236}">
                  <a16:creationId xmlns:a16="http://schemas.microsoft.com/office/drawing/2014/main" id="{473E65DA-F04B-2C43-FE54-CA8ABCC808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43275" y="939800"/>
              <a:ext cx="514350" cy="203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Straight Connector 637">
              <a:extLst>
                <a:ext uri="{FF2B5EF4-FFF2-40B4-BE49-F238E27FC236}">
                  <a16:creationId xmlns:a16="http://schemas.microsoft.com/office/drawing/2014/main" id="{8707740E-B3FC-5D1A-3D19-F5F65C996B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62300" y="866775"/>
              <a:ext cx="514350" cy="203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Connector 638">
              <a:extLst>
                <a:ext uri="{FF2B5EF4-FFF2-40B4-BE49-F238E27FC236}">
                  <a16:creationId xmlns:a16="http://schemas.microsoft.com/office/drawing/2014/main" id="{48B11AA0-F972-E6B8-7105-A28A1BDCBC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9125" y="803275"/>
              <a:ext cx="339725" cy="1301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0" name="Straight Connector 639">
              <a:extLst>
                <a:ext uri="{FF2B5EF4-FFF2-40B4-BE49-F238E27FC236}">
                  <a16:creationId xmlns:a16="http://schemas.microsoft.com/office/drawing/2014/main" id="{0CBFF982-BB59-6579-41AA-372AC7929F16}"/>
                </a:ext>
              </a:extLst>
            </p:cNvPr>
            <p:cNvCxnSpPr>
              <a:cxnSpLocks/>
            </p:cNvCxnSpPr>
            <p:nvPr/>
          </p:nvCxnSpPr>
          <p:spPr>
            <a:xfrm>
              <a:off x="3164681" y="808037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640">
              <a:extLst>
                <a:ext uri="{FF2B5EF4-FFF2-40B4-BE49-F238E27FC236}">
                  <a16:creationId xmlns:a16="http://schemas.microsoft.com/office/drawing/2014/main" id="{54099BFD-C519-1ABB-4AA4-E479FF83B3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62300" y="742950"/>
              <a:ext cx="184150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Straight Connector 642">
              <a:extLst>
                <a:ext uri="{FF2B5EF4-FFF2-40B4-BE49-F238E27FC236}">
                  <a16:creationId xmlns:a16="http://schemas.microsoft.com/office/drawing/2014/main" id="{BAD81D1D-547B-EACE-9C3F-1B550FC58B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13075" y="625475"/>
              <a:ext cx="314325" cy="1174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644">
              <a:extLst>
                <a:ext uri="{FF2B5EF4-FFF2-40B4-BE49-F238E27FC236}">
                  <a16:creationId xmlns:a16="http://schemas.microsoft.com/office/drawing/2014/main" id="{C35EA89A-08F6-5640-F7E9-9635C0E0DFA0}"/>
                </a:ext>
              </a:extLst>
            </p:cNvPr>
            <p:cNvCxnSpPr>
              <a:cxnSpLocks/>
            </p:cNvCxnSpPr>
            <p:nvPr/>
          </p:nvCxnSpPr>
          <p:spPr>
            <a:xfrm>
              <a:off x="3008948" y="621665"/>
              <a:ext cx="0" cy="38163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660">
              <a:extLst>
                <a:ext uri="{FF2B5EF4-FFF2-40B4-BE49-F238E27FC236}">
                  <a16:creationId xmlns:a16="http://schemas.microsoft.com/office/drawing/2014/main" id="{B31F69C0-2F58-5ED4-C52C-A9A4D34C34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90750" y="487521"/>
              <a:ext cx="497523" cy="19827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661">
              <a:extLst>
                <a:ext uri="{FF2B5EF4-FFF2-40B4-BE49-F238E27FC236}">
                  <a16:creationId xmlns:a16="http://schemas.microsoft.com/office/drawing/2014/main" id="{7AC149F6-C789-C449-7760-463F123CD0AA}"/>
                </a:ext>
              </a:extLst>
            </p:cNvPr>
            <p:cNvCxnSpPr>
              <a:cxnSpLocks/>
            </p:cNvCxnSpPr>
            <p:nvPr/>
          </p:nvCxnSpPr>
          <p:spPr>
            <a:xfrm>
              <a:off x="2196306" y="55721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662">
              <a:extLst>
                <a:ext uri="{FF2B5EF4-FFF2-40B4-BE49-F238E27FC236}">
                  <a16:creationId xmlns:a16="http://schemas.microsoft.com/office/drawing/2014/main" id="{BCC27F3C-CE07-5EA2-B5D2-FEE81F6126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7575" y="307975"/>
              <a:ext cx="657225" cy="254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Straight Connector 665">
              <a:extLst>
                <a:ext uri="{FF2B5EF4-FFF2-40B4-BE49-F238E27FC236}">
                  <a16:creationId xmlns:a16="http://schemas.microsoft.com/office/drawing/2014/main" id="{C903CF37-B49A-C2C4-0EA9-2B3CBBD1E4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54325" y="307975"/>
              <a:ext cx="314325" cy="1174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666">
              <a:extLst>
                <a:ext uri="{FF2B5EF4-FFF2-40B4-BE49-F238E27FC236}">
                  <a16:creationId xmlns:a16="http://schemas.microsoft.com/office/drawing/2014/main" id="{F0C7363D-18A9-9EFB-7E16-E7AF7FB145BE}"/>
                </a:ext>
              </a:extLst>
            </p:cNvPr>
            <p:cNvCxnSpPr>
              <a:cxnSpLocks/>
            </p:cNvCxnSpPr>
            <p:nvPr/>
          </p:nvCxnSpPr>
          <p:spPr>
            <a:xfrm>
              <a:off x="3171031" y="30956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Straight Connector 667">
              <a:extLst>
                <a:ext uri="{FF2B5EF4-FFF2-40B4-BE49-F238E27FC236}">
                  <a16:creationId xmlns:a16="http://schemas.microsoft.com/office/drawing/2014/main" id="{0CF6BBB3-534D-968F-32FF-D6FD407B10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78175" y="301625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Straight Connector 668">
              <a:extLst>
                <a:ext uri="{FF2B5EF4-FFF2-40B4-BE49-F238E27FC236}">
                  <a16:creationId xmlns:a16="http://schemas.microsoft.com/office/drawing/2014/main" id="{5AB2423F-DB7F-3603-F1BA-E329027A3FA3}"/>
                </a:ext>
              </a:extLst>
            </p:cNvPr>
            <p:cNvCxnSpPr>
              <a:cxnSpLocks/>
            </p:cNvCxnSpPr>
            <p:nvPr/>
          </p:nvCxnSpPr>
          <p:spPr>
            <a:xfrm>
              <a:off x="3342481" y="369887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669">
              <a:extLst>
                <a:ext uri="{FF2B5EF4-FFF2-40B4-BE49-F238E27FC236}">
                  <a16:creationId xmlns:a16="http://schemas.microsoft.com/office/drawing/2014/main" id="{70763AC5-8078-6006-2C30-B4821D051C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46450" y="434975"/>
              <a:ext cx="165100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2" name="Straight Connector 991">
              <a:extLst>
                <a:ext uri="{FF2B5EF4-FFF2-40B4-BE49-F238E27FC236}">
                  <a16:creationId xmlns:a16="http://schemas.microsoft.com/office/drawing/2014/main" id="{F1FF39FD-9FC4-F251-16DC-CEED130661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05200" y="561975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3" name="Straight Connector 992">
              <a:extLst>
                <a:ext uri="{FF2B5EF4-FFF2-40B4-BE49-F238E27FC236}">
                  <a16:creationId xmlns:a16="http://schemas.microsoft.com/office/drawing/2014/main" id="{12625BE9-6485-58A3-EB0D-795408AFE0A4}"/>
                </a:ext>
              </a:extLst>
            </p:cNvPr>
            <p:cNvCxnSpPr>
              <a:cxnSpLocks/>
            </p:cNvCxnSpPr>
            <p:nvPr/>
          </p:nvCxnSpPr>
          <p:spPr>
            <a:xfrm>
              <a:off x="3513931" y="43656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4" name="Straight Connector 993">
              <a:extLst>
                <a:ext uri="{FF2B5EF4-FFF2-40B4-BE49-F238E27FC236}">
                  <a16:creationId xmlns:a16="http://schemas.microsoft.com/office/drawing/2014/main" id="{C7917A9B-0D1A-6A59-DAA8-2CFD3D46D642}"/>
                </a:ext>
              </a:extLst>
            </p:cNvPr>
            <p:cNvCxnSpPr>
              <a:cxnSpLocks/>
            </p:cNvCxnSpPr>
            <p:nvPr/>
          </p:nvCxnSpPr>
          <p:spPr>
            <a:xfrm>
              <a:off x="3666331" y="355600"/>
              <a:ext cx="0" cy="2674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6" name="Straight Connector 995">
              <a:extLst>
                <a:ext uri="{FF2B5EF4-FFF2-40B4-BE49-F238E27FC236}">
                  <a16:creationId xmlns:a16="http://schemas.microsoft.com/office/drawing/2014/main" id="{0917A5E7-F7AB-C610-7A63-D99AE3303F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63950" y="361950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7" name="Straight Connector 996">
              <a:extLst>
                <a:ext uri="{FF2B5EF4-FFF2-40B4-BE49-F238E27FC236}">
                  <a16:creationId xmlns:a16="http://schemas.microsoft.com/office/drawing/2014/main" id="{1E535851-994C-7261-30A6-6E1649281D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38575" y="368300"/>
              <a:ext cx="165100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8" name="Straight Connector 997">
              <a:extLst>
                <a:ext uri="{FF2B5EF4-FFF2-40B4-BE49-F238E27FC236}">
                  <a16:creationId xmlns:a16="http://schemas.microsoft.com/office/drawing/2014/main" id="{95979981-2821-036A-BC96-C6C4BB41EF7C}"/>
                </a:ext>
              </a:extLst>
            </p:cNvPr>
            <p:cNvCxnSpPr>
              <a:cxnSpLocks/>
            </p:cNvCxnSpPr>
            <p:nvPr/>
          </p:nvCxnSpPr>
          <p:spPr>
            <a:xfrm>
              <a:off x="3831431" y="428625"/>
              <a:ext cx="0" cy="2674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9" name="Straight Connector 998">
              <a:extLst>
                <a:ext uri="{FF2B5EF4-FFF2-40B4-BE49-F238E27FC236}">
                  <a16:creationId xmlns:a16="http://schemas.microsoft.com/office/drawing/2014/main" id="{0607AC54-80F5-7A01-D8AE-0A6B14E40B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38575" y="552450"/>
              <a:ext cx="333375" cy="1301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1" name="Straight Connector 1000">
              <a:extLst>
                <a:ext uri="{FF2B5EF4-FFF2-40B4-BE49-F238E27FC236}">
                  <a16:creationId xmlns:a16="http://schemas.microsoft.com/office/drawing/2014/main" id="{BAED8ECA-4792-5D67-6C02-42CC035853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68775" y="565150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2" name="Straight Connector 1001">
              <a:extLst>
                <a:ext uri="{FF2B5EF4-FFF2-40B4-BE49-F238E27FC236}">
                  <a16:creationId xmlns:a16="http://schemas.microsoft.com/office/drawing/2014/main" id="{DE46A652-28D6-700A-C7F0-D3EEC6516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46575" y="565150"/>
              <a:ext cx="165100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3" name="Straight Connector 1002">
              <a:extLst>
                <a:ext uri="{FF2B5EF4-FFF2-40B4-BE49-F238E27FC236}">
                  <a16:creationId xmlns:a16="http://schemas.microsoft.com/office/drawing/2014/main" id="{F5AF13FD-E95C-2FC0-1C11-E919E6E45726}"/>
                </a:ext>
              </a:extLst>
            </p:cNvPr>
            <p:cNvCxnSpPr>
              <a:cxnSpLocks/>
            </p:cNvCxnSpPr>
            <p:nvPr/>
          </p:nvCxnSpPr>
          <p:spPr>
            <a:xfrm>
              <a:off x="4504531" y="54451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4" name="Straight Connector 1003">
              <a:extLst>
                <a:ext uri="{FF2B5EF4-FFF2-40B4-BE49-F238E27FC236}">
                  <a16:creationId xmlns:a16="http://schemas.microsoft.com/office/drawing/2014/main" id="{B2DD785F-97A2-6DCB-9052-69764B1D8A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40225" y="673100"/>
              <a:ext cx="165100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5" name="Straight Connector 1004">
              <a:extLst>
                <a:ext uri="{FF2B5EF4-FFF2-40B4-BE49-F238E27FC236}">
                  <a16:creationId xmlns:a16="http://schemas.microsoft.com/office/drawing/2014/main" id="{B02133EC-F1AE-A3B3-4D5E-162E596F59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62425" y="666750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6" name="Straight Connector 1005">
              <a:extLst>
                <a:ext uri="{FF2B5EF4-FFF2-40B4-BE49-F238E27FC236}">
                  <a16:creationId xmlns:a16="http://schemas.microsoft.com/office/drawing/2014/main" id="{BF38085D-F734-567A-D184-268F3BAA34FE}"/>
                </a:ext>
              </a:extLst>
            </p:cNvPr>
            <p:cNvCxnSpPr>
              <a:cxnSpLocks/>
            </p:cNvCxnSpPr>
            <p:nvPr/>
          </p:nvCxnSpPr>
          <p:spPr>
            <a:xfrm>
              <a:off x="4155281" y="66516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7" name="Straight Connector 1006">
              <a:extLst>
                <a:ext uri="{FF2B5EF4-FFF2-40B4-BE49-F238E27FC236}">
                  <a16:creationId xmlns:a16="http://schemas.microsoft.com/office/drawing/2014/main" id="{5D568E2B-AD6B-CA61-1771-D9C8C44F96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56075" y="800100"/>
              <a:ext cx="692150" cy="2857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9" name="Straight Connector 1008">
              <a:extLst>
                <a:ext uri="{FF2B5EF4-FFF2-40B4-BE49-F238E27FC236}">
                  <a16:creationId xmlns:a16="http://schemas.microsoft.com/office/drawing/2014/main" id="{CAB557D8-B672-AD82-AB9A-EC6C9DFD17F9}"/>
                </a:ext>
              </a:extLst>
            </p:cNvPr>
            <p:cNvCxnSpPr>
              <a:cxnSpLocks/>
            </p:cNvCxnSpPr>
            <p:nvPr/>
          </p:nvCxnSpPr>
          <p:spPr>
            <a:xfrm>
              <a:off x="4837906" y="1081087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0" name="Straight Connector 1009">
              <a:extLst>
                <a:ext uri="{FF2B5EF4-FFF2-40B4-BE49-F238E27FC236}">
                  <a16:creationId xmlns:a16="http://schemas.microsoft.com/office/drawing/2014/main" id="{851B2558-E0D4-18C2-61C4-DCCCD5D7FF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6000" y="1139825"/>
              <a:ext cx="190500" cy="79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2" name="Straight Connector 1011">
              <a:extLst>
                <a:ext uri="{FF2B5EF4-FFF2-40B4-BE49-F238E27FC236}">
                  <a16:creationId xmlns:a16="http://schemas.microsoft.com/office/drawing/2014/main" id="{C8E6952C-F63F-3C6C-9835-3129806009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22850" y="1139825"/>
              <a:ext cx="803275" cy="320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4" name="Straight Connector 1013">
              <a:extLst>
                <a:ext uri="{FF2B5EF4-FFF2-40B4-BE49-F238E27FC236}">
                  <a16:creationId xmlns:a16="http://schemas.microsoft.com/office/drawing/2014/main" id="{E44FB1D2-4591-F46F-7C19-F66FC7ACD77B}"/>
                </a:ext>
              </a:extLst>
            </p:cNvPr>
            <p:cNvCxnSpPr>
              <a:cxnSpLocks/>
            </p:cNvCxnSpPr>
            <p:nvPr/>
          </p:nvCxnSpPr>
          <p:spPr>
            <a:xfrm>
              <a:off x="5822156" y="145891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7" name="Straight Connector 1016">
              <a:extLst>
                <a:ext uri="{FF2B5EF4-FFF2-40B4-BE49-F238E27FC236}">
                  <a16:creationId xmlns:a16="http://schemas.microsoft.com/office/drawing/2014/main" id="{B1C234AC-41B4-393F-939A-DD7272BF99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1900" y="1711325"/>
              <a:ext cx="190500" cy="79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8" name="Straight Connector 1017">
              <a:extLst>
                <a:ext uri="{FF2B5EF4-FFF2-40B4-BE49-F238E27FC236}">
                  <a16:creationId xmlns:a16="http://schemas.microsoft.com/office/drawing/2014/main" id="{96EB9810-9AF4-3677-92F7-7106575954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26125" y="1517650"/>
              <a:ext cx="190500" cy="79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0" name="Straight Connector 1019">
              <a:extLst>
                <a:ext uri="{FF2B5EF4-FFF2-40B4-BE49-F238E27FC236}">
                  <a16:creationId xmlns:a16="http://schemas.microsoft.com/office/drawing/2014/main" id="{FD04AFD5-F20B-468F-194D-2C81287713D1}"/>
                </a:ext>
              </a:extLst>
            </p:cNvPr>
            <p:cNvCxnSpPr>
              <a:cxnSpLocks/>
            </p:cNvCxnSpPr>
            <p:nvPr/>
          </p:nvCxnSpPr>
          <p:spPr>
            <a:xfrm>
              <a:off x="6009481" y="1519237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1" name="Straight Connector 1020">
              <a:extLst>
                <a:ext uri="{FF2B5EF4-FFF2-40B4-BE49-F238E27FC236}">
                  <a16:creationId xmlns:a16="http://schemas.microsoft.com/office/drawing/2014/main" id="{29FED94B-8899-8061-D42C-C88FB26414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97575" y="1587500"/>
              <a:ext cx="190500" cy="79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2" name="Straight Connector 1021">
              <a:extLst>
                <a:ext uri="{FF2B5EF4-FFF2-40B4-BE49-F238E27FC236}">
                  <a16:creationId xmlns:a16="http://schemas.microsoft.com/office/drawing/2014/main" id="{EDAE3C34-C149-4160-5CE0-3C6C4EB8C851}"/>
                </a:ext>
              </a:extLst>
            </p:cNvPr>
            <p:cNvCxnSpPr>
              <a:cxnSpLocks/>
            </p:cNvCxnSpPr>
            <p:nvPr/>
          </p:nvCxnSpPr>
          <p:spPr>
            <a:xfrm>
              <a:off x="6180931" y="1589087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3" name="Straight Connector 1022">
              <a:extLst>
                <a:ext uri="{FF2B5EF4-FFF2-40B4-BE49-F238E27FC236}">
                  <a16:creationId xmlns:a16="http://schemas.microsoft.com/office/drawing/2014/main" id="{27112F74-2A09-887C-802F-6A3AE96FAB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59500" y="1647825"/>
              <a:ext cx="190500" cy="79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Straight Connector 1023">
              <a:extLst>
                <a:ext uri="{FF2B5EF4-FFF2-40B4-BE49-F238E27FC236}">
                  <a16:creationId xmlns:a16="http://schemas.microsoft.com/office/drawing/2014/main" id="{68DBFB17-DC09-3BF6-34A4-6FA28DF3FD00}"/>
                </a:ext>
              </a:extLst>
            </p:cNvPr>
            <p:cNvCxnSpPr>
              <a:cxnSpLocks/>
            </p:cNvCxnSpPr>
            <p:nvPr/>
          </p:nvCxnSpPr>
          <p:spPr>
            <a:xfrm>
              <a:off x="6326981" y="165576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Straight Connector 1024">
              <a:extLst>
                <a:ext uri="{FF2B5EF4-FFF2-40B4-BE49-F238E27FC236}">
                  <a16:creationId xmlns:a16="http://schemas.microsoft.com/office/drawing/2014/main" id="{E02EC919-8A72-BCA8-97A8-F8DA8255364D}"/>
                </a:ext>
              </a:extLst>
            </p:cNvPr>
            <p:cNvCxnSpPr>
              <a:cxnSpLocks/>
            </p:cNvCxnSpPr>
            <p:nvPr/>
          </p:nvCxnSpPr>
          <p:spPr>
            <a:xfrm>
              <a:off x="6507956" y="159226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" name="Straight Connector 1025">
              <a:extLst>
                <a:ext uri="{FF2B5EF4-FFF2-40B4-BE49-F238E27FC236}">
                  <a16:creationId xmlns:a16="http://schemas.microsoft.com/office/drawing/2014/main" id="{8EF658EE-6E35-338D-2874-CD11357226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19775" y="1323975"/>
              <a:ext cx="701675" cy="2667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" name="Straight Connector 1027">
              <a:extLst>
                <a:ext uri="{FF2B5EF4-FFF2-40B4-BE49-F238E27FC236}">
                  <a16:creationId xmlns:a16="http://schemas.microsoft.com/office/drawing/2014/main" id="{8D6290A6-750D-DE54-4FD2-5CE6C0751F00}"/>
                </a:ext>
              </a:extLst>
            </p:cNvPr>
            <p:cNvCxnSpPr>
              <a:cxnSpLocks/>
            </p:cNvCxnSpPr>
            <p:nvPr/>
          </p:nvCxnSpPr>
          <p:spPr>
            <a:xfrm>
              <a:off x="5815806" y="118586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Straight Connector 1062">
              <a:extLst>
                <a:ext uri="{FF2B5EF4-FFF2-40B4-BE49-F238E27FC236}">
                  <a16:creationId xmlns:a16="http://schemas.microsoft.com/office/drawing/2014/main" id="{14000625-DCEF-CA42-7C2D-CADE98AA052B}"/>
                </a:ext>
              </a:extLst>
            </p:cNvPr>
            <p:cNvCxnSpPr>
              <a:cxnSpLocks/>
            </p:cNvCxnSpPr>
            <p:nvPr/>
          </p:nvCxnSpPr>
          <p:spPr>
            <a:xfrm>
              <a:off x="7975441" y="112998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Straight Connector 1063">
              <a:extLst>
                <a:ext uri="{FF2B5EF4-FFF2-40B4-BE49-F238E27FC236}">
                  <a16:creationId xmlns:a16="http://schemas.microsoft.com/office/drawing/2014/main" id="{63ACE80D-768A-7C6B-6B7C-92F77E98C4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70520" y="1266190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Straight Connector 1064">
              <a:extLst>
                <a:ext uri="{FF2B5EF4-FFF2-40B4-BE49-F238E27FC236}">
                  <a16:creationId xmlns:a16="http://schemas.microsoft.com/office/drawing/2014/main" id="{1EBBE83D-7349-4C20-6A49-2A09821BD330}"/>
                </a:ext>
              </a:extLst>
            </p:cNvPr>
            <p:cNvCxnSpPr>
              <a:cxnSpLocks/>
            </p:cNvCxnSpPr>
            <p:nvPr/>
          </p:nvCxnSpPr>
          <p:spPr>
            <a:xfrm>
              <a:off x="8146891" y="119983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Straight Connector 1065">
              <a:extLst>
                <a:ext uri="{FF2B5EF4-FFF2-40B4-BE49-F238E27FC236}">
                  <a16:creationId xmlns:a16="http://schemas.microsoft.com/office/drawing/2014/main" id="{A2069C9B-BFE6-F7F7-BAFD-3CA6A55876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42605" y="1210945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1066">
              <a:extLst>
                <a:ext uri="{FF2B5EF4-FFF2-40B4-BE49-F238E27FC236}">
                  <a16:creationId xmlns:a16="http://schemas.microsoft.com/office/drawing/2014/main" id="{44BB0CD3-3348-1BB7-1C47-A8CA54B62F63}"/>
                </a:ext>
              </a:extLst>
            </p:cNvPr>
            <p:cNvCxnSpPr>
              <a:cxnSpLocks/>
            </p:cNvCxnSpPr>
            <p:nvPr/>
          </p:nvCxnSpPr>
          <p:spPr>
            <a:xfrm>
              <a:off x="8315801" y="127222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Straight Connector 1067">
              <a:extLst>
                <a:ext uri="{FF2B5EF4-FFF2-40B4-BE49-F238E27FC236}">
                  <a16:creationId xmlns:a16="http://schemas.microsoft.com/office/drawing/2014/main" id="{DD67F8D5-9679-3962-DC3B-6940F33B53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3420" y="1400810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9" name="Straight Connector 1068">
              <a:extLst>
                <a:ext uri="{FF2B5EF4-FFF2-40B4-BE49-F238E27FC236}">
                  <a16:creationId xmlns:a16="http://schemas.microsoft.com/office/drawing/2014/main" id="{75E3DBA7-1D74-C7D7-CB2B-6EEBAEF84BA3}"/>
                </a:ext>
              </a:extLst>
            </p:cNvPr>
            <p:cNvCxnSpPr>
              <a:cxnSpLocks/>
            </p:cNvCxnSpPr>
            <p:nvPr/>
          </p:nvCxnSpPr>
          <p:spPr>
            <a:xfrm>
              <a:off x="8474551" y="133953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Straight Connector 1069">
              <a:extLst>
                <a:ext uri="{FF2B5EF4-FFF2-40B4-BE49-F238E27FC236}">
                  <a16:creationId xmlns:a16="http://schemas.microsoft.com/office/drawing/2014/main" id="{066DF086-9089-B318-F1BA-535357C694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2645" y="1267460"/>
              <a:ext cx="191135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2" name="Straight Connector 1071">
              <a:extLst>
                <a:ext uri="{FF2B5EF4-FFF2-40B4-BE49-F238E27FC236}">
                  <a16:creationId xmlns:a16="http://schemas.microsoft.com/office/drawing/2014/main" id="{B2D8ADD2-39BE-3BF9-DABA-D5F5A138D66B}"/>
                </a:ext>
              </a:extLst>
            </p:cNvPr>
            <p:cNvCxnSpPr>
              <a:cxnSpLocks/>
            </p:cNvCxnSpPr>
            <p:nvPr/>
          </p:nvCxnSpPr>
          <p:spPr>
            <a:xfrm>
              <a:off x="8642191" y="1270952"/>
              <a:ext cx="0" cy="255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4" name="Straight Connector 1073">
              <a:extLst>
                <a:ext uri="{FF2B5EF4-FFF2-40B4-BE49-F238E27FC236}">
                  <a16:creationId xmlns:a16="http://schemas.microsoft.com/office/drawing/2014/main" id="{22D3AD07-A4B1-D50A-095C-A814EA6F09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46160" y="1535430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Straight Connector 1074">
              <a:extLst>
                <a:ext uri="{FF2B5EF4-FFF2-40B4-BE49-F238E27FC236}">
                  <a16:creationId xmlns:a16="http://schemas.microsoft.com/office/drawing/2014/main" id="{DC9AD559-8D65-17FB-FE3B-6775D0E1D3C6}"/>
                </a:ext>
              </a:extLst>
            </p:cNvPr>
            <p:cNvCxnSpPr>
              <a:cxnSpLocks/>
            </p:cNvCxnSpPr>
            <p:nvPr/>
          </p:nvCxnSpPr>
          <p:spPr>
            <a:xfrm>
              <a:off x="8809831" y="1336040"/>
              <a:ext cx="0" cy="27574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7" name="Straight Connector 1076">
              <a:extLst>
                <a:ext uri="{FF2B5EF4-FFF2-40B4-BE49-F238E27FC236}">
                  <a16:creationId xmlns:a16="http://schemas.microsoft.com/office/drawing/2014/main" id="{F64F4DE8-9D04-37F5-1AE9-FA48B31535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00465" y="1335405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8" name="Straight Connector 1077">
              <a:extLst>
                <a:ext uri="{FF2B5EF4-FFF2-40B4-BE49-F238E27FC236}">
                  <a16:creationId xmlns:a16="http://schemas.microsoft.com/office/drawing/2014/main" id="{EB6BB871-A54C-62E2-0BDD-603308813EE9}"/>
                </a:ext>
              </a:extLst>
            </p:cNvPr>
            <p:cNvCxnSpPr>
              <a:cxnSpLocks/>
            </p:cNvCxnSpPr>
            <p:nvPr/>
          </p:nvCxnSpPr>
          <p:spPr>
            <a:xfrm>
              <a:off x="8967311" y="140049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9" name="Straight Connector 1078">
              <a:extLst>
                <a:ext uri="{FF2B5EF4-FFF2-40B4-BE49-F238E27FC236}">
                  <a16:creationId xmlns:a16="http://schemas.microsoft.com/office/drawing/2014/main" id="{7B177E81-FD66-5CD8-2753-4466E60BE1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47785" y="1463040"/>
              <a:ext cx="191135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Straight Connector 1079">
              <a:extLst>
                <a:ext uri="{FF2B5EF4-FFF2-40B4-BE49-F238E27FC236}">
                  <a16:creationId xmlns:a16="http://schemas.microsoft.com/office/drawing/2014/main" id="{CA49B3C9-B0BD-DD75-6C9B-0F22CD8F79DC}"/>
                </a:ext>
              </a:extLst>
            </p:cNvPr>
            <p:cNvCxnSpPr>
              <a:cxnSpLocks/>
            </p:cNvCxnSpPr>
            <p:nvPr/>
          </p:nvCxnSpPr>
          <p:spPr>
            <a:xfrm>
              <a:off x="9132411" y="133699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1" name="Straight Connector 1080">
              <a:extLst>
                <a:ext uri="{FF2B5EF4-FFF2-40B4-BE49-F238E27FC236}">
                  <a16:creationId xmlns:a16="http://schemas.microsoft.com/office/drawing/2014/main" id="{EA35C273-BECC-4AB8-EE50-B0D99E8992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52865" y="1269365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2" name="Straight Connector 1081">
              <a:extLst>
                <a:ext uri="{FF2B5EF4-FFF2-40B4-BE49-F238E27FC236}">
                  <a16:creationId xmlns:a16="http://schemas.microsoft.com/office/drawing/2014/main" id="{B9B6E744-E636-EE3C-F4E3-EA7108FF8DF2}"/>
                </a:ext>
              </a:extLst>
            </p:cNvPr>
            <p:cNvCxnSpPr>
              <a:cxnSpLocks/>
            </p:cNvCxnSpPr>
            <p:nvPr/>
          </p:nvCxnSpPr>
          <p:spPr>
            <a:xfrm>
              <a:off x="8959691" y="115665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3" name="Straight Connector 1082">
              <a:extLst>
                <a:ext uri="{FF2B5EF4-FFF2-40B4-BE49-F238E27FC236}">
                  <a16:creationId xmlns:a16="http://schemas.microsoft.com/office/drawing/2014/main" id="{AE93BA84-43D6-64FB-4AC0-1941472E1E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57945" y="1149985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Straight Connector 1083">
              <a:extLst>
                <a:ext uri="{FF2B5EF4-FFF2-40B4-BE49-F238E27FC236}">
                  <a16:creationId xmlns:a16="http://schemas.microsoft.com/office/drawing/2014/main" id="{0866051E-875C-28FE-446A-E6F7B9DD81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17965" y="1132840"/>
              <a:ext cx="160655" cy="7810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5" name="Straight Connector 1084">
              <a:extLst>
                <a:ext uri="{FF2B5EF4-FFF2-40B4-BE49-F238E27FC236}">
                  <a16:creationId xmlns:a16="http://schemas.microsoft.com/office/drawing/2014/main" id="{41049659-D37E-8C14-4BFD-B4C0714417F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05265" y="1068705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6" name="Straight Connector 1085">
              <a:extLst>
                <a:ext uri="{FF2B5EF4-FFF2-40B4-BE49-F238E27FC236}">
                  <a16:creationId xmlns:a16="http://schemas.microsoft.com/office/drawing/2014/main" id="{E0334725-3147-B3D0-659B-492CED99B4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7805" y="1016000"/>
              <a:ext cx="183515" cy="6540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9" name="Straight Connector 1088">
              <a:extLst>
                <a:ext uri="{FF2B5EF4-FFF2-40B4-BE49-F238E27FC236}">
                  <a16:creationId xmlns:a16="http://schemas.microsoft.com/office/drawing/2014/main" id="{CDCC7892-59AE-CDEC-508B-7E4D1086B5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17965" y="951865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0" name="Straight Connector 1089">
              <a:extLst>
                <a:ext uri="{FF2B5EF4-FFF2-40B4-BE49-F238E27FC236}">
                  <a16:creationId xmlns:a16="http://schemas.microsoft.com/office/drawing/2014/main" id="{B6E487E4-EE13-82DA-E900-AD899FB0BE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17965" y="886460"/>
              <a:ext cx="183515" cy="6540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1" name="Straight Connector 1090">
              <a:extLst>
                <a:ext uri="{FF2B5EF4-FFF2-40B4-BE49-F238E27FC236}">
                  <a16:creationId xmlns:a16="http://schemas.microsoft.com/office/drawing/2014/main" id="{422BDCFC-3623-57E0-704B-9F599AD7DA14}"/>
                </a:ext>
              </a:extLst>
            </p:cNvPr>
            <p:cNvCxnSpPr>
              <a:cxnSpLocks/>
            </p:cNvCxnSpPr>
            <p:nvPr/>
          </p:nvCxnSpPr>
          <p:spPr>
            <a:xfrm>
              <a:off x="9307671" y="617220"/>
              <a:ext cx="0" cy="27320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3" name="Straight Connector 1092">
              <a:extLst>
                <a:ext uri="{FF2B5EF4-FFF2-40B4-BE49-F238E27FC236}">
                  <a16:creationId xmlns:a16="http://schemas.microsoft.com/office/drawing/2014/main" id="{6A517433-174D-90F4-3C37-959727E6F2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3525" y="565785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4" name="Straight Connector 1093">
              <a:extLst>
                <a:ext uri="{FF2B5EF4-FFF2-40B4-BE49-F238E27FC236}">
                  <a16:creationId xmlns:a16="http://schemas.microsoft.com/office/drawing/2014/main" id="{0AB5F18A-145D-E23C-3294-D8166D4C74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65565" y="556260"/>
              <a:ext cx="183515" cy="6540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6" name="Straight Connector 1455">
              <a:extLst>
                <a:ext uri="{FF2B5EF4-FFF2-40B4-BE49-F238E27FC236}">
                  <a16:creationId xmlns:a16="http://schemas.microsoft.com/office/drawing/2014/main" id="{125B32AB-C07E-373D-C42B-D24848DDD2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17395" y="1654492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7" name="Straight Connector 1456">
              <a:extLst>
                <a:ext uri="{FF2B5EF4-FFF2-40B4-BE49-F238E27FC236}">
                  <a16:creationId xmlns:a16="http://schemas.microsoft.com/office/drawing/2014/main" id="{8387F4D3-B684-9A65-A894-F160229B7EDC}"/>
                </a:ext>
              </a:extLst>
            </p:cNvPr>
            <p:cNvCxnSpPr>
              <a:cxnSpLocks/>
            </p:cNvCxnSpPr>
            <p:nvPr/>
          </p:nvCxnSpPr>
          <p:spPr>
            <a:xfrm>
              <a:off x="2180114" y="1597819"/>
              <a:ext cx="0" cy="10191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3" name="Straight Connector 1522">
              <a:extLst>
                <a:ext uri="{FF2B5EF4-FFF2-40B4-BE49-F238E27FC236}">
                  <a16:creationId xmlns:a16="http://schemas.microsoft.com/office/drawing/2014/main" id="{35FFEF8C-40EA-5D45-BD2D-4F1596242D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6980" y="807561"/>
              <a:ext cx="337503" cy="1296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6" name="Straight Connector 1525">
              <a:extLst>
                <a:ext uri="{FF2B5EF4-FFF2-40B4-BE49-F238E27FC236}">
                  <a16:creationId xmlns:a16="http://schemas.microsoft.com/office/drawing/2014/main" id="{035847A0-50AF-BF37-1805-9FEABF07EAC1}"/>
                </a:ext>
              </a:extLst>
            </p:cNvPr>
            <p:cNvCxnSpPr>
              <a:cxnSpLocks/>
            </p:cNvCxnSpPr>
            <p:nvPr/>
          </p:nvCxnSpPr>
          <p:spPr>
            <a:xfrm>
              <a:off x="2520791" y="922020"/>
              <a:ext cx="0" cy="25860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3" name="Group 932">
            <a:extLst>
              <a:ext uri="{FF2B5EF4-FFF2-40B4-BE49-F238E27FC236}">
                <a16:creationId xmlns:a16="http://schemas.microsoft.com/office/drawing/2014/main" id="{7AD47D2E-FBFD-8679-AB24-43B452101C4E}"/>
              </a:ext>
            </a:extLst>
          </p:cNvPr>
          <p:cNvGrpSpPr/>
          <p:nvPr/>
        </p:nvGrpSpPr>
        <p:grpSpPr>
          <a:xfrm>
            <a:off x="5335593" y="5453063"/>
            <a:ext cx="1145381" cy="1144590"/>
            <a:chOff x="5335593" y="5453063"/>
            <a:chExt cx="1145381" cy="1144590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81B322A-8269-689E-DD5A-898C428E41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80974" y="6209507"/>
              <a:ext cx="0" cy="38814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13D7877-B748-371B-1B1F-F8EFF8769DA6}"/>
                </a:ext>
              </a:extLst>
            </p:cNvPr>
            <p:cNvCxnSpPr>
              <a:cxnSpLocks/>
            </p:cNvCxnSpPr>
            <p:nvPr/>
          </p:nvCxnSpPr>
          <p:spPr>
            <a:xfrm>
              <a:off x="5991225" y="6324600"/>
              <a:ext cx="481013" cy="1809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D7AC478-7965-4044-D2BB-04778AE30028}"/>
                </a:ext>
              </a:extLst>
            </p:cNvPr>
            <p:cNvCxnSpPr>
              <a:cxnSpLocks/>
            </p:cNvCxnSpPr>
            <p:nvPr/>
          </p:nvCxnSpPr>
          <p:spPr>
            <a:xfrm>
              <a:off x="5991225" y="6191250"/>
              <a:ext cx="0" cy="1333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Straight Connector 927">
              <a:extLst>
                <a:ext uri="{FF2B5EF4-FFF2-40B4-BE49-F238E27FC236}">
                  <a16:creationId xmlns:a16="http://schemas.microsoft.com/office/drawing/2014/main" id="{97E64F97-71F7-9B78-3C96-EEBDF3A4B1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57061" y="5791200"/>
              <a:ext cx="0" cy="2444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B399F70B-973D-566B-5E15-9264A4A9AD7F}"/>
                </a:ext>
              </a:extLst>
            </p:cNvPr>
            <p:cNvCxnSpPr>
              <a:cxnSpLocks/>
            </p:cNvCxnSpPr>
            <p:nvPr/>
          </p:nvCxnSpPr>
          <p:spPr>
            <a:xfrm>
              <a:off x="5338763" y="5643563"/>
              <a:ext cx="314325" cy="13097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1272C298-DAC2-9AED-E65F-E38CAF5EE1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5593" y="5524500"/>
              <a:ext cx="0" cy="11351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2" name="Straight Connector 931">
              <a:extLst>
                <a:ext uri="{FF2B5EF4-FFF2-40B4-BE49-F238E27FC236}">
                  <a16:creationId xmlns:a16="http://schemas.microsoft.com/office/drawing/2014/main" id="{6697D5AC-E3C7-1269-BEF5-C63858F403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6381" y="5453063"/>
              <a:ext cx="164307" cy="6667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66" name="Straight Connector 965">
            <a:extLst>
              <a:ext uri="{FF2B5EF4-FFF2-40B4-BE49-F238E27FC236}">
                <a16:creationId xmlns:a16="http://schemas.microsoft.com/office/drawing/2014/main" id="{202058FD-E55D-6DCB-03F0-76A2DF083B31}"/>
              </a:ext>
            </a:extLst>
          </p:cNvPr>
          <p:cNvCxnSpPr>
            <a:cxnSpLocks/>
          </p:cNvCxnSpPr>
          <p:nvPr/>
        </p:nvCxnSpPr>
        <p:spPr>
          <a:xfrm flipH="1" flipV="1">
            <a:off x="6131560" y="1325880"/>
            <a:ext cx="680408" cy="259080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9" name="Straight Connector 968">
            <a:extLst>
              <a:ext uri="{FF2B5EF4-FFF2-40B4-BE49-F238E27FC236}">
                <a16:creationId xmlns:a16="http://schemas.microsoft.com/office/drawing/2014/main" id="{AEF9ABC3-15B1-1D0E-9E84-847D106FCAFD}"/>
              </a:ext>
            </a:extLst>
          </p:cNvPr>
          <p:cNvCxnSpPr>
            <a:cxnSpLocks/>
          </p:cNvCxnSpPr>
          <p:nvPr/>
        </p:nvCxnSpPr>
        <p:spPr>
          <a:xfrm flipH="1" flipV="1">
            <a:off x="6310789" y="360045"/>
            <a:ext cx="831056" cy="328612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19E1E1F4-FEB6-6349-0F0A-2D54A68CEEEE}"/>
              </a:ext>
            </a:extLst>
          </p:cNvPr>
          <p:cNvGrpSpPr/>
          <p:nvPr/>
        </p:nvGrpSpPr>
        <p:grpSpPr>
          <a:xfrm>
            <a:off x="7656513" y="686594"/>
            <a:ext cx="1472883" cy="2126775"/>
            <a:chOff x="7661593" y="673894"/>
            <a:chExt cx="1472883" cy="2126775"/>
          </a:xfrm>
        </p:grpSpPr>
        <p:cxnSp>
          <p:nvCxnSpPr>
            <p:cNvPr id="970" name="Straight Connector 969">
              <a:extLst>
                <a:ext uri="{FF2B5EF4-FFF2-40B4-BE49-F238E27FC236}">
                  <a16:creationId xmlns:a16="http://schemas.microsoft.com/office/drawing/2014/main" id="{D7B92B3A-7F45-678C-2928-1054EA524D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0626" y="826294"/>
              <a:ext cx="0" cy="1166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2" name="Straight Connector 971">
              <a:extLst>
                <a:ext uri="{FF2B5EF4-FFF2-40B4-BE49-F238E27FC236}">
                  <a16:creationId xmlns:a16="http://schemas.microsoft.com/office/drawing/2014/main" id="{1472D618-94FB-6306-2BFD-49EC92ACEF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2013" y="947738"/>
              <a:ext cx="323850" cy="1428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Straight Connector 973">
              <a:extLst>
                <a:ext uri="{FF2B5EF4-FFF2-40B4-BE49-F238E27FC236}">
                  <a16:creationId xmlns:a16="http://schemas.microsoft.com/office/drawing/2014/main" id="{D78DFE5D-286E-C1B9-2E47-0429143ACA73}"/>
                </a:ext>
              </a:extLst>
            </p:cNvPr>
            <p:cNvCxnSpPr>
              <a:cxnSpLocks/>
            </p:cNvCxnSpPr>
            <p:nvPr/>
          </p:nvCxnSpPr>
          <p:spPr>
            <a:xfrm>
              <a:off x="8143087" y="949329"/>
              <a:ext cx="338926" cy="13890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Straight Connector 975">
              <a:extLst>
                <a:ext uri="{FF2B5EF4-FFF2-40B4-BE49-F238E27FC236}">
                  <a16:creationId xmlns:a16="http://schemas.microsoft.com/office/drawing/2014/main" id="{D3CBFBA8-DFF0-5109-0566-6A4533C039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08244" y="676276"/>
              <a:ext cx="323850" cy="1428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Straight Connector 977">
              <a:extLst>
                <a:ext uri="{FF2B5EF4-FFF2-40B4-BE49-F238E27FC236}">
                  <a16:creationId xmlns:a16="http://schemas.microsoft.com/office/drawing/2014/main" id="{3AA40CEE-2E62-EB16-4589-50382C2E52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34476" y="673894"/>
              <a:ext cx="0" cy="1166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Straight Connector 979">
              <a:extLst>
                <a:ext uri="{FF2B5EF4-FFF2-40B4-BE49-F238E27FC236}">
                  <a16:creationId xmlns:a16="http://schemas.microsoft.com/office/drawing/2014/main" id="{E4E429AB-4A51-7A57-B087-DC4780118E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63025" y="800101"/>
              <a:ext cx="171450" cy="8810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2" name="Straight Connector 981">
              <a:extLst>
                <a:ext uri="{FF2B5EF4-FFF2-40B4-BE49-F238E27FC236}">
                  <a16:creationId xmlns:a16="http://schemas.microsoft.com/office/drawing/2014/main" id="{64BAB208-AC1A-97F7-0CB8-D5862AE489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0169" y="876300"/>
              <a:ext cx="0" cy="1166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5" name="Straight Connector 984">
              <a:extLst>
                <a:ext uri="{FF2B5EF4-FFF2-40B4-BE49-F238E27FC236}">
                  <a16:creationId xmlns:a16="http://schemas.microsoft.com/office/drawing/2014/main" id="{8529D429-C50E-EADC-E16B-C27F98AA3E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91575" y="992982"/>
              <a:ext cx="171450" cy="8810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8" name="Straight Connector 987">
              <a:extLst>
                <a:ext uri="{FF2B5EF4-FFF2-40B4-BE49-F238E27FC236}">
                  <a16:creationId xmlns:a16="http://schemas.microsoft.com/office/drawing/2014/main" id="{AA439523-7A71-0F62-7775-8406EB7891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01101" y="1083468"/>
              <a:ext cx="0" cy="1166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00C7EC5C-F5E6-0159-BEA4-82EE348AA2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34413" y="1135856"/>
              <a:ext cx="166687" cy="5953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A3A36CC5-4678-C945-30D1-91DE2687F1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72488" y="1133476"/>
              <a:ext cx="166687" cy="8096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653F04F4-1DED-090B-F504-92E8F2B16F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41494" y="1076325"/>
              <a:ext cx="333375" cy="14525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9328D783-D04D-BFDE-C6E0-75919880D4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01673" y="2535396"/>
              <a:ext cx="166687" cy="5953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52CB0F1F-195C-94D9-161F-1EB93DE0D6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74393" y="2741136"/>
              <a:ext cx="166687" cy="5953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16E56E64-06A9-3657-4100-E820DF930C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61593" y="2047716"/>
              <a:ext cx="166687" cy="5953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DE71E0E3-CCD7-2C1D-E5F0-28E9ABE056E9}"/>
              </a:ext>
            </a:extLst>
          </p:cNvPr>
          <p:cNvCxnSpPr>
            <a:cxnSpLocks/>
          </p:cNvCxnSpPr>
          <p:nvPr/>
        </p:nvCxnSpPr>
        <p:spPr>
          <a:xfrm flipV="1">
            <a:off x="6157913" y="428625"/>
            <a:ext cx="0" cy="892175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89E1DB83-B780-B972-AFD6-03B5B3B429D2}"/>
              </a:ext>
            </a:extLst>
          </p:cNvPr>
          <p:cNvCxnSpPr>
            <a:cxnSpLocks/>
          </p:cNvCxnSpPr>
          <p:nvPr/>
        </p:nvCxnSpPr>
        <p:spPr>
          <a:xfrm>
            <a:off x="6806407" y="4946650"/>
            <a:ext cx="1016793" cy="393700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C252C59E-179A-2930-0ACE-55F648E884B7}"/>
              </a:ext>
            </a:extLst>
          </p:cNvPr>
          <p:cNvCxnSpPr>
            <a:cxnSpLocks/>
          </p:cNvCxnSpPr>
          <p:nvPr/>
        </p:nvCxnSpPr>
        <p:spPr>
          <a:xfrm flipV="1">
            <a:off x="7809708" y="5006975"/>
            <a:ext cx="826292" cy="337343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B835599E-7452-912E-76AD-67B70DF5A2F6}"/>
              </a:ext>
            </a:extLst>
          </p:cNvPr>
          <p:cNvCxnSpPr>
            <a:cxnSpLocks/>
          </p:cNvCxnSpPr>
          <p:nvPr/>
        </p:nvCxnSpPr>
        <p:spPr>
          <a:xfrm flipV="1">
            <a:off x="6647816" y="1655445"/>
            <a:ext cx="0" cy="254634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8AA66CAF-7914-DBF6-4F25-875A5BB9286E}"/>
              </a:ext>
            </a:extLst>
          </p:cNvPr>
          <p:cNvCxnSpPr>
            <a:cxnSpLocks/>
          </p:cNvCxnSpPr>
          <p:nvPr/>
        </p:nvCxnSpPr>
        <p:spPr>
          <a:xfrm flipH="1">
            <a:off x="6643053" y="1579245"/>
            <a:ext cx="171132" cy="79851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BCD5D1BA-1FBA-BF74-23A5-9CBC0F5CD9F0}"/>
              </a:ext>
            </a:extLst>
          </p:cNvPr>
          <p:cNvCxnSpPr>
            <a:cxnSpLocks/>
          </p:cNvCxnSpPr>
          <p:nvPr/>
        </p:nvCxnSpPr>
        <p:spPr>
          <a:xfrm flipV="1">
            <a:off x="7139941" y="806608"/>
            <a:ext cx="0" cy="265272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7A9FB3FB-C23B-938A-F07B-9C8F4A5F236A}"/>
              </a:ext>
            </a:extLst>
          </p:cNvPr>
          <p:cNvCxnSpPr>
            <a:cxnSpLocks/>
          </p:cNvCxnSpPr>
          <p:nvPr/>
        </p:nvCxnSpPr>
        <p:spPr>
          <a:xfrm flipV="1">
            <a:off x="6977381" y="1134268"/>
            <a:ext cx="0" cy="387192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FF530817-7DA0-6A6C-5673-A4BECD512BE1}"/>
              </a:ext>
            </a:extLst>
          </p:cNvPr>
          <p:cNvCxnSpPr>
            <a:cxnSpLocks/>
          </p:cNvCxnSpPr>
          <p:nvPr/>
        </p:nvCxnSpPr>
        <p:spPr>
          <a:xfrm flipH="1" flipV="1">
            <a:off x="6810534" y="1706245"/>
            <a:ext cx="333375" cy="145258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99781B17-1A84-B799-C202-5E2AA36F5FA1}"/>
              </a:ext>
            </a:extLst>
          </p:cNvPr>
          <p:cNvCxnSpPr>
            <a:cxnSpLocks/>
          </p:cNvCxnSpPr>
          <p:nvPr/>
        </p:nvCxnSpPr>
        <p:spPr>
          <a:xfrm flipV="1">
            <a:off x="7142481" y="1842928"/>
            <a:ext cx="0" cy="116681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D4A491FC-B5ED-3DE5-F14C-4B22CF70D967}"/>
              </a:ext>
            </a:extLst>
          </p:cNvPr>
          <p:cNvCxnSpPr>
            <a:cxnSpLocks/>
          </p:cNvCxnSpPr>
          <p:nvPr/>
        </p:nvCxnSpPr>
        <p:spPr>
          <a:xfrm flipH="1" flipV="1">
            <a:off x="7150894" y="1962785"/>
            <a:ext cx="333375" cy="145258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BF630444-8DE3-A4D7-F15F-E7B2A2D658C5}"/>
              </a:ext>
            </a:extLst>
          </p:cNvPr>
          <p:cNvCxnSpPr>
            <a:cxnSpLocks/>
          </p:cNvCxnSpPr>
          <p:nvPr/>
        </p:nvCxnSpPr>
        <p:spPr>
          <a:xfrm flipH="1" flipV="1">
            <a:off x="7818914" y="2234565"/>
            <a:ext cx="464026" cy="186055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A11693C2-67CA-982B-203C-BB611F5EE902}"/>
              </a:ext>
            </a:extLst>
          </p:cNvPr>
          <p:cNvCxnSpPr>
            <a:cxnSpLocks/>
          </p:cNvCxnSpPr>
          <p:nvPr/>
        </p:nvCxnSpPr>
        <p:spPr>
          <a:xfrm flipV="1">
            <a:off x="8298181" y="2424588"/>
            <a:ext cx="0" cy="116681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9D37D98C-3770-140D-9612-669F1F289615}"/>
              </a:ext>
            </a:extLst>
          </p:cNvPr>
          <p:cNvCxnSpPr>
            <a:cxnSpLocks/>
          </p:cNvCxnSpPr>
          <p:nvPr/>
        </p:nvCxnSpPr>
        <p:spPr>
          <a:xfrm flipV="1">
            <a:off x="8465821" y="2627788"/>
            <a:ext cx="0" cy="116681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D9467C20-5D84-2B4B-10B8-ECFCD8BE78BF}"/>
              </a:ext>
            </a:extLst>
          </p:cNvPr>
          <p:cNvCxnSpPr>
            <a:cxnSpLocks/>
          </p:cNvCxnSpPr>
          <p:nvPr/>
        </p:nvCxnSpPr>
        <p:spPr>
          <a:xfrm flipV="1">
            <a:off x="8633461" y="2818288"/>
            <a:ext cx="0" cy="377032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Straight Connector 345">
            <a:extLst>
              <a:ext uri="{FF2B5EF4-FFF2-40B4-BE49-F238E27FC236}">
                <a16:creationId xmlns:a16="http://schemas.microsoft.com/office/drawing/2014/main" id="{70AC5C3B-98D7-21F2-FB29-FC8C38E6651D}"/>
              </a:ext>
            </a:extLst>
          </p:cNvPr>
          <p:cNvCxnSpPr>
            <a:cxnSpLocks/>
          </p:cNvCxnSpPr>
          <p:nvPr/>
        </p:nvCxnSpPr>
        <p:spPr>
          <a:xfrm flipH="1">
            <a:off x="6161088" y="355282"/>
            <a:ext cx="171132" cy="79851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8CED77DC-282C-D613-B258-FCE1259078CB}"/>
              </a:ext>
            </a:extLst>
          </p:cNvPr>
          <p:cNvCxnSpPr>
            <a:cxnSpLocks/>
          </p:cNvCxnSpPr>
          <p:nvPr/>
        </p:nvCxnSpPr>
        <p:spPr>
          <a:xfrm flipV="1">
            <a:off x="7820661" y="2117248"/>
            <a:ext cx="0" cy="116681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Connector 349">
            <a:extLst>
              <a:ext uri="{FF2B5EF4-FFF2-40B4-BE49-F238E27FC236}">
                <a16:creationId xmlns:a16="http://schemas.microsoft.com/office/drawing/2014/main" id="{7598EAAC-2E5B-A4D6-9E0E-E14200985346}"/>
              </a:ext>
            </a:extLst>
          </p:cNvPr>
          <p:cNvCxnSpPr>
            <a:cxnSpLocks/>
          </p:cNvCxnSpPr>
          <p:nvPr/>
        </p:nvCxnSpPr>
        <p:spPr>
          <a:xfrm flipH="1">
            <a:off x="7481253" y="2044065"/>
            <a:ext cx="171132" cy="79851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7" name="Arrow: Right 1376">
            <a:extLst>
              <a:ext uri="{FF2B5EF4-FFF2-40B4-BE49-F238E27FC236}">
                <a16:creationId xmlns:a16="http://schemas.microsoft.com/office/drawing/2014/main" id="{D2F61D5D-2910-A8D5-59CF-810B81701092}"/>
              </a:ext>
            </a:extLst>
          </p:cNvPr>
          <p:cNvSpPr/>
          <p:nvPr/>
        </p:nvSpPr>
        <p:spPr>
          <a:xfrm rot="13319233">
            <a:off x="8956038" y="3791325"/>
            <a:ext cx="487680" cy="223520"/>
          </a:xfrm>
          <a:prstGeom prst="rightArrow">
            <a:avLst/>
          </a:prstGeom>
          <a:solidFill>
            <a:schemeClr val="bg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9" name="Rectangle 1458">
            <a:extLst>
              <a:ext uri="{FF2B5EF4-FFF2-40B4-BE49-F238E27FC236}">
                <a16:creationId xmlns:a16="http://schemas.microsoft.com/office/drawing/2014/main" id="{F4650E8C-0C6A-1D9C-2D76-0EEEC793778A}"/>
              </a:ext>
            </a:extLst>
          </p:cNvPr>
          <p:cNvSpPr/>
          <p:nvPr/>
        </p:nvSpPr>
        <p:spPr>
          <a:xfrm>
            <a:off x="328584" y="72941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FFC000"/>
                </a:highlight>
              </a:rPr>
              <a:t>3</a:t>
            </a:r>
          </a:p>
        </p:txBody>
      </p:sp>
      <p:sp>
        <p:nvSpPr>
          <p:cNvPr id="1473" name="Rectangle 1472">
            <a:extLst>
              <a:ext uri="{FF2B5EF4-FFF2-40B4-BE49-F238E27FC236}">
                <a16:creationId xmlns:a16="http://schemas.microsoft.com/office/drawing/2014/main" id="{26A12E89-A546-FC98-C8F5-51FE35201C4A}"/>
              </a:ext>
            </a:extLst>
          </p:cNvPr>
          <p:cNvSpPr/>
          <p:nvPr/>
        </p:nvSpPr>
        <p:spPr>
          <a:xfrm>
            <a:off x="5434746" y="4501685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1</a:t>
            </a:r>
          </a:p>
        </p:txBody>
      </p:sp>
      <p:sp>
        <p:nvSpPr>
          <p:cNvPr id="1474" name="Rectangle 1473">
            <a:extLst>
              <a:ext uri="{FF2B5EF4-FFF2-40B4-BE49-F238E27FC236}">
                <a16:creationId xmlns:a16="http://schemas.microsoft.com/office/drawing/2014/main" id="{34EFBD48-E24D-AE42-B7E2-E7B922929170}"/>
              </a:ext>
            </a:extLst>
          </p:cNvPr>
          <p:cNvSpPr/>
          <p:nvPr/>
        </p:nvSpPr>
        <p:spPr>
          <a:xfrm>
            <a:off x="6175156" y="4132115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1</a:t>
            </a:r>
          </a:p>
        </p:txBody>
      </p:sp>
      <p:sp>
        <p:nvSpPr>
          <p:cNvPr id="1476" name="Rectangle 1475">
            <a:extLst>
              <a:ext uri="{FF2B5EF4-FFF2-40B4-BE49-F238E27FC236}">
                <a16:creationId xmlns:a16="http://schemas.microsoft.com/office/drawing/2014/main" id="{60E767FD-13BE-8C39-F5D3-91AE96015278}"/>
              </a:ext>
            </a:extLst>
          </p:cNvPr>
          <p:cNvSpPr/>
          <p:nvPr/>
        </p:nvSpPr>
        <p:spPr>
          <a:xfrm>
            <a:off x="6492021" y="3683170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1</a:t>
            </a:r>
          </a:p>
        </p:txBody>
      </p:sp>
      <p:sp>
        <p:nvSpPr>
          <p:cNvPr id="1477" name="Rectangle 1476">
            <a:extLst>
              <a:ext uri="{FF2B5EF4-FFF2-40B4-BE49-F238E27FC236}">
                <a16:creationId xmlns:a16="http://schemas.microsoft.com/office/drawing/2014/main" id="{FBDA904B-EB7D-CC94-51C5-4B152222C118}"/>
              </a:ext>
            </a:extLst>
          </p:cNvPr>
          <p:cNvSpPr/>
          <p:nvPr/>
        </p:nvSpPr>
        <p:spPr>
          <a:xfrm>
            <a:off x="1957994" y="598721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FFC000"/>
                </a:highlight>
              </a:rPr>
              <a:t>1</a:t>
            </a:r>
          </a:p>
        </p:txBody>
      </p:sp>
      <p:sp>
        <p:nvSpPr>
          <p:cNvPr id="1478" name="Rectangle 1477">
            <a:extLst>
              <a:ext uri="{FF2B5EF4-FFF2-40B4-BE49-F238E27FC236}">
                <a16:creationId xmlns:a16="http://schemas.microsoft.com/office/drawing/2014/main" id="{62AE0D5D-D563-E19E-F4FB-58AB3397C2F0}"/>
              </a:ext>
            </a:extLst>
          </p:cNvPr>
          <p:cNvSpPr/>
          <p:nvPr/>
        </p:nvSpPr>
        <p:spPr>
          <a:xfrm>
            <a:off x="6850034" y="-73109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FFC000"/>
                </a:highlight>
              </a:rPr>
              <a:t>1</a:t>
            </a:r>
          </a:p>
        </p:txBody>
      </p:sp>
      <p:sp>
        <p:nvSpPr>
          <p:cNvPr id="1479" name="Rectangle 1478">
            <a:extLst>
              <a:ext uri="{FF2B5EF4-FFF2-40B4-BE49-F238E27FC236}">
                <a16:creationId xmlns:a16="http://schemas.microsoft.com/office/drawing/2014/main" id="{DD2B09C5-CBA0-3D6D-D73C-10B50B626338}"/>
              </a:ext>
            </a:extLst>
          </p:cNvPr>
          <p:cNvSpPr/>
          <p:nvPr/>
        </p:nvSpPr>
        <p:spPr>
          <a:xfrm>
            <a:off x="3998884" y="0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FFC000"/>
                </a:highlight>
              </a:rPr>
              <a:t>1</a:t>
            </a:r>
          </a:p>
        </p:txBody>
      </p:sp>
      <p:sp>
        <p:nvSpPr>
          <p:cNvPr id="1553" name="Rectangle 1552">
            <a:extLst>
              <a:ext uri="{FF2B5EF4-FFF2-40B4-BE49-F238E27FC236}">
                <a16:creationId xmlns:a16="http://schemas.microsoft.com/office/drawing/2014/main" id="{BFC59EFC-2BD2-26BA-4547-28830A6BBCAD}"/>
              </a:ext>
            </a:extLst>
          </p:cNvPr>
          <p:cNvSpPr/>
          <p:nvPr/>
        </p:nvSpPr>
        <p:spPr>
          <a:xfrm>
            <a:off x="4529236" y="5112555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1</a:t>
            </a:r>
          </a:p>
        </p:txBody>
      </p:sp>
      <p:sp>
        <p:nvSpPr>
          <p:cNvPr id="1554" name="Rectangle 1553">
            <a:extLst>
              <a:ext uri="{FF2B5EF4-FFF2-40B4-BE49-F238E27FC236}">
                <a16:creationId xmlns:a16="http://schemas.microsoft.com/office/drawing/2014/main" id="{FFBBEE21-440C-590F-34BF-EBF86DB7E7ED}"/>
              </a:ext>
            </a:extLst>
          </p:cNvPr>
          <p:cNvSpPr/>
          <p:nvPr/>
        </p:nvSpPr>
        <p:spPr>
          <a:xfrm>
            <a:off x="7116734" y="711751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FFC000"/>
                </a:highlight>
              </a:rPr>
              <a:t>1</a:t>
            </a:r>
          </a:p>
        </p:txBody>
      </p:sp>
      <p:sp>
        <p:nvSpPr>
          <p:cNvPr id="1555" name="Rectangle 1554">
            <a:extLst>
              <a:ext uri="{FF2B5EF4-FFF2-40B4-BE49-F238E27FC236}">
                <a16:creationId xmlns:a16="http://schemas.microsoft.com/office/drawing/2014/main" id="{8A4A324D-F81D-DB0C-30A0-527DA66FC370}"/>
              </a:ext>
            </a:extLst>
          </p:cNvPr>
          <p:cNvSpPr/>
          <p:nvPr/>
        </p:nvSpPr>
        <p:spPr>
          <a:xfrm>
            <a:off x="3977266" y="2669727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1</a:t>
            </a:r>
          </a:p>
        </p:txBody>
      </p:sp>
      <p:cxnSp>
        <p:nvCxnSpPr>
          <p:cNvPr id="1558" name="Straight Connector 1557">
            <a:extLst>
              <a:ext uri="{FF2B5EF4-FFF2-40B4-BE49-F238E27FC236}">
                <a16:creationId xmlns:a16="http://schemas.microsoft.com/office/drawing/2014/main" id="{37C69818-54C6-9BED-2656-939AD54A5C62}"/>
              </a:ext>
            </a:extLst>
          </p:cNvPr>
          <p:cNvCxnSpPr>
            <a:cxnSpLocks/>
          </p:cNvCxnSpPr>
          <p:nvPr/>
        </p:nvCxnSpPr>
        <p:spPr>
          <a:xfrm flipH="1">
            <a:off x="6981190" y="1058228"/>
            <a:ext cx="171132" cy="79851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9" name="Straight Connector 1598">
            <a:extLst>
              <a:ext uri="{FF2B5EF4-FFF2-40B4-BE49-F238E27FC236}">
                <a16:creationId xmlns:a16="http://schemas.microsoft.com/office/drawing/2014/main" id="{D814E28E-F0A5-7895-9E07-C0D938B7987F}"/>
              </a:ext>
            </a:extLst>
          </p:cNvPr>
          <p:cNvCxnSpPr>
            <a:cxnSpLocks/>
          </p:cNvCxnSpPr>
          <p:nvPr/>
        </p:nvCxnSpPr>
        <p:spPr>
          <a:xfrm>
            <a:off x="8637430" y="4479608"/>
            <a:ext cx="176212" cy="73819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5" name="Rectangle 1614">
            <a:extLst>
              <a:ext uri="{FF2B5EF4-FFF2-40B4-BE49-F238E27FC236}">
                <a16:creationId xmlns:a16="http://schemas.microsoft.com/office/drawing/2014/main" id="{FD5226FA-C6C3-1D72-B725-EBE04EEE36B8}"/>
              </a:ext>
            </a:extLst>
          </p:cNvPr>
          <p:cNvSpPr/>
          <p:nvPr/>
        </p:nvSpPr>
        <p:spPr>
          <a:xfrm>
            <a:off x="3253366" y="3568887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1</a:t>
            </a:r>
          </a:p>
        </p:txBody>
      </p:sp>
      <p:sp>
        <p:nvSpPr>
          <p:cNvPr id="1616" name="Rectangle 1615">
            <a:extLst>
              <a:ext uri="{FF2B5EF4-FFF2-40B4-BE49-F238E27FC236}">
                <a16:creationId xmlns:a16="http://schemas.microsoft.com/office/drawing/2014/main" id="{E223D3E7-2B65-5080-E208-1D34DE1F7E71}"/>
              </a:ext>
            </a:extLst>
          </p:cNvPr>
          <p:cNvSpPr/>
          <p:nvPr/>
        </p:nvSpPr>
        <p:spPr>
          <a:xfrm>
            <a:off x="601606" y="5710107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2</a:t>
            </a:r>
          </a:p>
        </p:txBody>
      </p:sp>
      <p:sp>
        <p:nvSpPr>
          <p:cNvPr id="1617" name="Rectangle 1616">
            <a:extLst>
              <a:ext uri="{FF2B5EF4-FFF2-40B4-BE49-F238E27FC236}">
                <a16:creationId xmlns:a16="http://schemas.microsoft.com/office/drawing/2014/main" id="{3808E045-ABBA-6399-AA17-E2E2C47373BE}"/>
              </a:ext>
            </a:extLst>
          </p:cNvPr>
          <p:cNvSpPr/>
          <p:nvPr/>
        </p:nvSpPr>
        <p:spPr>
          <a:xfrm>
            <a:off x="1980826" y="6487347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1</a:t>
            </a:r>
          </a:p>
        </p:txBody>
      </p:sp>
      <p:sp>
        <p:nvSpPr>
          <p:cNvPr id="1618" name="Rectangle 1617">
            <a:extLst>
              <a:ext uri="{FF2B5EF4-FFF2-40B4-BE49-F238E27FC236}">
                <a16:creationId xmlns:a16="http://schemas.microsoft.com/office/drawing/2014/main" id="{8B9E78B2-616B-AAEC-A78D-1CE1C697CFF1}"/>
              </a:ext>
            </a:extLst>
          </p:cNvPr>
          <p:cNvSpPr/>
          <p:nvPr/>
        </p:nvSpPr>
        <p:spPr>
          <a:xfrm>
            <a:off x="1081666" y="5862507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1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C83A5FA-A4C9-67DA-EE05-8AC4B1FC7990}"/>
              </a:ext>
            </a:extLst>
          </p:cNvPr>
          <p:cNvCxnSpPr>
            <a:cxnSpLocks/>
          </p:cNvCxnSpPr>
          <p:nvPr/>
        </p:nvCxnSpPr>
        <p:spPr>
          <a:xfrm>
            <a:off x="2857500" y="4159885"/>
            <a:ext cx="0" cy="25971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B183BCA-BB85-C008-3B4C-26C9DFA790A5}"/>
              </a:ext>
            </a:extLst>
          </p:cNvPr>
          <p:cNvCxnSpPr>
            <a:cxnSpLocks/>
          </p:cNvCxnSpPr>
          <p:nvPr/>
        </p:nvCxnSpPr>
        <p:spPr>
          <a:xfrm flipH="1">
            <a:off x="2518568" y="5269706"/>
            <a:ext cx="155576" cy="7683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AFCE286-F4A1-818F-0FED-3740496236BF}"/>
              </a:ext>
            </a:extLst>
          </p:cNvPr>
          <p:cNvCxnSpPr>
            <a:cxnSpLocks/>
          </p:cNvCxnSpPr>
          <p:nvPr/>
        </p:nvCxnSpPr>
        <p:spPr>
          <a:xfrm flipH="1">
            <a:off x="2671762" y="5326856"/>
            <a:ext cx="507207" cy="205582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AE244A62-5832-21D3-FA16-E58650157583}"/>
              </a:ext>
            </a:extLst>
          </p:cNvPr>
          <p:cNvCxnSpPr>
            <a:cxnSpLocks/>
          </p:cNvCxnSpPr>
          <p:nvPr/>
        </p:nvCxnSpPr>
        <p:spPr>
          <a:xfrm flipH="1" flipV="1">
            <a:off x="2513488" y="5206048"/>
            <a:ext cx="166370" cy="7493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F4B23FC-D642-4270-1844-4BD7BB4D5D82}"/>
              </a:ext>
            </a:extLst>
          </p:cNvPr>
          <p:cNvCxnSpPr>
            <a:cxnSpLocks/>
          </p:cNvCxnSpPr>
          <p:nvPr/>
        </p:nvCxnSpPr>
        <p:spPr>
          <a:xfrm flipH="1" flipV="1">
            <a:off x="3171825" y="5326856"/>
            <a:ext cx="178435" cy="60484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0A4E2A5-974A-FA0F-FA7A-5D8E2CF95389}"/>
              </a:ext>
            </a:extLst>
          </p:cNvPr>
          <p:cNvCxnSpPr>
            <a:cxnSpLocks/>
          </p:cNvCxnSpPr>
          <p:nvPr/>
        </p:nvCxnSpPr>
        <p:spPr>
          <a:xfrm>
            <a:off x="3350260" y="5394325"/>
            <a:ext cx="0" cy="75755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2235E1D-7AD1-904E-7CAF-DE768ED6E971}"/>
              </a:ext>
            </a:extLst>
          </p:cNvPr>
          <p:cNvCxnSpPr>
            <a:cxnSpLocks/>
          </p:cNvCxnSpPr>
          <p:nvPr/>
        </p:nvCxnSpPr>
        <p:spPr>
          <a:xfrm flipH="1">
            <a:off x="3175635" y="6146800"/>
            <a:ext cx="170815" cy="8826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6" name="Straight Connector 1375">
            <a:extLst>
              <a:ext uri="{FF2B5EF4-FFF2-40B4-BE49-F238E27FC236}">
                <a16:creationId xmlns:a16="http://schemas.microsoft.com/office/drawing/2014/main" id="{80806D0F-C7F1-8B77-1447-B50F4B1ABE43}"/>
              </a:ext>
            </a:extLst>
          </p:cNvPr>
          <p:cNvCxnSpPr>
            <a:cxnSpLocks/>
          </p:cNvCxnSpPr>
          <p:nvPr/>
        </p:nvCxnSpPr>
        <p:spPr>
          <a:xfrm flipH="1" flipV="1">
            <a:off x="3180080" y="6225540"/>
            <a:ext cx="166370" cy="7493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8" name="Straight Connector 1377">
            <a:extLst>
              <a:ext uri="{FF2B5EF4-FFF2-40B4-BE49-F238E27FC236}">
                <a16:creationId xmlns:a16="http://schemas.microsoft.com/office/drawing/2014/main" id="{BE021678-74D5-913E-3FBE-6388762813EC}"/>
              </a:ext>
            </a:extLst>
          </p:cNvPr>
          <p:cNvCxnSpPr>
            <a:cxnSpLocks/>
          </p:cNvCxnSpPr>
          <p:nvPr/>
        </p:nvCxnSpPr>
        <p:spPr>
          <a:xfrm>
            <a:off x="3345180" y="6291580"/>
            <a:ext cx="0" cy="15748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9" name="Straight Connector 1378">
            <a:extLst>
              <a:ext uri="{FF2B5EF4-FFF2-40B4-BE49-F238E27FC236}">
                <a16:creationId xmlns:a16="http://schemas.microsoft.com/office/drawing/2014/main" id="{68CF7F0B-2A6F-A774-299E-34023F5806AD}"/>
              </a:ext>
            </a:extLst>
          </p:cNvPr>
          <p:cNvCxnSpPr>
            <a:cxnSpLocks/>
          </p:cNvCxnSpPr>
          <p:nvPr/>
        </p:nvCxnSpPr>
        <p:spPr>
          <a:xfrm flipH="1">
            <a:off x="2682875" y="4408170"/>
            <a:ext cx="170815" cy="8826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0" name="Straight Connector 1379">
            <a:extLst>
              <a:ext uri="{FF2B5EF4-FFF2-40B4-BE49-F238E27FC236}">
                <a16:creationId xmlns:a16="http://schemas.microsoft.com/office/drawing/2014/main" id="{0AA594D7-899A-C64B-E436-3FEEF6F3ECAC}"/>
              </a:ext>
            </a:extLst>
          </p:cNvPr>
          <p:cNvCxnSpPr>
            <a:cxnSpLocks/>
          </p:cNvCxnSpPr>
          <p:nvPr/>
        </p:nvCxnSpPr>
        <p:spPr>
          <a:xfrm>
            <a:off x="2683669" y="4493260"/>
            <a:ext cx="0" cy="378778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1" name="Straight Connector 1380">
            <a:extLst>
              <a:ext uri="{FF2B5EF4-FFF2-40B4-BE49-F238E27FC236}">
                <a16:creationId xmlns:a16="http://schemas.microsoft.com/office/drawing/2014/main" id="{E8B337D0-7AA2-BF5A-23F8-5DCCC4213AA3}"/>
              </a:ext>
            </a:extLst>
          </p:cNvPr>
          <p:cNvCxnSpPr>
            <a:cxnSpLocks/>
          </p:cNvCxnSpPr>
          <p:nvPr/>
        </p:nvCxnSpPr>
        <p:spPr>
          <a:xfrm flipH="1">
            <a:off x="2513807" y="4860607"/>
            <a:ext cx="170815" cy="8826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2" name="Straight Connector 1381">
            <a:extLst>
              <a:ext uri="{FF2B5EF4-FFF2-40B4-BE49-F238E27FC236}">
                <a16:creationId xmlns:a16="http://schemas.microsoft.com/office/drawing/2014/main" id="{5089DFEA-31B0-A723-C1E7-F60A7EEAA250}"/>
              </a:ext>
            </a:extLst>
          </p:cNvPr>
          <p:cNvCxnSpPr>
            <a:cxnSpLocks/>
          </p:cNvCxnSpPr>
          <p:nvPr/>
        </p:nvCxnSpPr>
        <p:spPr>
          <a:xfrm>
            <a:off x="2519363" y="4938553"/>
            <a:ext cx="0" cy="271622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3" name="Straight Connector 1382">
            <a:extLst>
              <a:ext uri="{FF2B5EF4-FFF2-40B4-BE49-F238E27FC236}">
                <a16:creationId xmlns:a16="http://schemas.microsoft.com/office/drawing/2014/main" id="{6029563E-F047-727F-F08C-391CE3849D26}"/>
              </a:ext>
            </a:extLst>
          </p:cNvPr>
          <p:cNvCxnSpPr>
            <a:cxnSpLocks/>
          </p:cNvCxnSpPr>
          <p:nvPr/>
        </p:nvCxnSpPr>
        <p:spPr>
          <a:xfrm flipH="1">
            <a:off x="2521744" y="5403056"/>
            <a:ext cx="154781" cy="59532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4" name="Straight Connector 1383">
            <a:extLst>
              <a:ext uri="{FF2B5EF4-FFF2-40B4-BE49-F238E27FC236}">
                <a16:creationId xmlns:a16="http://schemas.microsoft.com/office/drawing/2014/main" id="{0D714B4C-CE25-907E-69D5-2605B741F634}"/>
              </a:ext>
            </a:extLst>
          </p:cNvPr>
          <p:cNvCxnSpPr>
            <a:cxnSpLocks/>
          </p:cNvCxnSpPr>
          <p:nvPr/>
        </p:nvCxnSpPr>
        <p:spPr>
          <a:xfrm flipH="1" flipV="1">
            <a:off x="2518250" y="5456079"/>
            <a:ext cx="166370" cy="74930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5" name="Straight Connector 1384">
            <a:extLst>
              <a:ext uri="{FF2B5EF4-FFF2-40B4-BE49-F238E27FC236}">
                <a16:creationId xmlns:a16="http://schemas.microsoft.com/office/drawing/2014/main" id="{51050A2D-4CC9-E7A4-76E9-9936C3894E65}"/>
              </a:ext>
            </a:extLst>
          </p:cNvPr>
          <p:cNvCxnSpPr>
            <a:cxnSpLocks/>
          </p:cNvCxnSpPr>
          <p:nvPr/>
        </p:nvCxnSpPr>
        <p:spPr>
          <a:xfrm>
            <a:off x="2524125" y="5350669"/>
            <a:ext cx="150019" cy="64294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02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3" name="Picture 1482">
            <a:extLst>
              <a:ext uri="{FF2B5EF4-FFF2-40B4-BE49-F238E27FC236}">
                <a16:creationId xmlns:a16="http://schemas.microsoft.com/office/drawing/2014/main" id="{167D0841-C690-2302-A3F4-4383B0FF26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3112" y="1521619"/>
            <a:ext cx="266701" cy="261938"/>
          </a:xfrm>
          <a:prstGeom prst="rect">
            <a:avLst/>
          </a:prstGeom>
        </p:spPr>
      </p:pic>
      <p:sp>
        <p:nvSpPr>
          <p:cNvPr id="942" name="TextBox 941">
            <a:extLst>
              <a:ext uri="{FF2B5EF4-FFF2-40B4-BE49-F238E27FC236}">
                <a16:creationId xmlns:a16="http://schemas.microsoft.com/office/drawing/2014/main" id="{83272B12-A2E5-3833-4D27-17971E9C0C2C}"/>
              </a:ext>
            </a:extLst>
          </p:cNvPr>
          <p:cNvSpPr txBox="1"/>
          <p:nvPr/>
        </p:nvSpPr>
        <p:spPr>
          <a:xfrm>
            <a:off x="5067300" y="488156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18.05</a:t>
            </a:r>
          </a:p>
        </p:txBody>
      </p:sp>
      <p:grpSp>
        <p:nvGrpSpPr>
          <p:cNvPr id="983" name="Group 982">
            <a:extLst>
              <a:ext uri="{FF2B5EF4-FFF2-40B4-BE49-F238E27FC236}">
                <a16:creationId xmlns:a16="http://schemas.microsoft.com/office/drawing/2014/main" id="{9D40A658-E439-9EF2-6303-1AB04EB68022}"/>
              </a:ext>
            </a:extLst>
          </p:cNvPr>
          <p:cNvGrpSpPr/>
          <p:nvPr/>
        </p:nvGrpSpPr>
        <p:grpSpPr>
          <a:xfrm>
            <a:off x="1019968" y="2740025"/>
            <a:ext cx="7292976" cy="3944144"/>
            <a:chOff x="1019968" y="2742407"/>
            <a:chExt cx="7292976" cy="3944144"/>
          </a:xfrm>
        </p:grpSpPr>
        <p:cxnSp>
          <p:nvCxnSpPr>
            <p:cNvPr id="938" name="Straight Connector 937">
              <a:extLst>
                <a:ext uri="{FF2B5EF4-FFF2-40B4-BE49-F238E27FC236}">
                  <a16:creationId xmlns:a16="http://schemas.microsoft.com/office/drawing/2014/main" id="{30DA0C19-439E-C246-B6B5-673245B720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2900" y="6424613"/>
              <a:ext cx="350044" cy="1381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1" name="Straight Connector 980">
              <a:extLst>
                <a:ext uri="{FF2B5EF4-FFF2-40B4-BE49-F238E27FC236}">
                  <a16:creationId xmlns:a16="http://schemas.microsoft.com/office/drawing/2014/main" id="{90B06C90-26DE-1121-0D5E-820A8479A2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4213" y="6303169"/>
              <a:ext cx="0" cy="130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983">
              <a:extLst>
                <a:ext uri="{FF2B5EF4-FFF2-40B4-BE49-F238E27FC236}">
                  <a16:creationId xmlns:a16="http://schemas.microsoft.com/office/drawing/2014/main" id="{C040CF0E-40EB-E4A1-7F42-ECDFBD6535A8}"/>
                </a:ext>
              </a:extLst>
            </p:cNvPr>
            <p:cNvCxnSpPr>
              <a:cxnSpLocks/>
            </p:cNvCxnSpPr>
            <p:nvPr/>
          </p:nvCxnSpPr>
          <p:spPr>
            <a:xfrm>
              <a:off x="7827169" y="6119813"/>
              <a:ext cx="476250" cy="1809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7" name="Straight Connector 986">
              <a:extLst>
                <a:ext uri="{FF2B5EF4-FFF2-40B4-BE49-F238E27FC236}">
                  <a16:creationId xmlns:a16="http://schemas.microsoft.com/office/drawing/2014/main" id="{66D39180-809C-B142-1800-235E73A4A3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2344" y="6241257"/>
              <a:ext cx="154781" cy="619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9" name="Straight Connector 988">
              <a:extLst>
                <a:ext uri="{FF2B5EF4-FFF2-40B4-BE49-F238E27FC236}">
                  <a16:creationId xmlns:a16="http://schemas.microsoft.com/office/drawing/2014/main" id="{6EF28173-46D7-D7B8-017A-25CBC907046C}"/>
                </a:ext>
              </a:extLst>
            </p:cNvPr>
            <p:cNvCxnSpPr>
              <a:cxnSpLocks/>
            </p:cNvCxnSpPr>
            <p:nvPr/>
          </p:nvCxnSpPr>
          <p:spPr>
            <a:xfrm>
              <a:off x="6312694" y="6034088"/>
              <a:ext cx="330994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1" name="Straight Connector 990">
              <a:extLst>
                <a:ext uri="{FF2B5EF4-FFF2-40B4-BE49-F238E27FC236}">
                  <a16:creationId xmlns:a16="http://schemas.microsoft.com/office/drawing/2014/main" id="{DEB29D8A-6BFF-5692-DB2C-0C90709C79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8844" y="6041232"/>
              <a:ext cx="321468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161F2AC3-4130-2F5F-252C-49F9A2620275}"/>
                </a:ext>
              </a:extLst>
            </p:cNvPr>
            <p:cNvCxnSpPr>
              <a:cxnSpLocks/>
            </p:cNvCxnSpPr>
            <p:nvPr/>
          </p:nvCxnSpPr>
          <p:spPr>
            <a:xfrm>
              <a:off x="5655469" y="6038851"/>
              <a:ext cx="330994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9E90A290-22CB-0CA5-20E9-64010D39CD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6400" y="6038850"/>
              <a:ext cx="173831" cy="642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367623BA-6D12-C867-917B-2D0FE97A3BF0}"/>
                </a:ext>
              </a:extLst>
            </p:cNvPr>
            <p:cNvCxnSpPr>
              <a:cxnSpLocks/>
            </p:cNvCxnSpPr>
            <p:nvPr/>
          </p:nvCxnSpPr>
          <p:spPr>
            <a:xfrm>
              <a:off x="5162550" y="5969795"/>
              <a:ext cx="326232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23D10341-96F1-D712-E822-2D34F7F699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1556" y="5969795"/>
              <a:ext cx="340519" cy="1381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236926BB-E9C4-2F84-4857-16227BB6FB94}"/>
                </a:ext>
              </a:extLst>
            </p:cNvPr>
            <p:cNvCxnSpPr>
              <a:cxnSpLocks/>
            </p:cNvCxnSpPr>
            <p:nvPr/>
          </p:nvCxnSpPr>
          <p:spPr>
            <a:xfrm>
              <a:off x="4502943" y="5972175"/>
              <a:ext cx="326232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0B3E56EF-2315-E7D5-7C47-4EA8A61C31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1357" y="5848351"/>
              <a:ext cx="0" cy="13493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E7DA588F-CF1D-29B8-DCAA-1ABD809A12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84338" y="6439694"/>
              <a:ext cx="672306" cy="2468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9B2D8EA5-965B-82FD-8B24-E033303FE6FC}"/>
                </a:ext>
              </a:extLst>
            </p:cNvPr>
            <p:cNvCxnSpPr>
              <a:cxnSpLocks/>
            </p:cNvCxnSpPr>
            <p:nvPr/>
          </p:nvCxnSpPr>
          <p:spPr>
            <a:xfrm>
              <a:off x="1019968" y="6424613"/>
              <a:ext cx="658813" cy="2587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B29E36B9-1C1D-D1C1-1FB6-20E56DA9C2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8700" y="6294438"/>
              <a:ext cx="0" cy="13493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6A61C2AA-0A10-28D1-3AC6-B7B116FDD007}"/>
                </a:ext>
              </a:extLst>
            </p:cNvPr>
            <p:cNvCxnSpPr>
              <a:cxnSpLocks/>
            </p:cNvCxnSpPr>
            <p:nvPr/>
          </p:nvCxnSpPr>
          <p:spPr>
            <a:xfrm>
              <a:off x="3027045" y="3967957"/>
              <a:ext cx="152400" cy="698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2CB8A18B-76EE-278D-D70D-A1FADF3C26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5000" y="3844132"/>
              <a:ext cx="517525" cy="1968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DBB3DDDE-1E12-20D5-81C9-732832F47168}"/>
                </a:ext>
              </a:extLst>
            </p:cNvPr>
            <p:cNvCxnSpPr>
              <a:cxnSpLocks/>
            </p:cNvCxnSpPr>
            <p:nvPr/>
          </p:nvCxnSpPr>
          <p:spPr>
            <a:xfrm>
              <a:off x="3683000" y="3847307"/>
              <a:ext cx="495300" cy="193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C7BCBF76-1E17-E98E-15B8-5D2F5FACE976}"/>
                </a:ext>
              </a:extLst>
            </p:cNvPr>
            <p:cNvCxnSpPr>
              <a:cxnSpLocks/>
            </p:cNvCxnSpPr>
            <p:nvPr/>
          </p:nvCxnSpPr>
          <p:spPr>
            <a:xfrm>
              <a:off x="3349625" y="3723482"/>
              <a:ext cx="293688" cy="1174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0E520369-C9E9-4C58-FDC7-9331526038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52800" y="3202782"/>
              <a:ext cx="0" cy="5238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88102252-F30E-F0E6-F152-240C2EF2428C}"/>
                </a:ext>
              </a:extLst>
            </p:cNvPr>
            <p:cNvCxnSpPr>
              <a:cxnSpLocks/>
            </p:cNvCxnSpPr>
            <p:nvPr/>
          </p:nvCxnSpPr>
          <p:spPr>
            <a:xfrm>
              <a:off x="3178175" y="3126582"/>
              <a:ext cx="174625" cy="82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BD1842D8-9B2F-EBF8-44A8-7E4ED74D73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1150" y="2742407"/>
              <a:ext cx="0" cy="1492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597">
              <a:extLst>
                <a:ext uri="{FF2B5EF4-FFF2-40B4-BE49-F238E27FC236}">
                  <a16:creationId xmlns:a16="http://schemas.microsoft.com/office/drawing/2014/main" id="{23459921-39B4-7F59-2F30-4556CA8AF5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8175" y="3015457"/>
              <a:ext cx="0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604">
              <a:extLst>
                <a:ext uri="{FF2B5EF4-FFF2-40B4-BE49-F238E27FC236}">
                  <a16:creationId xmlns:a16="http://schemas.microsoft.com/office/drawing/2014/main" id="{DF3614CC-1F44-8BB4-4DCD-596621C324EC}"/>
                </a:ext>
              </a:extLst>
            </p:cNvPr>
            <p:cNvCxnSpPr>
              <a:cxnSpLocks/>
            </p:cNvCxnSpPr>
            <p:nvPr/>
          </p:nvCxnSpPr>
          <p:spPr>
            <a:xfrm>
              <a:off x="2847975" y="2878932"/>
              <a:ext cx="33020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116B9D4-EAF5-5B2F-98F3-2204F9162C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7438" y="6436520"/>
              <a:ext cx="159544" cy="571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D872157B-3BCD-10CF-CC13-15B3BFE6BD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1625" y="3959702"/>
              <a:ext cx="173355" cy="8191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2" name="Straight Connector 1151">
              <a:extLst>
                <a:ext uri="{FF2B5EF4-FFF2-40B4-BE49-F238E27FC236}">
                  <a16:creationId xmlns:a16="http://schemas.microsoft.com/office/drawing/2014/main" id="{827C70EB-4FA6-A8A7-A526-565D4A051A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13075" y="4296252"/>
              <a:ext cx="173355" cy="8191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2" name="Straight Connector 1181">
              <a:extLst>
                <a:ext uri="{FF2B5EF4-FFF2-40B4-BE49-F238E27FC236}">
                  <a16:creationId xmlns:a16="http://schemas.microsoft.com/office/drawing/2014/main" id="{A6079ABA-6761-7E1E-7D6D-C22CC4C317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7700" y="4044157"/>
              <a:ext cx="320675" cy="1339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4" name="Straight Connector 1283">
              <a:extLst>
                <a:ext uri="{FF2B5EF4-FFF2-40B4-BE49-F238E27FC236}">
                  <a16:creationId xmlns:a16="http://schemas.microsoft.com/office/drawing/2014/main" id="{D11D3CC4-296B-A45D-2D8C-399BAAE788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8850" y="4099402"/>
              <a:ext cx="173355" cy="8191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6" name="Straight Connector 1285">
              <a:extLst>
                <a:ext uri="{FF2B5EF4-FFF2-40B4-BE49-F238E27FC236}">
                  <a16:creationId xmlns:a16="http://schemas.microsoft.com/office/drawing/2014/main" id="{F29C3901-96A7-1E1D-67F6-F308F59A78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09900" y="4223227"/>
              <a:ext cx="665480" cy="27813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2" name="Straight Connector 1321">
              <a:extLst>
                <a:ext uri="{FF2B5EF4-FFF2-40B4-BE49-F238E27FC236}">
                  <a16:creationId xmlns:a16="http://schemas.microsoft.com/office/drawing/2014/main" id="{1CDFC390-A237-0FA1-E56D-279B1A2A3C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00375" y="5063332"/>
              <a:ext cx="177800" cy="8001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7" name="Group 616">
            <a:extLst>
              <a:ext uri="{FF2B5EF4-FFF2-40B4-BE49-F238E27FC236}">
                <a16:creationId xmlns:a16="http://schemas.microsoft.com/office/drawing/2014/main" id="{37D9D28D-D18A-E8BF-F316-1ABC818CEAAE}"/>
              </a:ext>
            </a:extLst>
          </p:cNvPr>
          <p:cNvGrpSpPr/>
          <p:nvPr/>
        </p:nvGrpSpPr>
        <p:grpSpPr>
          <a:xfrm>
            <a:off x="5159375" y="1463675"/>
            <a:ext cx="2647157" cy="4708525"/>
            <a:chOff x="5159375" y="1463675"/>
            <a:chExt cx="2647157" cy="4708525"/>
          </a:xfrm>
        </p:grpSpPr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0927B6E9-2EDA-3A10-70C0-5D2FA70E4AF5}"/>
                </a:ext>
              </a:extLst>
            </p:cNvPr>
            <p:cNvCxnSpPr>
              <a:cxnSpLocks/>
            </p:cNvCxnSpPr>
            <p:nvPr/>
          </p:nvCxnSpPr>
          <p:spPr>
            <a:xfrm>
              <a:off x="6323013" y="5537200"/>
              <a:ext cx="0" cy="4897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613">
              <a:extLst>
                <a:ext uri="{FF2B5EF4-FFF2-40B4-BE49-F238E27FC236}">
                  <a16:creationId xmlns:a16="http://schemas.microsoft.com/office/drawing/2014/main" id="{33BDA676-05CE-F075-70CF-1A60036D91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9363" y="5391150"/>
              <a:ext cx="325437" cy="1500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617">
              <a:extLst>
                <a:ext uri="{FF2B5EF4-FFF2-40B4-BE49-F238E27FC236}">
                  <a16:creationId xmlns:a16="http://schemas.microsoft.com/office/drawing/2014/main" id="{DE243A3E-5119-B732-EFD7-331E652494A5}"/>
                </a:ext>
              </a:extLst>
            </p:cNvPr>
            <p:cNvCxnSpPr>
              <a:cxnSpLocks/>
            </p:cNvCxnSpPr>
            <p:nvPr/>
          </p:nvCxnSpPr>
          <p:spPr>
            <a:xfrm>
              <a:off x="6650038" y="2568575"/>
              <a:ext cx="0" cy="28297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635">
              <a:extLst>
                <a:ext uri="{FF2B5EF4-FFF2-40B4-BE49-F238E27FC236}">
                  <a16:creationId xmlns:a16="http://schemas.microsoft.com/office/drawing/2014/main" id="{B0DD3994-A602-48C8-A83A-3B8A05A6FE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92875" y="2489200"/>
              <a:ext cx="1682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649">
              <a:extLst>
                <a:ext uri="{FF2B5EF4-FFF2-40B4-BE49-F238E27FC236}">
                  <a16:creationId xmlns:a16="http://schemas.microsoft.com/office/drawing/2014/main" id="{EABB4988-301A-B037-7B15-7652EB1504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6050" y="2166620"/>
              <a:ext cx="826770" cy="32575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Straight Connector 653">
              <a:extLst>
                <a:ext uri="{FF2B5EF4-FFF2-40B4-BE49-F238E27FC236}">
                  <a16:creationId xmlns:a16="http://schemas.microsoft.com/office/drawing/2014/main" id="{1EC046BF-60CC-6222-D565-37F1C584CF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15200" y="2167890"/>
              <a:ext cx="1682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657">
              <a:extLst>
                <a:ext uri="{FF2B5EF4-FFF2-40B4-BE49-F238E27FC236}">
                  <a16:creationId xmlns:a16="http://schemas.microsoft.com/office/drawing/2014/main" id="{2590CBAE-7200-52C9-0113-A940C1FB70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59375" y="1463675"/>
              <a:ext cx="1835150" cy="711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D51B64E-8BA4-32F5-4ED1-1795AB377B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9525" y="6103144"/>
              <a:ext cx="177007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A571FCCD-A525-DAE5-BA73-59CCBA3D18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82840" y="2166620"/>
              <a:ext cx="165100" cy="7112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0DBDD87-40A5-1127-76E4-303A3F400DB9}"/>
              </a:ext>
            </a:extLst>
          </p:cNvPr>
          <p:cNvGrpSpPr/>
          <p:nvPr/>
        </p:nvGrpSpPr>
        <p:grpSpPr>
          <a:xfrm>
            <a:off x="7326631" y="6332538"/>
            <a:ext cx="1147766" cy="680245"/>
            <a:chOff x="7326631" y="6332538"/>
            <a:chExt cx="1147766" cy="680245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5EB56E93-1687-17BF-B50E-03D4F3E152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74331" y="6815138"/>
              <a:ext cx="500066" cy="19764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64E04146-9218-53C0-231D-65A4C9B469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7191" y="6684169"/>
              <a:ext cx="0" cy="13573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DB2F0C24-C4C1-82BB-23B8-DEDB518DED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26631" y="6332538"/>
              <a:ext cx="585469" cy="334962"/>
            </a:xfrm>
            <a:prstGeom prst="line">
              <a:avLst/>
            </a:prstGeom>
            <a:ln w="12700">
              <a:solidFill>
                <a:srgbClr val="99FFCC"/>
              </a:solidFill>
              <a:prstDash val="dash"/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CC53026-CFD1-CF48-94AB-A45BA2AB0745}"/>
              </a:ext>
            </a:extLst>
          </p:cNvPr>
          <p:cNvCxnSpPr>
            <a:cxnSpLocks/>
          </p:cNvCxnSpPr>
          <p:nvPr/>
        </p:nvCxnSpPr>
        <p:spPr>
          <a:xfrm flipV="1">
            <a:off x="8636797" y="4876797"/>
            <a:ext cx="0" cy="140497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B028DCD-B312-4679-0015-C81B62303FEC}"/>
              </a:ext>
            </a:extLst>
          </p:cNvPr>
          <p:cNvCxnSpPr>
            <a:cxnSpLocks/>
          </p:cNvCxnSpPr>
          <p:nvPr/>
        </p:nvCxnSpPr>
        <p:spPr>
          <a:xfrm>
            <a:off x="8474870" y="4814888"/>
            <a:ext cx="176212" cy="73819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5A5DF5B-9A67-10A3-426B-36A84F3CEEF8}"/>
              </a:ext>
            </a:extLst>
          </p:cNvPr>
          <p:cNvCxnSpPr>
            <a:cxnSpLocks/>
          </p:cNvCxnSpPr>
          <p:nvPr/>
        </p:nvCxnSpPr>
        <p:spPr>
          <a:xfrm flipV="1">
            <a:off x="8474873" y="4669630"/>
            <a:ext cx="0" cy="140497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F754FE0-CA51-8879-5ED2-3A4BBCE8B330}"/>
              </a:ext>
            </a:extLst>
          </p:cNvPr>
          <p:cNvCxnSpPr>
            <a:cxnSpLocks/>
          </p:cNvCxnSpPr>
          <p:nvPr/>
        </p:nvCxnSpPr>
        <p:spPr>
          <a:xfrm>
            <a:off x="8308182" y="4610100"/>
            <a:ext cx="176212" cy="73819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FD88B43-49FE-57EA-82B1-CCA8AB20F36E}"/>
              </a:ext>
            </a:extLst>
          </p:cNvPr>
          <p:cNvCxnSpPr>
            <a:cxnSpLocks/>
          </p:cNvCxnSpPr>
          <p:nvPr/>
        </p:nvCxnSpPr>
        <p:spPr>
          <a:xfrm flipV="1">
            <a:off x="8479633" y="4557713"/>
            <a:ext cx="328612" cy="116680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0" name="Group 929">
            <a:extLst>
              <a:ext uri="{FF2B5EF4-FFF2-40B4-BE49-F238E27FC236}">
                <a16:creationId xmlns:a16="http://schemas.microsoft.com/office/drawing/2014/main" id="{E5CD5902-FEE0-D8E1-DB15-60BDF02DAC9A}"/>
              </a:ext>
            </a:extLst>
          </p:cNvPr>
          <p:cNvGrpSpPr/>
          <p:nvPr/>
        </p:nvGrpSpPr>
        <p:grpSpPr>
          <a:xfrm>
            <a:off x="688974" y="2733674"/>
            <a:ext cx="6626703" cy="4549776"/>
            <a:chOff x="711199" y="2733674"/>
            <a:chExt cx="6626703" cy="4549776"/>
          </a:xfrm>
        </p:grpSpPr>
        <p:cxnSp>
          <p:nvCxnSpPr>
            <p:cNvPr id="965" name="Straight Connector 964">
              <a:extLst>
                <a:ext uri="{FF2B5EF4-FFF2-40B4-BE49-F238E27FC236}">
                  <a16:creationId xmlns:a16="http://schemas.microsoft.com/office/drawing/2014/main" id="{09F87DC5-A0A6-93E8-F6C3-D9BFD7813E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182" y="3529014"/>
              <a:ext cx="0" cy="2505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8" name="Straight Connector 967">
              <a:extLst>
                <a:ext uri="{FF2B5EF4-FFF2-40B4-BE49-F238E27FC236}">
                  <a16:creationId xmlns:a16="http://schemas.microsoft.com/office/drawing/2014/main" id="{6B9EBFD0-159F-89D1-4934-0C933D04DC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58419" y="3407569"/>
              <a:ext cx="315913" cy="1190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Straight Connector 970">
              <a:extLst>
                <a:ext uri="{FF2B5EF4-FFF2-40B4-BE49-F238E27FC236}">
                  <a16:creationId xmlns:a16="http://schemas.microsoft.com/office/drawing/2014/main" id="{834D0F8D-68A8-3F0B-3E67-D5545BE947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69565" y="4294981"/>
              <a:ext cx="989330" cy="40147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3" name="Straight Connector 972">
              <a:extLst>
                <a:ext uri="{FF2B5EF4-FFF2-40B4-BE49-F238E27FC236}">
                  <a16:creationId xmlns:a16="http://schemas.microsoft.com/office/drawing/2014/main" id="{73370832-8EBB-538A-5BD4-2F3A5E89E134}"/>
                </a:ext>
              </a:extLst>
            </p:cNvPr>
            <p:cNvCxnSpPr>
              <a:cxnSpLocks/>
            </p:cNvCxnSpPr>
            <p:nvPr/>
          </p:nvCxnSpPr>
          <p:spPr>
            <a:xfrm>
              <a:off x="884237" y="6371431"/>
              <a:ext cx="0" cy="1198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5" name="Straight Connector 974">
              <a:extLst>
                <a:ext uri="{FF2B5EF4-FFF2-40B4-BE49-F238E27FC236}">
                  <a16:creationId xmlns:a16="http://schemas.microsoft.com/office/drawing/2014/main" id="{733222D2-6DC3-71FD-09EF-584B15183197}"/>
                </a:ext>
              </a:extLst>
            </p:cNvPr>
            <p:cNvCxnSpPr>
              <a:cxnSpLocks/>
            </p:cNvCxnSpPr>
            <p:nvPr/>
          </p:nvCxnSpPr>
          <p:spPr>
            <a:xfrm>
              <a:off x="881856" y="6622256"/>
              <a:ext cx="657225" cy="2547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9" name="Straight Connector 978">
              <a:extLst>
                <a:ext uri="{FF2B5EF4-FFF2-40B4-BE49-F238E27FC236}">
                  <a16:creationId xmlns:a16="http://schemas.microsoft.com/office/drawing/2014/main" id="{C51B5406-60DD-AE87-60FD-32E0735B02E8}"/>
                </a:ext>
              </a:extLst>
            </p:cNvPr>
            <p:cNvCxnSpPr>
              <a:cxnSpLocks/>
            </p:cNvCxnSpPr>
            <p:nvPr/>
          </p:nvCxnSpPr>
          <p:spPr>
            <a:xfrm>
              <a:off x="1379538" y="7065169"/>
              <a:ext cx="488949" cy="196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6" name="Straight Connector 985">
              <a:extLst>
                <a:ext uri="{FF2B5EF4-FFF2-40B4-BE49-F238E27FC236}">
                  <a16:creationId xmlns:a16="http://schemas.microsoft.com/office/drawing/2014/main" id="{E3F0FAD1-0419-B81A-1ACA-58B1D36D340E}"/>
                </a:ext>
              </a:extLst>
            </p:cNvPr>
            <p:cNvCxnSpPr>
              <a:cxnSpLocks/>
            </p:cNvCxnSpPr>
            <p:nvPr/>
          </p:nvCxnSpPr>
          <p:spPr>
            <a:xfrm>
              <a:off x="1868487" y="7131844"/>
              <a:ext cx="0" cy="1516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989">
              <a:extLst>
                <a:ext uri="{FF2B5EF4-FFF2-40B4-BE49-F238E27FC236}">
                  <a16:creationId xmlns:a16="http://schemas.microsoft.com/office/drawing/2014/main" id="{3F927582-B93F-D7BE-20CD-D7017B59F4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038350" y="6365081"/>
              <a:ext cx="160338" cy="642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81A0666B-0559-73AC-DF34-26C6207066A1}"/>
                </a:ext>
              </a:extLst>
            </p:cNvPr>
            <p:cNvCxnSpPr>
              <a:cxnSpLocks/>
            </p:cNvCxnSpPr>
            <p:nvPr/>
          </p:nvCxnSpPr>
          <p:spPr>
            <a:xfrm>
              <a:off x="2052637" y="6162675"/>
              <a:ext cx="0" cy="263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F3A0FC4B-2BAD-3AD5-C252-E3BB88AF42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12913" y="6365081"/>
              <a:ext cx="176212" cy="619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D0C9D7DA-B533-10B6-DFFD-6879DEFD5B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1737" y="6350000"/>
              <a:ext cx="504032" cy="2055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0FA84797-8EDB-B897-F43E-2047111D85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68931" y="4685982"/>
              <a:ext cx="0" cy="49815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77DD2AD8-64BA-1E19-F2BB-3516AFC0A0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6685" y="5191760"/>
              <a:ext cx="175260" cy="812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3D5A2B10-106E-144A-D976-5084F37BA3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13100" y="5327650"/>
              <a:ext cx="150019" cy="682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F8932C48-C573-2BAC-F777-D83C09DF1B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57563" y="5398294"/>
              <a:ext cx="0" cy="7612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1B8DFB51-AD05-3AB1-416A-3B0B8BB342F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36950" y="3136106"/>
              <a:ext cx="650875" cy="270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6FB988E8-0379-A649-1F6B-2BDF74E328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00655" y="5266055"/>
              <a:ext cx="351790" cy="12890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4B8222B7-34BE-32DE-2DA7-5AB6EB4799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4665" y="5318125"/>
              <a:ext cx="168910" cy="869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60E0510D-1D17-A1F6-FB41-EAF0FE3536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90875" y="6165056"/>
              <a:ext cx="172245" cy="61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0D146959-298D-EC1F-3457-0556DCC49B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00400" y="6226175"/>
              <a:ext cx="165894" cy="658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7C131B66-96AD-2A15-3D31-616EB9A4BD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58357" y="6299201"/>
              <a:ext cx="0" cy="130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Straight Connector 957">
              <a:extLst>
                <a:ext uri="{FF2B5EF4-FFF2-40B4-BE49-F238E27FC236}">
                  <a16:creationId xmlns:a16="http://schemas.microsoft.com/office/drawing/2014/main" id="{2379B000-771D-ACB8-2483-5468094300D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32188" y="3017044"/>
              <a:ext cx="0" cy="1190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9" name="Straight Connector 958">
              <a:extLst>
                <a:ext uri="{FF2B5EF4-FFF2-40B4-BE49-F238E27FC236}">
                  <a16:creationId xmlns:a16="http://schemas.microsoft.com/office/drawing/2014/main" id="{1AEBA5D2-11F0-92AF-323E-019786F654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82106" y="2733674"/>
              <a:ext cx="650875" cy="2706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05BCE72B-EE92-AEA3-8297-C8CE0FEE4D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182" y="4039554"/>
              <a:ext cx="0" cy="2505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31AB7C29-E98B-3D65-01D0-DA7C7C3E6F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87700" y="6358255"/>
              <a:ext cx="165894" cy="658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CE011283-1186-A0BD-6E33-65F021B0DB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18155" y="6365716"/>
              <a:ext cx="172245" cy="61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91C540DD-ACCF-0AAA-D34B-786C53FDF9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0697" y="6421121"/>
              <a:ext cx="0" cy="130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CD436DBB-3069-8A5A-8122-666D1BC6ED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8135" y="6556216"/>
              <a:ext cx="172245" cy="61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860F612F-44C6-FB1D-EDF9-2CA14302A8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68137" y="6624321"/>
              <a:ext cx="0" cy="2489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EDFE5CA1-6047-6369-F608-D8E42FC15C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65755" y="6805136"/>
              <a:ext cx="172245" cy="61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5169B361-E6F3-AFEE-E355-E0E8FC8C3E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5777" y="6675121"/>
              <a:ext cx="0" cy="130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82CE47B8-9640-D459-1492-C244ACA3C61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50540" y="6680835"/>
              <a:ext cx="165894" cy="658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470EC4B3-83B9-5A35-C2F4-7B3E86D94A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58515" y="6502876"/>
              <a:ext cx="172245" cy="61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10566292-33CE-2776-D682-1548D096C2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02940" y="6619875"/>
              <a:ext cx="165894" cy="658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13A0D811-3ADE-5A1F-123A-DD6078640B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08497" y="6477001"/>
              <a:ext cx="0" cy="130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85BB931A-FF4C-3EAE-77F1-723A2FEC9A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95320" y="6487795"/>
              <a:ext cx="165894" cy="658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551D41C6-2DE8-F5C5-E451-E8228D4DBC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33617" y="5966460"/>
              <a:ext cx="0" cy="53911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FD74463C-588C-723B-023A-C66E6F28F7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03575" y="6683216"/>
              <a:ext cx="172245" cy="61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8DD88AAB-3D22-86C2-5B4B-7E30F947C3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33775" y="5908516"/>
              <a:ext cx="172245" cy="61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5CDA75D8-0D78-905D-44EE-5D8DA78DB3B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48380" y="5855335"/>
              <a:ext cx="165894" cy="658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2A3A9B9D-AE7C-4D77-B6D3-88F28453A1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1075" y="5778976"/>
              <a:ext cx="172245" cy="61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6CE8929B-0A00-91C2-578E-AABEC159045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35680" y="5725795"/>
              <a:ext cx="165894" cy="658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4C4D4655-FBB3-B482-EBF8-403421BF76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3615" y="5651976"/>
              <a:ext cx="172245" cy="61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88932CE8-AC31-B597-1D7A-02D9AF42190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38220" y="5598795"/>
              <a:ext cx="165894" cy="658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DF6EBA19-99AF-AA04-473F-07F850182A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8695" y="5527516"/>
              <a:ext cx="172245" cy="61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537CF88A-E47D-1F25-C6CC-391374643EF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43300" y="5474335"/>
              <a:ext cx="165894" cy="658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FC307F31-7EF4-6CE5-7E9E-65FEC210F4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43777" y="5344161"/>
              <a:ext cx="0" cy="130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D59D2AC3-6586-597F-8C77-6B891DCB40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94685" y="5191760"/>
              <a:ext cx="349409" cy="14271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38E4865A-D269-ACA9-D810-23304BA326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7045" y="5193665"/>
              <a:ext cx="168910" cy="869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DFE99C44-92F7-14D3-B9DA-B4B797270E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86685" y="5445125"/>
              <a:ext cx="168910" cy="869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322E6767-CE64-5A68-8FE2-C04C843E5D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97957" y="5387341"/>
              <a:ext cx="0" cy="130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3B7D51D0-3253-9C45-E4F5-F996C23D304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24760" y="5394960"/>
              <a:ext cx="187325" cy="6413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C3366555-9E64-A69B-E8CF-E78F5B15FC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0477" y="5209540"/>
              <a:ext cx="0" cy="24701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A240C4CF-9C5C-A4EA-284D-D90EF8451E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0000" y="5140960"/>
              <a:ext cx="187325" cy="6413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69282CE5-039A-309F-7A47-62B2BF48F3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23357" y="5001261"/>
              <a:ext cx="0" cy="130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A18CD4D1-9608-AF3D-F422-EADAD3E422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37460" y="5006340"/>
              <a:ext cx="187325" cy="6413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BDBAA90F-758A-1BC9-A90A-3955A9AB26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0477" y="4927601"/>
              <a:ext cx="0" cy="130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E919CA93-2570-89D7-EAD4-6B533495E0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540000" y="4866640"/>
              <a:ext cx="187325" cy="6413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6B292754-D76B-327F-5736-1A9E7C3421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0657" y="4503420"/>
              <a:ext cx="0" cy="3587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4B0D9201-6228-7A8C-C96C-7C850927DCD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07640" y="4488815"/>
              <a:ext cx="159385" cy="704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21D44484-D41B-DD03-5575-E1C67933FB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5122" y="4064635"/>
              <a:ext cx="0" cy="4978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3BD44825-41F1-91BB-63F5-11781C16783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40350" y="4215606"/>
              <a:ext cx="508635" cy="2166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0ABCC47E-9D79-5AF8-C6CB-AAEDEAFA39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46922" y="4168140"/>
              <a:ext cx="0" cy="4064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A602490C-0834-6FDC-CCA0-871F3760C5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54859" y="4045109"/>
              <a:ext cx="315913" cy="1190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6D5EA1EA-E958-6C06-294B-1FF6B2E90D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80075" y="3962400"/>
              <a:ext cx="326390" cy="1447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5BBC573D-EBC0-28AF-1622-1581F5EE67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37902" y="3423920"/>
              <a:ext cx="0" cy="2844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6" name="Straight Connector 1095">
              <a:extLst>
                <a:ext uri="{FF2B5EF4-FFF2-40B4-BE49-F238E27FC236}">
                  <a16:creationId xmlns:a16="http://schemas.microsoft.com/office/drawing/2014/main" id="{CFE506FC-9DD0-361D-B7EC-C40169E0CED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3900" y="6477000"/>
              <a:ext cx="166688" cy="793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7" name="Straight Connector 1096">
              <a:extLst>
                <a:ext uri="{FF2B5EF4-FFF2-40B4-BE49-F238E27FC236}">
                  <a16:creationId xmlns:a16="http://schemas.microsoft.com/office/drawing/2014/main" id="{E55B9B52-C769-5597-AD86-7FE61C4C37D2}"/>
                </a:ext>
              </a:extLst>
            </p:cNvPr>
            <p:cNvCxnSpPr>
              <a:cxnSpLocks/>
            </p:cNvCxnSpPr>
            <p:nvPr/>
          </p:nvCxnSpPr>
          <p:spPr>
            <a:xfrm>
              <a:off x="717550" y="6552406"/>
              <a:ext cx="0" cy="1198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8" name="Straight Connector 1097">
              <a:extLst>
                <a:ext uri="{FF2B5EF4-FFF2-40B4-BE49-F238E27FC236}">
                  <a16:creationId xmlns:a16="http://schemas.microsoft.com/office/drawing/2014/main" id="{19486EE5-F0AB-2973-35A3-981D7DA52CD2}"/>
                </a:ext>
              </a:extLst>
            </p:cNvPr>
            <p:cNvCxnSpPr>
              <a:cxnSpLocks/>
            </p:cNvCxnSpPr>
            <p:nvPr/>
          </p:nvCxnSpPr>
          <p:spPr>
            <a:xfrm>
              <a:off x="711199" y="6677025"/>
              <a:ext cx="175420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1" name="Straight Connector 1100">
              <a:extLst>
                <a:ext uri="{FF2B5EF4-FFF2-40B4-BE49-F238E27FC236}">
                  <a16:creationId xmlns:a16="http://schemas.microsoft.com/office/drawing/2014/main" id="{EA2DC452-CEE8-4B87-843A-D3B891AD5844}"/>
                </a:ext>
              </a:extLst>
            </p:cNvPr>
            <p:cNvCxnSpPr>
              <a:cxnSpLocks/>
            </p:cNvCxnSpPr>
            <p:nvPr/>
          </p:nvCxnSpPr>
          <p:spPr>
            <a:xfrm>
              <a:off x="879475" y="6752431"/>
              <a:ext cx="0" cy="1198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2" name="Straight Connector 1101">
              <a:extLst>
                <a:ext uri="{FF2B5EF4-FFF2-40B4-BE49-F238E27FC236}">
                  <a16:creationId xmlns:a16="http://schemas.microsoft.com/office/drawing/2014/main" id="{A4F9B2D2-9FD2-944F-B6B7-88BD7F90B459}"/>
                </a:ext>
              </a:extLst>
            </p:cNvPr>
            <p:cNvCxnSpPr>
              <a:cxnSpLocks/>
            </p:cNvCxnSpPr>
            <p:nvPr/>
          </p:nvCxnSpPr>
          <p:spPr>
            <a:xfrm>
              <a:off x="882649" y="6879431"/>
              <a:ext cx="175420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3" name="Straight Connector 1102">
              <a:extLst>
                <a:ext uri="{FF2B5EF4-FFF2-40B4-BE49-F238E27FC236}">
                  <a16:creationId xmlns:a16="http://schemas.microsoft.com/office/drawing/2014/main" id="{B1676E24-B88C-310A-C132-62606A98A1E5}"/>
                </a:ext>
              </a:extLst>
            </p:cNvPr>
            <p:cNvCxnSpPr>
              <a:cxnSpLocks/>
            </p:cNvCxnSpPr>
            <p:nvPr/>
          </p:nvCxnSpPr>
          <p:spPr>
            <a:xfrm>
              <a:off x="1053307" y="6805613"/>
              <a:ext cx="0" cy="1571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4" name="Straight Connector 1103">
              <a:extLst>
                <a:ext uri="{FF2B5EF4-FFF2-40B4-BE49-F238E27FC236}">
                  <a16:creationId xmlns:a16="http://schemas.microsoft.com/office/drawing/2014/main" id="{71D4F052-24F7-ACAB-7B53-954259F3972A}"/>
                </a:ext>
              </a:extLst>
            </p:cNvPr>
            <p:cNvCxnSpPr>
              <a:cxnSpLocks/>
            </p:cNvCxnSpPr>
            <p:nvPr/>
          </p:nvCxnSpPr>
          <p:spPr>
            <a:xfrm>
              <a:off x="1054098" y="6805613"/>
              <a:ext cx="323058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7" name="Straight Connector 1106">
              <a:extLst>
                <a:ext uri="{FF2B5EF4-FFF2-40B4-BE49-F238E27FC236}">
                  <a16:creationId xmlns:a16="http://schemas.microsoft.com/office/drawing/2014/main" id="{18360834-5A15-0DEE-6F7A-A6D58C9F2B21}"/>
                </a:ext>
              </a:extLst>
            </p:cNvPr>
            <p:cNvCxnSpPr>
              <a:cxnSpLocks/>
            </p:cNvCxnSpPr>
            <p:nvPr/>
          </p:nvCxnSpPr>
          <p:spPr>
            <a:xfrm>
              <a:off x="1377156" y="6940550"/>
              <a:ext cx="0" cy="1198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0" name="Straight Connector 1109">
              <a:extLst>
                <a:ext uri="{FF2B5EF4-FFF2-40B4-BE49-F238E27FC236}">
                  <a16:creationId xmlns:a16="http://schemas.microsoft.com/office/drawing/2014/main" id="{37AC7C32-C691-9EC2-ABE9-A75CA0BC9B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64519" y="7074694"/>
              <a:ext cx="181769" cy="603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1" name="Straight Connector 1110">
              <a:extLst>
                <a:ext uri="{FF2B5EF4-FFF2-40B4-BE49-F238E27FC236}">
                  <a16:creationId xmlns:a16="http://schemas.microsoft.com/office/drawing/2014/main" id="{396B206B-D57A-1491-FA65-049C581042B8}"/>
                </a:ext>
              </a:extLst>
            </p:cNvPr>
            <p:cNvCxnSpPr>
              <a:cxnSpLocks/>
            </p:cNvCxnSpPr>
            <p:nvPr/>
          </p:nvCxnSpPr>
          <p:spPr>
            <a:xfrm>
              <a:off x="1715294" y="6938963"/>
              <a:ext cx="333375" cy="1285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5" name="Straight Connector 1114">
              <a:extLst>
                <a:ext uri="{FF2B5EF4-FFF2-40B4-BE49-F238E27FC236}">
                  <a16:creationId xmlns:a16="http://schemas.microsoft.com/office/drawing/2014/main" id="{EE182D39-9E4E-9BC8-1E4D-94163487697E}"/>
                </a:ext>
              </a:extLst>
            </p:cNvPr>
            <p:cNvCxnSpPr>
              <a:cxnSpLocks/>
            </p:cNvCxnSpPr>
            <p:nvPr/>
          </p:nvCxnSpPr>
          <p:spPr>
            <a:xfrm>
              <a:off x="1716087" y="6931819"/>
              <a:ext cx="0" cy="1428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7" name="Straight Connector 1116">
              <a:extLst>
                <a:ext uri="{FF2B5EF4-FFF2-40B4-BE49-F238E27FC236}">
                  <a16:creationId xmlns:a16="http://schemas.microsoft.com/office/drawing/2014/main" id="{F900C95F-58A3-4E28-67DE-9790E7E9B90F}"/>
                </a:ext>
              </a:extLst>
            </p:cNvPr>
            <p:cNvCxnSpPr>
              <a:cxnSpLocks/>
            </p:cNvCxnSpPr>
            <p:nvPr/>
          </p:nvCxnSpPr>
          <p:spPr>
            <a:xfrm>
              <a:off x="1539874" y="7000875"/>
              <a:ext cx="175420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8" name="Straight Connector 1117">
              <a:extLst>
                <a:ext uri="{FF2B5EF4-FFF2-40B4-BE49-F238E27FC236}">
                  <a16:creationId xmlns:a16="http://schemas.microsoft.com/office/drawing/2014/main" id="{1BB159AE-D642-763A-98D7-A2DA8C4DA87E}"/>
                </a:ext>
              </a:extLst>
            </p:cNvPr>
            <p:cNvCxnSpPr>
              <a:cxnSpLocks/>
            </p:cNvCxnSpPr>
            <p:nvPr/>
          </p:nvCxnSpPr>
          <p:spPr>
            <a:xfrm>
              <a:off x="1542256" y="6869906"/>
              <a:ext cx="0" cy="1428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9" name="Straight Connector 1118">
              <a:extLst>
                <a:ext uri="{FF2B5EF4-FFF2-40B4-BE49-F238E27FC236}">
                  <a16:creationId xmlns:a16="http://schemas.microsoft.com/office/drawing/2014/main" id="{0D643C88-E037-E668-97ED-06761E2ACDB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6300" y="6543675"/>
              <a:ext cx="166688" cy="793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0" name="Straight Connector 1119">
              <a:extLst>
                <a:ext uri="{FF2B5EF4-FFF2-40B4-BE49-F238E27FC236}">
                  <a16:creationId xmlns:a16="http://schemas.microsoft.com/office/drawing/2014/main" id="{EA5B98DC-D584-9983-7392-0AEB8580DF37}"/>
                </a:ext>
              </a:extLst>
            </p:cNvPr>
            <p:cNvCxnSpPr>
              <a:cxnSpLocks/>
            </p:cNvCxnSpPr>
            <p:nvPr/>
          </p:nvCxnSpPr>
          <p:spPr>
            <a:xfrm>
              <a:off x="1038225" y="6550025"/>
              <a:ext cx="1000919" cy="3984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2" name="Straight Connector 1121">
              <a:extLst>
                <a:ext uri="{FF2B5EF4-FFF2-40B4-BE49-F238E27FC236}">
                  <a16:creationId xmlns:a16="http://schemas.microsoft.com/office/drawing/2014/main" id="{52D8B853-7F74-80C5-5380-19E941AD1E91}"/>
                </a:ext>
              </a:extLst>
            </p:cNvPr>
            <p:cNvCxnSpPr>
              <a:cxnSpLocks/>
            </p:cNvCxnSpPr>
            <p:nvPr/>
          </p:nvCxnSpPr>
          <p:spPr>
            <a:xfrm>
              <a:off x="2039937" y="6815137"/>
              <a:ext cx="0" cy="1428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3" name="Straight Connector 1122">
              <a:extLst>
                <a:ext uri="{FF2B5EF4-FFF2-40B4-BE49-F238E27FC236}">
                  <a16:creationId xmlns:a16="http://schemas.microsoft.com/office/drawing/2014/main" id="{2F1321FD-FB10-834A-6194-CD69952C3273}"/>
                </a:ext>
              </a:extLst>
            </p:cNvPr>
            <p:cNvCxnSpPr>
              <a:cxnSpLocks/>
            </p:cNvCxnSpPr>
            <p:nvPr/>
          </p:nvCxnSpPr>
          <p:spPr>
            <a:xfrm>
              <a:off x="1870867" y="6748463"/>
              <a:ext cx="175420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5" name="Straight Connector 1124">
              <a:extLst>
                <a:ext uri="{FF2B5EF4-FFF2-40B4-BE49-F238E27FC236}">
                  <a16:creationId xmlns:a16="http://schemas.microsoft.com/office/drawing/2014/main" id="{9A3715FD-20EB-DD02-B0C9-CF2B4732EC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64519" y="6686550"/>
              <a:ext cx="184150" cy="627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7" name="Straight Connector 1126">
              <a:extLst>
                <a:ext uri="{FF2B5EF4-FFF2-40B4-BE49-F238E27FC236}">
                  <a16:creationId xmlns:a16="http://schemas.microsoft.com/office/drawing/2014/main" id="{3C8684F4-12AE-75BA-C7E5-BF5940693271}"/>
                </a:ext>
              </a:extLst>
            </p:cNvPr>
            <p:cNvCxnSpPr>
              <a:cxnSpLocks/>
            </p:cNvCxnSpPr>
            <p:nvPr/>
          </p:nvCxnSpPr>
          <p:spPr>
            <a:xfrm>
              <a:off x="2049461" y="6684169"/>
              <a:ext cx="175420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8" name="Straight Connector 1127">
              <a:extLst>
                <a:ext uri="{FF2B5EF4-FFF2-40B4-BE49-F238E27FC236}">
                  <a16:creationId xmlns:a16="http://schemas.microsoft.com/office/drawing/2014/main" id="{2849320D-ED4E-7032-87DD-59218C661325}"/>
                </a:ext>
              </a:extLst>
            </p:cNvPr>
            <p:cNvCxnSpPr>
              <a:cxnSpLocks/>
            </p:cNvCxnSpPr>
            <p:nvPr/>
          </p:nvCxnSpPr>
          <p:spPr>
            <a:xfrm>
              <a:off x="2220912" y="6622256"/>
              <a:ext cx="0" cy="1428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9" name="Straight Connector 1128">
              <a:extLst>
                <a:ext uri="{FF2B5EF4-FFF2-40B4-BE49-F238E27FC236}">
                  <a16:creationId xmlns:a16="http://schemas.microsoft.com/office/drawing/2014/main" id="{B60D471B-35CA-2EFA-BD96-F5208EB47B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05038" y="6560344"/>
              <a:ext cx="184150" cy="627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0" name="Straight Connector 1129">
              <a:extLst>
                <a:ext uri="{FF2B5EF4-FFF2-40B4-BE49-F238E27FC236}">
                  <a16:creationId xmlns:a16="http://schemas.microsoft.com/office/drawing/2014/main" id="{E4D226B5-68E3-C232-58FE-2A535C01DEF8}"/>
                </a:ext>
              </a:extLst>
            </p:cNvPr>
            <p:cNvCxnSpPr>
              <a:cxnSpLocks/>
            </p:cNvCxnSpPr>
            <p:nvPr/>
          </p:nvCxnSpPr>
          <p:spPr>
            <a:xfrm>
              <a:off x="2380455" y="6165056"/>
              <a:ext cx="0" cy="1428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1" name="Straight Connector 1130">
              <a:extLst>
                <a:ext uri="{FF2B5EF4-FFF2-40B4-BE49-F238E27FC236}">
                  <a16:creationId xmlns:a16="http://schemas.microsoft.com/office/drawing/2014/main" id="{5656AD5F-B7CE-38F2-70CC-1FAB67A11041}"/>
                </a:ext>
              </a:extLst>
            </p:cNvPr>
            <p:cNvCxnSpPr>
              <a:cxnSpLocks/>
            </p:cNvCxnSpPr>
            <p:nvPr/>
          </p:nvCxnSpPr>
          <p:spPr>
            <a:xfrm>
              <a:off x="2204242" y="6091238"/>
              <a:ext cx="175420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2" name="Straight Connector 1131">
              <a:extLst>
                <a:ext uri="{FF2B5EF4-FFF2-40B4-BE49-F238E27FC236}">
                  <a16:creationId xmlns:a16="http://schemas.microsoft.com/office/drawing/2014/main" id="{4D620C6C-6EDB-F314-6EAA-FEB51E278E36}"/>
                </a:ext>
              </a:extLst>
            </p:cNvPr>
            <p:cNvCxnSpPr>
              <a:cxnSpLocks/>
            </p:cNvCxnSpPr>
            <p:nvPr/>
          </p:nvCxnSpPr>
          <p:spPr>
            <a:xfrm>
              <a:off x="2206623" y="6088856"/>
              <a:ext cx="0" cy="2833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6" name="Straight Connector 1135">
              <a:extLst>
                <a:ext uri="{FF2B5EF4-FFF2-40B4-BE49-F238E27FC236}">
                  <a16:creationId xmlns:a16="http://schemas.microsoft.com/office/drawing/2014/main" id="{3DB18716-761B-1C95-3740-B824FDFC7091}"/>
                </a:ext>
              </a:extLst>
            </p:cNvPr>
            <p:cNvCxnSpPr>
              <a:cxnSpLocks/>
            </p:cNvCxnSpPr>
            <p:nvPr/>
          </p:nvCxnSpPr>
          <p:spPr>
            <a:xfrm>
              <a:off x="1868486" y="6084094"/>
              <a:ext cx="175420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7" name="Straight Connector 1136">
              <a:extLst>
                <a:ext uri="{FF2B5EF4-FFF2-40B4-BE49-F238E27FC236}">
                  <a16:creationId xmlns:a16="http://schemas.microsoft.com/office/drawing/2014/main" id="{E9F88F1B-5F91-D507-D466-9DA56C0743B8}"/>
                </a:ext>
              </a:extLst>
            </p:cNvPr>
            <p:cNvCxnSpPr>
              <a:cxnSpLocks/>
            </p:cNvCxnSpPr>
            <p:nvPr/>
          </p:nvCxnSpPr>
          <p:spPr>
            <a:xfrm>
              <a:off x="1874043" y="6081713"/>
              <a:ext cx="0" cy="1547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9" name="Straight Connector 1138">
              <a:extLst>
                <a:ext uri="{FF2B5EF4-FFF2-40B4-BE49-F238E27FC236}">
                  <a16:creationId xmlns:a16="http://schemas.microsoft.com/office/drawing/2014/main" id="{A42F782F-360B-EFB3-1C18-9B5D5ED5939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16881" y="6222206"/>
              <a:ext cx="160338" cy="642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0" name="Straight Connector 1139">
              <a:extLst>
                <a:ext uri="{FF2B5EF4-FFF2-40B4-BE49-F238E27FC236}">
                  <a16:creationId xmlns:a16="http://schemas.microsoft.com/office/drawing/2014/main" id="{C6467EF5-D989-8638-BD97-8EE50AA6B988}"/>
                </a:ext>
              </a:extLst>
            </p:cNvPr>
            <p:cNvCxnSpPr>
              <a:cxnSpLocks/>
            </p:cNvCxnSpPr>
            <p:nvPr/>
          </p:nvCxnSpPr>
          <p:spPr>
            <a:xfrm>
              <a:off x="1725611" y="6286500"/>
              <a:ext cx="175420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3" name="Straight Connector 1142">
              <a:extLst>
                <a:ext uri="{FF2B5EF4-FFF2-40B4-BE49-F238E27FC236}">
                  <a16:creationId xmlns:a16="http://schemas.microsoft.com/office/drawing/2014/main" id="{39C063E6-6656-8F8A-A805-82D8017E11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701007" y="6496050"/>
              <a:ext cx="176212" cy="619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4" name="Straight Connector 1143">
              <a:extLst>
                <a:ext uri="{FF2B5EF4-FFF2-40B4-BE49-F238E27FC236}">
                  <a16:creationId xmlns:a16="http://schemas.microsoft.com/office/drawing/2014/main" id="{9DFADB27-8E3E-69BE-031E-087E9D8FAD25}"/>
                </a:ext>
              </a:extLst>
            </p:cNvPr>
            <p:cNvCxnSpPr>
              <a:cxnSpLocks/>
            </p:cNvCxnSpPr>
            <p:nvPr/>
          </p:nvCxnSpPr>
          <p:spPr>
            <a:xfrm>
              <a:off x="1713705" y="6417469"/>
              <a:ext cx="175420" cy="76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6" name="Straight Connector 1145">
              <a:extLst>
                <a:ext uri="{FF2B5EF4-FFF2-40B4-BE49-F238E27FC236}">
                  <a16:creationId xmlns:a16="http://schemas.microsoft.com/office/drawing/2014/main" id="{2D3FE0F3-453D-2A4F-6BB2-FC1B2CEF83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27522" y="4105910"/>
              <a:ext cx="0" cy="26606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3" name="Straight Connector 1152">
              <a:extLst>
                <a:ext uri="{FF2B5EF4-FFF2-40B4-BE49-F238E27FC236}">
                  <a16:creationId xmlns:a16="http://schemas.microsoft.com/office/drawing/2014/main" id="{433D0546-AB80-55E4-56F7-C02B2E2CAB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16752" y="4165601"/>
              <a:ext cx="0" cy="130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3" name="Straight Connector 1282">
              <a:extLst>
                <a:ext uri="{FF2B5EF4-FFF2-40B4-BE49-F238E27FC236}">
                  <a16:creationId xmlns:a16="http://schemas.microsoft.com/office/drawing/2014/main" id="{67703646-0864-9D27-6EC6-95A3E4C752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7902" y="4041776"/>
              <a:ext cx="0" cy="130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5" name="Straight Connector 1284">
              <a:extLst>
                <a:ext uri="{FF2B5EF4-FFF2-40B4-BE49-F238E27FC236}">
                  <a16:creationId xmlns:a16="http://schemas.microsoft.com/office/drawing/2014/main" id="{BF1D1ACD-59AA-CDB9-A5AF-E30FA4CE9F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6177" y="4095751"/>
              <a:ext cx="0" cy="130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8" name="Straight Connector 1287">
              <a:extLst>
                <a:ext uri="{FF2B5EF4-FFF2-40B4-BE49-F238E27FC236}">
                  <a16:creationId xmlns:a16="http://schemas.microsoft.com/office/drawing/2014/main" id="{BD98AD55-9EAC-EDDB-9C99-0B625401F1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2602" y="4562476"/>
              <a:ext cx="0" cy="130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9" name="Straight Connector 1288">
              <a:extLst>
                <a:ext uri="{FF2B5EF4-FFF2-40B4-BE49-F238E27FC236}">
                  <a16:creationId xmlns:a16="http://schemas.microsoft.com/office/drawing/2014/main" id="{69087BCE-86EB-2589-615C-798C335047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0697" y="4750435"/>
              <a:ext cx="0" cy="3835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4" name="Straight Connector 1323">
              <a:extLst>
                <a:ext uri="{FF2B5EF4-FFF2-40B4-BE49-F238E27FC236}">
                  <a16:creationId xmlns:a16="http://schemas.microsoft.com/office/drawing/2014/main" id="{B903B95F-2B76-A3EF-EC6B-43A09A4F77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205322" y="4671060"/>
              <a:ext cx="0" cy="3835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5" name="Straight Connector 1324">
              <a:extLst>
                <a:ext uri="{FF2B5EF4-FFF2-40B4-BE49-F238E27FC236}">
                  <a16:creationId xmlns:a16="http://schemas.microsoft.com/office/drawing/2014/main" id="{DF4C30D8-675C-C1A6-6655-719E078EFB4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19450" y="4673600"/>
              <a:ext cx="146050" cy="793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7" name="Straight Connector 1326">
              <a:extLst>
                <a:ext uri="{FF2B5EF4-FFF2-40B4-BE49-F238E27FC236}">
                  <a16:creationId xmlns:a16="http://schemas.microsoft.com/office/drawing/2014/main" id="{F02CC3B5-1948-0B8B-8351-F2F5665EE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59627" y="4750436"/>
              <a:ext cx="0" cy="130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8" name="Straight Connector 1327">
              <a:extLst>
                <a:ext uri="{FF2B5EF4-FFF2-40B4-BE49-F238E27FC236}">
                  <a16:creationId xmlns:a16="http://schemas.microsoft.com/office/drawing/2014/main" id="{30C3F1D3-3CE9-41E6-73FC-0A58B554E86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68675" y="4870450"/>
              <a:ext cx="168275" cy="73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9" name="Straight Connector 1328">
              <a:extLst>
                <a:ext uri="{FF2B5EF4-FFF2-40B4-BE49-F238E27FC236}">
                  <a16:creationId xmlns:a16="http://schemas.microsoft.com/office/drawing/2014/main" id="{D4827999-302F-1277-4691-28CC0FE4176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24727" y="4937761"/>
              <a:ext cx="0" cy="130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0" name="Straight Connector 1329">
              <a:extLst>
                <a:ext uri="{FF2B5EF4-FFF2-40B4-BE49-F238E27FC236}">
                  <a16:creationId xmlns:a16="http://schemas.microsoft.com/office/drawing/2014/main" id="{5453FD4E-7EF3-1319-A91D-726AF253BD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57245" y="5064125"/>
              <a:ext cx="182880" cy="8001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1" name="Straight Connector 1330">
              <a:extLst>
                <a:ext uri="{FF2B5EF4-FFF2-40B4-BE49-F238E27FC236}">
                  <a16:creationId xmlns:a16="http://schemas.microsoft.com/office/drawing/2014/main" id="{0BAC965F-2E83-D67F-0C94-3EB19DA0CD5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65500" y="5140325"/>
              <a:ext cx="323850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4" name="Straight Connector 1333">
              <a:extLst>
                <a:ext uri="{FF2B5EF4-FFF2-40B4-BE49-F238E27FC236}">
                  <a16:creationId xmlns:a16="http://schemas.microsoft.com/office/drawing/2014/main" id="{9439BBC1-0DBD-B670-B1DA-4539775317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3002" y="5261611"/>
              <a:ext cx="0" cy="130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5" name="Straight Connector 1334">
              <a:extLst>
                <a:ext uri="{FF2B5EF4-FFF2-40B4-BE49-F238E27FC236}">
                  <a16:creationId xmlns:a16="http://schemas.microsoft.com/office/drawing/2014/main" id="{11FEC7A9-937E-6CAC-879A-44FD0EC54B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6970" y="5323840"/>
              <a:ext cx="168910" cy="869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6" name="Straight Connector 1335">
              <a:extLst>
                <a:ext uri="{FF2B5EF4-FFF2-40B4-BE49-F238E27FC236}">
                  <a16:creationId xmlns:a16="http://schemas.microsoft.com/office/drawing/2014/main" id="{2B8D76E2-B6C2-9484-7885-E3DBE876F44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7627" y="5191761"/>
              <a:ext cx="0" cy="130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7" name="Straight Connector 1336">
              <a:extLst>
                <a:ext uri="{FF2B5EF4-FFF2-40B4-BE49-F238E27FC236}">
                  <a16:creationId xmlns:a16="http://schemas.microsoft.com/office/drawing/2014/main" id="{BF7A9A23-46E0-6C8F-44D9-A6A6666D2E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92525" y="5124450"/>
              <a:ext cx="168275" cy="73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8" name="Straight Connector 1337">
              <a:extLst>
                <a:ext uri="{FF2B5EF4-FFF2-40B4-BE49-F238E27FC236}">
                  <a16:creationId xmlns:a16="http://schemas.microsoft.com/office/drawing/2014/main" id="{62381549-AE2E-1678-E349-3702899D81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89827" y="5019675"/>
              <a:ext cx="0" cy="958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0" name="Straight Connector 1339">
              <a:extLst>
                <a:ext uri="{FF2B5EF4-FFF2-40B4-BE49-F238E27FC236}">
                  <a16:creationId xmlns:a16="http://schemas.microsoft.com/office/drawing/2014/main" id="{8C01B1A1-E35A-4516-B12B-523A4F27A57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86175" y="5003800"/>
              <a:ext cx="831850" cy="330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2" name="Straight Connector 1341">
              <a:extLst>
                <a:ext uri="{FF2B5EF4-FFF2-40B4-BE49-F238E27FC236}">
                  <a16:creationId xmlns:a16="http://schemas.microsoft.com/office/drawing/2014/main" id="{75FFD2D6-312C-31EF-2C17-459BC187ED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1677" y="5203825"/>
              <a:ext cx="0" cy="2736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4" name="Straight Connector 1343">
              <a:extLst>
                <a:ext uri="{FF2B5EF4-FFF2-40B4-BE49-F238E27FC236}">
                  <a16:creationId xmlns:a16="http://schemas.microsoft.com/office/drawing/2014/main" id="{2E7A25DF-97D3-D171-1B2B-38AADA196E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40125" y="4810125"/>
              <a:ext cx="974725" cy="3968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6" name="Straight Connector 1345">
              <a:extLst>
                <a:ext uri="{FF2B5EF4-FFF2-40B4-BE49-F238E27FC236}">
                  <a16:creationId xmlns:a16="http://schemas.microsoft.com/office/drawing/2014/main" id="{FE8C262C-B2BC-B3A7-1797-B4E84B7FA8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31870" y="4565650"/>
              <a:ext cx="0" cy="2482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8" name="Straight Connector 1347">
              <a:extLst>
                <a:ext uri="{FF2B5EF4-FFF2-40B4-BE49-F238E27FC236}">
                  <a16:creationId xmlns:a16="http://schemas.microsoft.com/office/drawing/2014/main" id="{CB1619B1-269D-A007-C362-D7852ECB33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36950" y="4416425"/>
              <a:ext cx="320675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9" name="Straight Connector 1348">
              <a:extLst>
                <a:ext uri="{FF2B5EF4-FFF2-40B4-BE49-F238E27FC236}">
                  <a16:creationId xmlns:a16="http://schemas.microsoft.com/office/drawing/2014/main" id="{AEEF8F4C-82A9-5814-D0DD-9072FB0533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9352" y="4625976"/>
              <a:ext cx="0" cy="130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1" name="Straight Connector 1350">
              <a:extLst>
                <a:ext uri="{FF2B5EF4-FFF2-40B4-BE49-F238E27FC236}">
                  <a16:creationId xmlns:a16="http://schemas.microsoft.com/office/drawing/2014/main" id="{21357F12-D23C-C0F0-A256-986D1003F5F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92525" y="4759325"/>
              <a:ext cx="161925" cy="698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2" name="Straight Connector 1351">
              <a:extLst>
                <a:ext uri="{FF2B5EF4-FFF2-40B4-BE49-F238E27FC236}">
                  <a16:creationId xmlns:a16="http://schemas.microsoft.com/office/drawing/2014/main" id="{74BB7599-DD22-A04D-9F41-A36194B807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51752" y="4679951"/>
              <a:ext cx="0" cy="130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3" name="Straight Connector 1352">
              <a:extLst>
                <a:ext uri="{FF2B5EF4-FFF2-40B4-BE49-F238E27FC236}">
                  <a16:creationId xmlns:a16="http://schemas.microsoft.com/office/drawing/2014/main" id="{59DA5BAA-A961-F7B9-1F1E-5F60250DA5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44925" y="4676775"/>
              <a:ext cx="523875" cy="209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5" name="Straight Connector 1354">
              <a:extLst>
                <a:ext uri="{FF2B5EF4-FFF2-40B4-BE49-F238E27FC236}">
                  <a16:creationId xmlns:a16="http://schemas.microsoft.com/office/drawing/2014/main" id="{71D2A379-18F5-0617-E362-EC2F56BFFF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7825" y="4885690"/>
              <a:ext cx="173355" cy="6096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8" name="Straight Connector 1357">
              <a:extLst>
                <a:ext uri="{FF2B5EF4-FFF2-40B4-BE49-F238E27FC236}">
                  <a16:creationId xmlns:a16="http://schemas.microsoft.com/office/drawing/2014/main" id="{E38403AC-E0AF-8AAC-1961-0E08499A586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84650" y="4946650"/>
              <a:ext cx="323850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9" name="Straight Connector 1358">
              <a:extLst>
                <a:ext uri="{FF2B5EF4-FFF2-40B4-BE49-F238E27FC236}">
                  <a16:creationId xmlns:a16="http://schemas.microsoft.com/office/drawing/2014/main" id="{0CAFE696-AF8E-4AC1-5545-A62C012D7A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1677" y="4702175"/>
              <a:ext cx="0" cy="38798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1" name="Straight Connector 1360">
              <a:extLst>
                <a:ext uri="{FF2B5EF4-FFF2-40B4-BE49-F238E27FC236}">
                  <a16:creationId xmlns:a16="http://schemas.microsoft.com/office/drawing/2014/main" id="{649E79F1-B60A-8B39-010F-952081D128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9750" y="4692015"/>
              <a:ext cx="173355" cy="6096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2" name="Straight Connector 1361">
              <a:extLst>
                <a:ext uri="{FF2B5EF4-FFF2-40B4-BE49-F238E27FC236}">
                  <a16:creationId xmlns:a16="http://schemas.microsoft.com/office/drawing/2014/main" id="{D32A159E-7D31-8FE3-B947-C0533AD4978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32250" y="4629150"/>
              <a:ext cx="323850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4" name="Straight Connector 1363">
              <a:extLst>
                <a:ext uri="{FF2B5EF4-FFF2-40B4-BE49-F238E27FC236}">
                  <a16:creationId xmlns:a16="http://schemas.microsoft.com/office/drawing/2014/main" id="{7680E50D-84AA-EE1C-E3ED-76E4E12F08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7627" y="4413251"/>
              <a:ext cx="0" cy="130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5" name="Straight Connector 1364">
              <a:extLst>
                <a:ext uri="{FF2B5EF4-FFF2-40B4-BE49-F238E27FC236}">
                  <a16:creationId xmlns:a16="http://schemas.microsoft.com/office/drawing/2014/main" id="{2E8A3AF1-2C15-D983-8C1B-380EAB2B08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98875" y="4558665"/>
              <a:ext cx="173355" cy="6096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6" name="Straight Connector 1365">
              <a:extLst>
                <a:ext uri="{FF2B5EF4-FFF2-40B4-BE49-F238E27FC236}">
                  <a16:creationId xmlns:a16="http://schemas.microsoft.com/office/drawing/2014/main" id="{DB4CDE9C-A9A6-82E1-F5A4-592E3DF36B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25900" y="4568190"/>
              <a:ext cx="173355" cy="6096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7" name="Straight Connector 1366">
              <a:extLst>
                <a:ext uri="{FF2B5EF4-FFF2-40B4-BE49-F238E27FC236}">
                  <a16:creationId xmlns:a16="http://schemas.microsoft.com/office/drawing/2014/main" id="{8A9C37B6-3FCB-23CB-FF2A-6F74921BC2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97827" y="4289425"/>
              <a:ext cx="0" cy="2540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9" name="Straight Connector 1368">
              <a:extLst>
                <a:ext uri="{FF2B5EF4-FFF2-40B4-BE49-F238E27FC236}">
                  <a16:creationId xmlns:a16="http://schemas.microsoft.com/office/drawing/2014/main" id="{64DED55D-8454-98E0-EE68-83161DE281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29075" y="4292600"/>
              <a:ext cx="171450" cy="603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1" name="Straight Connector 1370">
              <a:extLst>
                <a:ext uri="{FF2B5EF4-FFF2-40B4-BE49-F238E27FC236}">
                  <a16:creationId xmlns:a16="http://schemas.microsoft.com/office/drawing/2014/main" id="{F23006BC-3C11-D7BE-1933-9559F0B2BA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29552" y="4111625"/>
              <a:ext cx="0" cy="241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4" name="Straight Connector 1373">
              <a:extLst>
                <a:ext uri="{FF2B5EF4-FFF2-40B4-BE49-F238E27FC236}">
                  <a16:creationId xmlns:a16="http://schemas.microsoft.com/office/drawing/2014/main" id="{1094B83A-EF67-7FDB-B66A-E3E728DA20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25900" y="4108450"/>
              <a:ext cx="168275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8" name="Straight Connector 1377">
              <a:extLst>
                <a:ext uri="{FF2B5EF4-FFF2-40B4-BE49-F238E27FC236}">
                  <a16:creationId xmlns:a16="http://schemas.microsoft.com/office/drawing/2014/main" id="{4DA425FF-26AB-1C48-D380-1CD9BE2CE32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188619" y="4100513"/>
              <a:ext cx="172244" cy="785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0" name="Straight Connector 1379">
              <a:extLst>
                <a:ext uri="{FF2B5EF4-FFF2-40B4-BE49-F238E27FC236}">
                  <a16:creationId xmlns:a16="http://schemas.microsoft.com/office/drawing/2014/main" id="{2ACB7133-B8D9-FC63-12AF-1E27887D24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62927" y="3971925"/>
              <a:ext cx="0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2" name="Straight Connector 1381">
              <a:extLst>
                <a:ext uri="{FF2B5EF4-FFF2-40B4-BE49-F238E27FC236}">
                  <a16:creationId xmlns:a16="http://schemas.microsoft.com/office/drawing/2014/main" id="{F0D67ABC-5C27-7FA5-2E73-25B11DD2384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29869" y="3848100"/>
              <a:ext cx="335756" cy="1341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4" name="Straight Connector 1383">
              <a:extLst>
                <a:ext uri="{FF2B5EF4-FFF2-40B4-BE49-F238E27FC236}">
                  <a16:creationId xmlns:a16="http://schemas.microsoft.com/office/drawing/2014/main" id="{56319439-AE46-FEF9-AA1A-EE633F5880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27171" y="3714750"/>
              <a:ext cx="0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5" name="Straight Connector 1384">
              <a:extLst>
                <a:ext uri="{FF2B5EF4-FFF2-40B4-BE49-F238E27FC236}">
                  <a16:creationId xmlns:a16="http://schemas.microsoft.com/office/drawing/2014/main" id="{B45221C8-C86D-D71E-4163-A1BF94BC3D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55783" y="3707606"/>
              <a:ext cx="0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6" name="Straight Connector 1385">
              <a:extLst>
                <a:ext uri="{FF2B5EF4-FFF2-40B4-BE49-F238E27FC236}">
                  <a16:creationId xmlns:a16="http://schemas.microsoft.com/office/drawing/2014/main" id="{B0D8ED5C-4327-C932-FDBC-EDEC09E26A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27487" y="3717131"/>
              <a:ext cx="335756" cy="1341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7" name="Straight Connector 1386">
              <a:extLst>
                <a:ext uri="{FF2B5EF4-FFF2-40B4-BE49-F238E27FC236}">
                  <a16:creationId xmlns:a16="http://schemas.microsoft.com/office/drawing/2014/main" id="{254954F5-0DBB-C01F-9BFD-70AFE9E9DC9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27487" y="3583781"/>
              <a:ext cx="335756" cy="1341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8" name="Straight Connector 1387">
              <a:extLst>
                <a:ext uri="{FF2B5EF4-FFF2-40B4-BE49-F238E27FC236}">
                  <a16:creationId xmlns:a16="http://schemas.microsoft.com/office/drawing/2014/main" id="{DF4D6DE0-FD12-46B6-EA43-1D6C3335400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14787" y="3509963"/>
              <a:ext cx="172244" cy="785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9" name="Straight Connector 1388">
              <a:extLst>
                <a:ext uri="{FF2B5EF4-FFF2-40B4-BE49-F238E27FC236}">
                  <a16:creationId xmlns:a16="http://schemas.microsoft.com/office/drawing/2014/main" id="{142A6913-0B97-085D-14E3-3F70A9A08DD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6258" y="3074194"/>
              <a:ext cx="0" cy="2595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1" name="Straight Connector 1390">
              <a:extLst>
                <a:ext uri="{FF2B5EF4-FFF2-40B4-BE49-F238E27FC236}">
                  <a16:creationId xmlns:a16="http://schemas.microsoft.com/office/drawing/2014/main" id="{B34DC181-F75E-1CA2-D35D-690A3F9216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52924" y="2995613"/>
              <a:ext cx="172244" cy="785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2" name="Straight Connector 1391">
              <a:extLst>
                <a:ext uri="{FF2B5EF4-FFF2-40B4-BE49-F238E27FC236}">
                  <a16:creationId xmlns:a16="http://schemas.microsoft.com/office/drawing/2014/main" id="{6E849FEA-3223-812D-8909-958054B88A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22471" y="3005138"/>
              <a:ext cx="183673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4" name="Straight Connector 1393">
              <a:extLst>
                <a:ext uri="{FF2B5EF4-FFF2-40B4-BE49-F238E27FC236}">
                  <a16:creationId xmlns:a16="http://schemas.microsoft.com/office/drawing/2014/main" id="{344C1078-B07D-4C86-C6CC-DA65433F56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21992" y="3064670"/>
              <a:ext cx="172244" cy="785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5" name="Straight Connector 1394">
              <a:extLst>
                <a:ext uri="{FF2B5EF4-FFF2-40B4-BE49-F238E27FC236}">
                  <a16:creationId xmlns:a16="http://schemas.microsoft.com/office/drawing/2014/main" id="{6AB1D39E-1344-41D7-FB16-29B27C69D3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22471" y="3133725"/>
              <a:ext cx="0" cy="2595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6" name="Straight Connector 1395">
              <a:extLst>
                <a:ext uri="{FF2B5EF4-FFF2-40B4-BE49-F238E27FC236}">
                  <a16:creationId xmlns:a16="http://schemas.microsoft.com/office/drawing/2014/main" id="{9F53D521-4969-9A8F-C509-1C1E604641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522471" y="3321844"/>
              <a:ext cx="159860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8" name="Straight Connector 1397">
              <a:extLst>
                <a:ext uri="{FF2B5EF4-FFF2-40B4-BE49-F238E27FC236}">
                  <a16:creationId xmlns:a16="http://schemas.microsoft.com/office/drawing/2014/main" id="{CDF7B27D-13B8-154C-F6AB-EFE64D1451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9633" y="3312319"/>
              <a:ext cx="0" cy="7762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0" name="Straight Connector 1399">
              <a:extLst>
                <a:ext uri="{FF2B5EF4-FFF2-40B4-BE49-F238E27FC236}">
                  <a16:creationId xmlns:a16="http://schemas.microsoft.com/office/drawing/2014/main" id="{7DF77DB4-94A9-C8FC-D9C8-7A1D03157F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74871" y="4093370"/>
              <a:ext cx="176529" cy="785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2" name="Straight Connector 1401">
              <a:extLst>
                <a:ext uri="{FF2B5EF4-FFF2-40B4-BE49-F238E27FC236}">
                  <a16:creationId xmlns:a16="http://schemas.microsoft.com/office/drawing/2014/main" id="{D60B06F3-8B8C-6E37-730A-5D02D8F211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51083" y="3145631"/>
              <a:ext cx="0" cy="10382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4" name="Straight Connector 1403">
              <a:extLst>
                <a:ext uri="{FF2B5EF4-FFF2-40B4-BE49-F238E27FC236}">
                  <a16:creationId xmlns:a16="http://schemas.microsoft.com/office/drawing/2014/main" id="{45437B8B-1888-D47E-2727-A9B796AF81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46321" y="3148013"/>
              <a:ext cx="162242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6" name="Straight Connector 1405">
              <a:extLst>
                <a:ext uri="{FF2B5EF4-FFF2-40B4-BE49-F238E27FC236}">
                  <a16:creationId xmlns:a16="http://schemas.microsoft.com/office/drawing/2014/main" id="{3D608BF8-18A6-F646-1136-8D1BF3B99B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15390" y="3198018"/>
              <a:ext cx="0" cy="5238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8" name="Straight Connector 1407">
              <a:extLst>
                <a:ext uri="{FF2B5EF4-FFF2-40B4-BE49-F238E27FC236}">
                  <a16:creationId xmlns:a16="http://schemas.microsoft.com/office/drawing/2014/main" id="{569B4403-BC1B-7C7C-C06E-668EE171BC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13009" y="3719513"/>
              <a:ext cx="174147" cy="714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9" name="Straight Connector 1408">
              <a:extLst>
                <a:ext uri="{FF2B5EF4-FFF2-40B4-BE49-F238E27FC236}">
                  <a16:creationId xmlns:a16="http://schemas.microsoft.com/office/drawing/2014/main" id="{F3709232-C2DB-188B-1D08-9E7D1C1DEA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79696" y="3790950"/>
              <a:ext cx="0" cy="1143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1" name="Straight Connector 1410">
              <a:extLst>
                <a:ext uri="{FF2B5EF4-FFF2-40B4-BE49-F238E27FC236}">
                  <a16:creationId xmlns:a16="http://schemas.microsoft.com/office/drawing/2014/main" id="{A8B9E41F-8929-90FD-EA7C-252356DB3E5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2533" y="3907631"/>
              <a:ext cx="159860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2" name="Straight Connector 1411">
              <a:extLst>
                <a:ext uri="{FF2B5EF4-FFF2-40B4-BE49-F238E27FC236}">
                  <a16:creationId xmlns:a16="http://schemas.microsoft.com/office/drawing/2014/main" id="{FC21CF5A-BFEE-B3AA-0202-3FCF6DD49E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22534" y="3976687"/>
              <a:ext cx="0" cy="2547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4" name="Straight Connector 1413">
              <a:extLst>
                <a:ext uri="{FF2B5EF4-FFF2-40B4-BE49-F238E27FC236}">
                  <a16:creationId xmlns:a16="http://schemas.microsoft.com/office/drawing/2014/main" id="{229FBC59-2FB7-F896-004D-011E363917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024914" y="4164806"/>
              <a:ext cx="159860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5" name="Straight Connector 1414">
              <a:extLst>
                <a:ext uri="{FF2B5EF4-FFF2-40B4-BE49-F238E27FC236}">
                  <a16:creationId xmlns:a16="http://schemas.microsoft.com/office/drawing/2014/main" id="{1A7C3F17-B21E-C64C-758E-F72A282A34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79696" y="4048125"/>
              <a:ext cx="0" cy="1214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6" name="Straight Connector 1415">
              <a:extLst>
                <a:ext uri="{FF2B5EF4-FFF2-40B4-BE49-F238E27FC236}">
                  <a16:creationId xmlns:a16="http://schemas.microsoft.com/office/drawing/2014/main" id="{E91A58F9-FBCB-1F4C-872C-0E736BD7A9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82078" y="4048125"/>
              <a:ext cx="162242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7" name="Straight Connector 1416">
              <a:extLst>
                <a:ext uri="{FF2B5EF4-FFF2-40B4-BE49-F238E27FC236}">
                  <a16:creationId xmlns:a16="http://schemas.microsoft.com/office/drawing/2014/main" id="{51D84834-FE63-9BC6-EBB7-EA62F14F1E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15515" y="3593306"/>
              <a:ext cx="0" cy="1214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8" name="Straight Connector 1417">
              <a:extLst>
                <a:ext uri="{FF2B5EF4-FFF2-40B4-BE49-F238E27FC236}">
                  <a16:creationId xmlns:a16="http://schemas.microsoft.com/office/drawing/2014/main" id="{A8FB1F0A-E74B-78A8-E3C6-13610335CA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5452" y="3957638"/>
              <a:ext cx="155098" cy="738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9" name="Straight Connector 1418">
              <a:extLst>
                <a:ext uri="{FF2B5EF4-FFF2-40B4-BE49-F238E27FC236}">
                  <a16:creationId xmlns:a16="http://schemas.microsoft.com/office/drawing/2014/main" id="{9E461836-5E7C-0187-8C41-E4A3A7B707B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51147" y="3981450"/>
              <a:ext cx="162242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0" name="Straight Connector 1419">
              <a:extLst>
                <a:ext uri="{FF2B5EF4-FFF2-40B4-BE49-F238E27FC236}">
                  <a16:creationId xmlns:a16="http://schemas.microsoft.com/office/drawing/2014/main" id="{7C71258A-93AA-8A50-CC3E-CC0C4CDD13E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8765" y="3714750"/>
              <a:ext cx="667066" cy="2690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5" name="Straight Connector 1424">
              <a:extLst>
                <a:ext uri="{FF2B5EF4-FFF2-40B4-BE49-F238E27FC236}">
                  <a16:creationId xmlns:a16="http://schemas.microsoft.com/office/drawing/2014/main" id="{440F7CBB-EFE7-DB7A-8FA9-145AB02CD5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53844" y="3600450"/>
              <a:ext cx="650080" cy="2547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7" name="Straight Connector 1426">
              <a:extLst>
                <a:ext uri="{FF2B5EF4-FFF2-40B4-BE49-F238E27FC236}">
                  <a16:creationId xmlns:a16="http://schemas.microsoft.com/office/drawing/2014/main" id="{0637CB98-A70A-EFEB-4FE5-3E43E74405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1621" y="4107656"/>
              <a:ext cx="0" cy="1214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0" name="Straight Connector 1429">
              <a:extLst>
                <a:ext uri="{FF2B5EF4-FFF2-40B4-BE49-F238E27FC236}">
                  <a16:creationId xmlns:a16="http://schemas.microsoft.com/office/drawing/2014/main" id="{2CB16A36-9BFF-A827-BA6C-1432CA8ABE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51146" y="3733800"/>
              <a:ext cx="0" cy="1214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1" name="Straight Connector 1430">
              <a:extLst>
                <a:ext uri="{FF2B5EF4-FFF2-40B4-BE49-F238E27FC236}">
                  <a16:creationId xmlns:a16="http://schemas.microsoft.com/office/drawing/2014/main" id="{F9EE5682-790E-DDAD-F82F-7AE8AFC81C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9081" y="3586163"/>
              <a:ext cx="347663" cy="1381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3" name="Straight Connector 1432">
              <a:extLst>
                <a:ext uri="{FF2B5EF4-FFF2-40B4-BE49-F238E27FC236}">
                  <a16:creationId xmlns:a16="http://schemas.microsoft.com/office/drawing/2014/main" id="{A853FA77-EFE8-EB14-B3C0-BC7343E1BF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94046" y="3457575"/>
              <a:ext cx="0" cy="1214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6" name="Straight Connector 1435">
              <a:extLst>
                <a:ext uri="{FF2B5EF4-FFF2-40B4-BE49-F238E27FC236}">
                  <a16:creationId xmlns:a16="http://schemas.microsoft.com/office/drawing/2014/main" id="{D067EB6D-2B8B-98A7-9F66-CAA93866AB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77631" y="3457575"/>
              <a:ext cx="514351" cy="209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8" name="Straight Connector 1437">
              <a:extLst>
                <a:ext uri="{FF2B5EF4-FFF2-40B4-BE49-F238E27FC236}">
                  <a16:creationId xmlns:a16="http://schemas.microsoft.com/office/drawing/2014/main" id="{754BAE8F-F493-A26C-FC72-AB162B374B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84459" y="3271838"/>
              <a:ext cx="0" cy="38814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0" name="Straight Connector 1439">
              <a:extLst>
                <a:ext uri="{FF2B5EF4-FFF2-40B4-BE49-F238E27FC236}">
                  <a16:creationId xmlns:a16="http://schemas.microsoft.com/office/drawing/2014/main" id="{D97A0B0C-C722-CCF1-5D22-183B5DF5BF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82079" y="3267075"/>
              <a:ext cx="162242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1" name="Straight Connector 1440">
              <a:extLst>
                <a:ext uri="{FF2B5EF4-FFF2-40B4-BE49-F238E27FC236}">
                  <a16:creationId xmlns:a16="http://schemas.microsoft.com/office/drawing/2014/main" id="{6365EDCA-14C0-52B1-E44C-23BF5832E3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44002" y="3331369"/>
              <a:ext cx="0" cy="1214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2" name="Straight Connector 1441">
              <a:extLst>
                <a:ext uri="{FF2B5EF4-FFF2-40B4-BE49-F238E27FC236}">
                  <a16:creationId xmlns:a16="http://schemas.microsoft.com/office/drawing/2014/main" id="{2843D783-8D23-0B04-3AC9-36A9525909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44001" y="3393281"/>
              <a:ext cx="159860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3" name="Straight Connector 1442">
              <a:extLst>
                <a:ext uri="{FF2B5EF4-FFF2-40B4-BE49-F238E27FC236}">
                  <a16:creationId xmlns:a16="http://schemas.microsoft.com/office/drawing/2014/main" id="{D66AB48F-956E-C99F-C210-391B62B0ED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10690" y="3276600"/>
              <a:ext cx="0" cy="1214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4" name="Straight Connector 1443">
              <a:extLst>
                <a:ext uri="{FF2B5EF4-FFF2-40B4-BE49-F238E27FC236}">
                  <a16:creationId xmlns:a16="http://schemas.microsoft.com/office/drawing/2014/main" id="{85045526-E657-7E05-503A-CFA343F4BF4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13073" y="3271837"/>
              <a:ext cx="507521" cy="2000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6" name="Straight Connector 1445">
              <a:extLst>
                <a:ext uri="{FF2B5EF4-FFF2-40B4-BE49-F238E27FC236}">
                  <a16:creationId xmlns:a16="http://schemas.microsoft.com/office/drawing/2014/main" id="{55A651E2-CA78-7FA7-7E84-718A50CF7F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08372" y="3333750"/>
              <a:ext cx="0" cy="1214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7" name="Straight Connector 1446">
              <a:extLst>
                <a:ext uri="{FF2B5EF4-FFF2-40B4-BE49-F238E27FC236}">
                  <a16:creationId xmlns:a16="http://schemas.microsoft.com/office/drawing/2014/main" id="{89A1D605-FA97-1412-BB02-D7626ABD7C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84838" y="3200400"/>
              <a:ext cx="321471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9" name="Straight Connector 1448">
              <a:extLst>
                <a:ext uri="{FF2B5EF4-FFF2-40B4-BE49-F238E27FC236}">
                  <a16:creationId xmlns:a16="http://schemas.microsoft.com/office/drawing/2014/main" id="{817EB52B-93E3-AEB4-C904-92F4C5C64D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86902" y="3067050"/>
              <a:ext cx="0" cy="1214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0" name="Straight Connector 1449">
              <a:extLst>
                <a:ext uri="{FF2B5EF4-FFF2-40B4-BE49-F238E27FC236}">
                  <a16:creationId xmlns:a16="http://schemas.microsoft.com/office/drawing/2014/main" id="{5DC37EB0-34DB-18E2-8B92-75B7978B744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94045" y="2995613"/>
              <a:ext cx="159860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1" name="Straight Connector 1450">
              <a:extLst>
                <a:ext uri="{FF2B5EF4-FFF2-40B4-BE49-F238E27FC236}">
                  <a16:creationId xmlns:a16="http://schemas.microsoft.com/office/drawing/2014/main" id="{275F561C-8E1F-951B-D2BB-ADA4E3102A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48827" y="2988469"/>
              <a:ext cx="0" cy="1214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2" name="Straight Connector 1451">
              <a:extLst>
                <a:ext uri="{FF2B5EF4-FFF2-40B4-BE49-F238E27FC236}">
                  <a16:creationId xmlns:a16="http://schemas.microsoft.com/office/drawing/2014/main" id="{27FBFBC0-C3B7-285B-11F4-EF4D3A704D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51210" y="3126581"/>
              <a:ext cx="162242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7F1D9E99-CCCA-4988-A757-15A8CCC1F55D}"/>
              </a:ext>
            </a:extLst>
          </p:cNvPr>
          <p:cNvGrpSpPr/>
          <p:nvPr/>
        </p:nvGrpSpPr>
        <p:grpSpPr>
          <a:xfrm>
            <a:off x="516573" y="107950"/>
            <a:ext cx="8811577" cy="3547745"/>
            <a:chOff x="516573" y="107950"/>
            <a:chExt cx="8811577" cy="3547745"/>
          </a:xfrm>
        </p:grpSpPr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8C67F79C-57A3-7358-D1A7-54A40D72C4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62488" y="1271588"/>
              <a:ext cx="343693" cy="1222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7DC74FBF-5A08-4B75-41C7-AE74578A7DE8}"/>
                </a:ext>
              </a:extLst>
            </p:cNvPr>
            <p:cNvCxnSpPr>
              <a:cxnSpLocks/>
            </p:cNvCxnSpPr>
            <p:nvPr/>
          </p:nvCxnSpPr>
          <p:spPr>
            <a:xfrm>
              <a:off x="4668043" y="114617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AD52BF58-27BE-6C1F-19AD-D7C61A0A08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98119" y="885825"/>
              <a:ext cx="673894" cy="2571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BCC57584-D5C3-AB92-D277-7B59F15A5754}"/>
                </a:ext>
              </a:extLst>
            </p:cNvPr>
            <p:cNvCxnSpPr>
              <a:cxnSpLocks/>
            </p:cNvCxnSpPr>
            <p:nvPr/>
          </p:nvCxnSpPr>
          <p:spPr>
            <a:xfrm>
              <a:off x="4006056" y="769937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51EF4BD7-DDAE-A519-3A9E-83B8C0FC52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42419" y="423069"/>
              <a:ext cx="1022349" cy="4056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682FD6C6-4956-EF63-DDCF-38ECC51613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4131" y="771525"/>
              <a:ext cx="169069" cy="5476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5C228011-4641-3B57-6F82-F7E34F4E98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40890" y="1075055"/>
              <a:ext cx="806450" cy="330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84FF8057-67E4-A4E3-7789-90AAF6503634}"/>
                </a:ext>
              </a:extLst>
            </p:cNvPr>
            <p:cNvCxnSpPr>
              <a:cxnSpLocks/>
            </p:cNvCxnSpPr>
            <p:nvPr/>
          </p:nvCxnSpPr>
          <p:spPr>
            <a:xfrm>
              <a:off x="2844006" y="412750"/>
              <a:ext cx="0" cy="66421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97B84DA7-CFBA-510B-976F-CEC42D2D5A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81163" y="1259681"/>
              <a:ext cx="341312" cy="1460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386FA1A6-7B6E-6C02-146F-EA02A2BD4070}"/>
                </a:ext>
              </a:extLst>
            </p:cNvPr>
            <p:cNvCxnSpPr>
              <a:cxnSpLocks/>
            </p:cNvCxnSpPr>
            <p:nvPr/>
          </p:nvCxnSpPr>
          <p:spPr>
            <a:xfrm>
              <a:off x="1691481" y="1134269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01B4B624-790D-7F93-E715-2BBF7A1FE1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6381" y="1076325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D12E98B-0210-9B5E-C496-ACECFA28B2BE}"/>
                </a:ext>
              </a:extLst>
            </p:cNvPr>
            <p:cNvCxnSpPr>
              <a:cxnSpLocks/>
            </p:cNvCxnSpPr>
            <p:nvPr/>
          </p:nvCxnSpPr>
          <p:spPr>
            <a:xfrm>
              <a:off x="1527175" y="941388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9A5285AC-F9D3-477E-69B2-4FABD577ED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90625" y="821531"/>
              <a:ext cx="338931" cy="1341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0E78E7F5-D69A-032F-E5D2-77CA4FCE9E65}"/>
                </a:ext>
              </a:extLst>
            </p:cNvPr>
            <p:cNvCxnSpPr>
              <a:cxnSpLocks/>
            </p:cNvCxnSpPr>
            <p:nvPr/>
          </p:nvCxnSpPr>
          <p:spPr>
            <a:xfrm>
              <a:off x="1198563" y="68897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41B46328-A5CD-3BDD-1B07-3C4DAF7C38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3462" y="628650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5BA4E5A2-9418-B02B-C35C-E4D6A5BBA7EC}"/>
                </a:ext>
              </a:extLst>
            </p:cNvPr>
            <p:cNvCxnSpPr>
              <a:cxnSpLocks/>
            </p:cNvCxnSpPr>
            <p:nvPr/>
          </p:nvCxnSpPr>
          <p:spPr>
            <a:xfrm>
              <a:off x="1031875" y="491331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EC9E4BD6-F8D8-7444-174C-DA42C98AF3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9631" y="433387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9FEC66D6-08EF-1EDB-2CFD-17CE4F17BC18}"/>
                </a:ext>
              </a:extLst>
            </p:cNvPr>
            <p:cNvCxnSpPr>
              <a:cxnSpLocks/>
            </p:cNvCxnSpPr>
            <p:nvPr/>
          </p:nvCxnSpPr>
          <p:spPr>
            <a:xfrm>
              <a:off x="867568" y="291306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9DEC64E8-F10E-6636-D942-925F00AC44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2945" y="745172"/>
              <a:ext cx="324167" cy="1368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018B873C-E934-B785-2CEF-D2C780021F4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09612" y="887730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E0A63C2E-A766-EA42-45D3-B31E3C3813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64870" y="882015"/>
              <a:ext cx="18288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C074BCD0-B8E5-8FDD-F721-AD42B62C86E7}"/>
                </a:ext>
              </a:extLst>
            </p:cNvPr>
            <p:cNvCxnSpPr>
              <a:cxnSpLocks/>
            </p:cNvCxnSpPr>
            <p:nvPr/>
          </p:nvCxnSpPr>
          <p:spPr>
            <a:xfrm>
              <a:off x="1036638" y="885190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22056BE6-23D3-ADE9-0C0A-7A4ABF4F823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34415" y="941070"/>
              <a:ext cx="18288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E32DFA22-26E0-B591-CC15-388BB850B375}"/>
                </a:ext>
              </a:extLst>
            </p:cNvPr>
            <p:cNvCxnSpPr>
              <a:cxnSpLocks/>
            </p:cNvCxnSpPr>
            <p:nvPr/>
          </p:nvCxnSpPr>
          <p:spPr>
            <a:xfrm>
              <a:off x="1198563" y="94424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89FA31B5-2343-7AB5-0C40-5FFA3B749D4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96340" y="1000125"/>
              <a:ext cx="18288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DC88ABD1-875E-3C10-80D5-EF345C3D4B9C}"/>
                </a:ext>
              </a:extLst>
            </p:cNvPr>
            <p:cNvCxnSpPr>
              <a:cxnSpLocks/>
            </p:cNvCxnSpPr>
            <p:nvPr/>
          </p:nvCxnSpPr>
          <p:spPr>
            <a:xfrm>
              <a:off x="1368108" y="1003300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0EC3CD24-5D20-9246-4814-2E0D38BE97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66837" y="1135380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B645DD48-CE0C-85DC-1FBB-E3504BA3E01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39215" y="1200150"/>
              <a:ext cx="18288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4" name="Straight Connector 363">
              <a:extLst>
                <a:ext uri="{FF2B5EF4-FFF2-40B4-BE49-F238E27FC236}">
                  <a16:creationId xmlns:a16="http://schemas.microsoft.com/office/drawing/2014/main" id="{740BBCCD-E1CA-0FB1-D02B-2472D01212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59217" y="1276350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FEBB77BF-3B9D-F112-E2D8-AAF3D2881C0C}"/>
                </a:ext>
              </a:extLst>
            </p:cNvPr>
            <p:cNvCxnSpPr>
              <a:cxnSpLocks/>
            </p:cNvCxnSpPr>
            <p:nvPr/>
          </p:nvCxnSpPr>
          <p:spPr>
            <a:xfrm>
              <a:off x="1524318" y="1342390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E9573DAF-C2E0-0FD4-F1F3-A18751CF59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18285" y="1398270"/>
              <a:ext cx="18288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866FFFDD-58F6-5FEB-8576-4CF27E7F423B}"/>
                </a:ext>
              </a:extLst>
            </p:cNvPr>
            <p:cNvCxnSpPr>
              <a:cxnSpLocks/>
            </p:cNvCxnSpPr>
            <p:nvPr/>
          </p:nvCxnSpPr>
          <p:spPr>
            <a:xfrm>
              <a:off x="1697673" y="1399540"/>
              <a:ext cx="0" cy="2520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4AC9AD69-38A8-527F-C24A-21C94F824D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98307" y="1649730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870F29D0-3246-F19C-247C-F91DF0412A17}"/>
                </a:ext>
              </a:extLst>
            </p:cNvPr>
            <p:cNvCxnSpPr>
              <a:cxnSpLocks/>
            </p:cNvCxnSpPr>
            <p:nvPr/>
          </p:nvCxnSpPr>
          <p:spPr>
            <a:xfrm>
              <a:off x="1863408" y="1475740"/>
              <a:ext cx="0" cy="2520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560B41F2-F0C0-0FDE-A2C8-BB02397EFF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58327" y="1464945"/>
              <a:ext cx="327661" cy="11858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88E66016-59F1-FA97-7DED-C7A2581F3F37}"/>
                </a:ext>
              </a:extLst>
            </p:cNvPr>
            <p:cNvCxnSpPr>
              <a:cxnSpLocks/>
            </p:cNvCxnSpPr>
            <p:nvPr/>
          </p:nvCxnSpPr>
          <p:spPr>
            <a:xfrm>
              <a:off x="2025333" y="1671638"/>
              <a:ext cx="0" cy="10191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4" name="Straight Connector 373">
              <a:extLst>
                <a:ext uri="{FF2B5EF4-FFF2-40B4-BE49-F238E27FC236}">
                  <a16:creationId xmlns:a16="http://schemas.microsoft.com/office/drawing/2014/main" id="{3110A08B-BD09-41B2-B0A3-17756EED410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16442" y="1779270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B6B2FCAD-6854-AC6B-7902-3FB5A20FE1B3}"/>
                </a:ext>
              </a:extLst>
            </p:cNvPr>
            <p:cNvCxnSpPr>
              <a:cxnSpLocks/>
            </p:cNvCxnSpPr>
            <p:nvPr/>
          </p:nvCxnSpPr>
          <p:spPr>
            <a:xfrm>
              <a:off x="2185353" y="1841500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3E352E60-5C31-8F3D-1DFB-855C3E0D791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0210" y="1981200"/>
              <a:ext cx="506730" cy="21145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CDF08B8B-AA73-678D-40CC-1CDB716C2040}"/>
                </a:ext>
              </a:extLst>
            </p:cNvPr>
            <p:cNvCxnSpPr>
              <a:cxnSpLocks/>
            </p:cNvCxnSpPr>
            <p:nvPr/>
          </p:nvCxnSpPr>
          <p:spPr>
            <a:xfrm>
              <a:off x="1688148" y="217106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679513A8-A7D1-F5C3-B5C3-D61A1F86852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7250" y="2299335"/>
              <a:ext cx="836295" cy="31813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1" name="Straight Connector 380">
              <a:extLst>
                <a:ext uri="{FF2B5EF4-FFF2-40B4-BE49-F238E27FC236}">
                  <a16:creationId xmlns:a16="http://schemas.microsoft.com/office/drawing/2014/main" id="{5A652E7E-6EA6-89D8-0A38-0821841509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8182" y="2560320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558FFDCF-DF9C-BE2D-F486-415FE5BC45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0085" y="2362200"/>
              <a:ext cx="506730" cy="21145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5FFA7C1A-39F7-A995-FE3A-B441AE29AB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5800" y="2168525"/>
              <a:ext cx="510698" cy="1965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DFC0696B-AC61-B1A3-E1F8-B83E4DD007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335" y="2157095"/>
              <a:ext cx="18288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03B7E052-D1E5-D4E7-2482-E076EE34E3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6732" y="2230120"/>
              <a:ext cx="340043" cy="13525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EB3CC51B-6ECB-0F75-FED7-E39D61BCF9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9610" y="2357120"/>
              <a:ext cx="18288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D73FF63E-82DF-E250-FCF4-4543277994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6732" y="2357120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BFFFE886-89E7-4928-63C1-2E463D00FB36}"/>
                </a:ext>
              </a:extLst>
            </p:cNvPr>
            <p:cNvCxnSpPr>
              <a:cxnSpLocks/>
            </p:cNvCxnSpPr>
            <p:nvPr/>
          </p:nvCxnSpPr>
          <p:spPr>
            <a:xfrm>
              <a:off x="526098" y="2348865"/>
              <a:ext cx="0" cy="28321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0A4AF5F3-5282-097A-1C0F-B94CFF11B4B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6732" y="3007995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Straight Connector 394">
              <a:extLst>
                <a:ext uri="{FF2B5EF4-FFF2-40B4-BE49-F238E27FC236}">
                  <a16:creationId xmlns:a16="http://schemas.microsoft.com/office/drawing/2014/main" id="{EFEF6005-286A-C22C-A4D8-789C80D6A7E5}"/>
                </a:ext>
              </a:extLst>
            </p:cNvPr>
            <p:cNvCxnSpPr>
              <a:cxnSpLocks/>
            </p:cNvCxnSpPr>
            <p:nvPr/>
          </p:nvCxnSpPr>
          <p:spPr>
            <a:xfrm>
              <a:off x="691198" y="307276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395">
              <a:extLst>
                <a:ext uri="{FF2B5EF4-FFF2-40B4-BE49-F238E27FC236}">
                  <a16:creationId xmlns:a16="http://schemas.microsoft.com/office/drawing/2014/main" id="{3DB45432-2519-C731-A75D-DCBDACA7675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8657" y="3204845"/>
              <a:ext cx="1171893" cy="443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8" name="Straight Connector 397">
              <a:extLst>
                <a:ext uri="{FF2B5EF4-FFF2-40B4-BE49-F238E27FC236}">
                  <a16:creationId xmlns:a16="http://schemas.microsoft.com/office/drawing/2014/main" id="{9CCA8185-4DA7-947A-69A9-144F8703FB2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48485" y="3579495"/>
              <a:ext cx="18288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D87CCB61-2B49-2323-1F43-FA96ED93E5B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6932" y="3141345"/>
              <a:ext cx="1171893" cy="443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DD7D71F2-9A9B-99EF-3B4C-3F7D2743A007}"/>
                </a:ext>
              </a:extLst>
            </p:cNvPr>
            <p:cNvCxnSpPr>
              <a:cxnSpLocks/>
            </p:cNvCxnSpPr>
            <p:nvPr/>
          </p:nvCxnSpPr>
          <p:spPr>
            <a:xfrm>
              <a:off x="859473" y="3012440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CF6C76E0-E38B-0784-9763-AE10FC06CD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9907" y="2620645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4C9779A3-6CE5-F5A1-AFA7-B2E779E1EC5A}"/>
                </a:ext>
              </a:extLst>
            </p:cNvPr>
            <p:cNvCxnSpPr>
              <a:cxnSpLocks/>
            </p:cNvCxnSpPr>
            <p:nvPr/>
          </p:nvCxnSpPr>
          <p:spPr>
            <a:xfrm>
              <a:off x="694373" y="268541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12C648D0-3850-765F-96C8-DB0FD8193B9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6732" y="2753995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D477EA8F-E2A3-BFD2-F725-378759C205A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23557" y="2877820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E0B8AB98-D7EF-25BB-3CC2-0BFE572B9703}"/>
                </a:ext>
              </a:extLst>
            </p:cNvPr>
            <p:cNvCxnSpPr>
              <a:cxnSpLocks/>
            </p:cNvCxnSpPr>
            <p:nvPr/>
          </p:nvCxnSpPr>
          <p:spPr>
            <a:xfrm>
              <a:off x="516573" y="2752090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CC86D8A8-6EA3-3269-C4CF-D241B885C4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1335" y="2934970"/>
              <a:ext cx="18288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8B836AED-1C2D-C5C5-4347-3DA5949A15E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582" y="3011170"/>
              <a:ext cx="1171893" cy="4432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>
              <a:extLst>
                <a:ext uri="{FF2B5EF4-FFF2-40B4-BE49-F238E27FC236}">
                  <a16:creationId xmlns:a16="http://schemas.microsoft.com/office/drawing/2014/main" id="{4DACF25A-F6E0-EA2C-2A2B-8F4CC22CE4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19935" y="3376295"/>
              <a:ext cx="18288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>
              <a:extLst>
                <a:ext uri="{FF2B5EF4-FFF2-40B4-BE49-F238E27FC236}">
                  <a16:creationId xmlns:a16="http://schemas.microsoft.com/office/drawing/2014/main" id="{7BBF16E3-5125-C1F7-83F8-7FFAFAA1F9C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4075" y="2879725"/>
              <a:ext cx="1343025" cy="508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13">
              <a:extLst>
                <a:ext uri="{FF2B5EF4-FFF2-40B4-BE49-F238E27FC236}">
                  <a16:creationId xmlns:a16="http://schemas.microsoft.com/office/drawing/2014/main" id="{A301BD9A-80BE-FCA0-1277-49EA39002B7A}"/>
                </a:ext>
              </a:extLst>
            </p:cNvPr>
            <p:cNvCxnSpPr>
              <a:cxnSpLocks/>
            </p:cNvCxnSpPr>
            <p:nvPr/>
          </p:nvCxnSpPr>
          <p:spPr>
            <a:xfrm>
              <a:off x="856298" y="272986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6279A7F9-0685-4682-3E54-B04D625306D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0900" y="2743200"/>
              <a:ext cx="1346200" cy="508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CBE97F5F-0D98-DC6B-F8CD-38D00ECBA69B}"/>
                </a:ext>
              </a:extLst>
            </p:cNvPr>
            <p:cNvCxnSpPr>
              <a:cxnSpLocks/>
            </p:cNvCxnSpPr>
            <p:nvPr/>
          </p:nvCxnSpPr>
          <p:spPr>
            <a:xfrm>
              <a:off x="2189798" y="311086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07D8BDFE-0F3A-D33E-118D-62CDBB38FD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2350" y="2679700"/>
              <a:ext cx="1177925" cy="4349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0" name="Straight Connector 419">
              <a:extLst>
                <a:ext uri="{FF2B5EF4-FFF2-40B4-BE49-F238E27FC236}">
                  <a16:creationId xmlns:a16="http://schemas.microsoft.com/office/drawing/2014/main" id="{508FC008-77F5-BE57-BF73-C669FEF64E6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2985" y="2619375"/>
              <a:ext cx="148590" cy="615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ED190455-BF84-5652-A763-E183EB93105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90625" y="2619375"/>
              <a:ext cx="1009650" cy="381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22">
              <a:extLst>
                <a:ext uri="{FF2B5EF4-FFF2-40B4-BE49-F238E27FC236}">
                  <a16:creationId xmlns:a16="http://schemas.microsoft.com/office/drawing/2014/main" id="{58935C4B-42F3-F437-86DB-9CED7548E4CD}"/>
                </a:ext>
              </a:extLst>
            </p:cNvPr>
            <p:cNvCxnSpPr>
              <a:cxnSpLocks/>
            </p:cNvCxnSpPr>
            <p:nvPr/>
          </p:nvCxnSpPr>
          <p:spPr>
            <a:xfrm>
              <a:off x="2192973" y="286956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FA570A62-B249-E2EA-7223-96F56E29B54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43025" y="2555875"/>
              <a:ext cx="854075" cy="323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7366D37F-867F-DAAB-6AB6-7C6A69D678A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46835" y="2495550"/>
              <a:ext cx="148590" cy="615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28">
              <a:extLst>
                <a:ext uri="{FF2B5EF4-FFF2-40B4-BE49-F238E27FC236}">
                  <a16:creationId xmlns:a16="http://schemas.microsoft.com/office/drawing/2014/main" id="{45DDE472-A7DF-AC68-D455-2124AC0A4B0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0825" y="2489200"/>
              <a:ext cx="838200" cy="320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32">
              <a:extLst>
                <a:ext uri="{FF2B5EF4-FFF2-40B4-BE49-F238E27FC236}">
                  <a16:creationId xmlns:a16="http://schemas.microsoft.com/office/drawing/2014/main" id="{8DE977B6-C8F7-2ACC-2BDB-E10967AB792C}"/>
                </a:ext>
              </a:extLst>
            </p:cNvPr>
            <p:cNvCxnSpPr>
              <a:cxnSpLocks/>
            </p:cNvCxnSpPr>
            <p:nvPr/>
          </p:nvCxnSpPr>
          <p:spPr>
            <a:xfrm>
              <a:off x="2351723" y="2682240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524113D0-779A-44D7-F9AF-40482FB05D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85925" y="2416175"/>
              <a:ext cx="666750" cy="2571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BEF5396E-5E56-934D-C94E-B98603BA088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89735" y="2362200"/>
              <a:ext cx="148590" cy="615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0A943782-7EAE-26FA-C90F-7580AB63F4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28800" y="2362200"/>
              <a:ext cx="546100" cy="203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195D77AD-C942-1075-DBF6-F8CC03FFA235}"/>
                </a:ext>
              </a:extLst>
            </p:cNvPr>
            <p:cNvCxnSpPr>
              <a:cxnSpLocks/>
            </p:cNvCxnSpPr>
            <p:nvPr/>
          </p:nvCxnSpPr>
          <p:spPr>
            <a:xfrm>
              <a:off x="2370773" y="2440940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C6FBE72C-80B6-39E7-CC68-5CED1B9DA4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35150" y="2228850"/>
              <a:ext cx="546100" cy="203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50CFE2EB-3D42-625A-F878-71A77164A3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32610" y="2025650"/>
              <a:ext cx="526415" cy="20447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43">
              <a:extLst>
                <a:ext uri="{FF2B5EF4-FFF2-40B4-BE49-F238E27FC236}">
                  <a16:creationId xmlns:a16="http://schemas.microsoft.com/office/drawing/2014/main" id="{77EF8D07-2D53-234D-6164-8693590DD655}"/>
                </a:ext>
              </a:extLst>
            </p:cNvPr>
            <p:cNvCxnSpPr>
              <a:cxnSpLocks/>
            </p:cNvCxnSpPr>
            <p:nvPr/>
          </p:nvCxnSpPr>
          <p:spPr>
            <a:xfrm>
              <a:off x="2351723" y="1511300"/>
              <a:ext cx="0" cy="50339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4787AB6B-C526-C126-613D-90734A6408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187892" y="1452245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46">
              <a:extLst>
                <a:ext uri="{FF2B5EF4-FFF2-40B4-BE49-F238E27FC236}">
                  <a16:creationId xmlns:a16="http://schemas.microsoft.com/office/drawing/2014/main" id="{A40B9FFC-8710-80FB-50F0-BA8BCDED22F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88210" y="1314450"/>
              <a:ext cx="332740" cy="14097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576">
              <a:extLst>
                <a:ext uri="{FF2B5EF4-FFF2-40B4-BE49-F238E27FC236}">
                  <a16:creationId xmlns:a16="http://schemas.microsoft.com/office/drawing/2014/main" id="{BF543E37-6459-50B5-4488-E09EB0CA6645}"/>
                </a:ext>
              </a:extLst>
            </p:cNvPr>
            <p:cNvCxnSpPr>
              <a:cxnSpLocks/>
            </p:cNvCxnSpPr>
            <p:nvPr/>
          </p:nvCxnSpPr>
          <p:spPr>
            <a:xfrm>
              <a:off x="2523173" y="1311275"/>
              <a:ext cx="0" cy="9302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Straight Connector 578">
              <a:extLst>
                <a:ext uri="{FF2B5EF4-FFF2-40B4-BE49-F238E27FC236}">
                  <a16:creationId xmlns:a16="http://schemas.microsoft.com/office/drawing/2014/main" id="{D25BC2B1-682E-DE69-97A9-0A6D0EAA32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30792" y="2239645"/>
              <a:ext cx="333058" cy="13208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Straight Connector 580">
              <a:extLst>
                <a:ext uri="{FF2B5EF4-FFF2-40B4-BE49-F238E27FC236}">
                  <a16:creationId xmlns:a16="http://schemas.microsoft.com/office/drawing/2014/main" id="{BA35CC17-F54F-41D6-1B13-19F952FB19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61310" y="2311400"/>
              <a:ext cx="148590" cy="615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581">
              <a:extLst>
                <a:ext uri="{FF2B5EF4-FFF2-40B4-BE49-F238E27FC236}">
                  <a16:creationId xmlns:a16="http://schemas.microsoft.com/office/drawing/2014/main" id="{94D56A42-CFBA-44CF-A8A8-A1FE8C3924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67317" y="2172970"/>
              <a:ext cx="333058" cy="13208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Connector 582">
              <a:extLst>
                <a:ext uri="{FF2B5EF4-FFF2-40B4-BE49-F238E27FC236}">
                  <a16:creationId xmlns:a16="http://schemas.microsoft.com/office/drawing/2014/main" id="{D1568314-4355-3777-81B8-A8CE8BF61EEB}"/>
                </a:ext>
              </a:extLst>
            </p:cNvPr>
            <p:cNvCxnSpPr>
              <a:cxnSpLocks/>
            </p:cNvCxnSpPr>
            <p:nvPr/>
          </p:nvCxnSpPr>
          <p:spPr>
            <a:xfrm>
              <a:off x="2675573" y="2034540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583">
              <a:extLst>
                <a:ext uri="{FF2B5EF4-FFF2-40B4-BE49-F238E27FC236}">
                  <a16:creationId xmlns:a16="http://schemas.microsoft.com/office/drawing/2014/main" id="{57D4B40C-E745-567E-AE3B-60F8D16A8918}"/>
                </a:ext>
              </a:extLst>
            </p:cNvPr>
            <p:cNvCxnSpPr>
              <a:cxnSpLocks/>
            </p:cNvCxnSpPr>
            <p:nvPr/>
          </p:nvCxnSpPr>
          <p:spPr>
            <a:xfrm>
              <a:off x="2685098" y="1774190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584">
              <a:extLst>
                <a:ext uri="{FF2B5EF4-FFF2-40B4-BE49-F238E27FC236}">
                  <a16:creationId xmlns:a16="http://schemas.microsoft.com/office/drawing/2014/main" id="{4F2EE0C8-0A9E-A28F-EB6E-C153298CD69B}"/>
                </a:ext>
              </a:extLst>
            </p:cNvPr>
            <p:cNvCxnSpPr>
              <a:cxnSpLocks/>
            </p:cNvCxnSpPr>
            <p:nvPr/>
          </p:nvCxnSpPr>
          <p:spPr>
            <a:xfrm>
              <a:off x="2685098" y="152336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585">
              <a:extLst>
                <a:ext uri="{FF2B5EF4-FFF2-40B4-BE49-F238E27FC236}">
                  <a16:creationId xmlns:a16="http://schemas.microsoft.com/office/drawing/2014/main" id="{AC44D64B-515D-D4C2-7F2A-9C5C0D03D038}"/>
                </a:ext>
              </a:extLst>
            </p:cNvPr>
            <p:cNvCxnSpPr>
              <a:cxnSpLocks/>
            </p:cNvCxnSpPr>
            <p:nvPr/>
          </p:nvCxnSpPr>
          <p:spPr>
            <a:xfrm>
              <a:off x="2685098" y="1272540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586">
              <a:extLst>
                <a:ext uri="{FF2B5EF4-FFF2-40B4-BE49-F238E27FC236}">
                  <a16:creationId xmlns:a16="http://schemas.microsoft.com/office/drawing/2014/main" id="{8385E340-021C-9865-7A2F-27ECA0C877A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70492" y="2030095"/>
              <a:ext cx="672783" cy="28448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588">
              <a:extLst>
                <a:ext uri="{FF2B5EF4-FFF2-40B4-BE49-F238E27FC236}">
                  <a16:creationId xmlns:a16="http://schemas.microsoft.com/office/drawing/2014/main" id="{CA11D7FA-EACB-BD0B-8A83-8C3645991401}"/>
                </a:ext>
              </a:extLst>
            </p:cNvPr>
            <p:cNvCxnSpPr>
              <a:cxnSpLocks/>
            </p:cNvCxnSpPr>
            <p:nvPr/>
          </p:nvCxnSpPr>
          <p:spPr>
            <a:xfrm>
              <a:off x="3345498" y="2186940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589">
              <a:extLst>
                <a:ext uri="{FF2B5EF4-FFF2-40B4-BE49-F238E27FC236}">
                  <a16:creationId xmlns:a16="http://schemas.microsoft.com/office/drawing/2014/main" id="{24396D5C-BECD-C661-1870-098FAD6520E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73667" y="1909445"/>
              <a:ext cx="672783" cy="28448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Connector 591">
              <a:extLst>
                <a:ext uri="{FF2B5EF4-FFF2-40B4-BE49-F238E27FC236}">
                  <a16:creationId xmlns:a16="http://schemas.microsoft.com/office/drawing/2014/main" id="{AE6A20D5-B934-3C1F-6433-64915F9634A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9542" y="1766570"/>
              <a:ext cx="825183" cy="33845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593">
              <a:extLst>
                <a:ext uri="{FF2B5EF4-FFF2-40B4-BE49-F238E27FC236}">
                  <a16:creationId xmlns:a16="http://schemas.microsoft.com/office/drawing/2014/main" id="{D30E8DFE-C6F6-BA52-6C70-E5D7B3A5B21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15360" y="2054225"/>
              <a:ext cx="148590" cy="615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594">
              <a:extLst>
                <a:ext uri="{FF2B5EF4-FFF2-40B4-BE49-F238E27FC236}">
                  <a16:creationId xmlns:a16="http://schemas.microsoft.com/office/drawing/2014/main" id="{E5A91D91-ABEF-6F52-7BB8-6E30D699AD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79700" y="1654175"/>
              <a:ext cx="990600" cy="3937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Straight Connector 596">
              <a:extLst>
                <a:ext uri="{FF2B5EF4-FFF2-40B4-BE49-F238E27FC236}">
                  <a16:creationId xmlns:a16="http://schemas.microsoft.com/office/drawing/2014/main" id="{55FD5221-AA8C-B813-DB6F-AAEA45119B7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92400" y="1517650"/>
              <a:ext cx="1301750" cy="5207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Straight Connector 599">
              <a:extLst>
                <a:ext uri="{FF2B5EF4-FFF2-40B4-BE49-F238E27FC236}">
                  <a16:creationId xmlns:a16="http://schemas.microsoft.com/office/drawing/2014/main" id="{053B5D15-2C25-3CA2-5ABC-D05C52244D8B}"/>
                </a:ext>
              </a:extLst>
            </p:cNvPr>
            <p:cNvCxnSpPr>
              <a:cxnSpLocks/>
            </p:cNvCxnSpPr>
            <p:nvPr/>
          </p:nvCxnSpPr>
          <p:spPr>
            <a:xfrm>
              <a:off x="4009073" y="192341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Straight Connector 600">
              <a:extLst>
                <a:ext uri="{FF2B5EF4-FFF2-40B4-BE49-F238E27FC236}">
                  <a16:creationId xmlns:a16="http://schemas.microsoft.com/office/drawing/2014/main" id="{9ACA4FB4-53B0-4BF6-8227-5325C624A6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89070" y="1712595"/>
              <a:ext cx="494665" cy="21082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Straight Connector 602">
              <a:extLst>
                <a:ext uri="{FF2B5EF4-FFF2-40B4-BE49-F238E27FC236}">
                  <a16:creationId xmlns:a16="http://schemas.microsoft.com/office/drawing/2014/main" id="{68572F5A-5263-2A49-7BF8-A7CA60C2A8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337367" y="1652270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603">
              <a:extLst>
                <a:ext uri="{FF2B5EF4-FFF2-40B4-BE49-F238E27FC236}">
                  <a16:creationId xmlns:a16="http://schemas.microsoft.com/office/drawing/2014/main" id="{4529A478-A0CA-CDEB-A888-BA28051426E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1750" y="1641475"/>
              <a:ext cx="504825" cy="2095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Straight Connector 606">
              <a:extLst>
                <a:ext uri="{FF2B5EF4-FFF2-40B4-BE49-F238E27FC236}">
                  <a16:creationId xmlns:a16="http://schemas.microsoft.com/office/drawing/2014/main" id="{74331A3E-046A-80B9-590C-548852D0D397}"/>
                </a:ext>
              </a:extLst>
            </p:cNvPr>
            <p:cNvCxnSpPr>
              <a:cxnSpLocks/>
            </p:cNvCxnSpPr>
            <p:nvPr/>
          </p:nvCxnSpPr>
          <p:spPr>
            <a:xfrm>
              <a:off x="3843973" y="172021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8" name="Straight Connector 607">
              <a:extLst>
                <a:ext uri="{FF2B5EF4-FFF2-40B4-BE49-F238E27FC236}">
                  <a16:creationId xmlns:a16="http://schemas.microsoft.com/office/drawing/2014/main" id="{E15353D8-198F-34F4-1307-04F68C5CB7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73792" y="1652270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Connector 608">
              <a:extLst>
                <a:ext uri="{FF2B5EF4-FFF2-40B4-BE49-F238E27FC236}">
                  <a16:creationId xmlns:a16="http://schemas.microsoft.com/office/drawing/2014/main" id="{E88167E5-7464-9D74-0D6B-AB2F0D144663}"/>
                </a:ext>
              </a:extLst>
            </p:cNvPr>
            <p:cNvCxnSpPr>
              <a:cxnSpLocks/>
            </p:cNvCxnSpPr>
            <p:nvPr/>
          </p:nvCxnSpPr>
          <p:spPr>
            <a:xfrm>
              <a:off x="3678873" y="163766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0" name="Straight Connector 609">
              <a:extLst>
                <a:ext uri="{FF2B5EF4-FFF2-40B4-BE49-F238E27FC236}">
                  <a16:creationId xmlns:a16="http://schemas.microsoft.com/office/drawing/2014/main" id="{1043492A-8BBA-96F5-CE93-23D2A89F6AE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6050" y="1412875"/>
              <a:ext cx="993298" cy="3711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2" name="Straight Connector 611">
              <a:extLst>
                <a:ext uri="{FF2B5EF4-FFF2-40B4-BE49-F238E27FC236}">
                  <a16:creationId xmlns:a16="http://schemas.microsoft.com/office/drawing/2014/main" id="{DC2037FE-F391-AFB5-8017-747449AD47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686050" y="1276350"/>
              <a:ext cx="844550" cy="320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5" name="Straight Connector 614">
              <a:extLst>
                <a:ext uri="{FF2B5EF4-FFF2-40B4-BE49-F238E27FC236}">
                  <a16:creationId xmlns:a16="http://schemas.microsoft.com/office/drawing/2014/main" id="{61BFAA55-2E8B-F077-E902-B20AFB59F3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21710" y="1530350"/>
              <a:ext cx="148590" cy="615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Straight Connector 615">
              <a:extLst>
                <a:ext uri="{FF2B5EF4-FFF2-40B4-BE49-F238E27FC236}">
                  <a16:creationId xmlns:a16="http://schemas.microsoft.com/office/drawing/2014/main" id="{03C4BBCE-01EE-451E-3A29-C81280DC4AD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22575" y="1206500"/>
              <a:ext cx="844550" cy="320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618">
              <a:extLst>
                <a:ext uri="{FF2B5EF4-FFF2-40B4-BE49-F238E27FC236}">
                  <a16:creationId xmlns:a16="http://schemas.microsoft.com/office/drawing/2014/main" id="{34B11830-1B35-2647-1951-4E15CEB8D3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26385" y="1143000"/>
              <a:ext cx="148590" cy="615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Straight Connector 619">
              <a:extLst>
                <a:ext uri="{FF2B5EF4-FFF2-40B4-BE49-F238E27FC236}">
                  <a16:creationId xmlns:a16="http://schemas.microsoft.com/office/drawing/2014/main" id="{205C4FBB-672B-F7A3-ACDC-0C3285386DC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71800" y="1136650"/>
              <a:ext cx="844550" cy="320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1" name="Straight Connector 620">
              <a:extLst>
                <a:ext uri="{FF2B5EF4-FFF2-40B4-BE49-F238E27FC236}">
                  <a16:creationId xmlns:a16="http://schemas.microsoft.com/office/drawing/2014/main" id="{0ADC11B6-3B66-7A96-443D-1EF095197E75}"/>
                </a:ext>
              </a:extLst>
            </p:cNvPr>
            <p:cNvCxnSpPr>
              <a:cxnSpLocks/>
            </p:cNvCxnSpPr>
            <p:nvPr/>
          </p:nvCxnSpPr>
          <p:spPr>
            <a:xfrm>
              <a:off x="3821748" y="1342390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2" name="Straight Connector 621">
              <a:extLst>
                <a:ext uri="{FF2B5EF4-FFF2-40B4-BE49-F238E27FC236}">
                  <a16:creationId xmlns:a16="http://schemas.microsoft.com/office/drawing/2014/main" id="{51616B6F-FB38-D5EB-DEA2-53DBB415954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23335" y="1206500"/>
              <a:ext cx="348615" cy="14097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Straight Connector 623">
              <a:extLst>
                <a:ext uri="{FF2B5EF4-FFF2-40B4-BE49-F238E27FC236}">
                  <a16:creationId xmlns:a16="http://schemas.microsoft.com/office/drawing/2014/main" id="{8E6C7FB8-C93B-3519-0BA7-A512FEAA56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75442" y="1198245"/>
              <a:ext cx="329883" cy="1257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Straight Connector 625">
              <a:extLst>
                <a:ext uri="{FF2B5EF4-FFF2-40B4-BE49-F238E27FC236}">
                  <a16:creationId xmlns:a16="http://schemas.microsoft.com/office/drawing/2014/main" id="{0086EDC6-C731-987A-36EC-81BC11495135}"/>
                </a:ext>
              </a:extLst>
            </p:cNvPr>
            <p:cNvCxnSpPr>
              <a:cxnSpLocks/>
            </p:cNvCxnSpPr>
            <p:nvPr/>
          </p:nvCxnSpPr>
          <p:spPr>
            <a:xfrm>
              <a:off x="4507548" y="119951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Connector 626">
              <a:extLst>
                <a:ext uri="{FF2B5EF4-FFF2-40B4-BE49-F238E27FC236}">
                  <a16:creationId xmlns:a16="http://schemas.microsoft.com/office/drawing/2014/main" id="{26BB2E69-E796-8D87-3949-21D70AB0856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78617" y="1071245"/>
              <a:ext cx="329883" cy="1257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627">
              <a:extLst>
                <a:ext uri="{FF2B5EF4-FFF2-40B4-BE49-F238E27FC236}">
                  <a16:creationId xmlns:a16="http://schemas.microsoft.com/office/drawing/2014/main" id="{DE722A92-F38F-3238-6133-753BA9A953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67125" y="1069975"/>
              <a:ext cx="514350" cy="203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0" name="Straight Connector 629">
              <a:extLst>
                <a:ext uri="{FF2B5EF4-FFF2-40B4-BE49-F238E27FC236}">
                  <a16:creationId xmlns:a16="http://schemas.microsoft.com/office/drawing/2014/main" id="{D8D0C0B9-00F9-1A2B-42DF-6AD39FF4CC7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95675" y="1203325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631">
              <a:extLst>
                <a:ext uri="{FF2B5EF4-FFF2-40B4-BE49-F238E27FC236}">
                  <a16:creationId xmlns:a16="http://schemas.microsoft.com/office/drawing/2014/main" id="{BFC6A271-F4E9-4122-7086-000548048D0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78175" y="1073150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Straight Connector 632">
              <a:extLst>
                <a:ext uri="{FF2B5EF4-FFF2-40B4-BE49-F238E27FC236}">
                  <a16:creationId xmlns:a16="http://schemas.microsoft.com/office/drawing/2014/main" id="{3A08DA57-4B68-106E-87E8-4209A4F6DC7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02025" y="1000125"/>
              <a:ext cx="514350" cy="203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633">
              <a:extLst>
                <a:ext uri="{FF2B5EF4-FFF2-40B4-BE49-F238E27FC236}">
                  <a16:creationId xmlns:a16="http://schemas.microsoft.com/office/drawing/2014/main" id="{F74D8B49-A612-0DC4-FEEE-9CF854F805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838575" y="936625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5" name="Straight Connector 634">
              <a:extLst>
                <a:ext uri="{FF2B5EF4-FFF2-40B4-BE49-F238E27FC236}">
                  <a16:creationId xmlns:a16="http://schemas.microsoft.com/office/drawing/2014/main" id="{9C367141-7DEA-614A-D3F8-9318587EFD8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82975" y="800100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Straight Connector 636">
              <a:extLst>
                <a:ext uri="{FF2B5EF4-FFF2-40B4-BE49-F238E27FC236}">
                  <a16:creationId xmlns:a16="http://schemas.microsoft.com/office/drawing/2014/main" id="{473E65DA-F04B-2C43-FE54-CA8ABCC8089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43275" y="939800"/>
              <a:ext cx="514350" cy="203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Straight Connector 637">
              <a:extLst>
                <a:ext uri="{FF2B5EF4-FFF2-40B4-BE49-F238E27FC236}">
                  <a16:creationId xmlns:a16="http://schemas.microsoft.com/office/drawing/2014/main" id="{8707740E-B3FC-5D1A-3D19-F5F65C996B2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62300" y="866775"/>
              <a:ext cx="514350" cy="203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Connector 638">
              <a:extLst>
                <a:ext uri="{FF2B5EF4-FFF2-40B4-BE49-F238E27FC236}">
                  <a16:creationId xmlns:a16="http://schemas.microsoft.com/office/drawing/2014/main" id="{48B11AA0-F972-E6B8-7105-A28A1BDCBC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9125" y="803275"/>
              <a:ext cx="339725" cy="1301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0" name="Straight Connector 639">
              <a:extLst>
                <a:ext uri="{FF2B5EF4-FFF2-40B4-BE49-F238E27FC236}">
                  <a16:creationId xmlns:a16="http://schemas.microsoft.com/office/drawing/2014/main" id="{0CBFF982-BB59-6579-41AA-372AC7929F16}"/>
                </a:ext>
              </a:extLst>
            </p:cNvPr>
            <p:cNvCxnSpPr>
              <a:cxnSpLocks/>
            </p:cNvCxnSpPr>
            <p:nvPr/>
          </p:nvCxnSpPr>
          <p:spPr>
            <a:xfrm>
              <a:off x="3164681" y="808037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640">
              <a:extLst>
                <a:ext uri="{FF2B5EF4-FFF2-40B4-BE49-F238E27FC236}">
                  <a16:creationId xmlns:a16="http://schemas.microsoft.com/office/drawing/2014/main" id="{54099BFD-C519-1ABB-4AA4-E479FF83B3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62300" y="742950"/>
              <a:ext cx="184150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Straight Connector 642">
              <a:extLst>
                <a:ext uri="{FF2B5EF4-FFF2-40B4-BE49-F238E27FC236}">
                  <a16:creationId xmlns:a16="http://schemas.microsoft.com/office/drawing/2014/main" id="{BAD81D1D-547B-EACE-9C3F-1B550FC58B2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013075" y="625475"/>
              <a:ext cx="314325" cy="1174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5" name="Straight Connector 644">
              <a:extLst>
                <a:ext uri="{FF2B5EF4-FFF2-40B4-BE49-F238E27FC236}">
                  <a16:creationId xmlns:a16="http://schemas.microsoft.com/office/drawing/2014/main" id="{C35EA89A-08F6-5640-F7E9-9635C0E0DFA0}"/>
                </a:ext>
              </a:extLst>
            </p:cNvPr>
            <p:cNvCxnSpPr>
              <a:cxnSpLocks/>
            </p:cNvCxnSpPr>
            <p:nvPr/>
          </p:nvCxnSpPr>
          <p:spPr>
            <a:xfrm>
              <a:off x="3008948" y="621665"/>
              <a:ext cx="0" cy="38163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Straight Connector 645">
              <a:extLst>
                <a:ext uri="{FF2B5EF4-FFF2-40B4-BE49-F238E27FC236}">
                  <a16:creationId xmlns:a16="http://schemas.microsoft.com/office/drawing/2014/main" id="{74BA612D-CE03-E41E-903C-D05EF461274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4400" y="1011396"/>
              <a:ext cx="497523" cy="19827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651">
              <a:extLst>
                <a:ext uri="{FF2B5EF4-FFF2-40B4-BE49-F238E27FC236}">
                  <a16:creationId xmlns:a16="http://schemas.microsoft.com/office/drawing/2014/main" id="{32E77EC4-33E8-60CD-4BBC-DC53431BBB2C}"/>
                </a:ext>
              </a:extLst>
            </p:cNvPr>
            <p:cNvCxnSpPr>
              <a:cxnSpLocks/>
            </p:cNvCxnSpPr>
            <p:nvPr/>
          </p:nvCxnSpPr>
          <p:spPr>
            <a:xfrm>
              <a:off x="2189956" y="1081087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3" name="Straight Connector 652">
              <a:extLst>
                <a:ext uri="{FF2B5EF4-FFF2-40B4-BE49-F238E27FC236}">
                  <a16:creationId xmlns:a16="http://schemas.microsoft.com/office/drawing/2014/main" id="{1BB3CE00-8881-B73E-02C9-A027C07A5E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1225" y="887571"/>
              <a:ext cx="497523" cy="19827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Straight Connector 654">
              <a:extLst>
                <a:ext uri="{FF2B5EF4-FFF2-40B4-BE49-F238E27FC236}">
                  <a16:creationId xmlns:a16="http://schemas.microsoft.com/office/drawing/2014/main" id="{0FE39768-BEA4-B7D7-06ED-309856C90F29}"/>
                </a:ext>
              </a:extLst>
            </p:cNvPr>
            <p:cNvCxnSpPr>
              <a:cxnSpLocks/>
            </p:cNvCxnSpPr>
            <p:nvPr/>
          </p:nvCxnSpPr>
          <p:spPr>
            <a:xfrm>
              <a:off x="2685256" y="757237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655">
              <a:extLst>
                <a:ext uri="{FF2B5EF4-FFF2-40B4-BE49-F238E27FC236}">
                  <a16:creationId xmlns:a16="http://schemas.microsoft.com/office/drawing/2014/main" id="{B0605AD2-366B-EF1C-242C-6E0DB65F0A7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74875" y="747871"/>
              <a:ext cx="497523" cy="19827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Straight Connector 656">
              <a:extLst>
                <a:ext uri="{FF2B5EF4-FFF2-40B4-BE49-F238E27FC236}">
                  <a16:creationId xmlns:a16="http://schemas.microsoft.com/office/drawing/2014/main" id="{582E3B7A-E85E-B51F-DC22-D9CBF0A6CA0A}"/>
                </a:ext>
              </a:extLst>
            </p:cNvPr>
            <p:cNvCxnSpPr>
              <a:cxnSpLocks/>
            </p:cNvCxnSpPr>
            <p:nvPr/>
          </p:nvCxnSpPr>
          <p:spPr>
            <a:xfrm>
              <a:off x="2180431" y="81756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658">
              <a:extLst>
                <a:ext uri="{FF2B5EF4-FFF2-40B4-BE49-F238E27FC236}">
                  <a16:creationId xmlns:a16="http://schemas.microsoft.com/office/drawing/2014/main" id="{351A922C-0491-75F8-93D9-947BA734BB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71700" y="624046"/>
              <a:ext cx="497523" cy="19827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659">
              <a:extLst>
                <a:ext uri="{FF2B5EF4-FFF2-40B4-BE49-F238E27FC236}">
                  <a16:creationId xmlns:a16="http://schemas.microsoft.com/office/drawing/2014/main" id="{11D894EB-F9D1-20E4-55EC-67998D54F227}"/>
                </a:ext>
              </a:extLst>
            </p:cNvPr>
            <p:cNvCxnSpPr>
              <a:cxnSpLocks/>
            </p:cNvCxnSpPr>
            <p:nvPr/>
          </p:nvCxnSpPr>
          <p:spPr>
            <a:xfrm>
              <a:off x="2675731" y="49371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1" name="Straight Connector 660">
              <a:extLst>
                <a:ext uri="{FF2B5EF4-FFF2-40B4-BE49-F238E27FC236}">
                  <a16:creationId xmlns:a16="http://schemas.microsoft.com/office/drawing/2014/main" id="{B31F69C0-2F58-5ED4-C52C-A9A4D34C34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90750" y="487521"/>
              <a:ext cx="497523" cy="19827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661">
              <a:extLst>
                <a:ext uri="{FF2B5EF4-FFF2-40B4-BE49-F238E27FC236}">
                  <a16:creationId xmlns:a16="http://schemas.microsoft.com/office/drawing/2014/main" id="{7AC149F6-C789-C449-7760-463F123CD0AA}"/>
                </a:ext>
              </a:extLst>
            </p:cNvPr>
            <p:cNvCxnSpPr>
              <a:cxnSpLocks/>
            </p:cNvCxnSpPr>
            <p:nvPr/>
          </p:nvCxnSpPr>
          <p:spPr>
            <a:xfrm>
              <a:off x="2196306" y="55721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3" name="Straight Connector 662">
              <a:extLst>
                <a:ext uri="{FF2B5EF4-FFF2-40B4-BE49-F238E27FC236}">
                  <a16:creationId xmlns:a16="http://schemas.microsoft.com/office/drawing/2014/main" id="{BCC27F3C-CE07-5EA2-B5D2-FEE81F61262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7575" y="307975"/>
              <a:ext cx="657225" cy="254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6" name="Straight Connector 665">
              <a:extLst>
                <a:ext uri="{FF2B5EF4-FFF2-40B4-BE49-F238E27FC236}">
                  <a16:creationId xmlns:a16="http://schemas.microsoft.com/office/drawing/2014/main" id="{C903CF37-B49A-C2C4-0EA9-2B3CBBD1E4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54325" y="307975"/>
              <a:ext cx="314325" cy="1174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7" name="Straight Connector 666">
              <a:extLst>
                <a:ext uri="{FF2B5EF4-FFF2-40B4-BE49-F238E27FC236}">
                  <a16:creationId xmlns:a16="http://schemas.microsoft.com/office/drawing/2014/main" id="{F0C7363D-18A9-9EFB-7E16-E7AF7FB145BE}"/>
                </a:ext>
              </a:extLst>
            </p:cNvPr>
            <p:cNvCxnSpPr>
              <a:cxnSpLocks/>
            </p:cNvCxnSpPr>
            <p:nvPr/>
          </p:nvCxnSpPr>
          <p:spPr>
            <a:xfrm>
              <a:off x="3171031" y="30956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8" name="Straight Connector 667">
              <a:extLst>
                <a:ext uri="{FF2B5EF4-FFF2-40B4-BE49-F238E27FC236}">
                  <a16:creationId xmlns:a16="http://schemas.microsoft.com/office/drawing/2014/main" id="{0CF6BBB3-534D-968F-32FF-D6FD407B10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178175" y="301625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9" name="Straight Connector 668">
              <a:extLst>
                <a:ext uri="{FF2B5EF4-FFF2-40B4-BE49-F238E27FC236}">
                  <a16:creationId xmlns:a16="http://schemas.microsoft.com/office/drawing/2014/main" id="{5AB2423F-DB7F-3603-F1BA-E329027A3FA3}"/>
                </a:ext>
              </a:extLst>
            </p:cNvPr>
            <p:cNvCxnSpPr>
              <a:cxnSpLocks/>
            </p:cNvCxnSpPr>
            <p:nvPr/>
          </p:nvCxnSpPr>
          <p:spPr>
            <a:xfrm>
              <a:off x="3342481" y="369887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0" name="Straight Connector 669">
              <a:extLst>
                <a:ext uri="{FF2B5EF4-FFF2-40B4-BE49-F238E27FC236}">
                  <a16:creationId xmlns:a16="http://schemas.microsoft.com/office/drawing/2014/main" id="{70763AC5-8078-6006-2C30-B4821D051C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46450" y="434975"/>
              <a:ext cx="165100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2" name="Straight Connector 991">
              <a:extLst>
                <a:ext uri="{FF2B5EF4-FFF2-40B4-BE49-F238E27FC236}">
                  <a16:creationId xmlns:a16="http://schemas.microsoft.com/office/drawing/2014/main" id="{F1FF39FD-9FC4-F251-16DC-CEED1306617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05200" y="561975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3" name="Straight Connector 992">
              <a:extLst>
                <a:ext uri="{FF2B5EF4-FFF2-40B4-BE49-F238E27FC236}">
                  <a16:creationId xmlns:a16="http://schemas.microsoft.com/office/drawing/2014/main" id="{12625BE9-6485-58A3-EB0D-795408AFE0A4}"/>
                </a:ext>
              </a:extLst>
            </p:cNvPr>
            <p:cNvCxnSpPr>
              <a:cxnSpLocks/>
            </p:cNvCxnSpPr>
            <p:nvPr/>
          </p:nvCxnSpPr>
          <p:spPr>
            <a:xfrm>
              <a:off x="3513931" y="43656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4" name="Straight Connector 993">
              <a:extLst>
                <a:ext uri="{FF2B5EF4-FFF2-40B4-BE49-F238E27FC236}">
                  <a16:creationId xmlns:a16="http://schemas.microsoft.com/office/drawing/2014/main" id="{C7917A9B-0D1A-6A59-DAA8-2CFD3D46D642}"/>
                </a:ext>
              </a:extLst>
            </p:cNvPr>
            <p:cNvCxnSpPr>
              <a:cxnSpLocks/>
            </p:cNvCxnSpPr>
            <p:nvPr/>
          </p:nvCxnSpPr>
          <p:spPr>
            <a:xfrm>
              <a:off x="3666331" y="355600"/>
              <a:ext cx="0" cy="2674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6" name="Straight Connector 995">
              <a:extLst>
                <a:ext uri="{FF2B5EF4-FFF2-40B4-BE49-F238E27FC236}">
                  <a16:creationId xmlns:a16="http://schemas.microsoft.com/office/drawing/2014/main" id="{0917A5E7-F7AB-C610-7A63-D99AE3303F0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663950" y="361950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7" name="Straight Connector 996">
              <a:extLst>
                <a:ext uri="{FF2B5EF4-FFF2-40B4-BE49-F238E27FC236}">
                  <a16:creationId xmlns:a16="http://schemas.microsoft.com/office/drawing/2014/main" id="{1E535851-994C-7261-30A6-6E1649281D5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38575" y="368300"/>
              <a:ext cx="165100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8" name="Straight Connector 997">
              <a:extLst>
                <a:ext uri="{FF2B5EF4-FFF2-40B4-BE49-F238E27FC236}">
                  <a16:creationId xmlns:a16="http://schemas.microsoft.com/office/drawing/2014/main" id="{95979981-2821-036A-BC96-C6C4BB41EF7C}"/>
                </a:ext>
              </a:extLst>
            </p:cNvPr>
            <p:cNvCxnSpPr>
              <a:cxnSpLocks/>
            </p:cNvCxnSpPr>
            <p:nvPr/>
          </p:nvCxnSpPr>
          <p:spPr>
            <a:xfrm>
              <a:off x="3831431" y="428625"/>
              <a:ext cx="0" cy="2674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9" name="Straight Connector 998">
              <a:extLst>
                <a:ext uri="{FF2B5EF4-FFF2-40B4-BE49-F238E27FC236}">
                  <a16:creationId xmlns:a16="http://schemas.microsoft.com/office/drawing/2014/main" id="{0607AC54-80F5-7A01-D8AE-0A6B14E40B8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38575" y="552450"/>
              <a:ext cx="333375" cy="1301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1" name="Straight Connector 1000">
              <a:extLst>
                <a:ext uri="{FF2B5EF4-FFF2-40B4-BE49-F238E27FC236}">
                  <a16:creationId xmlns:a16="http://schemas.microsoft.com/office/drawing/2014/main" id="{BAED8ECA-4792-5D67-6C02-42CC0358538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68775" y="565150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2" name="Straight Connector 1001">
              <a:extLst>
                <a:ext uri="{FF2B5EF4-FFF2-40B4-BE49-F238E27FC236}">
                  <a16:creationId xmlns:a16="http://schemas.microsoft.com/office/drawing/2014/main" id="{DE46A652-28D6-700A-C7F0-D3EEC65165F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46575" y="565150"/>
              <a:ext cx="165100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3" name="Straight Connector 1002">
              <a:extLst>
                <a:ext uri="{FF2B5EF4-FFF2-40B4-BE49-F238E27FC236}">
                  <a16:creationId xmlns:a16="http://schemas.microsoft.com/office/drawing/2014/main" id="{F5AF13FD-E95C-2FC0-1C11-E919E6E45726}"/>
                </a:ext>
              </a:extLst>
            </p:cNvPr>
            <p:cNvCxnSpPr>
              <a:cxnSpLocks/>
            </p:cNvCxnSpPr>
            <p:nvPr/>
          </p:nvCxnSpPr>
          <p:spPr>
            <a:xfrm>
              <a:off x="4504531" y="54451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4" name="Straight Connector 1003">
              <a:extLst>
                <a:ext uri="{FF2B5EF4-FFF2-40B4-BE49-F238E27FC236}">
                  <a16:creationId xmlns:a16="http://schemas.microsoft.com/office/drawing/2014/main" id="{B2DD785F-97A2-6DCB-9052-69764B1D8A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40225" y="673100"/>
              <a:ext cx="165100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5" name="Straight Connector 1004">
              <a:extLst>
                <a:ext uri="{FF2B5EF4-FFF2-40B4-BE49-F238E27FC236}">
                  <a16:creationId xmlns:a16="http://schemas.microsoft.com/office/drawing/2014/main" id="{B02133EC-F1AE-A3B3-4D5E-162E596F598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62425" y="666750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6" name="Straight Connector 1005">
              <a:extLst>
                <a:ext uri="{FF2B5EF4-FFF2-40B4-BE49-F238E27FC236}">
                  <a16:creationId xmlns:a16="http://schemas.microsoft.com/office/drawing/2014/main" id="{BF38085D-F734-567A-D184-268F3BAA34FE}"/>
                </a:ext>
              </a:extLst>
            </p:cNvPr>
            <p:cNvCxnSpPr>
              <a:cxnSpLocks/>
            </p:cNvCxnSpPr>
            <p:nvPr/>
          </p:nvCxnSpPr>
          <p:spPr>
            <a:xfrm>
              <a:off x="4155281" y="66516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7" name="Straight Connector 1006">
              <a:extLst>
                <a:ext uri="{FF2B5EF4-FFF2-40B4-BE49-F238E27FC236}">
                  <a16:creationId xmlns:a16="http://schemas.microsoft.com/office/drawing/2014/main" id="{5D568E2B-AD6B-CA61-1771-D9C8C44F968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156075" y="800100"/>
              <a:ext cx="692150" cy="2857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9" name="Straight Connector 1008">
              <a:extLst>
                <a:ext uri="{FF2B5EF4-FFF2-40B4-BE49-F238E27FC236}">
                  <a16:creationId xmlns:a16="http://schemas.microsoft.com/office/drawing/2014/main" id="{CAB557D8-B672-AD82-AB9A-EC6C9DFD17F9}"/>
                </a:ext>
              </a:extLst>
            </p:cNvPr>
            <p:cNvCxnSpPr>
              <a:cxnSpLocks/>
            </p:cNvCxnSpPr>
            <p:nvPr/>
          </p:nvCxnSpPr>
          <p:spPr>
            <a:xfrm>
              <a:off x="4837906" y="1081087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0" name="Straight Connector 1009">
              <a:extLst>
                <a:ext uri="{FF2B5EF4-FFF2-40B4-BE49-F238E27FC236}">
                  <a16:creationId xmlns:a16="http://schemas.microsoft.com/office/drawing/2014/main" id="{851B2558-E0D4-18C2-61C4-DCCCD5D7FFA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826000" y="1139825"/>
              <a:ext cx="190500" cy="79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2" name="Straight Connector 1011">
              <a:extLst>
                <a:ext uri="{FF2B5EF4-FFF2-40B4-BE49-F238E27FC236}">
                  <a16:creationId xmlns:a16="http://schemas.microsoft.com/office/drawing/2014/main" id="{C8E6952C-F63F-3C6C-9835-3129806009E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022850" y="1139825"/>
              <a:ext cx="803275" cy="320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4" name="Straight Connector 1013">
              <a:extLst>
                <a:ext uri="{FF2B5EF4-FFF2-40B4-BE49-F238E27FC236}">
                  <a16:creationId xmlns:a16="http://schemas.microsoft.com/office/drawing/2014/main" id="{E44FB1D2-4591-F46F-7C19-F66FC7ACD77B}"/>
                </a:ext>
              </a:extLst>
            </p:cNvPr>
            <p:cNvCxnSpPr>
              <a:cxnSpLocks/>
            </p:cNvCxnSpPr>
            <p:nvPr/>
          </p:nvCxnSpPr>
          <p:spPr>
            <a:xfrm>
              <a:off x="5822156" y="145891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7" name="Straight Connector 1016">
              <a:extLst>
                <a:ext uri="{FF2B5EF4-FFF2-40B4-BE49-F238E27FC236}">
                  <a16:creationId xmlns:a16="http://schemas.microsoft.com/office/drawing/2014/main" id="{B1C234AC-41B4-393F-939A-DD7272BF99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11900" y="1711325"/>
              <a:ext cx="190500" cy="79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8" name="Straight Connector 1017">
              <a:extLst>
                <a:ext uri="{FF2B5EF4-FFF2-40B4-BE49-F238E27FC236}">
                  <a16:creationId xmlns:a16="http://schemas.microsoft.com/office/drawing/2014/main" id="{96EB9810-9AF4-3677-92F7-7106575954B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26125" y="1517650"/>
              <a:ext cx="190500" cy="79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0" name="Straight Connector 1019">
              <a:extLst>
                <a:ext uri="{FF2B5EF4-FFF2-40B4-BE49-F238E27FC236}">
                  <a16:creationId xmlns:a16="http://schemas.microsoft.com/office/drawing/2014/main" id="{FD04AFD5-F20B-468F-194D-2C81287713D1}"/>
                </a:ext>
              </a:extLst>
            </p:cNvPr>
            <p:cNvCxnSpPr>
              <a:cxnSpLocks/>
            </p:cNvCxnSpPr>
            <p:nvPr/>
          </p:nvCxnSpPr>
          <p:spPr>
            <a:xfrm>
              <a:off x="6009481" y="1519237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1" name="Straight Connector 1020">
              <a:extLst>
                <a:ext uri="{FF2B5EF4-FFF2-40B4-BE49-F238E27FC236}">
                  <a16:creationId xmlns:a16="http://schemas.microsoft.com/office/drawing/2014/main" id="{29FED94B-8899-8061-D42C-C88FB264143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97575" y="1587500"/>
              <a:ext cx="190500" cy="79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2" name="Straight Connector 1021">
              <a:extLst>
                <a:ext uri="{FF2B5EF4-FFF2-40B4-BE49-F238E27FC236}">
                  <a16:creationId xmlns:a16="http://schemas.microsoft.com/office/drawing/2014/main" id="{EDAE3C34-C149-4160-5CE0-3C6C4EB8C851}"/>
                </a:ext>
              </a:extLst>
            </p:cNvPr>
            <p:cNvCxnSpPr>
              <a:cxnSpLocks/>
            </p:cNvCxnSpPr>
            <p:nvPr/>
          </p:nvCxnSpPr>
          <p:spPr>
            <a:xfrm>
              <a:off x="6180931" y="1589087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3" name="Straight Connector 1022">
              <a:extLst>
                <a:ext uri="{FF2B5EF4-FFF2-40B4-BE49-F238E27FC236}">
                  <a16:creationId xmlns:a16="http://schemas.microsoft.com/office/drawing/2014/main" id="{27112F74-2A09-887C-802F-6A3AE96FABF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59500" y="1647825"/>
              <a:ext cx="190500" cy="79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4" name="Straight Connector 1023">
              <a:extLst>
                <a:ext uri="{FF2B5EF4-FFF2-40B4-BE49-F238E27FC236}">
                  <a16:creationId xmlns:a16="http://schemas.microsoft.com/office/drawing/2014/main" id="{68DBFB17-DC09-3BF6-34A4-6FA28DF3FD00}"/>
                </a:ext>
              </a:extLst>
            </p:cNvPr>
            <p:cNvCxnSpPr>
              <a:cxnSpLocks/>
            </p:cNvCxnSpPr>
            <p:nvPr/>
          </p:nvCxnSpPr>
          <p:spPr>
            <a:xfrm>
              <a:off x="6326981" y="165576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5" name="Straight Connector 1024">
              <a:extLst>
                <a:ext uri="{FF2B5EF4-FFF2-40B4-BE49-F238E27FC236}">
                  <a16:creationId xmlns:a16="http://schemas.microsoft.com/office/drawing/2014/main" id="{E02EC919-8A72-BCA8-97A8-F8DA8255364D}"/>
                </a:ext>
              </a:extLst>
            </p:cNvPr>
            <p:cNvCxnSpPr>
              <a:cxnSpLocks/>
            </p:cNvCxnSpPr>
            <p:nvPr/>
          </p:nvCxnSpPr>
          <p:spPr>
            <a:xfrm>
              <a:off x="6507956" y="159226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6" name="Straight Connector 1025">
              <a:extLst>
                <a:ext uri="{FF2B5EF4-FFF2-40B4-BE49-F238E27FC236}">
                  <a16:creationId xmlns:a16="http://schemas.microsoft.com/office/drawing/2014/main" id="{8EF658EE-6E35-338D-2874-CD11357226E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19775" y="1323975"/>
              <a:ext cx="701675" cy="2667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8" name="Straight Connector 1027">
              <a:extLst>
                <a:ext uri="{FF2B5EF4-FFF2-40B4-BE49-F238E27FC236}">
                  <a16:creationId xmlns:a16="http://schemas.microsoft.com/office/drawing/2014/main" id="{8D6290A6-750D-DE54-4FD2-5CE6C0751F00}"/>
                </a:ext>
              </a:extLst>
            </p:cNvPr>
            <p:cNvCxnSpPr>
              <a:cxnSpLocks/>
            </p:cNvCxnSpPr>
            <p:nvPr/>
          </p:nvCxnSpPr>
          <p:spPr>
            <a:xfrm>
              <a:off x="5815806" y="118586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0" name="Straight Connector 1029">
              <a:extLst>
                <a:ext uri="{FF2B5EF4-FFF2-40B4-BE49-F238E27FC236}">
                  <a16:creationId xmlns:a16="http://schemas.microsoft.com/office/drawing/2014/main" id="{A550EB6D-5687-6EF6-43ED-23A1B2C2E3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10250" y="1184275"/>
              <a:ext cx="841375" cy="333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2" name="Straight Connector 1031">
              <a:extLst>
                <a:ext uri="{FF2B5EF4-FFF2-40B4-BE49-F238E27FC236}">
                  <a16:creationId xmlns:a16="http://schemas.microsoft.com/office/drawing/2014/main" id="{CD10CFFC-5466-B8A6-5962-41CB3CFB34B9}"/>
                </a:ext>
              </a:extLst>
            </p:cNvPr>
            <p:cNvCxnSpPr>
              <a:cxnSpLocks/>
            </p:cNvCxnSpPr>
            <p:nvPr/>
          </p:nvCxnSpPr>
          <p:spPr>
            <a:xfrm>
              <a:off x="5822156" y="93821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3" name="Straight Connector 1032">
              <a:extLst>
                <a:ext uri="{FF2B5EF4-FFF2-40B4-BE49-F238E27FC236}">
                  <a16:creationId xmlns:a16="http://schemas.microsoft.com/office/drawing/2014/main" id="{2CC491B9-B78D-D193-CE40-557BE9379EE6}"/>
                </a:ext>
              </a:extLst>
            </p:cNvPr>
            <p:cNvCxnSpPr>
              <a:cxnSpLocks/>
            </p:cNvCxnSpPr>
            <p:nvPr/>
          </p:nvCxnSpPr>
          <p:spPr>
            <a:xfrm>
              <a:off x="5822156" y="674687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4" name="Straight Connector 1033">
              <a:extLst>
                <a:ext uri="{FF2B5EF4-FFF2-40B4-BE49-F238E27FC236}">
                  <a16:creationId xmlns:a16="http://schemas.microsoft.com/office/drawing/2014/main" id="{947A6F57-FF0D-5F7C-AAB3-450CD98FDA67}"/>
                </a:ext>
              </a:extLst>
            </p:cNvPr>
            <p:cNvCxnSpPr>
              <a:cxnSpLocks/>
            </p:cNvCxnSpPr>
            <p:nvPr/>
          </p:nvCxnSpPr>
          <p:spPr>
            <a:xfrm>
              <a:off x="6657181" y="1385887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5" name="Straight Connector 1034">
              <a:extLst>
                <a:ext uri="{FF2B5EF4-FFF2-40B4-BE49-F238E27FC236}">
                  <a16:creationId xmlns:a16="http://schemas.microsoft.com/office/drawing/2014/main" id="{E2E826EB-6E1E-1E6C-327D-2417C68BD491}"/>
                </a:ext>
              </a:extLst>
            </p:cNvPr>
            <p:cNvCxnSpPr>
              <a:cxnSpLocks/>
            </p:cNvCxnSpPr>
            <p:nvPr/>
          </p:nvCxnSpPr>
          <p:spPr>
            <a:xfrm>
              <a:off x="6650831" y="113506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6" name="Straight Connector 1035">
              <a:extLst>
                <a:ext uri="{FF2B5EF4-FFF2-40B4-BE49-F238E27FC236}">
                  <a16:creationId xmlns:a16="http://schemas.microsoft.com/office/drawing/2014/main" id="{0F607BE5-B80B-A173-D760-1FC79B799EAF}"/>
                </a:ext>
              </a:extLst>
            </p:cNvPr>
            <p:cNvCxnSpPr>
              <a:cxnSpLocks/>
            </p:cNvCxnSpPr>
            <p:nvPr/>
          </p:nvCxnSpPr>
          <p:spPr>
            <a:xfrm>
              <a:off x="6663531" y="871537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7" name="Straight Connector 1036">
              <a:extLst>
                <a:ext uri="{FF2B5EF4-FFF2-40B4-BE49-F238E27FC236}">
                  <a16:creationId xmlns:a16="http://schemas.microsoft.com/office/drawing/2014/main" id="{450F1760-CF59-837D-8F07-42F3A21C51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19775" y="1073150"/>
              <a:ext cx="841375" cy="333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8" name="Straight Connector 1037">
              <a:extLst>
                <a:ext uri="{FF2B5EF4-FFF2-40B4-BE49-F238E27FC236}">
                  <a16:creationId xmlns:a16="http://schemas.microsoft.com/office/drawing/2014/main" id="{EEB62AF0-EA60-3606-18A1-7C90DDCD8D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13425" y="933450"/>
              <a:ext cx="841375" cy="333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9" name="Straight Connector 1038">
              <a:extLst>
                <a:ext uri="{FF2B5EF4-FFF2-40B4-BE49-F238E27FC236}">
                  <a16:creationId xmlns:a16="http://schemas.microsoft.com/office/drawing/2014/main" id="{C25A5798-718F-04D0-3915-FF368919076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22950" y="790575"/>
              <a:ext cx="841375" cy="333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0" name="Straight Connector 1039">
              <a:extLst>
                <a:ext uri="{FF2B5EF4-FFF2-40B4-BE49-F238E27FC236}">
                  <a16:creationId xmlns:a16="http://schemas.microsoft.com/office/drawing/2014/main" id="{28E0F2A7-3213-2254-1701-1DA68FDCF01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16600" y="673100"/>
              <a:ext cx="841375" cy="333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Straight Connector 1040">
              <a:extLst>
                <a:ext uri="{FF2B5EF4-FFF2-40B4-BE49-F238E27FC236}">
                  <a16:creationId xmlns:a16="http://schemas.microsoft.com/office/drawing/2014/main" id="{DA593BE5-F641-DB90-6840-1A684E397D1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486400" y="422275"/>
              <a:ext cx="1181100" cy="457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3" name="Straight Connector 1042">
              <a:extLst>
                <a:ext uri="{FF2B5EF4-FFF2-40B4-BE49-F238E27FC236}">
                  <a16:creationId xmlns:a16="http://schemas.microsoft.com/office/drawing/2014/main" id="{7AC52840-6946-75F4-ED1E-48CAC32C53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67350" y="346075"/>
              <a:ext cx="190500" cy="79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Straight Connector 1043">
              <a:extLst>
                <a:ext uri="{FF2B5EF4-FFF2-40B4-BE49-F238E27FC236}">
                  <a16:creationId xmlns:a16="http://schemas.microsoft.com/office/drawing/2014/main" id="{DB47E9F3-5C16-A954-0E69-E3CDB9A79583}"/>
                </a:ext>
              </a:extLst>
            </p:cNvPr>
            <p:cNvCxnSpPr>
              <a:cxnSpLocks/>
            </p:cNvCxnSpPr>
            <p:nvPr/>
          </p:nvCxnSpPr>
          <p:spPr>
            <a:xfrm>
              <a:off x="5653881" y="23336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5" name="Straight Connector 1044">
              <a:extLst>
                <a:ext uri="{FF2B5EF4-FFF2-40B4-BE49-F238E27FC236}">
                  <a16:creationId xmlns:a16="http://schemas.microsoft.com/office/drawing/2014/main" id="{0D96E219-3C4E-069B-C9EB-17F6D704600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41975" y="228600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Straight Connector 1045">
              <a:extLst>
                <a:ext uri="{FF2B5EF4-FFF2-40B4-BE49-F238E27FC236}">
                  <a16:creationId xmlns:a16="http://schemas.microsoft.com/office/drawing/2014/main" id="{7E4BD89D-A377-564B-2EA6-7A067C5D402B}"/>
                </a:ext>
              </a:extLst>
            </p:cNvPr>
            <p:cNvCxnSpPr>
              <a:cxnSpLocks/>
            </p:cNvCxnSpPr>
            <p:nvPr/>
          </p:nvCxnSpPr>
          <p:spPr>
            <a:xfrm>
              <a:off x="5818981" y="30321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7" name="Straight Connector 1046">
              <a:extLst>
                <a:ext uri="{FF2B5EF4-FFF2-40B4-BE49-F238E27FC236}">
                  <a16:creationId xmlns:a16="http://schemas.microsoft.com/office/drawing/2014/main" id="{4FC216DB-8CA1-A47F-C2A1-080E9C5396A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826125" y="438150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8" name="Straight Connector 1047">
              <a:extLst>
                <a:ext uri="{FF2B5EF4-FFF2-40B4-BE49-F238E27FC236}">
                  <a16:creationId xmlns:a16="http://schemas.microsoft.com/office/drawing/2014/main" id="{0F0AA707-2B65-49C2-48D8-742101787384}"/>
                </a:ext>
              </a:extLst>
            </p:cNvPr>
            <p:cNvCxnSpPr>
              <a:cxnSpLocks/>
            </p:cNvCxnSpPr>
            <p:nvPr/>
          </p:nvCxnSpPr>
          <p:spPr>
            <a:xfrm>
              <a:off x="5987256" y="127000"/>
              <a:ext cx="0" cy="38496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0" name="Straight Connector 1049">
              <a:extLst>
                <a:ext uri="{FF2B5EF4-FFF2-40B4-BE49-F238E27FC236}">
                  <a16:creationId xmlns:a16="http://schemas.microsoft.com/office/drawing/2014/main" id="{2E01EC10-6D72-A923-84AD-5BFB723804B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91225" y="107950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1" name="Straight Connector 1050">
              <a:extLst>
                <a:ext uri="{FF2B5EF4-FFF2-40B4-BE49-F238E27FC236}">
                  <a16:creationId xmlns:a16="http://schemas.microsoft.com/office/drawing/2014/main" id="{D1054A29-CE65-6205-BDEB-CD532E3FCB4F}"/>
                </a:ext>
              </a:extLst>
            </p:cNvPr>
            <p:cNvCxnSpPr>
              <a:cxnSpLocks/>
            </p:cNvCxnSpPr>
            <p:nvPr/>
          </p:nvCxnSpPr>
          <p:spPr>
            <a:xfrm>
              <a:off x="6161881" y="16986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Straight Connector 1051">
              <a:extLst>
                <a:ext uri="{FF2B5EF4-FFF2-40B4-BE49-F238E27FC236}">
                  <a16:creationId xmlns:a16="http://schemas.microsoft.com/office/drawing/2014/main" id="{7B6E1DE4-56CC-FC3B-AA98-AD20BCC406D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59500" y="298450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3" name="Straight Connector 1052">
              <a:extLst>
                <a:ext uri="{FF2B5EF4-FFF2-40B4-BE49-F238E27FC236}">
                  <a16:creationId xmlns:a16="http://schemas.microsoft.com/office/drawing/2014/main" id="{67430A3B-67DF-5D8F-B97B-CD3E779B235A}"/>
                </a:ext>
              </a:extLst>
            </p:cNvPr>
            <p:cNvCxnSpPr>
              <a:cxnSpLocks/>
            </p:cNvCxnSpPr>
            <p:nvPr/>
          </p:nvCxnSpPr>
          <p:spPr>
            <a:xfrm>
              <a:off x="6333331" y="23971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4" name="Straight Connector 1053">
              <a:extLst>
                <a:ext uri="{FF2B5EF4-FFF2-40B4-BE49-F238E27FC236}">
                  <a16:creationId xmlns:a16="http://schemas.microsoft.com/office/drawing/2014/main" id="{6EDC0C50-8CB8-6FFF-3839-240F1AD3CC7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08725" y="238125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5" name="Straight Connector 1054">
              <a:extLst>
                <a:ext uri="{FF2B5EF4-FFF2-40B4-BE49-F238E27FC236}">
                  <a16:creationId xmlns:a16="http://schemas.microsoft.com/office/drawing/2014/main" id="{30799AEA-2861-B469-80A4-2B725387AACB}"/>
                </a:ext>
              </a:extLst>
            </p:cNvPr>
            <p:cNvCxnSpPr>
              <a:cxnSpLocks/>
            </p:cNvCxnSpPr>
            <p:nvPr/>
          </p:nvCxnSpPr>
          <p:spPr>
            <a:xfrm>
              <a:off x="6479381" y="300037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6" name="Straight Connector 1055">
              <a:extLst>
                <a:ext uri="{FF2B5EF4-FFF2-40B4-BE49-F238E27FC236}">
                  <a16:creationId xmlns:a16="http://schemas.microsoft.com/office/drawing/2014/main" id="{810B899A-647F-F95C-7EC0-74E2096ABE2C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77000" y="428625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7" name="Straight Connector 1056">
              <a:extLst>
                <a:ext uri="{FF2B5EF4-FFF2-40B4-BE49-F238E27FC236}">
                  <a16:creationId xmlns:a16="http://schemas.microsoft.com/office/drawing/2014/main" id="{63061DA7-AEC0-114E-E79C-2810F02D8850}"/>
                </a:ext>
              </a:extLst>
            </p:cNvPr>
            <p:cNvCxnSpPr>
              <a:cxnSpLocks/>
            </p:cNvCxnSpPr>
            <p:nvPr/>
          </p:nvCxnSpPr>
          <p:spPr>
            <a:xfrm>
              <a:off x="6650831" y="369887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1057">
              <a:extLst>
                <a:ext uri="{FF2B5EF4-FFF2-40B4-BE49-F238E27FC236}">
                  <a16:creationId xmlns:a16="http://schemas.microsoft.com/office/drawing/2014/main" id="{D9BB3F54-7113-BF57-5E7C-EFA59D436E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42100" y="371475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1058">
              <a:extLst>
                <a:ext uri="{FF2B5EF4-FFF2-40B4-BE49-F238E27FC236}">
                  <a16:creationId xmlns:a16="http://schemas.microsoft.com/office/drawing/2014/main" id="{E8ACF1D5-995A-7862-F2DE-BB1E49874019}"/>
                </a:ext>
              </a:extLst>
            </p:cNvPr>
            <p:cNvCxnSpPr>
              <a:cxnSpLocks/>
            </p:cNvCxnSpPr>
            <p:nvPr/>
          </p:nvCxnSpPr>
          <p:spPr>
            <a:xfrm>
              <a:off x="6812756" y="433387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Straight Connector 1059">
              <a:extLst>
                <a:ext uri="{FF2B5EF4-FFF2-40B4-BE49-F238E27FC236}">
                  <a16:creationId xmlns:a16="http://schemas.microsoft.com/office/drawing/2014/main" id="{FAC885CE-8ADF-734B-6128-5C779C59DBA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10375" y="501650"/>
              <a:ext cx="168275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Straight Connector 1060">
              <a:extLst>
                <a:ext uri="{FF2B5EF4-FFF2-40B4-BE49-F238E27FC236}">
                  <a16:creationId xmlns:a16="http://schemas.microsoft.com/office/drawing/2014/main" id="{7A2E3A85-6693-C9A9-B428-C8710123217E}"/>
                </a:ext>
              </a:extLst>
            </p:cNvPr>
            <p:cNvCxnSpPr>
              <a:cxnSpLocks/>
            </p:cNvCxnSpPr>
            <p:nvPr/>
          </p:nvCxnSpPr>
          <p:spPr>
            <a:xfrm>
              <a:off x="6984206" y="503237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Straight Connector 1062">
              <a:extLst>
                <a:ext uri="{FF2B5EF4-FFF2-40B4-BE49-F238E27FC236}">
                  <a16:creationId xmlns:a16="http://schemas.microsoft.com/office/drawing/2014/main" id="{14000625-DCEF-CA42-7C2D-CADE98AA052B}"/>
                </a:ext>
              </a:extLst>
            </p:cNvPr>
            <p:cNvCxnSpPr>
              <a:cxnSpLocks/>
            </p:cNvCxnSpPr>
            <p:nvPr/>
          </p:nvCxnSpPr>
          <p:spPr>
            <a:xfrm>
              <a:off x="7975441" y="112998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Straight Connector 1063">
              <a:extLst>
                <a:ext uri="{FF2B5EF4-FFF2-40B4-BE49-F238E27FC236}">
                  <a16:creationId xmlns:a16="http://schemas.microsoft.com/office/drawing/2014/main" id="{63ACE80D-768A-7C6B-6B7C-92F77E98C4D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70520" y="1266190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Straight Connector 1064">
              <a:extLst>
                <a:ext uri="{FF2B5EF4-FFF2-40B4-BE49-F238E27FC236}">
                  <a16:creationId xmlns:a16="http://schemas.microsoft.com/office/drawing/2014/main" id="{1EBBE83D-7349-4C20-6A49-2A09821BD330}"/>
                </a:ext>
              </a:extLst>
            </p:cNvPr>
            <p:cNvCxnSpPr>
              <a:cxnSpLocks/>
            </p:cNvCxnSpPr>
            <p:nvPr/>
          </p:nvCxnSpPr>
          <p:spPr>
            <a:xfrm>
              <a:off x="8146891" y="119983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Straight Connector 1065">
              <a:extLst>
                <a:ext uri="{FF2B5EF4-FFF2-40B4-BE49-F238E27FC236}">
                  <a16:creationId xmlns:a16="http://schemas.microsoft.com/office/drawing/2014/main" id="{A2069C9B-BFE6-F7F7-BAFD-3CA6A55876D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42605" y="1210945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1066">
              <a:extLst>
                <a:ext uri="{FF2B5EF4-FFF2-40B4-BE49-F238E27FC236}">
                  <a16:creationId xmlns:a16="http://schemas.microsoft.com/office/drawing/2014/main" id="{44BB0CD3-3348-1BB7-1C47-A8CA54B62F63}"/>
                </a:ext>
              </a:extLst>
            </p:cNvPr>
            <p:cNvCxnSpPr>
              <a:cxnSpLocks/>
            </p:cNvCxnSpPr>
            <p:nvPr/>
          </p:nvCxnSpPr>
          <p:spPr>
            <a:xfrm>
              <a:off x="8315801" y="127222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Straight Connector 1067">
              <a:extLst>
                <a:ext uri="{FF2B5EF4-FFF2-40B4-BE49-F238E27FC236}">
                  <a16:creationId xmlns:a16="http://schemas.microsoft.com/office/drawing/2014/main" id="{DD67F8D5-9679-3962-DC3B-6940F33B53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3420" y="1400810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9" name="Straight Connector 1068">
              <a:extLst>
                <a:ext uri="{FF2B5EF4-FFF2-40B4-BE49-F238E27FC236}">
                  <a16:creationId xmlns:a16="http://schemas.microsoft.com/office/drawing/2014/main" id="{75E3DBA7-1D74-C7D7-CB2B-6EEBAEF84BA3}"/>
                </a:ext>
              </a:extLst>
            </p:cNvPr>
            <p:cNvCxnSpPr>
              <a:cxnSpLocks/>
            </p:cNvCxnSpPr>
            <p:nvPr/>
          </p:nvCxnSpPr>
          <p:spPr>
            <a:xfrm>
              <a:off x="8474551" y="133953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Straight Connector 1069">
              <a:extLst>
                <a:ext uri="{FF2B5EF4-FFF2-40B4-BE49-F238E27FC236}">
                  <a16:creationId xmlns:a16="http://schemas.microsoft.com/office/drawing/2014/main" id="{066DF086-9089-B318-F1BA-535357C6945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2645" y="1267460"/>
              <a:ext cx="191135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2" name="Straight Connector 1071">
              <a:extLst>
                <a:ext uri="{FF2B5EF4-FFF2-40B4-BE49-F238E27FC236}">
                  <a16:creationId xmlns:a16="http://schemas.microsoft.com/office/drawing/2014/main" id="{B2D8ADD2-39BE-3BF9-DABA-D5F5A138D66B}"/>
                </a:ext>
              </a:extLst>
            </p:cNvPr>
            <p:cNvCxnSpPr>
              <a:cxnSpLocks/>
            </p:cNvCxnSpPr>
            <p:nvPr/>
          </p:nvCxnSpPr>
          <p:spPr>
            <a:xfrm>
              <a:off x="8642191" y="1270952"/>
              <a:ext cx="0" cy="255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4" name="Straight Connector 1073">
              <a:extLst>
                <a:ext uri="{FF2B5EF4-FFF2-40B4-BE49-F238E27FC236}">
                  <a16:creationId xmlns:a16="http://schemas.microsoft.com/office/drawing/2014/main" id="{22D3AD07-A4B1-D50A-095C-A814EA6F091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46160" y="1535430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5" name="Straight Connector 1074">
              <a:extLst>
                <a:ext uri="{FF2B5EF4-FFF2-40B4-BE49-F238E27FC236}">
                  <a16:creationId xmlns:a16="http://schemas.microsoft.com/office/drawing/2014/main" id="{DC9AD559-8D65-17FB-FE3B-6775D0E1D3C6}"/>
                </a:ext>
              </a:extLst>
            </p:cNvPr>
            <p:cNvCxnSpPr>
              <a:cxnSpLocks/>
            </p:cNvCxnSpPr>
            <p:nvPr/>
          </p:nvCxnSpPr>
          <p:spPr>
            <a:xfrm>
              <a:off x="8809831" y="1336040"/>
              <a:ext cx="0" cy="27574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7" name="Straight Connector 1076">
              <a:extLst>
                <a:ext uri="{FF2B5EF4-FFF2-40B4-BE49-F238E27FC236}">
                  <a16:creationId xmlns:a16="http://schemas.microsoft.com/office/drawing/2014/main" id="{F64F4DE8-9D04-37F5-1AE9-FA48B315350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800465" y="1335405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8" name="Straight Connector 1077">
              <a:extLst>
                <a:ext uri="{FF2B5EF4-FFF2-40B4-BE49-F238E27FC236}">
                  <a16:creationId xmlns:a16="http://schemas.microsoft.com/office/drawing/2014/main" id="{EB6BB871-A54C-62E2-0BDD-603308813EE9}"/>
                </a:ext>
              </a:extLst>
            </p:cNvPr>
            <p:cNvCxnSpPr>
              <a:cxnSpLocks/>
            </p:cNvCxnSpPr>
            <p:nvPr/>
          </p:nvCxnSpPr>
          <p:spPr>
            <a:xfrm>
              <a:off x="8967311" y="140049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9" name="Straight Connector 1078">
              <a:extLst>
                <a:ext uri="{FF2B5EF4-FFF2-40B4-BE49-F238E27FC236}">
                  <a16:creationId xmlns:a16="http://schemas.microsoft.com/office/drawing/2014/main" id="{7B177E81-FD66-5CD8-2753-4466E60BE12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47785" y="1463040"/>
              <a:ext cx="191135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0" name="Straight Connector 1079">
              <a:extLst>
                <a:ext uri="{FF2B5EF4-FFF2-40B4-BE49-F238E27FC236}">
                  <a16:creationId xmlns:a16="http://schemas.microsoft.com/office/drawing/2014/main" id="{CA49B3C9-B0BD-DD75-6C9B-0F22CD8F79DC}"/>
                </a:ext>
              </a:extLst>
            </p:cNvPr>
            <p:cNvCxnSpPr>
              <a:cxnSpLocks/>
            </p:cNvCxnSpPr>
            <p:nvPr/>
          </p:nvCxnSpPr>
          <p:spPr>
            <a:xfrm>
              <a:off x="9132411" y="133699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1" name="Straight Connector 1080">
              <a:extLst>
                <a:ext uri="{FF2B5EF4-FFF2-40B4-BE49-F238E27FC236}">
                  <a16:creationId xmlns:a16="http://schemas.microsoft.com/office/drawing/2014/main" id="{EA35C273-BECC-4AB8-EE50-B0D99E8992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52865" y="1269365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2" name="Straight Connector 1081">
              <a:extLst>
                <a:ext uri="{FF2B5EF4-FFF2-40B4-BE49-F238E27FC236}">
                  <a16:creationId xmlns:a16="http://schemas.microsoft.com/office/drawing/2014/main" id="{B9B6E744-E636-EE3C-F4E3-EA7108FF8DF2}"/>
                </a:ext>
              </a:extLst>
            </p:cNvPr>
            <p:cNvCxnSpPr>
              <a:cxnSpLocks/>
            </p:cNvCxnSpPr>
            <p:nvPr/>
          </p:nvCxnSpPr>
          <p:spPr>
            <a:xfrm>
              <a:off x="8959691" y="1156652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3" name="Straight Connector 1082">
              <a:extLst>
                <a:ext uri="{FF2B5EF4-FFF2-40B4-BE49-F238E27FC236}">
                  <a16:creationId xmlns:a16="http://schemas.microsoft.com/office/drawing/2014/main" id="{AE93BA84-43D6-64FB-4AC0-1941472E1E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57945" y="1149985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4" name="Straight Connector 1083">
              <a:extLst>
                <a:ext uri="{FF2B5EF4-FFF2-40B4-BE49-F238E27FC236}">
                  <a16:creationId xmlns:a16="http://schemas.microsoft.com/office/drawing/2014/main" id="{0866051E-875C-28FE-446A-E6F7B9DD815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17965" y="1132840"/>
              <a:ext cx="160655" cy="7810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5" name="Straight Connector 1084">
              <a:extLst>
                <a:ext uri="{FF2B5EF4-FFF2-40B4-BE49-F238E27FC236}">
                  <a16:creationId xmlns:a16="http://schemas.microsoft.com/office/drawing/2014/main" id="{41049659-D37E-8C14-4BFD-B4C0714417F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05265" y="1068705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6" name="Straight Connector 1085">
              <a:extLst>
                <a:ext uri="{FF2B5EF4-FFF2-40B4-BE49-F238E27FC236}">
                  <a16:creationId xmlns:a16="http://schemas.microsoft.com/office/drawing/2014/main" id="{E0334725-3147-B3D0-659B-492CED99B40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07805" y="1016000"/>
              <a:ext cx="183515" cy="6540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9" name="Straight Connector 1088">
              <a:extLst>
                <a:ext uri="{FF2B5EF4-FFF2-40B4-BE49-F238E27FC236}">
                  <a16:creationId xmlns:a16="http://schemas.microsoft.com/office/drawing/2014/main" id="{CDCC7892-59AE-CDEC-508B-7E4D1086B52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17965" y="951865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0" name="Straight Connector 1089">
              <a:extLst>
                <a:ext uri="{FF2B5EF4-FFF2-40B4-BE49-F238E27FC236}">
                  <a16:creationId xmlns:a16="http://schemas.microsoft.com/office/drawing/2014/main" id="{B6E487E4-EE13-82DA-E900-AD899FB0BE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17965" y="886460"/>
              <a:ext cx="183515" cy="6540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1" name="Straight Connector 1090">
              <a:extLst>
                <a:ext uri="{FF2B5EF4-FFF2-40B4-BE49-F238E27FC236}">
                  <a16:creationId xmlns:a16="http://schemas.microsoft.com/office/drawing/2014/main" id="{422BDCFC-3623-57E0-704B-9F599AD7DA14}"/>
                </a:ext>
              </a:extLst>
            </p:cNvPr>
            <p:cNvCxnSpPr>
              <a:cxnSpLocks/>
            </p:cNvCxnSpPr>
            <p:nvPr/>
          </p:nvCxnSpPr>
          <p:spPr>
            <a:xfrm>
              <a:off x="9307671" y="617220"/>
              <a:ext cx="0" cy="27320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3" name="Straight Connector 1092">
              <a:extLst>
                <a:ext uri="{FF2B5EF4-FFF2-40B4-BE49-F238E27FC236}">
                  <a16:creationId xmlns:a16="http://schemas.microsoft.com/office/drawing/2014/main" id="{6A517433-174D-90F4-3C37-959727E6F2F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9153525" y="565785"/>
              <a:ext cx="174625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4" name="Straight Connector 1093">
              <a:extLst>
                <a:ext uri="{FF2B5EF4-FFF2-40B4-BE49-F238E27FC236}">
                  <a16:creationId xmlns:a16="http://schemas.microsoft.com/office/drawing/2014/main" id="{0AB5F18A-145D-E23C-3294-D8166D4C74B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65565" y="556260"/>
              <a:ext cx="183515" cy="6540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6" name="Straight Connector 1455">
              <a:extLst>
                <a:ext uri="{FF2B5EF4-FFF2-40B4-BE49-F238E27FC236}">
                  <a16:creationId xmlns:a16="http://schemas.microsoft.com/office/drawing/2014/main" id="{125B32AB-C07E-373D-C42B-D24848DDD2D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017395" y="1654492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7" name="Straight Connector 1456">
              <a:extLst>
                <a:ext uri="{FF2B5EF4-FFF2-40B4-BE49-F238E27FC236}">
                  <a16:creationId xmlns:a16="http://schemas.microsoft.com/office/drawing/2014/main" id="{8387F4D3-B684-9A65-A894-F160229B7EDC}"/>
                </a:ext>
              </a:extLst>
            </p:cNvPr>
            <p:cNvCxnSpPr>
              <a:cxnSpLocks/>
            </p:cNvCxnSpPr>
            <p:nvPr/>
          </p:nvCxnSpPr>
          <p:spPr>
            <a:xfrm>
              <a:off x="2180114" y="1597819"/>
              <a:ext cx="0" cy="10191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33" name="Group 932">
            <a:extLst>
              <a:ext uri="{FF2B5EF4-FFF2-40B4-BE49-F238E27FC236}">
                <a16:creationId xmlns:a16="http://schemas.microsoft.com/office/drawing/2014/main" id="{7AD47D2E-FBFD-8679-AB24-43B452101C4E}"/>
              </a:ext>
            </a:extLst>
          </p:cNvPr>
          <p:cNvGrpSpPr/>
          <p:nvPr/>
        </p:nvGrpSpPr>
        <p:grpSpPr>
          <a:xfrm>
            <a:off x="5335593" y="5453063"/>
            <a:ext cx="1162839" cy="1156496"/>
            <a:chOff x="5335593" y="5453063"/>
            <a:chExt cx="1162839" cy="1156496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81B322A-8269-689E-DD5A-898C428E41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2880" y="6221413"/>
              <a:ext cx="0" cy="38814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13D7877-B748-371B-1B1F-F8EFF8769DA6}"/>
                </a:ext>
              </a:extLst>
            </p:cNvPr>
            <p:cNvCxnSpPr>
              <a:cxnSpLocks/>
            </p:cNvCxnSpPr>
            <p:nvPr/>
          </p:nvCxnSpPr>
          <p:spPr>
            <a:xfrm>
              <a:off x="6147599" y="6492879"/>
              <a:ext cx="350833" cy="11509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20C9273-9033-4DDF-27DD-547DFEBCF7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52361" y="6365081"/>
              <a:ext cx="0" cy="11351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5D7AC478-7965-4044-D2BB-04778AE30028}"/>
                </a:ext>
              </a:extLst>
            </p:cNvPr>
            <p:cNvCxnSpPr>
              <a:cxnSpLocks/>
            </p:cNvCxnSpPr>
            <p:nvPr/>
          </p:nvCxnSpPr>
          <p:spPr>
            <a:xfrm>
              <a:off x="5979319" y="6293644"/>
              <a:ext cx="171450" cy="7620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916BE5F-916A-7FD4-0862-0BE5312307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8055" y="6172200"/>
              <a:ext cx="0" cy="11351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Straight Connector 927">
              <a:extLst>
                <a:ext uri="{FF2B5EF4-FFF2-40B4-BE49-F238E27FC236}">
                  <a16:creationId xmlns:a16="http://schemas.microsoft.com/office/drawing/2014/main" id="{97E64F97-71F7-9B78-3C96-EEBDF3A4B11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57061" y="5791200"/>
              <a:ext cx="0" cy="2444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B399F70B-973D-566B-5E15-9264A4A9AD7F}"/>
                </a:ext>
              </a:extLst>
            </p:cNvPr>
            <p:cNvCxnSpPr>
              <a:cxnSpLocks/>
            </p:cNvCxnSpPr>
            <p:nvPr/>
          </p:nvCxnSpPr>
          <p:spPr>
            <a:xfrm>
              <a:off x="5338763" y="5643563"/>
              <a:ext cx="314325" cy="13097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1272C298-DAC2-9AED-E65F-E38CAF5EE1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5593" y="5524500"/>
              <a:ext cx="0" cy="11351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2" name="Straight Connector 931">
              <a:extLst>
                <a:ext uri="{FF2B5EF4-FFF2-40B4-BE49-F238E27FC236}">
                  <a16:creationId xmlns:a16="http://schemas.microsoft.com/office/drawing/2014/main" id="{6697D5AC-E3C7-1269-BEF5-C63858F4038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6381" y="5453063"/>
              <a:ext cx="164307" cy="6667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966" name="Straight Connector 965">
            <a:extLst>
              <a:ext uri="{FF2B5EF4-FFF2-40B4-BE49-F238E27FC236}">
                <a16:creationId xmlns:a16="http://schemas.microsoft.com/office/drawing/2014/main" id="{202058FD-E55D-6DCB-03F0-76A2DF083B31}"/>
              </a:ext>
            </a:extLst>
          </p:cNvPr>
          <p:cNvCxnSpPr>
            <a:cxnSpLocks/>
          </p:cNvCxnSpPr>
          <p:nvPr/>
        </p:nvCxnSpPr>
        <p:spPr>
          <a:xfrm flipV="1">
            <a:off x="6811968" y="823913"/>
            <a:ext cx="0" cy="761047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7" name="Straight Connector 966">
            <a:extLst>
              <a:ext uri="{FF2B5EF4-FFF2-40B4-BE49-F238E27FC236}">
                <a16:creationId xmlns:a16="http://schemas.microsoft.com/office/drawing/2014/main" id="{3D96BB0F-4918-C995-F2D7-5E3BCB0614B3}"/>
              </a:ext>
            </a:extLst>
          </p:cNvPr>
          <p:cNvCxnSpPr>
            <a:cxnSpLocks/>
          </p:cNvCxnSpPr>
          <p:nvPr/>
        </p:nvCxnSpPr>
        <p:spPr>
          <a:xfrm flipH="1" flipV="1">
            <a:off x="6142837" y="564357"/>
            <a:ext cx="653251" cy="250031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9" name="Straight Connector 968">
            <a:extLst>
              <a:ext uri="{FF2B5EF4-FFF2-40B4-BE49-F238E27FC236}">
                <a16:creationId xmlns:a16="http://schemas.microsoft.com/office/drawing/2014/main" id="{AEF9ABC3-15B1-1D0E-9E84-847D106FCAFD}"/>
              </a:ext>
            </a:extLst>
          </p:cNvPr>
          <p:cNvCxnSpPr>
            <a:cxnSpLocks/>
          </p:cNvCxnSpPr>
          <p:nvPr/>
        </p:nvCxnSpPr>
        <p:spPr>
          <a:xfrm flipH="1" flipV="1">
            <a:off x="6150769" y="428625"/>
            <a:ext cx="831056" cy="328612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81" name="Group 280">
            <a:extLst>
              <a:ext uri="{FF2B5EF4-FFF2-40B4-BE49-F238E27FC236}">
                <a16:creationId xmlns:a16="http://schemas.microsoft.com/office/drawing/2014/main" id="{19E1E1F4-FEB6-6349-0F0A-2D54A68CEEEE}"/>
              </a:ext>
            </a:extLst>
          </p:cNvPr>
          <p:cNvGrpSpPr/>
          <p:nvPr/>
        </p:nvGrpSpPr>
        <p:grpSpPr>
          <a:xfrm>
            <a:off x="7656513" y="686594"/>
            <a:ext cx="1472883" cy="2126775"/>
            <a:chOff x="7661593" y="673894"/>
            <a:chExt cx="1472883" cy="2126775"/>
          </a:xfrm>
        </p:grpSpPr>
        <p:cxnSp>
          <p:nvCxnSpPr>
            <p:cNvPr id="970" name="Straight Connector 969">
              <a:extLst>
                <a:ext uri="{FF2B5EF4-FFF2-40B4-BE49-F238E27FC236}">
                  <a16:creationId xmlns:a16="http://schemas.microsoft.com/office/drawing/2014/main" id="{D7B92B3A-7F45-678C-2928-1054EA524D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0626" y="826294"/>
              <a:ext cx="0" cy="1166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2" name="Straight Connector 971">
              <a:extLst>
                <a:ext uri="{FF2B5EF4-FFF2-40B4-BE49-F238E27FC236}">
                  <a16:creationId xmlns:a16="http://schemas.microsoft.com/office/drawing/2014/main" id="{1472D618-94FB-6306-2BFD-49EC92ACEF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2013" y="947738"/>
              <a:ext cx="323850" cy="1428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Straight Connector 973">
              <a:extLst>
                <a:ext uri="{FF2B5EF4-FFF2-40B4-BE49-F238E27FC236}">
                  <a16:creationId xmlns:a16="http://schemas.microsoft.com/office/drawing/2014/main" id="{D78DFE5D-286E-C1B9-2E47-0429143ACA73}"/>
                </a:ext>
              </a:extLst>
            </p:cNvPr>
            <p:cNvCxnSpPr>
              <a:cxnSpLocks/>
            </p:cNvCxnSpPr>
            <p:nvPr/>
          </p:nvCxnSpPr>
          <p:spPr>
            <a:xfrm>
              <a:off x="8143087" y="949329"/>
              <a:ext cx="338926" cy="13890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Straight Connector 975">
              <a:extLst>
                <a:ext uri="{FF2B5EF4-FFF2-40B4-BE49-F238E27FC236}">
                  <a16:creationId xmlns:a16="http://schemas.microsoft.com/office/drawing/2014/main" id="{D3CBFBA8-DFF0-5109-0566-6A4533C039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08244" y="676276"/>
              <a:ext cx="323850" cy="1428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Straight Connector 977">
              <a:extLst>
                <a:ext uri="{FF2B5EF4-FFF2-40B4-BE49-F238E27FC236}">
                  <a16:creationId xmlns:a16="http://schemas.microsoft.com/office/drawing/2014/main" id="{3AA40CEE-2E62-EB16-4589-50382C2E52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34476" y="673894"/>
              <a:ext cx="0" cy="1166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0" name="Straight Connector 979">
              <a:extLst>
                <a:ext uri="{FF2B5EF4-FFF2-40B4-BE49-F238E27FC236}">
                  <a16:creationId xmlns:a16="http://schemas.microsoft.com/office/drawing/2014/main" id="{E4E429AB-4A51-7A57-B087-DC4780118E5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63025" y="800101"/>
              <a:ext cx="171450" cy="8810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2" name="Straight Connector 981">
              <a:extLst>
                <a:ext uri="{FF2B5EF4-FFF2-40B4-BE49-F238E27FC236}">
                  <a16:creationId xmlns:a16="http://schemas.microsoft.com/office/drawing/2014/main" id="{64BAB208-AC1A-97F7-0CB8-D5862AE489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0169" y="876300"/>
              <a:ext cx="0" cy="1166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5" name="Straight Connector 984">
              <a:extLst>
                <a:ext uri="{FF2B5EF4-FFF2-40B4-BE49-F238E27FC236}">
                  <a16:creationId xmlns:a16="http://schemas.microsoft.com/office/drawing/2014/main" id="{8529D429-C50E-EADC-E16B-C27F98AA3E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91575" y="992982"/>
              <a:ext cx="171450" cy="8810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8" name="Straight Connector 987">
              <a:extLst>
                <a:ext uri="{FF2B5EF4-FFF2-40B4-BE49-F238E27FC236}">
                  <a16:creationId xmlns:a16="http://schemas.microsoft.com/office/drawing/2014/main" id="{AA439523-7A71-0F62-7775-8406EB78919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01101" y="1083468"/>
              <a:ext cx="0" cy="1166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00C7EC5C-F5E6-0159-BEA4-82EE348AA2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34413" y="1135856"/>
              <a:ext cx="166687" cy="5953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A3A36CC5-4678-C945-30D1-91DE2687F1E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72488" y="1133476"/>
              <a:ext cx="166687" cy="8096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653F04F4-1DED-090B-F504-92E8F2B16FE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41494" y="1076325"/>
              <a:ext cx="333375" cy="14525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9328D783-D04D-BFDE-C6E0-75919880D47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01673" y="2535396"/>
              <a:ext cx="166687" cy="5953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9" name="Straight Connector 288">
              <a:extLst>
                <a:ext uri="{FF2B5EF4-FFF2-40B4-BE49-F238E27FC236}">
                  <a16:creationId xmlns:a16="http://schemas.microsoft.com/office/drawing/2014/main" id="{52CB0F1F-195C-94D9-161F-1EB93DE0D6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74393" y="2741136"/>
              <a:ext cx="166687" cy="5953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16E56E64-06A9-3657-4100-E820DF930C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61593" y="2047716"/>
              <a:ext cx="166687" cy="5953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DE71E0E3-CCD7-2C1D-E5F0-28E9ABE056E9}"/>
              </a:ext>
            </a:extLst>
          </p:cNvPr>
          <p:cNvCxnSpPr>
            <a:cxnSpLocks/>
          </p:cNvCxnSpPr>
          <p:nvPr/>
        </p:nvCxnSpPr>
        <p:spPr>
          <a:xfrm flipV="1">
            <a:off x="6157913" y="428625"/>
            <a:ext cx="0" cy="147638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Connector 176">
            <a:extLst>
              <a:ext uri="{FF2B5EF4-FFF2-40B4-BE49-F238E27FC236}">
                <a16:creationId xmlns:a16="http://schemas.microsoft.com/office/drawing/2014/main" id="{89E1DB83-B780-B972-AFD6-03B5B3B429D2}"/>
              </a:ext>
            </a:extLst>
          </p:cNvPr>
          <p:cNvCxnSpPr>
            <a:cxnSpLocks/>
          </p:cNvCxnSpPr>
          <p:nvPr/>
        </p:nvCxnSpPr>
        <p:spPr>
          <a:xfrm>
            <a:off x="6806407" y="4946650"/>
            <a:ext cx="1016793" cy="393700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>
            <a:extLst>
              <a:ext uri="{FF2B5EF4-FFF2-40B4-BE49-F238E27FC236}">
                <a16:creationId xmlns:a16="http://schemas.microsoft.com/office/drawing/2014/main" id="{C252C59E-179A-2930-0ACE-55F648E884B7}"/>
              </a:ext>
            </a:extLst>
          </p:cNvPr>
          <p:cNvCxnSpPr>
            <a:cxnSpLocks/>
          </p:cNvCxnSpPr>
          <p:nvPr/>
        </p:nvCxnSpPr>
        <p:spPr>
          <a:xfrm flipV="1">
            <a:off x="7809708" y="5006975"/>
            <a:ext cx="826292" cy="337343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8" name="Straight Connector 267">
            <a:extLst>
              <a:ext uri="{FF2B5EF4-FFF2-40B4-BE49-F238E27FC236}">
                <a16:creationId xmlns:a16="http://schemas.microsoft.com/office/drawing/2014/main" id="{B835599E-7452-912E-76AD-67B70DF5A2F6}"/>
              </a:ext>
            </a:extLst>
          </p:cNvPr>
          <p:cNvCxnSpPr>
            <a:cxnSpLocks/>
          </p:cNvCxnSpPr>
          <p:nvPr/>
        </p:nvCxnSpPr>
        <p:spPr>
          <a:xfrm flipV="1">
            <a:off x="6647816" y="1655445"/>
            <a:ext cx="0" cy="254634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9" name="Straight Connector 268">
            <a:extLst>
              <a:ext uri="{FF2B5EF4-FFF2-40B4-BE49-F238E27FC236}">
                <a16:creationId xmlns:a16="http://schemas.microsoft.com/office/drawing/2014/main" id="{8AA66CAF-7914-DBF6-4F25-875A5BB9286E}"/>
              </a:ext>
            </a:extLst>
          </p:cNvPr>
          <p:cNvCxnSpPr>
            <a:cxnSpLocks/>
          </p:cNvCxnSpPr>
          <p:nvPr/>
        </p:nvCxnSpPr>
        <p:spPr>
          <a:xfrm flipH="1">
            <a:off x="6643053" y="1579245"/>
            <a:ext cx="171132" cy="79851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BCD5D1BA-1FBA-BF74-23A5-9CBC0F5CD9F0}"/>
              </a:ext>
            </a:extLst>
          </p:cNvPr>
          <p:cNvCxnSpPr>
            <a:cxnSpLocks/>
          </p:cNvCxnSpPr>
          <p:nvPr/>
        </p:nvCxnSpPr>
        <p:spPr>
          <a:xfrm flipV="1">
            <a:off x="6982460" y="806608"/>
            <a:ext cx="157481" cy="323692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7" name="Straight Connector 276">
            <a:extLst>
              <a:ext uri="{FF2B5EF4-FFF2-40B4-BE49-F238E27FC236}">
                <a16:creationId xmlns:a16="http://schemas.microsoft.com/office/drawing/2014/main" id="{7A9FB3FB-C23B-938A-F07B-9C8F4A5F236A}"/>
              </a:ext>
            </a:extLst>
          </p:cNvPr>
          <p:cNvCxnSpPr>
            <a:cxnSpLocks/>
          </p:cNvCxnSpPr>
          <p:nvPr/>
        </p:nvCxnSpPr>
        <p:spPr>
          <a:xfrm flipV="1">
            <a:off x="6977381" y="1134268"/>
            <a:ext cx="0" cy="387192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Straight Connector 278">
            <a:extLst>
              <a:ext uri="{FF2B5EF4-FFF2-40B4-BE49-F238E27FC236}">
                <a16:creationId xmlns:a16="http://schemas.microsoft.com/office/drawing/2014/main" id="{FF530817-7DA0-6A6C-5673-A4BECD512BE1}"/>
              </a:ext>
            </a:extLst>
          </p:cNvPr>
          <p:cNvCxnSpPr>
            <a:cxnSpLocks/>
          </p:cNvCxnSpPr>
          <p:nvPr/>
        </p:nvCxnSpPr>
        <p:spPr>
          <a:xfrm flipH="1" flipV="1">
            <a:off x="6810534" y="1706245"/>
            <a:ext cx="333375" cy="145258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Straight Connector 279">
            <a:extLst>
              <a:ext uri="{FF2B5EF4-FFF2-40B4-BE49-F238E27FC236}">
                <a16:creationId xmlns:a16="http://schemas.microsoft.com/office/drawing/2014/main" id="{99781B17-1A84-B799-C202-5E2AA36F5FA1}"/>
              </a:ext>
            </a:extLst>
          </p:cNvPr>
          <p:cNvCxnSpPr>
            <a:cxnSpLocks/>
          </p:cNvCxnSpPr>
          <p:nvPr/>
        </p:nvCxnSpPr>
        <p:spPr>
          <a:xfrm flipV="1">
            <a:off x="7142481" y="1842928"/>
            <a:ext cx="0" cy="116681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Straight Connector 282">
            <a:extLst>
              <a:ext uri="{FF2B5EF4-FFF2-40B4-BE49-F238E27FC236}">
                <a16:creationId xmlns:a16="http://schemas.microsoft.com/office/drawing/2014/main" id="{D4A491FC-B5ED-3DE5-F14C-4B22CF70D967}"/>
              </a:ext>
            </a:extLst>
          </p:cNvPr>
          <p:cNvCxnSpPr>
            <a:cxnSpLocks/>
          </p:cNvCxnSpPr>
          <p:nvPr/>
        </p:nvCxnSpPr>
        <p:spPr>
          <a:xfrm flipH="1" flipV="1">
            <a:off x="7150894" y="1962785"/>
            <a:ext cx="333375" cy="145258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Straight Connector 283">
            <a:extLst>
              <a:ext uri="{FF2B5EF4-FFF2-40B4-BE49-F238E27FC236}">
                <a16:creationId xmlns:a16="http://schemas.microsoft.com/office/drawing/2014/main" id="{BF630444-8DE3-A4D7-F15F-E7B2A2D658C5}"/>
              </a:ext>
            </a:extLst>
          </p:cNvPr>
          <p:cNvCxnSpPr>
            <a:cxnSpLocks/>
          </p:cNvCxnSpPr>
          <p:nvPr/>
        </p:nvCxnSpPr>
        <p:spPr>
          <a:xfrm flipH="1" flipV="1">
            <a:off x="7818914" y="2234565"/>
            <a:ext cx="464026" cy="186055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Straight Connector 285">
            <a:extLst>
              <a:ext uri="{FF2B5EF4-FFF2-40B4-BE49-F238E27FC236}">
                <a16:creationId xmlns:a16="http://schemas.microsoft.com/office/drawing/2014/main" id="{A11693C2-67CA-982B-203C-BB611F5EE902}"/>
              </a:ext>
            </a:extLst>
          </p:cNvPr>
          <p:cNvCxnSpPr>
            <a:cxnSpLocks/>
          </p:cNvCxnSpPr>
          <p:nvPr/>
        </p:nvCxnSpPr>
        <p:spPr>
          <a:xfrm flipV="1">
            <a:off x="8298181" y="2424588"/>
            <a:ext cx="0" cy="116681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Straight Connector 287">
            <a:extLst>
              <a:ext uri="{FF2B5EF4-FFF2-40B4-BE49-F238E27FC236}">
                <a16:creationId xmlns:a16="http://schemas.microsoft.com/office/drawing/2014/main" id="{9D37D98C-3770-140D-9612-669F1F289615}"/>
              </a:ext>
            </a:extLst>
          </p:cNvPr>
          <p:cNvCxnSpPr>
            <a:cxnSpLocks/>
          </p:cNvCxnSpPr>
          <p:nvPr/>
        </p:nvCxnSpPr>
        <p:spPr>
          <a:xfrm flipV="1">
            <a:off x="8465821" y="2627788"/>
            <a:ext cx="0" cy="116681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Straight Connector 289">
            <a:extLst>
              <a:ext uri="{FF2B5EF4-FFF2-40B4-BE49-F238E27FC236}">
                <a16:creationId xmlns:a16="http://schemas.microsoft.com/office/drawing/2014/main" id="{D9467C20-5D84-2B4B-10B8-ECFCD8BE78BF}"/>
              </a:ext>
            </a:extLst>
          </p:cNvPr>
          <p:cNvCxnSpPr>
            <a:cxnSpLocks/>
          </p:cNvCxnSpPr>
          <p:nvPr/>
        </p:nvCxnSpPr>
        <p:spPr>
          <a:xfrm flipV="1">
            <a:off x="8633461" y="2818288"/>
            <a:ext cx="0" cy="377032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Straight Connector 345">
            <a:extLst>
              <a:ext uri="{FF2B5EF4-FFF2-40B4-BE49-F238E27FC236}">
                <a16:creationId xmlns:a16="http://schemas.microsoft.com/office/drawing/2014/main" id="{70AC5C3B-98D7-21F2-FB29-FC8C38E6651D}"/>
              </a:ext>
            </a:extLst>
          </p:cNvPr>
          <p:cNvCxnSpPr>
            <a:cxnSpLocks/>
          </p:cNvCxnSpPr>
          <p:nvPr/>
        </p:nvCxnSpPr>
        <p:spPr>
          <a:xfrm flipH="1">
            <a:off x="6976428" y="679132"/>
            <a:ext cx="171132" cy="79851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Straight Connector 347">
            <a:extLst>
              <a:ext uri="{FF2B5EF4-FFF2-40B4-BE49-F238E27FC236}">
                <a16:creationId xmlns:a16="http://schemas.microsoft.com/office/drawing/2014/main" id="{8CED77DC-282C-D613-B258-FCE1259078CB}"/>
              </a:ext>
            </a:extLst>
          </p:cNvPr>
          <p:cNvCxnSpPr>
            <a:cxnSpLocks/>
          </p:cNvCxnSpPr>
          <p:nvPr/>
        </p:nvCxnSpPr>
        <p:spPr>
          <a:xfrm flipV="1">
            <a:off x="7820661" y="2117248"/>
            <a:ext cx="0" cy="116681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0" name="Straight Connector 349">
            <a:extLst>
              <a:ext uri="{FF2B5EF4-FFF2-40B4-BE49-F238E27FC236}">
                <a16:creationId xmlns:a16="http://schemas.microsoft.com/office/drawing/2014/main" id="{7598EAAC-2E5B-A4D6-9E0E-E14200985346}"/>
              </a:ext>
            </a:extLst>
          </p:cNvPr>
          <p:cNvCxnSpPr>
            <a:cxnSpLocks/>
          </p:cNvCxnSpPr>
          <p:nvPr/>
        </p:nvCxnSpPr>
        <p:spPr>
          <a:xfrm flipH="1">
            <a:off x="7481253" y="2044065"/>
            <a:ext cx="171132" cy="79851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7" name="Arrow: Right 1376">
            <a:extLst>
              <a:ext uri="{FF2B5EF4-FFF2-40B4-BE49-F238E27FC236}">
                <a16:creationId xmlns:a16="http://schemas.microsoft.com/office/drawing/2014/main" id="{D2F61D5D-2910-A8D5-59CF-810B81701092}"/>
              </a:ext>
            </a:extLst>
          </p:cNvPr>
          <p:cNvSpPr/>
          <p:nvPr/>
        </p:nvSpPr>
        <p:spPr>
          <a:xfrm rot="13319233">
            <a:off x="8956038" y="3791325"/>
            <a:ext cx="487680" cy="223520"/>
          </a:xfrm>
          <a:prstGeom prst="rightArrow">
            <a:avLst/>
          </a:prstGeom>
          <a:solidFill>
            <a:schemeClr val="bg1"/>
          </a:solidFill>
          <a:ln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8" name="Rectangle 1457">
            <a:extLst>
              <a:ext uri="{FF2B5EF4-FFF2-40B4-BE49-F238E27FC236}">
                <a16:creationId xmlns:a16="http://schemas.microsoft.com/office/drawing/2014/main" id="{41E2EA35-18DD-B006-9446-3086DE9BE1DA}"/>
              </a:ext>
            </a:extLst>
          </p:cNvPr>
          <p:cNvSpPr/>
          <p:nvPr/>
        </p:nvSpPr>
        <p:spPr>
          <a:xfrm>
            <a:off x="3341786" y="3154215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1</a:t>
            </a:r>
          </a:p>
        </p:txBody>
      </p:sp>
      <p:sp>
        <p:nvSpPr>
          <p:cNvPr id="1459" name="Rectangle 1458">
            <a:extLst>
              <a:ext uri="{FF2B5EF4-FFF2-40B4-BE49-F238E27FC236}">
                <a16:creationId xmlns:a16="http://schemas.microsoft.com/office/drawing/2014/main" id="{F4650E8C-0C6A-1D9C-2D76-0EEEC793778A}"/>
              </a:ext>
            </a:extLst>
          </p:cNvPr>
          <p:cNvSpPr/>
          <p:nvPr/>
        </p:nvSpPr>
        <p:spPr>
          <a:xfrm>
            <a:off x="328584" y="72941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FFC000"/>
                </a:highlight>
              </a:rPr>
              <a:t>3</a:t>
            </a:r>
          </a:p>
        </p:txBody>
      </p:sp>
      <p:sp>
        <p:nvSpPr>
          <p:cNvPr id="1460" name="Rectangle 1459">
            <a:extLst>
              <a:ext uri="{FF2B5EF4-FFF2-40B4-BE49-F238E27FC236}">
                <a16:creationId xmlns:a16="http://schemas.microsoft.com/office/drawing/2014/main" id="{8BF26754-6B06-C5EC-1C30-16144ECD4E44}"/>
              </a:ext>
            </a:extLst>
          </p:cNvPr>
          <p:cNvSpPr/>
          <p:nvPr/>
        </p:nvSpPr>
        <p:spPr>
          <a:xfrm>
            <a:off x="5478324" y="6127842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00FF00"/>
                </a:highlight>
              </a:rPr>
              <a:t>3</a:t>
            </a:r>
          </a:p>
        </p:txBody>
      </p:sp>
      <p:sp>
        <p:nvSpPr>
          <p:cNvPr id="1461" name="Rectangle 1460">
            <a:extLst>
              <a:ext uri="{FF2B5EF4-FFF2-40B4-BE49-F238E27FC236}">
                <a16:creationId xmlns:a16="http://schemas.microsoft.com/office/drawing/2014/main" id="{91116624-6FB1-0F33-0165-77300EC1F19D}"/>
              </a:ext>
            </a:extLst>
          </p:cNvPr>
          <p:cNvSpPr/>
          <p:nvPr/>
        </p:nvSpPr>
        <p:spPr>
          <a:xfrm>
            <a:off x="7192824" y="323942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00FF00"/>
                </a:highlight>
              </a:rPr>
              <a:t>1</a:t>
            </a:r>
          </a:p>
        </p:txBody>
      </p:sp>
      <p:sp>
        <p:nvSpPr>
          <p:cNvPr id="1462" name="Rectangle 1461">
            <a:extLst>
              <a:ext uri="{FF2B5EF4-FFF2-40B4-BE49-F238E27FC236}">
                <a16:creationId xmlns:a16="http://schemas.microsoft.com/office/drawing/2014/main" id="{62FA2896-94B6-4A91-F3E0-12C5FCEF99B1}"/>
              </a:ext>
            </a:extLst>
          </p:cNvPr>
          <p:cNvSpPr/>
          <p:nvPr/>
        </p:nvSpPr>
        <p:spPr>
          <a:xfrm>
            <a:off x="6983274" y="1174842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00FF00"/>
                </a:highlight>
              </a:rPr>
              <a:t>1</a:t>
            </a:r>
          </a:p>
        </p:txBody>
      </p:sp>
      <p:sp>
        <p:nvSpPr>
          <p:cNvPr id="1463" name="Rectangle 1462">
            <a:extLst>
              <a:ext uri="{FF2B5EF4-FFF2-40B4-BE49-F238E27FC236}">
                <a16:creationId xmlns:a16="http://schemas.microsoft.com/office/drawing/2014/main" id="{65CE8564-EBCC-4891-773D-11E12D4D17F5}"/>
              </a:ext>
            </a:extLst>
          </p:cNvPr>
          <p:cNvSpPr/>
          <p:nvPr/>
        </p:nvSpPr>
        <p:spPr>
          <a:xfrm>
            <a:off x="7834174" y="4083142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00FF00"/>
                </a:highlight>
              </a:rPr>
              <a:t>1</a:t>
            </a:r>
          </a:p>
        </p:txBody>
      </p:sp>
      <p:sp>
        <p:nvSpPr>
          <p:cNvPr id="1464" name="Rectangle 1463">
            <a:extLst>
              <a:ext uri="{FF2B5EF4-FFF2-40B4-BE49-F238E27FC236}">
                <a16:creationId xmlns:a16="http://schemas.microsoft.com/office/drawing/2014/main" id="{4D2DF900-35EF-BBFC-32C7-56737D5DB954}"/>
              </a:ext>
            </a:extLst>
          </p:cNvPr>
          <p:cNvSpPr/>
          <p:nvPr/>
        </p:nvSpPr>
        <p:spPr>
          <a:xfrm>
            <a:off x="2697896" y="5416085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1</a:t>
            </a:r>
          </a:p>
        </p:txBody>
      </p:sp>
      <p:sp>
        <p:nvSpPr>
          <p:cNvPr id="1465" name="Rectangle 1464">
            <a:extLst>
              <a:ext uri="{FF2B5EF4-FFF2-40B4-BE49-F238E27FC236}">
                <a16:creationId xmlns:a16="http://schemas.microsoft.com/office/drawing/2014/main" id="{6DDCC2B4-55DA-91CC-3FF1-5D6F174D9A13}"/>
              </a:ext>
            </a:extLst>
          </p:cNvPr>
          <p:cNvSpPr/>
          <p:nvPr/>
        </p:nvSpPr>
        <p:spPr>
          <a:xfrm>
            <a:off x="2367696" y="3898435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1</a:t>
            </a:r>
          </a:p>
        </p:txBody>
      </p:sp>
      <p:sp>
        <p:nvSpPr>
          <p:cNvPr id="1466" name="Rectangle 1465">
            <a:extLst>
              <a:ext uri="{FF2B5EF4-FFF2-40B4-BE49-F238E27FC236}">
                <a16:creationId xmlns:a16="http://schemas.microsoft.com/office/drawing/2014/main" id="{F37CF085-3484-F232-49C7-D49D5669BA31}"/>
              </a:ext>
            </a:extLst>
          </p:cNvPr>
          <p:cNvSpPr/>
          <p:nvPr/>
        </p:nvSpPr>
        <p:spPr>
          <a:xfrm>
            <a:off x="2151796" y="6476535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1</a:t>
            </a:r>
          </a:p>
        </p:txBody>
      </p:sp>
      <p:sp>
        <p:nvSpPr>
          <p:cNvPr id="1467" name="Rectangle 1466">
            <a:extLst>
              <a:ext uri="{FF2B5EF4-FFF2-40B4-BE49-F238E27FC236}">
                <a16:creationId xmlns:a16="http://schemas.microsoft.com/office/drawing/2014/main" id="{DFFDA92F-2E7C-EBEB-02D0-6385499E4F0A}"/>
              </a:ext>
            </a:extLst>
          </p:cNvPr>
          <p:cNvSpPr/>
          <p:nvPr/>
        </p:nvSpPr>
        <p:spPr>
          <a:xfrm>
            <a:off x="938946" y="5733585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1</a:t>
            </a:r>
          </a:p>
        </p:txBody>
      </p:sp>
      <p:sp>
        <p:nvSpPr>
          <p:cNvPr id="1468" name="Rectangle 1467">
            <a:extLst>
              <a:ext uri="{FF2B5EF4-FFF2-40B4-BE49-F238E27FC236}">
                <a16:creationId xmlns:a16="http://schemas.microsoft.com/office/drawing/2014/main" id="{5D180C01-73C8-1DED-A8DE-283C8E50B962}"/>
              </a:ext>
            </a:extLst>
          </p:cNvPr>
          <p:cNvSpPr/>
          <p:nvPr/>
        </p:nvSpPr>
        <p:spPr>
          <a:xfrm>
            <a:off x="2862996" y="4400085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1</a:t>
            </a:r>
          </a:p>
        </p:txBody>
      </p:sp>
      <p:sp>
        <p:nvSpPr>
          <p:cNvPr id="1469" name="Rectangle 1468">
            <a:extLst>
              <a:ext uri="{FF2B5EF4-FFF2-40B4-BE49-F238E27FC236}">
                <a16:creationId xmlns:a16="http://schemas.microsoft.com/office/drawing/2014/main" id="{77192A74-1FDE-DEE8-2095-9A2C9835916B}"/>
              </a:ext>
            </a:extLst>
          </p:cNvPr>
          <p:cNvSpPr/>
          <p:nvPr/>
        </p:nvSpPr>
        <p:spPr>
          <a:xfrm>
            <a:off x="4577496" y="5111285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1</a:t>
            </a:r>
          </a:p>
        </p:txBody>
      </p:sp>
      <p:sp>
        <p:nvSpPr>
          <p:cNvPr id="1470" name="Rectangle 1469">
            <a:extLst>
              <a:ext uri="{FF2B5EF4-FFF2-40B4-BE49-F238E27FC236}">
                <a16:creationId xmlns:a16="http://schemas.microsoft.com/office/drawing/2014/main" id="{0FD28C32-BDCE-859A-9E1F-8F0786D508F9}"/>
              </a:ext>
            </a:extLst>
          </p:cNvPr>
          <p:cNvSpPr/>
          <p:nvPr/>
        </p:nvSpPr>
        <p:spPr>
          <a:xfrm>
            <a:off x="3955196" y="2844335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1</a:t>
            </a:r>
          </a:p>
        </p:txBody>
      </p:sp>
      <p:sp>
        <p:nvSpPr>
          <p:cNvPr id="1473" name="Rectangle 1472">
            <a:extLst>
              <a:ext uri="{FF2B5EF4-FFF2-40B4-BE49-F238E27FC236}">
                <a16:creationId xmlns:a16="http://schemas.microsoft.com/office/drawing/2014/main" id="{26A12E89-A546-FC98-C8F5-51FE35201C4A}"/>
              </a:ext>
            </a:extLst>
          </p:cNvPr>
          <p:cNvSpPr/>
          <p:nvPr/>
        </p:nvSpPr>
        <p:spPr>
          <a:xfrm>
            <a:off x="5434746" y="4501685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1</a:t>
            </a:r>
          </a:p>
        </p:txBody>
      </p:sp>
      <p:sp>
        <p:nvSpPr>
          <p:cNvPr id="1474" name="Rectangle 1473">
            <a:extLst>
              <a:ext uri="{FF2B5EF4-FFF2-40B4-BE49-F238E27FC236}">
                <a16:creationId xmlns:a16="http://schemas.microsoft.com/office/drawing/2014/main" id="{34EFBD48-E24D-AE42-B7E2-E7B922929170}"/>
              </a:ext>
            </a:extLst>
          </p:cNvPr>
          <p:cNvSpPr/>
          <p:nvPr/>
        </p:nvSpPr>
        <p:spPr>
          <a:xfrm>
            <a:off x="6063396" y="4012735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1</a:t>
            </a:r>
          </a:p>
        </p:txBody>
      </p:sp>
      <p:sp>
        <p:nvSpPr>
          <p:cNvPr id="1475" name="Rectangle 1474">
            <a:extLst>
              <a:ext uri="{FF2B5EF4-FFF2-40B4-BE49-F238E27FC236}">
                <a16:creationId xmlns:a16="http://schemas.microsoft.com/office/drawing/2014/main" id="{182CF036-1AD2-87B2-87E8-E437BB2D42B0}"/>
              </a:ext>
            </a:extLst>
          </p:cNvPr>
          <p:cNvSpPr/>
          <p:nvPr/>
        </p:nvSpPr>
        <p:spPr>
          <a:xfrm>
            <a:off x="7288946" y="3733335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2</a:t>
            </a:r>
          </a:p>
        </p:txBody>
      </p:sp>
      <p:sp>
        <p:nvSpPr>
          <p:cNvPr id="1476" name="Rectangle 1475">
            <a:extLst>
              <a:ext uri="{FF2B5EF4-FFF2-40B4-BE49-F238E27FC236}">
                <a16:creationId xmlns:a16="http://schemas.microsoft.com/office/drawing/2014/main" id="{60E767FD-13BE-8C39-F5D3-91AE96015278}"/>
              </a:ext>
            </a:extLst>
          </p:cNvPr>
          <p:cNvSpPr/>
          <p:nvPr/>
        </p:nvSpPr>
        <p:spPr>
          <a:xfrm>
            <a:off x="6453921" y="3526960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1</a:t>
            </a:r>
          </a:p>
        </p:txBody>
      </p:sp>
      <p:sp>
        <p:nvSpPr>
          <p:cNvPr id="1477" name="Rectangle 1476">
            <a:extLst>
              <a:ext uri="{FF2B5EF4-FFF2-40B4-BE49-F238E27FC236}">
                <a16:creationId xmlns:a16="http://schemas.microsoft.com/office/drawing/2014/main" id="{FBDA904B-EB7D-CC94-51C5-4B152222C118}"/>
              </a:ext>
            </a:extLst>
          </p:cNvPr>
          <p:cNvSpPr/>
          <p:nvPr/>
        </p:nvSpPr>
        <p:spPr>
          <a:xfrm>
            <a:off x="2506634" y="492041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FFC000"/>
                </a:highlight>
              </a:rPr>
              <a:t>1</a:t>
            </a:r>
          </a:p>
        </p:txBody>
      </p:sp>
      <p:sp>
        <p:nvSpPr>
          <p:cNvPr id="1478" name="Rectangle 1477">
            <a:extLst>
              <a:ext uri="{FF2B5EF4-FFF2-40B4-BE49-F238E27FC236}">
                <a16:creationId xmlns:a16="http://schemas.microsoft.com/office/drawing/2014/main" id="{62AE0D5D-D563-E19E-F4FB-58AB3397C2F0}"/>
              </a:ext>
            </a:extLst>
          </p:cNvPr>
          <p:cNvSpPr/>
          <p:nvPr/>
        </p:nvSpPr>
        <p:spPr>
          <a:xfrm>
            <a:off x="6850034" y="-73109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FFC000"/>
                </a:highlight>
              </a:rPr>
              <a:t>1</a:t>
            </a:r>
          </a:p>
        </p:txBody>
      </p:sp>
      <p:sp>
        <p:nvSpPr>
          <p:cNvPr id="1479" name="Rectangle 1478">
            <a:extLst>
              <a:ext uri="{FF2B5EF4-FFF2-40B4-BE49-F238E27FC236}">
                <a16:creationId xmlns:a16="http://schemas.microsoft.com/office/drawing/2014/main" id="{DD2B09C5-CBA0-3D6D-D73C-10B50B626338}"/>
              </a:ext>
            </a:extLst>
          </p:cNvPr>
          <p:cNvSpPr/>
          <p:nvPr/>
        </p:nvSpPr>
        <p:spPr>
          <a:xfrm>
            <a:off x="3998884" y="0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FFC000"/>
                </a:highlight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587032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TextBox 941">
            <a:extLst>
              <a:ext uri="{FF2B5EF4-FFF2-40B4-BE49-F238E27FC236}">
                <a16:creationId xmlns:a16="http://schemas.microsoft.com/office/drawing/2014/main" id="{83272B12-A2E5-3833-4D27-17971E9C0C2C}"/>
              </a:ext>
            </a:extLst>
          </p:cNvPr>
          <p:cNvSpPr txBox="1"/>
          <p:nvPr/>
        </p:nvSpPr>
        <p:spPr>
          <a:xfrm>
            <a:off x="5067300" y="488156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18.00</a:t>
            </a:r>
          </a:p>
        </p:txBody>
      </p:sp>
      <p:grpSp>
        <p:nvGrpSpPr>
          <p:cNvPr id="975" name="Group 974">
            <a:extLst>
              <a:ext uri="{FF2B5EF4-FFF2-40B4-BE49-F238E27FC236}">
                <a16:creationId xmlns:a16="http://schemas.microsoft.com/office/drawing/2014/main" id="{73990F3F-9F68-F97E-B0B7-DE2E9E10404E}"/>
              </a:ext>
            </a:extLst>
          </p:cNvPr>
          <p:cNvGrpSpPr/>
          <p:nvPr/>
        </p:nvGrpSpPr>
        <p:grpSpPr>
          <a:xfrm>
            <a:off x="7974810" y="6488906"/>
            <a:ext cx="507206" cy="523877"/>
            <a:chOff x="7789072" y="6555581"/>
            <a:chExt cx="507206" cy="523877"/>
          </a:xfrm>
        </p:grpSpPr>
        <p:cxnSp>
          <p:nvCxnSpPr>
            <p:cNvPr id="937" name="Straight Connector 936">
              <a:extLst>
                <a:ext uri="{FF2B5EF4-FFF2-40B4-BE49-F238E27FC236}">
                  <a16:creationId xmlns:a16="http://schemas.microsoft.com/office/drawing/2014/main" id="{DB12218E-716C-3C5A-B8F1-43445EB3E0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96212" y="6881813"/>
              <a:ext cx="500066" cy="19764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3" name="Straight Connector 952">
              <a:extLst>
                <a:ext uri="{FF2B5EF4-FFF2-40B4-BE49-F238E27FC236}">
                  <a16:creationId xmlns:a16="http://schemas.microsoft.com/office/drawing/2014/main" id="{681C9517-E74B-053B-3530-DDCAF1A72A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9072" y="6615113"/>
              <a:ext cx="0" cy="27146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Straight Connector 977">
              <a:extLst>
                <a:ext uri="{FF2B5EF4-FFF2-40B4-BE49-F238E27FC236}">
                  <a16:creationId xmlns:a16="http://schemas.microsoft.com/office/drawing/2014/main" id="{F16C8B46-9EE9-A6AD-7CA1-C6C45B4FEEA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36697" y="6555581"/>
              <a:ext cx="114296" cy="5000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3" name="Group 982">
            <a:extLst>
              <a:ext uri="{FF2B5EF4-FFF2-40B4-BE49-F238E27FC236}">
                <a16:creationId xmlns:a16="http://schemas.microsoft.com/office/drawing/2014/main" id="{9D40A658-E439-9EF2-6303-1AB04EB68022}"/>
              </a:ext>
            </a:extLst>
          </p:cNvPr>
          <p:cNvGrpSpPr/>
          <p:nvPr/>
        </p:nvGrpSpPr>
        <p:grpSpPr>
          <a:xfrm>
            <a:off x="1031082" y="2740025"/>
            <a:ext cx="7281862" cy="4005262"/>
            <a:chOff x="1031082" y="2742407"/>
            <a:chExt cx="7281862" cy="4005262"/>
          </a:xfrm>
        </p:grpSpPr>
        <p:cxnSp>
          <p:nvCxnSpPr>
            <p:cNvPr id="938" name="Straight Connector 937">
              <a:extLst>
                <a:ext uri="{FF2B5EF4-FFF2-40B4-BE49-F238E27FC236}">
                  <a16:creationId xmlns:a16="http://schemas.microsoft.com/office/drawing/2014/main" id="{30DA0C19-439E-C246-B6B5-673245B720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137525" y="6424613"/>
              <a:ext cx="175419" cy="7064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1" name="Straight Connector 980">
              <a:extLst>
                <a:ext uri="{FF2B5EF4-FFF2-40B4-BE49-F238E27FC236}">
                  <a16:creationId xmlns:a16="http://schemas.microsoft.com/office/drawing/2014/main" id="{90B06C90-26DE-1121-0D5E-820A8479A2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4213" y="6303169"/>
              <a:ext cx="0" cy="130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983">
              <a:extLst>
                <a:ext uri="{FF2B5EF4-FFF2-40B4-BE49-F238E27FC236}">
                  <a16:creationId xmlns:a16="http://schemas.microsoft.com/office/drawing/2014/main" id="{C040CF0E-40EB-E4A1-7F42-ECDFBD6535A8}"/>
                </a:ext>
              </a:extLst>
            </p:cNvPr>
            <p:cNvCxnSpPr>
              <a:cxnSpLocks/>
            </p:cNvCxnSpPr>
            <p:nvPr/>
          </p:nvCxnSpPr>
          <p:spPr>
            <a:xfrm>
              <a:off x="7827169" y="6119813"/>
              <a:ext cx="476250" cy="1809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7" name="Straight Connector 986">
              <a:extLst>
                <a:ext uri="{FF2B5EF4-FFF2-40B4-BE49-F238E27FC236}">
                  <a16:creationId xmlns:a16="http://schemas.microsoft.com/office/drawing/2014/main" id="{66D39180-809C-B142-1800-235E73A4A3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2344" y="6100763"/>
              <a:ext cx="491331" cy="2024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9" name="Straight Connector 988">
              <a:extLst>
                <a:ext uri="{FF2B5EF4-FFF2-40B4-BE49-F238E27FC236}">
                  <a16:creationId xmlns:a16="http://schemas.microsoft.com/office/drawing/2014/main" id="{6EF28173-46D7-D7B8-017A-25CBC907046C}"/>
                </a:ext>
              </a:extLst>
            </p:cNvPr>
            <p:cNvCxnSpPr>
              <a:cxnSpLocks/>
            </p:cNvCxnSpPr>
            <p:nvPr/>
          </p:nvCxnSpPr>
          <p:spPr>
            <a:xfrm>
              <a:off x="6312694" y="6034088"/>
              <a:ext cx="330994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1" name="Straight Connector 990">
              <a:extLst>
                <a:ext uri="{FF2B5EF4-FFF2-40B4-BE49-F238E27FC236}">
                  <a16:creationId xmlns:a16="http://schemas.microsoft.com/office/drawing/2014/main" id="{DEB29D8A-6BFF-5692-DB2C-0C90709C79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8844" y="6041232"/>
              <a:ext cx="321468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161F2AC3-4130-2F5F-252C-49F9A2620275}"/>
                </a:ext>
              </a:extLst>
            </p:cNvPr>
            <p:cNvCxnSpPr>
              <a:cxnSpLocks/>
            </p:cNvCxnSpPr>
            <p:nvPr/>
          </p:nvCxnSpPr>
          <p:spPr>
            <a:xfrm>
              <a:off x="5655469" y="6038851"/>
              <a:ext cx="330994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F95CEAFD-1086-9030-CA63-C88629C80F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56263" y="5788820"/>
              <a:ext cx="0" cy="24685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9E90A290-22CB-0CA5-20E9-64010D39CD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19713" y="6038850"/>
              <a:ext cx="340518" cy="1381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367623BA-6D12-C867-917B-2D0FE97A3BF0}"/>
                </a:ext>
              </a:extLst>
            </p:cNvPr>
            <p:cNvCxnSpPr>
              <a:cxnSpLocks/>
            </p:cNvCxnSpPr>
            <p:nvPr/>
          </p:nvCxnSpPr>
          <p:spPr>
            <a:xfrm>
              <a:off x="5000625" y="6041232"/>
              <a:ext cx="326232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23D10341-96F1-D712-E822-2D34F7F699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1556" y="6038850"/>
              <a:ext cx="16668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236926BB-E9C4-2F84-4857-16227BB6FB94}"/>
                </a:ext>
              </a:extLst>
            </p:cNvPr>
            <p:cNvCxnSpPr>
              <a:cxnSpLocks/>
            </p:cNvCxnSpPr>
            <p:nvPr/>
          </p:nvCxnSpPr>
          <p:spPr>
            <a:xfrm>
              <a:off x="4502943" y="5972175"/>
              <a:ext cx="326232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0B3E56EF-2315-E7D5-7C47-4EA8A61C31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1357" y="5848351"/>
              <a:ext cx="0" cy="13493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E7DA588F-CF1D-29B8-DCAA-1ABD809A12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51025" y="6499225"/>
              <a:ext cx="672306" cy="2468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9B2D8EA5-965B-82FD-8B24-E033303FE6FC}"/>
                </a:ext>
              </a:extLst>
            </p:cNvPr>
            <p:cNvCxnSpPr>
              <a:cxnSpLocks/>
            </p:cNvCxnSpPr>
            <p:nvPr/>
          </p:nvCxnSpPr>
          <p:spPr>
            <a:xfrm>
              <a:off x="1031875" y="6434932"/>
              <a:ext cx="815975" cy="312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B29E36B9-1C1D-D1C1-1FB6-20E56DA9C2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1082" y="6299201"/>
              <a:ext cx="0" cy="13493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6A61C2AA-0A10-28D1-3AC6-B7B116FDD007}"/>
                </a:ext>
              </a:extLst>
            </p:cNvPr>
            <p:cNvCxnSpPr>
              <a:cxnSpLocks/>
            </p:cNvCxnSpPr>
            <p:nvPr/>
          </p:nvCxnSpPr>
          <p:spPr>
            <a:xfrm>
              <a:off x="2867025" y="4044157"/>
              <a:ext cx="152400" cy="698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2CB8A18B-76EE-278D-D70D-A1FADF3C26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19425" y="3844132"/>
              <a:ext cx="673100" cy="2730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DBB3DDDE-1E12-20D5-81C9-732832F47168}"/>
                </a:ext>
              </a:extLst>
            </p:cNvPr>
            <p:cNvCxnSpPr>
              <a:cxnSpLocks/>
            </p:cNvCxnSpPr>
            <p:nvPr/>
          </p:nvCxnSpPr>
          <p:spPr>
            <a:xfrm>
              <a:off x="3683000" y="3847307"/>
              <a:ext cx="495300" cy="193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C7BCBF76-1E17-E98E-15B8-5D2F5FACE976}"/>
                </a:ext>
              </a:extLst>
            </p:cNvPr>
            <p:cNvCxnSpPr>
              <a:cxnSpLocks/>
            </p:cNvCxnSpPr>
            <p:nvPr/>
          </p:nvCxnSpPr>
          <p:spPr>
            <a:xfrm>
              <a:off x="3349625" y="3723482"/>
              <a:ext cx="152400" cy="698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0E520369-C9E9-4C58-FDC7-9331526038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52800" y="3202782"/>
              <a:ext cx="0" cy="5238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88102252-F30E-F0E6-F152-240C2EF2428C}"/>
                </a:ext>
              </a:extLst>
            </p:cNvPr>
            <p:cNvCxnSpPr>
              <a:cxnSpLocks/>
            </p:cNvCxnSpPr>
            <p:nvPr/>
          </p:nvCxnSpPr>
          <p:spPr>
            <a:xfrm>
              <a:off x="3178175" y="3126582"/>
              <a:ext cx="174625" cy="82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BD1842D8-9B2F-EBF8-44A8-7E4ED74D73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1150" y="2742407"/>
              <a:ext cx="0" cy="1492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597">
              <a:extLst>
                <a:ext uri="{FF2B5EF4-FFF2-40B4-BE49-F238E27FC236}">
                  <a16:creationId xmlns:a16="http://schemas.microsoft.com/office/drawing/2014/main" id="{23459921-39B4-7F59-2F30-4556CA8AF5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8175" y="3015457"/>
              <a:ext cx="0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604">
              <a:extLst>
                <a:ext uri="{FF2B5EF4-FFF2-40B4-BE49-F238E27FC236}">
                  <a16:creationId xmlns:a16="http://schemas.microsoft.com/office/drawing/2014/main" id="{DF3614CC-1F44-8BB4-4DCD-596621C324EC}"/>
                </a:ext>
              </a:extLst>
            </p:cNvPr>
            <p:cNvCxnSpPr>
              <a:cxnSpLocks/>
            </p:cNvCxnSpPr>
            <p:nvPr/>
          </p:nvCxnSpPr>
          <p:spPr>
            <a:xfrm>
              <a:off x="2847975" y="2878932"/>
              <a:ext cx="33020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7" name="Group 616">
            <a:extLst>
              <a:ext uri="{FF2B5EF4-FFF2-40B4-BE49-F238E27FC236}">
                <a16:creationId xmlns:a16="http://schemas.microsoft.com/office/drawing/2014/main" id="{37D9D28D-D18A-E8BF-F316-1ABC818CEAAE}"/>
              </a:ext>
            </a:extLst>
          </p:cNvPr>
          <p:cNvGrpSpPr/>
          <p:nvPr/>
        </p:nvGrpSpPr>
        <p:grpSpPr>
          <a:xfrm>
            <a:off x="5159375" y="1463675"/>
            <a:ext cx="2489200" cy="4563269"/>
            <a:chOff x="5159375" y="1463675"/>
            <a:chExt cx="2489200" cy="4563269"/>
          </a:xfrm>
        </p:grpSpPr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0927B6E9-2EDA-3A10-70C0-5D2FA70E4AF5}"/>
                </a:ext>
              </a:extLst>
            </p:cNvPr>
            <p:cNvCxnSpPr>
              <a:cxnSpLocks/>
            </p:cNvCxnSpPr>
            <p:nvPr/>
          </p:nvCxnSpPr>
          <p:spPr>
            <a:xfrm>
              <a:off x="6323013" y="5537200"/>
              <a:ext cx="0" cy="4897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613">
              <a:extLst>
                <a:ext uri="{FF2B5EF4-FFF2-40B4-BE49-F238E27FC236}">
                  <a16:creationId xmlns:a16="http://schemas.microsoft.com/office/drawing/2014/main" id="{33BDA676-05CE-F075-70CF-1A60036D91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9363" y="5391150"/>
              <a:ext cx="325437" cy="1500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617">
              <a:extLst>
                <a:ext uri="{FF2B5EF4-FFF2-40B4-BE49-F238E27FC236}">
                  <a16:creationId xmlns:a16="http://schemas.microsoft.com/office/drawing/2014/main" id="{DE243A3E-5119-B732-EFD7-331E652494A5}"/>
                </a:ext>
              </a:extLst>
            </p:cNvPr>
            <p:cNvCxnSpPr>
              <a:cxnSpLocks/>
            </p:cNvCxnSpPr>
            <p:nvPr/>
          </p:nvCxnSpPr>
          <p:spPr>
            <a:xfrm>
              <a:off x="6650038" y="2568575"/>
              <a:ext cx="0" cy="28297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635">
              <a:extLst>
                <a:ext uri="{FF2B5EF4-FFF2-40B4-BE49-F238E27FC236}">
                  <a16:creationId xmlns:a16="http://schemas.microsoft.com/office/drawing/2014/main" id="{B0DD3994-A602-48C8-A83A-3B8A05A6FE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92875" y="2489200"/>
              <a:ext cx="1682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649">
              <a:extLst>
                <a:ext uri="{FF2B5EF4-FFF2-40B4-BE49-F238E27FC236}">
                  <a16:creationId xmlns:a16="http://schemas.microsoft.com/office/drawing/2014/main" id="{EABB4988-301A-B037-7B15-7652EB1504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6050" y="2105025"/>
              <a:ext cx="987425" cy="387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Straight Connector 653">
              <a:extLst>
                <a:ext uri="{FF2B5EF4-FFF2-40B4-BE49-F238E27FC236}">
                  <a16:creationId xmlns:a16="http://schemas.microsoft.com/office/drawing/2014/main" id="{1EC046BF-60CC-6222-D565-37F1C584CF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80300" y="2101850"/>
              <a:ext cx="1682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657">
              <a:extLst>
                <a:ext uri="{FF2B5EF4-FFF2-40B4-BE49-F238E27FC236}">
                  <a16:creationId xmlns:a16="http://schemas.microsoft.com/office/drawing/2014/main" id="{2590CBAE-7200-52C9-0113-A940C1FB70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59375" y="1463675"/>
              <a:ext cx="1835150" cy="711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636670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3000" t="2000" r="-4000" b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>
            <a:extLst>
              <a:ext uri="{FF2B5EF4-FFF2-40B4-BE49-F238E27FC236}">
                <a16:creationId xmlns:a16="http://schemas.microsoft.com/office/drawing/2014/main" id="{9D9B61CA-645C-C6E0-AAAA-F72F7B01B8E4}"/>
              </a:ext>
            </a:extLst>
          </p:cNvPr>
          <p:cNvGrpSpPr/>
          <p:nvPr/>
        </p:nvGrpSpPr>
        <p:grpSpPr>
          <a:xfrm>
            <a:off x="1552577" y="1002507"/>
            <a:ext cx="8255792" cy="5988845"/>
            <a:chOff x="1490664" y="873918"/>
            <a:chExt cx="8255792" cy="5988845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E1216D4-CEF6-124A-26AF-332C7D950C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65512" y="4926806"/>
              <a:ext cx="1666082" cy="6278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C3E66D6-A1DE-8144-622C-0FB755FA6B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29213" y="4788694"/>
              <a:ext cx="0" cy="1373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FDC1B80-811E-C61E-3943-EECBF03443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6769" y="5418136"/>
              <a:ext cx="162718" cy="7302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6C48987-B461-D673-BDFF-BAC7A13F9F4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6769" y="5488781"/>
              <a:ext cx="0" cy="2500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088B8D8B-5671-AFBE-E770-3EA36DA24F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6731" y="5745956"/>
              <a:ext cx="283369" cy="1190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628A42C-9DB9-F1EE-78D6-73C1EEADB8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14826" y="5862637"/>
              <a:ext cx="0" cy="1190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D2FD6C63-F5EC-1512-F9C3-D91FC63D43F0}"/>
                </a:ext>
              </a:extLst>
            </p:cNvPr>
            <p:cNvCxnSpPr>
              <a:cxnSpLocks/>
            </p:cNvCxnSpPr>
            <p:nvPr/>
          </p:nvCxnSpPr>
          <p:spPr>
            <a:xfrm>
              <a:off x="4305299" y="5991226"/>
              <a:ext cx="161926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DE254DF5-DADE-C445-40D3-61AFEAA6FF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2462" y="5843588"/>
              <a:ext cx="497682" cy="2095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289CF0B-CD7E-CB9E-9DAC-E78F16033B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7763" y="5726906"/>
              <a:ext cx="0" cy="1190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4621BCA3-EEA5-86C0-95CC-AA805240CC2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0618" y="5660231"/>
              <a:ext cx="180976" cy="761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F95837FA-82FD-71B8-93FB-C4FE572043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31594" y="5531644"/>
              <a:ext cx="0" cy="1190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0F4806C8-F74B-4BD2-F8B6-9DD61D88F5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29212" y="5226844"/>
              <a:ext cx="821532" cy="3238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EB37218-A6E6-722C-2A1A-CB1F5ABCE2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3125" y="4838700"/>
              <a:ext cx="0" cy="3881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3CD4E732-C16B-5779-67E9-3F6B217A39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41219" y="4729163"/>
              <a:ext cx="338137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F05DC2ED-CF7C-E643-B05F-320F84EBC0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83325" y="4743450"/>
              <a:ext cx="0" cy="6000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24C527E8-F5E1-B8DA-9D4A-E0CC539A8C49}"/>
                </a:ext>
              </a:extLst>
            </p:cNvPr>
            <p:cNvCxnSpPr>
              <a:cxnSpLocks/>
            </p:cNvCxnSpPr>
            <p:nvPr/>
          </p:nvCxnSpPr>
          <p:spPr>
            <a:xfrm>
              <a:off x="6290469" y="5351463"/>
              <a:ext cx="157956" cy="809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7CEB65DF-DFF4-C0B0-7D84-81D679EFBC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55569" y="5353050"/>
              <a:ext cx="145256" cy="746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872BDDBF-3C56-E2D3-BD13-086B2323A1EF}"/>
                </a:ext>
              </a:extLst>
            </p:cNvPr>
            <p:cNvCxnSpPr>
              <a:cxnSpLocks/>
            </p:cNvCxnSpPr>
            <p:nvPr/>
          </p:nvCxnSpPr>
          <p:spPr>
            <a:xfrm>
              <a:off x="6604000" y="5127625"/>
              <a:ext cx="0" cy="2190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111D3A99-2EFD-1FD4-FD11-4DF160EBCF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4794" y="4986336"/>
              <a:ext cx="350043" cy="14922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C1BD641E-FD97-BCB9-804F-2995A98CD9D4}"/>
                </a:ext>
              </a:extLst>
            </p:cNvPr>
            <p:cNvCxnSpPr>
              <a:cxnSpLocks/>
            </p:cNvCxnSpPr>
            <p:nvPr/>
          </p:nvCxnSpPr>
          <p:spPr>
            <a:xfrm>
              <a:off x="7098506" y="4933949"/>
              <a:ext cx="337344" cy="1301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DC6E1FF4-C2D1-51CC-6EA7-DDDEEF4DF1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57800" y="3433761"/>
              <a:ext cx="852487" cy="3095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51070624-C5AB-0F0F-76DD-334BBFD59DA7}"/>
                </a:ext>
              </a:extLst>
            </p:cNvPr>
            <p:cNvCxnSpPr>
              <a:cxnSpLocks/>
            </p:cNvCxnSpPr>
            <p:nvPr/>
          </p:nvCxnSpPr>
          <p:spPr>
            <a:xfrm>
              <a:off x="6953250" y="4491036"/>
              <a:ext cx="0" cy="4968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560F1360-DDD5-A38C-BA21-9B91AA45C5D8}"/>
                </a:ext>
              </a:extLst>
            </p:cNvPr>
            <p:cNvCxnSpPr>
              <a:cxnSpLocks/>
            </p:cNvCxnSpPr>
            <p:nvPr/>
          </p:nvCxnSpPr>
          <p:spPr>
            <a:xfrm>
              <a:off x="7429500" y="5064125"/>
              <a:ext cx="0" cy="1047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A92A657-78DD-D807-DCD2-B1998611B7B9}"/>
                </a:ext>
              </a:extLst>
            </p:cNvPr>
            <p:cNvCxnSpPr>
              <a:cxnSpLocks/>
            </p:cNvCxnSpPr>
            <p:nvPr/>
          </p:nvCxnSpPr>
          <p:spPr>
            <a:xfrm>
              <a:off x="7428706" y="5172075"/>
              <a:ext cx="496094" cy="2032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DAF5ABB-3989-7E98-8262-7D6CC71155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2419" y="5299075"/>
              <a:ext cx="145256" cy="746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C31E687-D7CE-4DB1-DE58-D58AF082A048}"/>
                </a:ext>
              </a:extLst>
            </p:cNvPr>
            <p:cNvCxnSpPr>
              <a:cxnSpLocks/>
            </p:cNvCxnSpPr>
            <p:nvPr/>
          </p:nvCxnSpPr>
          <p:spPr>
            <a:xfrm>
              <a:off x="8085931" y="5286375"/>
              <a:ext cx="807244" cy="3238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7C2D722-5164-8140-F27B-3A7A49FC25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90794" y="5493542"/>
              <a:ext cx="360362" cy="13097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DEBC293-9BFC-9B4C-4114-8C70983D1180}"/>
                </a:ext>
              </a:extLst>
            </p:cNvPr>
            <p:cNvCxnSpPr>
              <a:cxnSpLocks/>
            </p:cNvCxnSpPr>
            <p:nvPr/>
          </p:nvCxnSpPr>
          <p:spPr>
            <a:xfrm>
              <a:off x="9258300" y="5500686"/>
              <a:ext cx="130175" cy="5873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14CD3DD6-D0B0-0882-EAB0-ABF31E43A8B1}"/>
                </a:ext>
              </a:extLst>
            </p:cNvPr>
            <p:cNvCxnSpPr>
              <a:cxnSpLocks/>
            </p:cNvCxnSpPr>
            <p:nvPr/>
          </p:nvCxnSpPr>
          <p:spPr>
            <a:xfrm>
              <a:off x="7105650" y="4424361"/>
              <a:ext cx="0" cy="5127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6CDC6B93-FDDC-E656-70D2-69788BCD52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53187" y="3309936"/>
              <a:ext cx="633413" cy="2452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5FA165E1-A111-B218-6921-5067DAAD0B57}"/>
                </a:ext>
              </a:extLst>
            </p:cNvPr>
            <p:cNvCxnSpPr>
              <a:cxnSpLocks/>
            </p:cNvCxnSpPr>
            <p:nvPr/>
          </p:nvCxnSpPr>
          <p:spPr>
            <a:xfrm>
              <a:off x="8904287" y="4862511"/>
              <a:ext cx="350838" cy="13970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A8F6DB31-F018-0D52-A374-D6908DBA86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788694" y="5053011"/>
              <a:ext cx="0" cy="36512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8B68BDEE-1826-CC17-CB67-F7340D6CD5E4}"/>
                </a:ext>
              </a:extLst>
            </p:cNvPr>
            <p:cNvCxnSpPr>
              <a:cxnSpLocks/>
            </p:cNvCxnSpPr>
            <p:nvPr/>
          </p:nvCxnSpPr>
          <p:spPr>
            <a:xfrm>
              <a:off x="8910638" y="4519611"/>
              <a:ext cx="0" cy="3556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8E229936-CE1E-5E69-A8B1-56C9B7D5AB5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02700" y="4305299"/>
              <a:ext cx="515143" cy="2119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6935A8FF-6885-5279-F8D1-58266B99BC61}"/>
                </a:ext>
              </a:extLst>
            </p:cNvPr>
            <p:cNvCxnSpPr>
              <a:cxnSpLocks/>
            </p:cNvCxnSpPr>
            <p:nvPr/>
          </p:nvCxnSpPr>
          <p:spPr>
            <a:xfrm>
              <a:off x="9415463" y="4045742"/>
              <a:ext cx="0" cy="2301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23DEC89E-FF52-BE4D-19E7-131229967B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39251" y="4043361"/>
              <a:ext cx="176211" cy="7778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6BDE11A-EB65-D26D-4689-E165C7E44E23}"/>
                </a:ext>
              </a:extLst>
            </p:cNvPr>
            <p:cNvCxnSpPr>
              <a:cxnSpLocks/>
            </p:cNvCxnSpPr>
            <p:nvPr/>
          </p:nvCxnSpPr>
          <p:spPr>
            <a:xfrm>
              <a:off x="9051131" y="4045741"/>
              <a:ext cx="187325" cy="682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963FC466-7515-7E00-5F66-14B593179FA8}"/>
                </a:ext>
              </a:extLst>
            </p:cNvPr>
            <p:cNvCxnSpPr>
              <a:cxnSpLocks/>
            </p:cNvCxnSpPr>
            <p:nvPr/>
          </p:nvCxnSpPr>
          <p:spPr>
            <a:xfrm>
              <a:off x="6774656" y="3671886"/>
              <a:ext cx="0" cy="1476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26A84885-9993-0982-57ED-FD0FE063D2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7312" y="3812380"/>
              <a:ext cx="320675" cy="1166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57AB77DB-A8A2-3926-0D40-FF73FB0A6535}"/>
                </a:ext>
              </a:extLst>
            </p:cNvPr>
            <p:cNvCxnSpPr>
              <a:cxnSpLocks/>
            </p:cNvCxnSpPr>
            <p:nvPr/>
          </p:nvCxnSpPr>
          <p:spPr>
            <a:xfrm>
              <a:off x="6434137" y="3932236"/>
              <a:ext cx="161925" cy="706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24EC674E-FA83-256C-2800-7688038D3E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27787" y="3993355"/>
              <a:ext cx="165893" cy="690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8FBB327-FEB1-5185-C694-7719CA31CFCF}"/>
                </a:ext>
              </a:extLst>
            </p:cNvPr>
            <p:cNvCxnSpPr>
              <a:cxnSpLocks/>
            </p:cNvCxnSpPr>
            <p:nvPr/>
          </p:nvCxnSpPr>
          <p:spPr>
            <a:xfrm>
              <a:off x="5938837" y="4251325"/>
              <a:ext cx="0" cy="1325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1D5EB26C-AC6B-45AD-AEB1-49F18F4088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07843" y="4371974"/>
              <a:ext cx="330994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AE290E72-8B40-1E18-98BF-48E8BC23549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2350" y="4117180"/>
              <a:ext cx="18097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Straight Connector 103">
              <a:extLst>
                <a:ext uri="{FF2B5EF4-FFF2-40B4-BE49-F238E27FC236}">
                  <a16:creationId xmlns:a16="http://schemas.microsoft.com/office/drawing/2014/main" id="{BBDEF154-BCDC-E3A3-A1D8-60B598E8A2F1}"/>
                </a:ext>
              </a:extLst>
            </p:cNvPr>
            <p:cNvCxnSpPr>
              <a:cxnSpLocks/>
            </p:cNvCxnSpPr>
            <p:nvPr/>
          </p:nvCxnSpPr>
          <p:spPr>
            <a:xfrm>
              <a:off x="6284119" y="4119561"/>
              <a:ext cx="0" cy="2547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61B7544E-B34F-5F49-5C5C-E2989D76B6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5069" y="4300536"/>
              <a:ext cx="18097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DDC04112-8737-5BC7-CACB-713512EEB3F2}"/>
                </a:ext>
              </a:extLst>
            </p:cNvPr>
            <p:cNvCxnSpPr>
              <a:cxnSpLocks/>
            </p:cNvCxnSpPr>
            <p:nvPr/>
          </p:nvCxnSpPr>
          <p:spPr>
            <a:xfrm>
              <a:off x="6434138" y="4062411"/>
              <a:ext cx="0" cy="2238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DB1C66C0-80FA-B9E0-EEAA-D2CDCCA6D8A0}"/>
                </a:ext>
              </a:extLst>
            </p:cNvPr>
            <p:cNvCxnSpPr>
              <a:cxnSpLocks/>
            </p:cNvCxnSpPr>
            <p:nvPr/>
          </p:nvCxnSpPr>
          <p:spPr>
            <a:xfrm>
              <a:off x="6119812" y="3431380"/>
              <a:ext cx="333375" cy="1262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3700579F-768C-EA73-FE9A-6808AD9D2D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0762" y="3557586"/>
              <a:ext cx="666750" cy="257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AEA8BF96-36E0-9990-6839-E06055B330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69769" y="3862386"/>
              <a:ext cx="18097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59AE8701-A83E-1FCA-10B7-054D51A55EEC}"/>
                </a:ext>
              </a:extLst>
            </p:cNvPr>
            <p:cNvCxnSpPr>
              <a:cxnSpLocks/>
            </p:cNvCxnSpPr>
            <p:nvPr/>
          </p:nvCxnSpPr>
          <p:spPr>
            <a:xfrm>
              <a:off x="5948363" y="3863181"/>
              <a:ext cx="0" cy="1325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870761F8-2E9B-A0CA-7CAF-3A712FD073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0743" y="3921917"/>
              <a:ext cx="159545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4BACD0D0-3BF2-BD58-05D3-5A0DE29B2DD4}"/>
                </a:ext>
              </a:extLst>
            </p:cNvPr>
            <p:cNvCxnSpPr>
              <a:cxnSpLocks/>
            </p:cNvCxnSpPr>
            <p:nvPr/>
          </p:nvCxnSpPr>
          <p:spPr>
            <a:xfrm>
              <a:off x="6098382" y="3826667"/>
              <a:ext cx="0" cy="809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D08F5AED-5DCE-8C99-D70A-6F48477554D0}"/>
                </a:ext>
              </a:extLst>
            </p:cNvPr>
            <p:cNvCxnSpPr>
              <a:cxnSpLocks/>
            </p:cNvCxnSpPr>
            <p:nvPr/>
          </p:nvCxnSpPr>
          <p:spPr>
            <a:xfrm>
              <a:off x="5776913" y="3920331"/>
              <a:ext cx="0" cy="1325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DE54530E-BDCB-673A-1982-75AF000AC415}"/>
                </a:ext>
              </a:extLst>
            </p:cNvPr>
            <p:cNvCxnSpPr>
              <a:cxnSpLocks/>
            </p:cNvCxnSpPr>
            <p:nvPr/>
          </p:nvCxnSpPr>
          <p:spPr>
            <a:xfrm>
              <a:off x="5614987" y="3993355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Connector 197">
              <a:extLst>
                <a:ext uri="{FF2B5EF4-FFF2-40B4-BE49-F238E27FC236}">
                  <a16:creationId xmlns:a16="http://schemas.microsoft.com/office/drawing/2014/main" id="{46A00187-03F6-4E66-397F-9D8EC78ED637}"/>
                </a:ext>
              </a:extLst>
            </p:cNvPr>
            <p:cNvCxnSpPr>
              <a:cxnSpLocks/>
            </p:cNvCxnSpPr>
            <p:nvPr/>
          </p:nvCxnSpPr>
          <p:spPr>
            <a:xfrm>
              <a:off x="5622132" y="3996531"/>
              <a:ext cx="0" cy="2516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EC55B9BC-E0D6-E564-D23C-BAF259F6D2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76850" y="4176711"/>
              <a:ext cx="18097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E5086D71-6D5A-DA08-686E-1F76A13A1190}"/>
                </a:ext>
              </a:extLst>
            </p:cNvPr>
            <p:cNvCxnSpPr>
              <a:cxnSpLocks/>
            </p:cNvCxnSpPr>
            <p:nvPr/>
          </p:nvCxnSpPr>
          <p:spPr>
            <a:xfrm>
              <a:off x="5455444" y="4177506"/>
              <a:ext cx="0" cy="1325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121D6E65-A079-5BF7-E48C-036FD053D4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57824" y="4236242"/>
              <a:ext cx="159545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690C1810-C3B4-E4B8-AA72-FA6BF9605DF3}"/>
                </a:ext>
              </a:extLst>
            </p:cNvPr>
            <p:cNvCxnSpPr>
              <a:cxnSpLocks/>
            </p:cNvCxnSpPr>
            <p:nvPr/>
          </p:nvCxnSpPr>
          <p:spPr>
            <a:xfrm>
              <a:off x="5283994" y="4234656"/>
              <a:ext cx="0" cy="1325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EFD8967D-8E6B-0A13-D6EC-FAE9825DE6E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36331" y="4307680"/>
              <a:ext cx="18097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1B04ADE6-7625-83FD-0B68-F7511DAF17F5}"/>
                </a:ext>
              </a:extLst>
            </p:cNvPr>
            <p:cNvCxnSpPr>
              <a:cxnSpLocks/>
            </p:cNvCxnSpPr>
            <p:nvPr/>
          </p:nvCxnSpPr>
          <p:spPr>
            <a:xfrm>
              <a:off x="5114925" y="4308475"/>
              <a:ext cx="0" cy="1325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Connector 211">
              <a:extLst>
                <a:ext uri="{FF2B5EF4-FFF2-40B4-BE49-F238E27FC236}">
                  <a16:creationId xmlns:a16="http://schemas.microsoft.com/office/drawing/2014/main" id="{22F11DAC-ADEE-2A91-2E4F-7509D8F948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17305" y="4367211"/>
              <a:ext cx="159545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A530D8F3-8008-1C38-59FF-D1BC239D5AF6}"/>
                </a:ext>
              </a:extLst>
            </p:cNvPr>
            <p:cNvCxnSpPr>
              <a:cxnSpLocks/>
            </p:cNvCxnSpPr>
            <p:nvPr/>
          </p:nvCxnSpPr>
          <p:spPr>
            <a:xfrm>
              <a:off x="4943475" y="4365625"/>
              <a:ext cx="0" cy="1325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56BEF5F9-3DA0-1AFC-CAB2-386C309E81F3}"/>
                </a:ext>
              </a:extLst>
            </p:cNvPr>
            <p:cNvCxnSpPr>
              <a:cxnSpLocks/>
            </p:cNvCxnSpPr>
            <p:nvPr/>
          </p:nvCxnSpPr>
          <p:spPr>
            <a:xfrm>
              <a:off x="4781549" y="4438649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BED2D7D0-4A3F-A5ED-1420-6BD3BBCD8DAA}"/>
                </a:ext>
              </a:extLst>
            </p:cNvPr>
            <p:cNvCxnSpPr>
              <a:cxnSpLocks/>
            </p:cNvCxnSpPr>
            <p:nvPr/>
          </p:nvCxnSpPr>
          <p:spPr>
            <a:xfrm>
              <a:off x="4791075" y="4303712"/>
              <a:ext cx="0" cy="1325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56098A3D-CCEB-C97A-F8AA-47851D2286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17244" y="4302918"/>
              <a:ext cx="18097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C1C522BB-B88A-DE45-2408-09DB32FED1FE}"/>
                </a:ext>
              </a:extLst>
            </p:cNvPr>
            <p:cNvCxnSpPr>
              <a:cxnSpLocks/>
            </p:cNvCxnSpPr>
            <p:nvPr/>
          </p:nvCxnSpPr>
          <p:spPr>
            <a:xfrm>
              <a:off x="4626768" y="4368006"/>
              <a:ext cx="0" cy="1325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B85AB338-6A37-C6E5-D0A4-B8D2E1514DF2}"/>
                </a:ext>
              </a:extLst>
            </p:cNvPr>
            <p:cNvCxnSpPr>
              <a:cxnSpLocks/>
            </p:cNvCxnSpPr>
            <p:nvPr/>
          </p:nvCxnSpPr>
          <p:spPr>
            <a:xfrm>
              <a:off x="3309937" y="4000499"/>
              <a:ext cx="654844" cy="2428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425F5DB4-15A0-33D8-3538-F30260C6BF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7556" y="3924299"/>
              <a:ext cx="18097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5" name="Straight Connector 224">
              <a:extLst>
                <a:ext uri="{FF2B5EF4-FFF2-40B4-BE49-F238E27FC236}">
                  <a16:creationId xmlns:a16="http://schemas.microsoft.com/office/drawing/2014/main" id="{97953531-51E2-6F34-9ADC-243753E04E81}"/>
                </a:ext>
              </a:extLst>
            </p:cNvPr>
            <p:cNvCxnSpPr>
              <a:cxnSpLocks/>
            </p:cNvCxnSpPr>
            <p:nvPr/>
          </p:nvCxnSpPr>
          <p:spPr>
            <a:xfrm>
              <a:off x="4124325" y="4310061"/>
              <a:ext cx="500061" cy="188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37EF60B4-DA3E-FB1E-4B5C-EF20FB6F9DBA}"/>
                </a:ext>
              </a:extLst>
            </p:cNvPr>
            <p:cNvCxnSpPr>
              <a:cxnSpLocks/>
            </p:cNvCxnSpPr>
            <p:nvPr/>
          </p:nvCxnSpPr>
          <p:spPr>
            <a:xfrm>
              <a:off x="4133850" y="4177506"/>
              <a:ext cx="0" cy="1325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30F17F3D-B394-3488-2180-91E3340F34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0019" y="4176712"/>
              <a:ext cx="18097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AC7A4B9E-7FA2-B71A-AC4D-5E984E538B63}"/>
                </a:ext>
              </a:extLst>
            </p:cNvPr>
            <p:cNvCxnSpPr>
              <a:cxnSpLocks/>
            </p:cNvCxnSpPr>
            <p:nvPr/>
          </p:nvCxnSpPr>
          <p:spPr>
            <a:xfrm>
              <a:off x="3967163" y="3871911"/>
              <a:ext cx="0" cy="257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31B067F2-27DB-475C-4881-9C1EAEB2E9C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64782" y="3805237"/>
              <a:ext cx="18097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F543F84B-92D3-DFD9-50E2-03342EFE073B}"/>
                </a:ext>
              </a:extLst>
            </p:cNvPr>
            <p:cNvCxnSpPr>
              <a:cxnSpLocks/>
            </p:cNvCxnSpPr>
            <p:nvPr/>
          </p:nvCxnSpPr>
          <p:spPr>
            <a:xfrm>
              <a:off x="3626643" y="3621880"/>
              <a:ext cx="516730" cy="1833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FA9B7441-DE3C-49DE-BAB1-82234976AD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81801" y="3609974"/>
              <a:ext cx="14763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>
              <a:extLst>
                <a:ext uri="{FF2B5EF4-FFF2-40B4-BE49-F238E27FC236}">
                  <a16:creationId xmlns:a16="http://schemas.microsoft.com/office/drawing/2014/main" id="{91798ABE-4855-272B-CB34-7297140123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66718" y="3929061"/>
              <a:ext cx="667544" cy="2524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1" name="Straight Connector 360">
              <a:extLst>
                <a:ext uri="{FF2B5EF4-FFF2-40B4-BE49-F238E27FC236}">
                  <a16:creationId xmlns:a16="http://schemas.microsoft.com/office/drawing/2014/main" id="{D5C1429C-5C8D-03E5-2CC9-99FAFDCE337A}"/>
                </a:ext>
              </a:extLst>
            </p:cNvPr>
            <p:cNvCxnSpPr>
              <a:cxnSpLocks/>
            </p:cNvCxnSpPr>
            <p:nvPr/>
          </p:nvCxnSpPr>
          <p:spPr>
            <a:xfrm>
              <a:off x="6931819" y="3994150"/>
              <a:ext cx="0" cy="1325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5" name="Straight Connector 364">
              <a:extLst>
                <a:ext uri="{FF2B5EF4-FFF2-40B4-BE49-F238E27FC236}">
                  <a16:creationId xmlns:a16="http://schemas.microsoft.com/office/drawing/2014/main" id="{B00E0767-1AC8-FA53-3E99-6F451C6DB1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54043" y="4434679"/>
              <a:ext cx="151607" cy="555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9" name="Straight Connector 368">
              <a:extLst>
                <a:ext uri="{FF2B5EF4-FFF2-40B4-BE49-F238E27FC236}">
                  <a16:creationId xmlns:a16="http://schemas.microsoft.com/office/drawing/2014/main" id="{E8807EF8-1EB9-FC84-30E7-C074A3D83C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90949" y="4117180"/>
              <a:ext cx="18097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7" name="Straight Connector 376">
              <a:extLst>
                <a:ext uri="{FF2B5EF4-FFF2-40B4-BE49-F238E27FC236}">
                  <a16:creationId xmlns:a16="http://schemas.microsoft.com/office/drawing/2014/main" id="{64D881AB-D8AD-4D32-70DD-AAA44B2313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10187" y="3074193"/>
              <a:ext cx="151606" cy="166687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prstDash val="sysDot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8" name="Straight Connector 377">
              <a:extLst>
                <a:ext uri="{FF2B5EF4-FFF2-40B4-BE49-F238E27FC236}">
                  <a16:creationId xmlns:a16="http://schemas.microsoft.com/office/drawing/2014/main" id="{67C6C00E-3D5F-96BF-A344-6A3DB2F7F66D}"/>
                </a:ext>
              </a:extLst>
            </p:cNvPr>
            <p:cNvCxnSpPr>
              <a:cxnSpLocks/>
            </p:cNvCxnSpPr>
            <p:nvPr/>
          </p:nvCxnSpPr>
          <p:spPr>
            <a:xfrm>
              <a:off x="3182937" y="2178842"/>
              <a:ext cx="615156" cy="0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prstDash val="sysDot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Connector 280">
              <a:extLst>
                <a:ext uri="{FF2B5EF4-FFF2-40B4-BE49-F238E27FC236}">
                  <a16:creationId xmlns:a16="http://schemas.microsoft.com/office/drawing/2014/main" id="{D264DA2D-5A85-B941-5F34-76991A53BE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55856" y="4867274"/>
              <a:ext cx="157163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Straight Connector 284">
              <a:extLst>
                <a:ext uri="{FF2B5EF4-FFF2-40B4-BE49-F238E27FC236}">
                  <a16:creationId xmlns:a16="http://schemas.microsoft.com/office/drawing/2014/main" id="{24936D2A-1F6E-3387-BFAC-6A1712C4401D}"/>
                </a:ext>
              </a:extLst>
            </p:cNvPr>
            <p:cNvCxnSpPr>
              <a:cxnSpLocks/>
            </p:cNvCxnSpPr>
            <p:nvPr/>
          </p:nvCxnSpPr>
          <p:spPr>
            <a:xfrm>
              <a:off x="8570119" y="4857747"/>
              <a:ext cx="187325" cy="6826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6" name="Straight Connector 285">
              <a:extLst>
                <a:ext uri="{FF2B5EF4-FFF2-40B4-BE49-F238E27FC236}">
                  <a16:creationId xmlns:a16="http://schemas.microsoft.com/office/drawing/2014/main" id="{5C146E22-279E-B09A-A051-5BE4A82212E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1031" y="4855368"/>
              <a:ext cx="333375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Straight Connector 296">
              <a:extLst>
                <a:ext uri="{FF2B5EF4-FFF2-40B4-BE49-F238E27FC236}">
                  <a16:creationId xmlns:a16="http://schemas.microsoft.com/office/drawing/2014/main" id="{06AF33A0-A11C-1BFC-0101-1501B21CB037}"/>
                </a:ext>
              </a:extLst>
            </p:cNvPr>
            <p:cNvCxnSpPr>
              <a:cxnSpLocks/>
            </p:cNvCxnSpPr>
            <p:nvPr/>
          </p:nvCxnSpPr>
          <p:spPr>
            <a:xfrm>
              <a:off x="2314575" y="3119436"/>
              <a:ext cx="334167" cy="1182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8" name="Straight Connector 297">
              <a:extLst>
                <a:ext uri="{FF2B5EF4-FFF2-40B4-BE49-F238E27FC236}">
                  <a16:creationId xmlns:a16="http://schemas.microsoft.com/office/drawing/2014/main" id="{21ED3B0F-64D0-4613-65B8-49D84A05D47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69381" y="3141389"/>
              <a:ext cx="289642" cy="101872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prstDash val="sysDot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42A5EE90-9CBD-B524-0E86-D67F02B1E5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33601" y="3113881"/>
              <a:ext cx="18097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38501F7E-6297-C522-0F73-3589C0D3DD9E}"/>
                </a:ext>
              </a:extLst>
            </p:cNvPr>
            <p:cNvCxnSpPr>
              <a:cxnSpLocks/>
            </p:cNvCxnSpPr>
            <p:nvPr/>
          </p:nvCxnSpPr>
          <p:spPr>
            <a:xfrm>
              <a:off x="1970086" y="3125787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3B162FBC-572C-4A9D-5C91-A03A55F10B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95464" y="3121025"/>
              <a:ext cx="180975" cy="738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B2A6CB06-8730-8F17-7BD1-2D766434E93F}"/>
                </a:ext>
              </a:extLst>
            </p:cNvPr>
            <p:cNvCxnSpPr>
              <a:cxnSpLocks/>
            </p:cNvCxnSpPr>
            <p:nvPr/>
          </p:nvCxnSpPr>
          <p:spPr>
            <a:xfrm>
              <a:off x="1502568" y="3069430"/>
              <a:ext cx="300830" cy="1111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0" name="Straight Connector 309">
              <a:extLst>
                <a:ext uri="{FF2B5EF4-FFF2-40B4-BE49-F238E27FC236}">
                  <a16:creationId xmlns:a16="http://schemas.microsoft.com/office/drawing/2014/main" id="{5D9243D3-2E98-B396-DE4E-DEDD7BBFF8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490664" y="2982911"/>
              <a:ext cx="177798" cy="7143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7D7AEC56-49A0-0453-3F03-7F9D5E1F3590}"/>
                </a:ext>
              </a:extLst>
            </p:cNvPr>
            <p:cNvCxnSpPr>
              <a:cxnSpLocks/>
            </p:cNvCxnSpPr>
            <p:nvPr/>
          </p:nvCxnSpPr>
          <p:spPr>
            <a:xfrm>
              <a:off x="1668462" y="2989261"/>
              <a:ext cx="157959" cy="563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BF451DE7-C685-38CD-8DF2-B63180947454}"/>
                </a:ext>
              </a:extLst>
            </p:cNvPr>
            <p:cNvCxnSpPr>
              <a:cxnSpLocks/>
            </p:cNvCxnSpPr>
            <p:nvPr/>
          </p:nvCxnSpPr>
          <p:spPr>
            <a:xfrm>
              <a:off x="1973262" y="2992436"/>
              <a:ext cx="182561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20B3A86E-EC06-F3BE-F373-4233B2655F9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45508" y="2990849"/>
              <a:ext cx="171448" cy="706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1" name="Straight Connector 320">
              <a:extLst>
                <a:ext uri="{FF2B5EF4-FFF2-40B4-BE49-F238E27FC236}">
                  <a16:creationId xmlns:a16="http://schemas.microsoft.com/office/drawing/2014/main" id="{692A11D9-E27F-13BA-F3CD-4637AF08C26D}"/>
                </a:ext>
              </a:extLst>
            </p:cNvPr>
            <p:cNvCxnSpPr>
              <a:cxnSpLocks/>
            </p:cNvCxnSpPr>
            <p:nvPr/>
          </p:nvCxnSpPr>
          <p:spPr>
            <a:xfrm>
              <a:off x="2322511" y="2997199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" name="Straight Connector 335">
              <a:extLst>
                <a:ext uri="{FF2B5EF4-FFF2-40B4-BE49-F238E27FC236}">
                  <a16:creationId xmlns:a16="http://schemas.microsoft.com/office/drawing/2014/main" id="{63704F30-E748-EF37-8D91-5F1BE6B94018}"/>
                </a:ext>
              </a:extLst>
            </p:cNvPr>
            <p:cNvCxnSpPr>
              <a:cxnSpLocks/>
            </p:cNvCxnSpPr>
            <p:nvPr/>
          </p:nvCxnSpPr>
          <p:spPr>
            <a:xfrm>
              <a:off x="4300538" y="2764631"/>
              <a:ext cx="0" cy="216694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prstDash val="sysDot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Straight Connector 337">
              <a:extLst>
                <a:ext uri="{FF2B5EF4-FFF2-40B4-BE49-F238E27FC236}">
                  <a16:creationId xmlns:a16="http://schemas.microsoft.com/office/drawing/2014/main" id="{ACE8818A-C769-8810-521E-504A1CA39BF4}"/>
                </a:ext>
              </a:extLst>
            </p:cNvPr>
            <p:cNvCxnSpPr>
              <a:cxnSpLocks/>
            </p:cNvCxnSpPr>
            <p:nvPr/>
          </p:nvCxnSpPr>
          <p:spPr>
            <a:xfrm>
              <a:off x="4789486" y="2801938"/>
              <a:ext cx="501651" cy="19129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5" name="Straight Connector 344">
              <a:extLst>
                <a:ext uri="{FF2B5EF4-FFF2-40B4-BE49-F238E27FC236}">
                  <a16:creationId xmlns:a16="http://schemas.microsoft.com/office/drawing/2014/main" id="{A7B4D2D0-B40B-C1A8-23D5-F5CD640F79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0100" y="2309811"/>
              <a:ext cx="471487" cy="59531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prstDash val="sysDot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>
              <a:extLst>
                <a:ext uri="{FF2B5EF4-FFF2-40B4-BE49-F238E27FC236}">
                  <a16:creationId xmlns:a16="http://schemas.microsoft.com/office/drawing/2014/main" id="{F9AE5F35-647D-7598-5C7A-84607F84DF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83995" y="2986086"/>
              <a:ext cx="0" cy="13255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>
              <a:extLst>
                <a:ext uri="{FF2B5EF4-FFF2-40B4-BE49-F238E27FC236}">
                  <a16:creationId xmlns:a16="http://schemas.microsoft.com/office/drawing/2014/main" id="{91BD3A42-DEF1-CF75-26D7-DA39DA997C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29150" y="3117055"/>
              <a:ext cx="652463" cy="2428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5" name="Straight Connector 354">
              <a:extLst>
                <a:ext uri="{FF2B5EF4-FFF2-40B4-BE49-F238E27FC236}">
                  <a16:creationId xmlns:a16="http://schemas.microsoft.com/office/drawing/2014/main" id="{F5E974DC-5E92-4140-BDD2-DEC3C354AF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464845" y="3302792"/>
              <a:ext cx="0" cy="13255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7" name="Straight Connector 356">
              <a:extLst>
                <a:ext uri="{FF2B5EF4-FFF2-40B4-BE49-F238E27FC236}">
                  <a16:creationId xmlns:a16="http://schemas.microsoft.com/office/drawing/2014/main" id="{60848E65-65DD-DE21-D2EF-789EEFFD8CD3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2" y="3301999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>
              <a:extLst>
                <a:ext uri="{FF2B5EF4-FFF2-40B4-BE49-F238E27FC236}">
                  <a16:creationId xmlns:a16="http://schemas.microsoft.com/office/drawing/2014/main" id="{82EB55DF-FB1D-575F-A7A9-8BD734F9B50B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2" y="3432968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2" name="Straight Connector 361">
              <a:extLst>
                <a:ext uri="{FF2B5EF4-FFF2-40B4-BE49-F238E27FC236}">
                  <a16:creationId xmlns:a16="http://schemas.microsoft.com/office/drawing/2014/main" id="{101858A8-89ED-345D-DB59-208BD31C05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48200" y="3252786"/>
              <a:ext cx="652463" cy="2428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3" name="Straight Connector 362">
              <a:extLst>
                <a:ext uri="{FF2B5EF4-FFF2-40B4-BE49-F238E27FC236}">
                  <a16:creationId xmlns:a16="http://schemas.microsoft.com/office/drawing/2014/main" id="{D859DD69-2D3D-8136-8963-54E02A8DB6B9}"/>
                </a:ext>
              </a:extLst>
            </p:cNvPr>
            <p:cNvCxnSpPr>
              <a:cxnSpLocks/>
            </p:cNvCxnSpPr>
            <p:nvPr/>
          </p:nvCxnSpPr>
          <p:spPr>
            <a:xfrm>
              <a:off x="5453854" y="3066255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8" name="Straight Connector 437">
              <a:extLst>
                <a:ext uri="{FF2B5EF4-FFF2-40B4-BE49-F238E27FC236}">
                  <a16:creationId xmlns:a16="http://schemas.microsoft.com/office/drawing/2014/main" id="{FC5D227E-6280-A9D8-3C19-7A00CC22BE4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332831" y="1952624"/>
              <a:ext cx="493712" cy="421481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prstDash val="sysDot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0EC6DE33-14F7-3AC9-8BED-B94E378BD42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1265" y="2945605"/>
              <a:ext cx="326228" cy="12065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BF5398AC-57D8-2141-33BD-B71D65A3EA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30738" y="2493961"/>
              <a:ext cx="317499" cy="128588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prstDash val="sysDot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Connector 260">
              <a:extLst>
                <a:ext uri="{FF2B5EF4-FFF2-40B4-BE49-F238E27FC236}">
                  <a16:creationId xmlns:a16="http://schemas.microsoft.com/office/drawing/2014/main" id="{5A3EA15A-90D4-93C7-4F05-1252493869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412" y="2128836"/>
              <a:ext cx="498475" cy="66675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prstDash val="sysDot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3" name="Straight Connector 262">
              <a:extLst>
                <a:ext uri="{FF2B5EF4-FFF2-40B4-BE49-F238E27FC236}">
                  <a16:creationId xmlns:a16="http://schemas.microsoft.com/office/drawing/2014/main" id="{3813E8E0-B12F-BBE3-1413-01FFA5C29A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32037" y="2005805"/>
              <a:ext cx="642144" cy="0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prstDash val="sysDot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BCE68DA4-BF87-EE1F-F6D3-466FB5B67CC4}"/>
                </a:ext>
              </a:extLst>
            </p:cNvPr>
            <p:cNvCxnSpPr>
              <a:cxnSpLocks/>
            </p:cNvCxnSpPr>
            <p:nvPr/>
          </p:nvCxnSpPr>
          <p:spPr>
            <a:xfrm>
              <a:off x="2884487" y="2091530"/>
              <a:ext cx="241300" cy="94456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prstDash val="sysDot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Connector 327">
              <a:extLst>
                <a:ext uri="{FF2B5EF4-FFF2-40B4-BE49-F238E27FC236}">
                  <a16:creationId xmlns:a16="http://schemas.microsoft.com/office/drawing/2014/main" id="{664492D7-6D0E-BDE2-A2BF-F93A2A5C63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01333" y="2682873"/>
              <a:ext cx="171448" cy="706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Straight Connector 334">
              <a:extLst>
                <a:ext uri="{FF2B5EF4-FFF2-40B4-BE49-F238E27FC236}">
                  <a16:creationId xmlns:a16="http://schemas.microsoft.com/office/drawing/2014/main" id="{B5EC98A1-71D3-08EC-1BDE-CA7FD6327C8E}"/>
                </a:ext>
              </a:extLst>
            </p:cNvPr>
            <p:cNvCxnSpPr>
              <a:cxnSpLocks/>
            </p:cNvCxnSpPr>
            <p:nvPr/>
          </p:nvCxnSpPr>
          <p:spPr>
            <a:xfrm>
              <a:off x="4459288" y="2691606"/>
              <a:ext cx="334168" cy="113505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prstDash val="sysDot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61C835B3-5DD9-A801-9814-DCD9AEBF6B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4512" y="2871786"/>
              <a:ext cx="0" cy="257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41E50D8D-466B-3ADA-6B75-DD9ED66394B9}"/>
                </a:ext>
              </a:extLst>
            </p:cNvPr>
            <p:cNvCxnSpPr>
              <a:cxnSpLocks/>
            </p:cNvCxnSpPr>
            <p:nvPr/>
          </p:nvCxnSpPr>
          <p:spPr>
            <a:xfrm>
              <a:off x="8098631" y="1947861"/>
              <a:ext cx="0" cy="35718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B21ED920-6628-9EC6-8E4B-504548B853C3}"/>
                </a:ext>
              </a:extLst>
            </p:cNvPr>
            <p:cNvCxnSpPr>
              <a:cxnSpLocks/>
            </p:cNvCxnSpPr>
            <p:nvPr/>
          </p:nvCxnSpPr>
          <p:spPr>
            <a:xfrm>
              <a:off x="8091485" y="2307431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800F281B-1BCF-2C4B-8B27-66A21036F1E4}"/>
                </a:ext>
              </a:extLst>
            </p:cNvPr>
            <p:cNvCxnSpPr>
              <a:cxnSpLocks/>
            </p:cNvCxnSpPr>
            <p:nvPr/>
          </p:nvCxnSpPr>
          <p:spPr>
            <a:xfrm>
              <a:off x="8253412" y="2355850"/>
              <a:ext cx="0" cy="1325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E4CBCC01-76D3-EEA3-ACDC-18361EC6ED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13400" y="2745580"/>
              <a:ext cx="344487" cy="1309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E6FAAEBF-8F5F-BC1E-8A67-BD4C511F91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960268" y="2755105"/>
              <a:ext cx="149227" cy="4604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6D8DCD54-B787-D231-CE23-1FD51627D5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76912" y="2790823"/>
              <a:ext cx="337344" cy="1476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7" name="Straight Connector 276">
              <a:extLst>
                <a:ext uri="{FF2B5EF4-FFF2-40B4-BE49-F238E27FC236}">
                  <a16:creationId xmlns:a16="http://schemas.microsoft.com/office/drawing/2014/main" id="{8F713F51-3161-C96E-62B8-CC28906326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76120" y="2932111"/>
              <a:ext cx="0" cy="13255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BC59EDDD-BF36-F3FA-D91B-E075A96FB4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87229" y="2986086"/>
              <a:ext cx="167483" cy="769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3" name="Straight Connector 282">
              <a:extLst>
                <a:ext uri="{FF2B5EF4-FFF2-40B4-BE49-F238E27FC236}">
                  <a16:creationId xmlns:a16="http://schemas.microsoft.com/office/drawing/2014/main" id="{5B25F4A6-D89D-D101-0CAA-40A28822F2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47570" y="2989261"/>
              <a:ext cx="0" cy="2476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7" name="Straight Connector 286">
              <a:extLst>
                <a:ext uri="{FF2B5EF4-FFF2-40B4-BE49-F238E27FC236}">
                  <a16:creationId xmlns:a16="http://schemas.microsoft.com/office/drawing/2014/main" id="{1EF1D9C3-AA77-D881-0513-E3A69485CC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55508" y="3125786"/>
              <a:ext cx="323054" cy="12620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2" name="Straight Connector 291">
              <a:extLst>
                <a:ext uri="{FF2B5EF4-FFF2-40B4-BE49-F238E27FC236}">
                  <a16:creationId xmlns:a16="http://schemas.microsoft.com/office/drawing/2014/main" id="{08706A0F-14A0-E263-EBC0-891F64083330}"/>
                </a:ext>
              </a:extLst>
            </p:cNvPr>
            <p:cNvCxnSpPr>
              <a:cxnSpLocks/>
            </p:cNvCxnSpPr>
            <p:nvPr/>
          </p:nvCxnSpPr>
          <p:spPr>
            <a:xfrm>
              <a:off x="6107904" y="3069430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Straight Connector 293">
              <a:extLst>
                <a:ext uri="{FF2B5EF4-FFF2-40B4-BE49-F238E27FC236}">
                  <a16:creationId xmlns:a16="http://schemas.microsoft.com/office/drawing/2014/main" id="{7C667877-4BA4-2CBD-FAC8-F044D1E330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06320" y="2938461"/>
              <a:ext cx="0" cy="13255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D2E832D9-2C1D-819C-8D81-9981C5250257}"/>
                </a:ext>
              </a:extLst>
            </p:cNvPr>
            <p:cNvCxnSpPr>
              <a:cxnSpLocks/>
            </p:cNvCxnSpPr>
            <p:nvPr/>
          </p:nvCxnSpPr>
          <p:spPr>
            <a:xfrm>
              <a:off x="6111079" y="2939255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AAC542B8-ECD6-6C59-3C2A-AEDA977B0D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68245" y="2871786"/>
              <a:ext cx="0" cy="13255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2ABE30B2-D2FF-3C22-6A3B-5152E39C7CD7}"/>
                </a:ext>
              </a:extLst>
            </p:cNvPr>
            <p:cNvCxnSpPr>
              <a:cxnSpLocks/>
            </p:cNvCxnSpPr>
            <p:nvPr/>
          </p:nvCxnSpPr>
          <p:spPr>
            <a:xfrm>
              <a:off x="6269829" y="2875755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8" name="Straight Connector 307">
              <a:extLst>
                <a:ext uri="{FF2B5EF4-FFF2-40B4-BE49-F238E27FC236}">
                  <a16:creationId xmlns:a16="http://schemas.microsoft.com/office/drawing/2014/main" id="{95825738-4B64-8A45-D7A4-04803090F3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3345" y="2811461"/>
              <a:ext cx="0" cy="13255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6C5B76C3-C2F5-0C66-7567-FC76BD0450C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14700" y="2980531"/>
              <a:ext cx="330995" cy="1293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00EE7984-5A44-BCFD-0A86-9F33ED9753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317081" y="3126580"/>
              <a:ext cx="297656" cy="492918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prstDash val="sysDot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1" name="Straight Connector 190">
              <a:extLst>
                <a:ext uri="{FF2B5EF4-FFF2-40B4-BE49-F238E27FC236}">
                  <a16:creationId xmlns:a16="http://schemas.microsoft.com/office/drawing/2014/main" id="{3BB2CA6C-27FC-62A2-B57F-09EE1D3607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55256" y="2986085"/>
              <a:ext cx="347663" cy="1357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A5542737-1FD5-427C-5445-11736E3823B2}"/>
                </a:ext>
              </a:extLst>
            </p:cNvPr>
            <p:cNvCxnSpPr>
              <a:cxnSpLocks/>
            </p:cNvCxnSpPr>
            <p:nvPr/>
          </p:nvCxnSpPr>
          <p:spPr>
            <a:xfrm>
              <a:off x="6103937" y="4187825"/>
              <a:ext cx="0" cy="1325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1A5AA525-FF1C-5E1A-A43F-245E9CBB7E80}"/>
                </a:ext>
              </a:extLst>
            </p:cNvPr>
            <p:cNvCxnSpPr>
              <a:cxnSpLocks/>
            </p:cNvCxnSpPr>
            <p:nvPr/>
          </p:nvCxnSpPr>
          <p:spPr>
            <a:xfrm>
              <a:off x="5961062" y="4256086"/>
              <a:ext cx="146844" cy="658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CC340B0F-B39E-4CA9-A35F-FA1D0E1E57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4037" y="3562349"/>
              <a:ext cx="1128713" cy="948531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prstDash val="sysDot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4" name="Straight Connector 593">
              <a:extLst>
                <a:ext uri="{FF2B5EF4-FFF2-40B4-BE49-F238E27FC236}">
                  <a16:creationId xmlns:a16="http://schemas.microsoft.com/office/drawing/2014/main" id="{57930C1F-14DA-8211-1CC6-EE42CD9E21A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73390" y="3062286"/>
              <a:ext cx="171448" cy="7064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5" name="Straight Connector 594">
              <a:extLst>
                <a:ext uri="{FF2B5EF4-FFF2-40B4-BE49-F238E27FC236}">
                  <a16:creationId xmlns:a16="http://schemas.microsoft.com/office/drawing/2014/main" id="{11C31A23-C308-8521-1FBE-D16A885E3A8A}"/>
                </a:ext>
              </a:extLst>
            </p:cNvPr>
            <p:cNvCxnSpPr>
              <a:cxnSpLocks/>
            </p:cNvCxnSpPr>
            <p:nvPr/>
          </p:nvCxnSpPr>
          <p:spPr>
            <a:xfrm>
              <a:off x="3158331" y="3059111"/>
              <a:ext cx="145256" cy="552450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prstDash val="sysDot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3" name="Straight Connector 602">
              <a:extLst>
                <a:ext uri="{FF2B5EF4-FFF2-40B4-BE49-F238E27FC236}">
                  <a16:creationId xmlns:a16="http://schemas.microsoft.com/office/drawing/2014/main" id="{A093F013-4FE8-4FDD-4A69-9F7225241136}"/>
                </a:ext>
              </a:extLst>
            </p:cNvPr>
            <p:cNvCxnSpPr>
              <a:cxnSpLocks/>
            </p:cNvCxnSpPr>
            <p:nvPr/>
          </p:nvCxnSpPr>
          <p:spPr>
            <a:xfrm>
              <a:off x="4603750" y="2492374"/>
              <a:ext cx="347662" cy="131762"/>
            </a:xfrm>
            <a:prstGeom prst="line">
              <a:avLst/>
            </a:prstGeom>
            <a:ln w="6350">
              <a:solidFill>
                <a:schemeClr val="bg1">
                  <a:lumMod val="95000"/>
                </a:schemeClr>
              </a:solidFill>
              <a:prstDash val="sysDot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6" name="Straight Connector 645">
              <a:extLst>
                <a:ext uri="{FF2B5EF4-FFF2-40B4-BE49-F238E27FC236}">
                  <a16:creationId xmlns:a16="http://schemas.microsoft.com/office/drawing/2014/main" id="{C739F41E-6053-4A27-930A-2341CB752E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22069" y="6423819"/>
              <a:ext cx="0" cy="3786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8" name="Straight Connector 647">
              <a:extLst>
                <a:ext uri="{FF2B5EF4-FFF2-40B4-BE49-F238E27FC236}">
                  <a16:creationId xmlns:a16="http://schemas.microsoft.com/office/drawing/2014/main" id="{128ED4A7-B98E-2123-525F-E5C8FCBA4235}"/>
                </a:ext>
              </a:extLst>
            </p:cNvPr>
            <p:cNvCxnSpPr>
              <a:cxnSpLocks/>
            </p:cNvCxnSpPr>
            <p:nvPr/>
          </p:nvCxnSpPr>
          <p:spPr>
            <a:xfrm>
              <a:off x="5121274" y="6800851"/>
              <a:ext cx="161926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9ED0BFE0-D59B-0BB9-FEE1-75A4D3E746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0167" y="2555080"/>
              <a:ext cx="677864" cy="262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7464FFAD-0132-F28F-083B-54F9F736BDD6}"/>
                </a:ext>
              </a:extLst>
            </p:cNvPr>
            <p:cNvCxnSpPr>
              <a:cxnSpLocks/>
            </p:cNvCxnSpPr>
            <p:nvPr/>
          </p:nvCxnSpPr>
          <p:spPr>
            <a:xfrm>
              <a:off x="6934200" y="3498054"/>
              <a:ext cx="0" cy="1071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92405781-04C8-7954-CFA6-57AE733A56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38963" y="3428999"/>
              <a:ext cx="147637" cy="690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D4A60CBA-FC9D-D51A-676D-24755F06161D}"/>
                </a:ext>
              </a:extLst>
            </p:cNvPr>
            <p:cNvCxnSpPr>
              <a:cxnSpLocks/>
            </p:cNvCxnSpPr>
            <p:nvPr/>
          </p:nvCxnSpPr>
          <p:spPr>
            <a:xfrm>
              <a:off x="7098507" y="3319462"/>
              <a:ext cx="0" cy="1071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6" name="Straight Connector 615">
              <a:extLst>
                <a:ext uri="{FF2B5EF4-FFF2-40B4-BE49-F238E27FC236}">
                  <a16:creationId xmlns:a16="http://schemas.microsoft.com/office/drawing/2014/main" id="{1E616EC9-D84C-1914-85D0-940BB80137F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2476" y="2185986"/>
              <a:ext cx="0" cy="3675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9" name="Straight Connector 618">
              <a:extLst>
                <a:ext uri="{FF2B5EF4-FFF2-40B4-BE49-F238E27FC236}">
                  <a16:creationId xmlns:a16="http://schemas.microsoft.com/office/drawing/2014/main" id="{7755B668-9822-A93D-2C37-F09369D47A68}"/>
                </a:ext>
              </a:extLst>
            </p:cNvPr>
            <p:cNvCxnSpPr>
              <a:cxnSpLocks/>
            </p:cNvCxnSpPr>
            <p:nvPr/>
          </p:nvCxnSpPr>
          <p:spPr>
            <a:xfrm>
              <a:off x="7103266" y="2187573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0" name="Straight Connector 619">
              <a:extLst>
                <a:ext uri="{FF2B5EF4-FFF2-40B4-BE49-F238E27FC236}">
                  <a16:creationId xmlns:a16="http://schemas.microsoft.com/office/drawing/2014/main" id="{A5D0592C-9AB1-A2D3-778C-E40C54748AE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66782" y="2243136"/>
              <a:ext cx="0" cy="2500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2" name="Straight Connector 621">
              <a:extLst>
                <a:ext uri="{FF2B5EF4-FFF2-40B4-BE49-F238E27FC236}">
                  <a16:creationId xmlns:a16="http://schemas.microsoft.com/office/drawing/2014/main" id="{532531EF-F276-61D7-8981-0697B7AB5E4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68367" y="2421730"/>
              <a:ext cx="167483" cy="769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3" name="Straight Connector 622">
              <a:extLst>
                <a:ext uri="{FF2B5EF4-FFF2-40B4-BE49-F238E27FC236}">
                  <a16:creationId xmlns:a16="http://schemas.microsoft.com/office/drawing/2014/main" id="{F9385F87-196E-F8BA-C9F7-572365AEA4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33470" y="2294730"/>
              <a:ext cx="0" cy="13255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4" name="Straight Connector 623">
              <a:extLst>
                <a:ext uri="{FF2B5EF4-FFF2-40B4-BE49-F238E27FC236}">
                  <a16:creationId xmlns:a16="http://schemas.microsoft.com/office/drawing/2014/main" id="{B5141E75-3125-2B46-5E6D-8ADB421025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39817" y="2181224"/>
              <a:ext cx="311151" cy="1246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6" name="Straight Connector 625">
              <a:extLst>
                <a:ext uri="{FF2B5EF4-FFF2-40B4-BE49-F238E27FC236}">
                  <a16:creationId xmlns:a16="http://schemas.microsoft.com/office/drawing/2014/main" id="{BCD680BE-635F-CDC1-ABEF-C7841C95E3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59701" y="2175668"/>
              <a:ext cx="0" cy="13255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7" name="Straight Connector 626">
              <a:extLst>
                <a:ext uri="{FF2B5EF4-FFF2-40B4-BE49-F238E27FC236}">
                  <a16:creationId xmlns:a16="http://schemas.microsoft.com/office/drawing/2014/main" id="{E79D5AF3-630C-52DE-E7A5-D4BD644A88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87454" y="2297905"/>
              <a:ext cx="167483" cy="769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8" name="Straight Connector 627">
              <a:extLst>
                <a:ext uri="{FF2B5EF4-FFF2-40B4-BE49-F238E27FC236}">
                  <a16:creationId xmlns:a16="http://schemas.microsoft.com/office/drawing/2014/main" id="{B068EF90-FD17-E799-68F0-B4AA5AA526FE}"/>
                </a:ext>
              </a:extLst>
            </p:cNvPr>
            <p:cNvCxnSpPr>
              <a:cxnSpLocks/>
            </p:cNvCxnSpPr>
            <p:nvPr/>
          </p:nvCxnSpPr>
          <p:spPr>
            <a:xfrm>
              <a:off x="7591422" y="2370929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9" name="Straight Connector 628">
              <a:extLst>
                <a:ext uri="{FF2B5EF4-FFF2-40B4-BE49-F238E27FC236}">
                  <a16:creationId xmlns:a16="http://schemas.microsoft.com/office/drawing/2014/main" id="{3B2959C0-0C39-6168-C224-C7C5B922FA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60368" y="2436018"/>
              <a:ext cx="992188" cy="3786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1" name="Straight Connector 630">
              <a:extLst>
                <a:ext uri="{FF2B5EF4-FFF2-40B4-BE49-F238E27FC236}">
                  <a16:creationId xmlns:a16="http://schemas.microsoft.com/office/drawing/2014/main" id="{F859E46A-7648-C03B-5525-84AB5F25E6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66720" y="2806699"/>
              <a:ext cx="0" cy="13255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2" name="Straight Connector 631">
              <a:extLst>
                <a:ext uri="{FF2B5EF4-FFF2-40B4-BE49-F238E27FC236}">
                  <a16:creationId xmlns:a16="http://schemas.microsoft.com/office/drawing/2014/main" id="{C9F5E78B-17DE-79AD-9CAD-40B4E31D508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62749" y="2564606"/>
              <a:ext cx="992188" cy="3786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3" name="Straight Connector 632">
              <a:extLst>
                <a:ext uri="{FF2B5EF4-FFF2-40B4-BE49-F238E27FC236}">
                  <a16:creationId xmlns:a16="http://schemas.microsoft.com/office/drawing/2014/main" id="{BA52DAAA-C8F5-5E15-A9E6-72854BDCF726}"/>
                </a:ext>
              </a:extLst>
            </p:cNvPr>
            <p:cNvCxnSpPr>
              <a:cxnSpLocks/>
            </p:cNvCxnSpPr>
            <p:nvPr/>
          </p:nvCxnSpPr>
          <p:spPr>
            <a:xfrm>
              <a:off x="7758109" y="2554285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4" name="Straight Connector 633">
              <a:extLst>
                <a:ext uri="{FF2B5EF4-FFF2-40B4-BE49-F238E27FC236}">
                  <a16:creationId xmlns:a16="http://schemas.microsoft.com/office/drawing/2014/main" id="{5BF0B742-0FB5-22E5-9D9F-CE4114F34C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98506" y="2619375"/>
              <a:ext cx="830262" cy="32146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7" name="Straight Connector 636">
              <a:extLst>
                <a:ext uri="{FF2B5EF4-FFF2-40B4-BE49-F238E27FC236}">
                  <a16:creationId xmlns:a16="http://schemas.microsoft.com/office/drawing/2014/main" id="{3A8C19F6-5637-358B-F4D6-404147A916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02477" y="2928143"/>
              <a:ext cx="0" cy="13255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8" name="Straight Connector 637">
              <a:extLst>
                <a:ext uri="{FF2B5EF4-FFF2-40B4-BE49-F238E27FC236}">
                  <a16:creationId xmlns:a16="http://schemas.microsoft.com/office/drawing/2014/main" id="{C40D3B6C-14BC-962F-B8C5-48042C3320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37373" y="3052761"/>
              <a:ext cx="167483" cy="769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9" name="Straight Connector 638">
              <a:extLst>
                <a:ext uri="{FF2B5EF4-FFF2-40B4-BE49-F238E27FC236}">
                  <a16:creationId xmlns:a16="http://schemas.microsoft.com/office/drawing/2014/main" id="{C305029A-B800-4022-96B8-0771F3CBA607}"/>
                </a:ext>
              </a:extLst>
            </p:cNvPr>
            <p:cNvCxnSpPr>
              <a:cxnSpLocks/>
            </p:cNvCxnSpPr>
            <p:nvPr/>
          </p:nvCxnSpPr>
          <p:spPr>
            <a:xfrm>
              <a:off x="6774653" y="3063873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0" name="Straight Connector 639">
              <a:extLst>
                <a:ext uri="{FF2B5EF4-FFF2-40B4-BE49-F238E27FC236}">
                  <a16:creationId xmlns:a16="http://schemas.microsoft.com/office/drawing/2014/main" id="{1D1CA69D-A146-D52E-D2B4-361760AE21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76245" y="3061493"/>
              <a:ext cx="0" cy="13255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1" name="Straight Connector 640">
              <a:extLst>
                <a:ext uri="{FF2B5EF4-FFF2-40B4-BE49-F238E27FC236}">
                  <a16:creationId xmlns:a16="http://schemas.microsoft.com/office/drawing/2014/main" id="{9FA2A91C-5F7A-6378-BB31-F822B28DAC4B}"/>
                </a:ext>
              </a:extLst>
            </p:cNvPr>
            <p:cNvCxnSpPr>
              <a:cxnSpLocks/>
            </p:cNvCxnSpPr>
            <p:nvPr/>
          </p:nvCxnSpPr>
          <p:spPr>
            <a:xfrm>
              <a:off x="6593678" y="3123404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2" name="Straight Connector 641">
              <a:extLst>
                <a:ext uri="{FF2B5EF4-FFF2-40B4-BE49-F238E27FC236}">
                  <a16:creationId xmlns:a16="http://schemas.microsoft.com/office/drawing/2014/main" id="{096505C1-8D11-8B5C-010B-10F5A27230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2414" y="3111499"/>
              <a:ext cx="0" cy="13255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3" name="Straight Connector 642">
              <a:extLst>
                <a:ext uri="{FF2B5EF4-FFF2-40B4-BE49-F238E27FC236}">
                  <a16:creationId xmlns:a16="http://schemas.microsoft.com/office/drawing/2014/main" id="{1B735C6D-F1EC-C7CE-1C48-DA314E7C2A8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76975" y="3236117"/>
              <a:ext cx="339725" cy="1357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7" name="Straight Connector 646">
              <a:extLst>
                <a:ext uri="{FF2B5EF4-FFF2-40B4-BE49-F238E27FC236}">
                  <a16:creationId xmlns:a16="http://schemas.microsoft.com/office/drawing/2014/main" id="{F9F6E5C0-B523-F8CD-5B23-5263CF216987}"/>
                </a:ext>
              </a:extLst>
            </p:cNvPr>
            <p:cNvCxnSpPr>
              <a:cxnSpLocks/>
            </p:cNvCxnSpPr>
            <p:nvPr/>
          </p:nvCxnSpPr>
          <p:spPr>
            <a:xfrm>
              <a:off x="6274590" y="3378198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9" name="Straight Connector 648">
              <a:extLst>
                <a:ext uri="{FF2B5EF4-FFF2-40B4-BE49-F238E27FC236}">
                  <a16:creationId xmlns:a16="http://schemas.microsoft.com/office/drawing/2014/main" id="{FB0D7ADB-C741-07AD-56CD-54FCA3F55A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8900" y="3119436"/>
              <a:ext cx="833437" cy="3214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2" name="Straight Connector 651">
              <a:extLst>
                <a:ext uri="{FF2B5EF4-FFF2-40B4-BE49-F238E27FC236}">
                  <a16:creationId xmlns:a16="http://schemas.microsoft.com/office/drawing/2014/main" id="{719B3F2E-F8E4-A3C6-6713-F978A9B0ED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64402" y="2990055"/>
              <a:ext cx="0" cy="13255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3" name="Straight Connector 652">
              <a:extLst>
                <a:ext uri="{FF2B5EF4-FFF2-40B4-BE49-F238E27FC236}">
                  <a16:creationId xmlns:a16="http://schemas.microsoft.com/office/drawing/2014/main" id="{E59FEB64-89DC-843B-4374-EF6628715C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65986" y="2686049"/>
              <a:ext cx="830264" cy="3127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Straight Connector 654">
              <a:extLst>
                <a:ext uri="{FF2B5EF4-FFF2-40B4-BE49-F238E27FC236}">
                  <a16:creationId xmlns:a16="http://schemas.microsoft.com/office/drawing/2014/main" id="{B20C61E0-A19F-E773-CE50-21250FFE8E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90696" y="2678111"/>
              <a:ext cx="0" cy="13255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6" name="Straight Connector 655">
              <a:extLst>
                <a:ext uri="{FF2B5EF4-FFF2-40B4-BE49-F238E27FC236}">
                  <a16:creationId xmlns:a16="http://schemas.microsoft.com/office/drawing/2014/main" id="{B98E8D3D-5BB3-192E-91BC-607A4A315FC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2356" y="2802730"/>
              <a:ext cx="669132" cy="2595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9" name="Straight Connector 658">
              <a:extLst>
                <a:ext uri="{FF2B5EF4-FFF2-40B4-BE49-F238E27FC236}">
                  <a16:creationId xmlns:a16="http://schemas.microsoft.com/office/drawing/2014/main" id="{6F0F876B-7E3A-6013-6F11-49ABB83C1A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8709" y="3054349"/>
              <a:ext cx="0" cy="13255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0" name="Straight Connector 659">
              <a:extLst>
                <a:ext uri="{FF2B5EF4-FFF2-40B4-BE49-F238E27FC236}">
                  <a16:creationId xmlns:a16="http://schemas.microsoft.com/office/drawing/2014/main" id="{919ABA91-82FF-32D4-8B24-9D8487C3F10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7118" y="3248024"/>
              <a:ext cx="161925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2" name="Straight Connector 661">
              <a:extLst>
                <a:ext uri="{FF2B5EF4-FFF2-40B4-BE49-F238E27FC236}">
                  <a16:creationId xmlns:a16="http://schemas.microsoft.com/office/drawing/2014/main" id="{F777C7B5-14C2-ACD9-6CA4-AB6C908E534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66784" y="3247230"/>
              <a:ext cx="0" cy="2341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4" name="Straight Connector 663">
              <a:extLst>
                <a:ext uri="{FF2B5EF4-FFF2-40B4-BE49-F238E27FC236}">
                  <a16:creationId xmlns:a16="http://schemas.microsoft.com/office/drawing/2014/main" id="{0CE11BD0-F8DF-5CEA-2D28-795BBE6290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86600" y="3483768"/>
              <a:ext cx="180976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5" name="Straight Connector 664">
              <a:extLst>
                <a:ext uri="{FF2B5EF4-FFF2-40B4-BE49-F238E27FC236}">
                  <a16:creationId xmlns:a16="http://schemas.microsoft.com/office/drawing/2014/main" id="{FB606662-8FA2-769B-2789-9159E35DE584}"/>
                </a:ext>
              </a:extLst>
            </p:cNvPr>
            <p:cNvCxnSpPr>
              <a:cxnSpLocks/>
            </p:cNvCxnSpPr>
            <p:nvPr/>
          </p:nvCxnSpPr>
          <p:spPr>
            <a:xfrm>
              <a:off x="7088977" y="3547267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9" name="Straight Connector 848">
              <a:extLst>
                <a:ext uri="{FF2B5EF4-FFF2-40B4-BE49-F238E27FC236}">
                  <a16:creationId xmlns:a16="http://schemas.microsoft.com/office/drawing/2014/main" id="{FA9B21F3-FF85-BBAA-8C77-305484407CE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66784" y="3606799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1" name="Straight Connector 850">
              <a:extLst>
                <a:ext uri="{FF2B5EF4-FFF2-40B4-BE49-F238E27FC236}">
                  <a16:creationId xmlns:a16="http://schemas.microsoft.com/office/drawing/2014/main" id="{E55FB419-ACFE-DF44-FC6A-B87CAE4E69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91362" y="3740943"/>
              <a:ext cx="180976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2" name="Straight Connector 851">
              <a:extLst>
                <a:ext uri="{FF2B5EF4-FFF2-40B4-BE49-F238E27FC236}">
                  <a16:creationId xmlns:a16="http://schemas.microsoft.com/office/drawing/2014/main" id="{184EEED6-B3E4-C9FF-42BC-A19602F821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097716" y="3794918"/>
              <a:ext cx="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3" name="Straight Connector 852">
              <a:extLst>
                <a:ext uri="{FF2B5EF4-FFF2-40B4-BE49-F238E27FC236}">
                  <a16:creationId xmlns:a16="http://schemas.microsoft.com/office/drawing/2014/main" id="{5660F6E2-E56A-6231-4DA2-0F2915B803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17530" y="3936206"/>
              <a:ext cx="180976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5" name="Straight Connector 854">
              <a:extLst>
                <a:ext uri="{FF2B5EF4-FFF2-40B4-BE49-F238E27FC236}">
                  <a16:creationId xmlns:a16="http://schemas.microsoft.com/office/drawing/2014/main" id="{331592BA-8436-8116-E877-C430DDAC5203}"/>
                </a:ext>
              </a:extLst>
            </p:cNvPr>
            <p:cNvCxnSpPr>
              <a:cxnSpLocks/>
            </p:cNvCxnSpPr>
            <p:nvPr/>
          </p:nvCxnSpPr>
          <p:spPr>
            <a:xfrm>
              <a:off x="7267571" y="3873498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6" name="Straight Connector 855">
              <a:extLst>
                <a:ext uri="{FF2B5EF4-FFF2-40B4-BE49-F238E27FC236}">
                  <a16:creationId xmlns:a16="http://schemas.microsoft.com/office/drawing/2014/main" id="{2EDFF6D9-1299-2908-60C6-2074D297A2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62812" y="3810000"/>
              <a:ext cx="180976" cy="66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7" name="Straight Connector 856">
              <a:extLst>
                <a:ext uri="{FF2B5EF4-FFF2-40B4-BE49-F238E27FC236}">
                  <a16:creationId xmlns:a16="http://schemas.microsoft.com/office/drawing/2014/main" id="{B9B00A85-B4CC-DFBD-7907-3A8E44905F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28709" y="3298030"/>
              <a:ext cx="0" cy="5238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0" name="Straight Connector 859">
              <a:extLst>
                <a:ext uri="{FF2B5EF4-FFF2-40B4-BE49-F238E27FC236}">
                  <a16:creationId xmlns:a16="http://schemas.microsoft.com/office/drawing/2014/main" id="{E1ACED1E-7EEA-7718-0C2C-9C396DCFAA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72337" y="3188493"/>
              <a:ext cx="161925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1" name="Straight Connector 860">
              <a:extLst>
                <a:ext uri="{FF2B5EF4-FFF2-40B4-BE49-F238E27FC236}">
                  <a16:creationId xmlns:a16="http://schemas.microsoft.com/office/drawing/2014/main" id="{2D4BF295-DA8C-B13E-850B-8ACD838CBA0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97841" y="2918618"/>
              <a:ext cx="0" cy="13255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2" name="Straight Connector 861">
              <a:extLst>
                <a:ext uri="{FF2B5EF4-FFF2-40B4-BE49-F238E27FC236}">
                  <a16:creationId xmlns:a16="http://schemas.microsoft.com/office/drawing/2014/main" id="{14D95465-4341-273C-DEC2-D1F64352FF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96187" y="2933699"/>
              <a:ext cx="500063" cy="1881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4" name="Straight Connector 863">
              <a:extLst>
                <a:ext uri="{FF2B5EF4-FFF2-40B4-BE49-F238E27FC236}">
                  <a16:creationId xmlns:a16="http://schemas.microsoft.com/office/drawing/2014/main" id="{75470B4A-C220-B946-497E-7DCBE9BC4B7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90634" y="3116262"/>
              <a:ext cx="0" cy="13255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5" name="Straight Connector 864">
              <a:extLst>
                <a:ext uri="{FF2B5EF4-FFF2-40B4-BE49-F238E27FC236}">
                  <a16:creationId xmlns:a16="http://schemas.microsoft.com/office/drawing/2014/main" id="{71FEBE5B-D5CB-3453-3098-8A2EE82ABEC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58112" y="3055143"/>
              <a:ext cx="340519" cy="1309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7" name="Straight Connector 866">
              <a:extLst>
                <a:ext uri="{FF2B5EF4-FFF2-40B4-BE49-F238E27FC236}">
                  <a16:creationId xmlns:a16="http://schemas.microsoft.com/office/drawing/2014/main" id="{A6B7AA38-03A4-712D-8B00-B8C8694035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54941" y="3173411"/>
              <a:ext cx="0" cy="13255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8" name="Straight Connector 867">
              <a:extLst>
                <a:ext uri="{FF2B5EF4-FFF2-40B4-BE49-F238E27FC236}">
                  <a16:creationId xmlns:a16="http://schemas.microsoft.com/office/drawing/2014/main" id="{3D0FEDDF-6ECB-BEC3-9CDA-B94DCCE984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89043" y="3309937"/>
              <a:ext cx="161925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9" name="Straight Connector 868">
              <a:extLst>
                <a:ext uri="{FF2B5EF4-FFF2-40B4-BE49-F238E27FC236}">
                  <a16:creationId xmlns:a16="http://schemas.microsoft.com/office/drawing/2014/main" id="{AF0044B4-C7C3-E632-CC10-6E599FDCC8F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95397" y="3368674"/>
              <a:ext cx="0" cy="3722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1" name="Straight Connector 870">
              <a:extLst>
                <a:ext uri="{FF2B5EF4-FFF2-40B4-BE49-F238E27FC236}">
                  <a16:creationId xmlns:a16="http://schemas.microsoft.com/office/drawing/2014/main" id="{D918CE3A-B62D-9590-263C-23587A496038}"/>
                </a:ext>
              </a:extLst>
            </p:cNvPr>
            <p:cNvCxnSpPr>
              <a:cxnSpLocks/>
            </p:cNvCxnSpPr>
            <p:nvPr/>
          </p:nvCxnSpPr>
          <p:spPr>
            <a:xfrm>
              <a:off x="7591421" y="3742529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2" name="Straight Connector 871">
              <a:extLst>
                <a:ext uri="{FF2B5EF4-FFF2-40B4-BE49-F238E27FC236}">
                  <a16:creationId xmlns:a16="http://schemas.microsoft.com/office/drawing/2014/main" id="{E01F8215-55A0-0202-2980-881E05B38B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2084" y="3428206"/>
              <a:ext cx="0" cy="37226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3" name="Straight Connector 872">
              <a:extLst>
                <a:ext uri="{FF2B5EF4-FFF2-40B4-BE49-F238E27FC236}">
                  <a16:creationId xmlns:a16="http://schemas.microsoft.com/office/drawing/2014/main" id="{6095104D-2E54-B282-135F-FCA176311D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65256" y="3371849"/>
              <a:ext cx="161925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4" name="Straight Connector 873">
              <a:extLst>
                <a:ext uri="{FF2B5EF4-FFF2-40B4-BE49-F238E27FC236}">
                  <a16:creationId xmlns:a16="http://schemas.microsoft.com/office/drawing/2014/main" id="{DDD12865-8F5A-D2A5-BAC8-B164F3B2905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1628" y="3235323"/>
              <a:ext cx="0" cy="13255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5" name="Straight Connector 874">
              <a:extLst>
                <a:ext uri="{FF2B5EF4-FFF2-40B4-BE49-F238E27FC236}">
                  <a16:creationId xmlns:a16="http://schemas.microsoft.com/office/drawing/2014/main" id="{D0FB55ED-5529-76AA-2D19-FD813541F0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31943" y="3176587"/>
              <a:ext cx="161925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6" name="Straight Connector 875">
              <a:extLst>
                <a:ext uri="{FF2B5EF4-FFF2-40B4-BE49-F238E27FC236}">
                  <a16:creationId xmlns:a16="http://schemas.microsoft.com/office/drawing/2014/main" id="{E7ED8280-88C1-7B5C-0BBE-54CDE605CC2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90697" y="3178173"/>
              <a:ext cx="0" cy="2484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8" name="Straight Connector 877">
              <a:extLst>
                <a:ext uri="{FF2B5EF4-FFF2-40B4-BE49-F238E27FC236}">
                  <a16:creationId xmlns:a16="http://schemas.microsoft.com/office/drawing/2014/main" id="{0EA05909-702A-E24A-707E-B4BD87C0C8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4799" y="3431381"/>
              <a:ext cx="161925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9" name="Straight Connector 878">
              <a:extLst>
                <a:ext uri="{FF2B5EF4-FFF2-40B4-BE49-F238E27FC236}">
                  <a16:creationId xmlns:a16="http://schemas.microsoft.com/office/drawing/2014/main" id="{DE7575E4-9246-D5BC-2C8D-996A6FADFF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26390" y="3490117"/>
              <a:ext cx="0" cy="257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1" name="Straight Connector 880">
              <a:extLst>
                <a:ext uri="{FF2B5EF4-FFF2-40B4-BE49-F238E27FC236}">
                  <a16:creationId xmlns:a16="http://schemas.microsoft.com/office/drawing/2014/main" id="{0066F221-485D-405C-A6B5-EF5A4B1DBE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17655" y="3679031"/>
              <a:ext cx="161925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2" name="Straight Connector 881">
              <a:extLst>
                <a:ext uri="{FF2B5EF4-FFF2-40B4-BE49-F238E27FC236}">
                  <a16:creationId xmlns:a16="http://schemas.microsoft.com/office/drawing/2014/main" id="{A664EFF4-E61F-0289-682C-A6388C7A74F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5934" y="3559173"/>
              <a:ext cx="0" cy="13255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3" name="Straight Connector 882">
              <a:extLst>
                <a:ext uri="{FF2B5EF4-FFF2-40B4-BE49-F238E27FC236}">
                  <a16:creationId xmlns:a16="http://schemas.microsoft.com/office/drawing/2014/main" id="{BB294781-6B8A-45A7-B17C-C7C653702E4B}"/>
                </a:ext>
              </a:extLst>
            </p:cNvPr>
            <p:cNvCxnSpPr>
              <a:cxnSpLocks/>
            </p:cNvCxnSpPr>
            <p:nvPr/>
          </p:nvCxnSpPr>
          <p:spPr>
            <a:xfrm>
              <a:off x="8096246" y="3566317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4" name="Straight Connector 883">
              <a:extLst>
                <a:ext uri="{FF2B5EF4-FFF2-40B4-BE49-F238E27FC236}">
                  <a16:creationId xmlns:a16="http://schemas.microsoft.com/office/drawing/2014/main" id="{C4AF1D87-2DE3-BA91-7C9C-1563B9864D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5003" y="3248024"/>
              <a:ext cx="0" cy="38655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6" name="Straight Connector 885">
              <a:extLst>
                <a:ext uri="{FF2B5EF4-FFF2-40B4-BE49-F238E27FC236}">
                  <a16:creationId xmlns:a16="http://schemas.microsoft.com/office/drawing/2014/main" id="{D334167A-B8AB-89D8-507C-D09F1695573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8174" y="3190875"/>
              <a:ext cx="161925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7" name="Straight Connector 886">
              <a:extLst>
                <a:ext uri="{FF2B5EF4-FFF2-40B4-BE49-F238E27FC236}">
                  <a16:creationId xmlns:a16="http://schemas.microsoft.com/office/drawing/2014/main" id="{76DBC87D-E678-EE94-2059-12F7828E02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19309" y="3174205"/>
              <a:ext cx="0" cy="38655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8" name="Straight Connector 887">
              <a:extLst>
                <a:ext uri="{FF2B5EF4-FFF2-40B4-BE49-F238E27FC236}">
                  <a16:creationId xmlns:a16="http://schemas.microsoft.com/office/drawing/2014/main" id="{BF282370-4093-B63E-7A93-D97352EB444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0099" y="3502818"/>
              <a:ext cx="161925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9" name="Straight Connector 888">
              <a:extLst>
                <a:ext uri="{FF2B5EF4-FFF2-40B4-BE49-F238E27FC236}">
                  <a16:creationId xmlns:a16="http://schemas.microsoft.com/office/drawing/2014/main" id="{8C619ABB-134B-36DE-8682-0868B0BD50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83616" y="3243261"/>
              <a:ext cx="0" cy="25320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1" name="Straight Connector 890">
              <a:extLst>
                <a:ext uri="{FF2B5EF4-FFF2-40B4-BE49-F238E27FC236}">
                  <a16:creationId xmlns:a16="http://schemas.microsoft.com/office/drawing/2014/main" id="{819DB4CA-439F-D90C-F4A3-E02A0009D1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82024" y="3190875"/>
              <a:ext cx="161925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2" name="Straight Connector 891">
              <a:extLst>
                <a:ext uri="{FF2B5EF4-FFF2-40B4-BE49-F238E27FC236}">
                  <a16:creationId xmlns:a16="http://schemas.microsoft.com/office/drawing/2014/main" id="{D2B2DEEE-2E45-1CED-F1FC-B9D8B93F94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47922" y="2686049"/>
              <a:ext cx="0" cy="50562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4" name="Straight Connector 893">
              <a:extLst>
                <a:ext uri="{FF2B5EF4-FFF2-40B4-BE49-F238E27FC236}">
                  <a16:creationId xmlns:a16="http://schemas.microsoft.com/office/drawing/2014/main" id="{47A1E287-3012-FC5E-06BB-726E3537AE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46330" y="2633662"/>
              <a:ext cx="161925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5" name="Straight Connector 894">
              <a:extLst>
                <a:ext uri="{FF2B5EF4-FFF2-40B4-BE49-F238E27FC236}">
                  <a16:creationId xmlns:a16="http://schemas.microsoft.com/office/drawing/2014/main" id="{C05161DA-E511-85F6-0226-32D24F8D70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12228" y="2624136"/>
              <a:ext cx="0" cy="6048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7" name="Straight Connector 896">
              <a:extLst>
                <a:ext uri="{FF2B5EF4-FFF2-40B4-BE49-F238E27FC236}">
                  <a16:creationId xmlns:a16="http://schemas.microsoft.com/office/drawing/2014/main" id="{7D8E1312-34C2-D23D-2FC5-DF2C1817B4D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15399" y="3183731"/>
              <a:ext cx="161925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8" name="Straight Connector 897">
              <a:extLst>
                <a:ext uri="{FF2B5EF4-FFF2-40B4-BE49-F238E27FC236}">
                  <a16:creationId xmlns:a16="http://schemas.microsoft.com/office/drawing/2014/main" id="{1135B4DF-5287-9B97-EB56-435AA41ED0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6534" y="2574130"/>
              <a:ext cx="0" cy="6048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9" name="Straight Connector 898">
              <a:extLst>
                <a:ext uri="{FF2B5EF4-FFF2-40B4-BE49-F238E27FC236}">
                  <a16:creationId xmlns:a16="http://schemas.microsoft.com/office/drawing/2014/main" id="{9EB843C1-1D99-A644-B9F5-1305FF687EA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79705" y="2507456"/>
              <a:ext cx="161925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0" name="Straight Connector 899">
              <a:extLst>
                <a:ext uri="{FF2B5EF4-FFF2-40B4-BE49-F238E27FC236}">
                  <a16:creationId xmlns:a16="http://schemas.microsoft.com/office/drawing/2014/main" id="{CDABC420-9C9A-EEC4-19A0-AA7CDE2C0B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38459" y="2497930"/>
              <a:ext cx="0" cy="5095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2" name="Straight Connector 901">
              <a:extLst>
                <a:ext uri="{FF2B5EF4-FFF2-40B4-BE49-F238E27FC236}">
                  <a16:creationId xmlns:a16="http://schemas.microsoft.com/office/drawing/2014/main" id="{609FADC2-063F-72BC-B686-834A997227B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39249" y="2940843"/>
              <a:ext cx="161925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3" name="Straight Connector 902">
              <a:extLst>
                <a:ext uri="{FF2B5EF4-FFF2-40B4-BE49-F238E27FC236}">
                  <a16:creationId xmlns:a16="http://schemas.microsoft.com/office/drawing/2014/main" id="{4A496144-CE77-046D-8009-A6C8FAC753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02766" y="2813843"/>
              <a:ext cx="0" cy="13255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4" name="Straight Connector 903">
              <a:extLst>
                <a:ext uri="{FF2B5EF4-FFF2-40B4-BE49-F238E27FC236}">
                  <a16:creationId xmlns:a16="http://schemas.microsoft.com/office/drawing/2014/main" id="{01543C51-7F9F-53FF-4733-4AE3D20047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08318" y="2752724"/>
              <a:ext cx="161925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5" name="Straight Connector 904">
              <a:extLst>
                <a:ext uri="{FF2B5EF4-FFF2-40B4-BE49-F238E27FC236}">
                  <a16:creationId xmlns:a16="http://schemas.microsoft.com/office/drawing/2014/main" id="{4A9EB9B1-7B25-3D66-F2AC-9F1CFB31A93F}"/>
                </a:ext>
              </a:extLst>
            </p:cNvPr>
            <p:cNvCxnSpPr>
              <a:cxnSpLocks/>
            </p:cNvCxnSpPr>
            <p:nvPr/>
          </p:nvCxnSpPr>
          <p:spPr>
            <a:xfrm>
              <a:off x="9401172" y="2682872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6" name="Straight Connector 905">
              <a:extLst>
                <a:ext uri="{FF2B5EF4-FFF2-40B4-BE49-F238E27FC236}">
                  <a16:creationId xmlns:a16="http://schemas.microsoft.com/office/drawing/2014/main" id="{D9240ADF-E738-C41B-C1F8-CC992369F3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01174" y="2619374"/>
              <a:ext cx="161925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7" name="Straight Connector 906">
              <a:extLst>
                <a:ext uri="{FF2B5EF4-FFF2-40B4-BE49-F238E27FC236}">
                  <a16:creationId xmlns:a16="http://schemas.microsoft.com/office/drawing/2014/main" id="{66D6598D-482E-3AB5-8F0F-9F5E42980483}"/>
                </a:ext>
              </a:extLst>
            </p:cNvPr>
            <p:cNvCxnSpPr>
              <a:cxnSpLocks/>
            </p:cNvCxnSpPr>
            <p:nvPr/>
          </p:nvCxnSpPr>
          <p:spPr>
            <a:xfrm>
              <a:off x="9389265" y="2563810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8" name="Straight Connector 907">
              <a:extLst>
                <a:ext uri="{FF2B5EF4-FFF2-40B4-BE49-F238E27FC236}">
                  <a16:creationId xmlns:a16="http://schemas.microsoft.com/office/drawing/2014/main" id="{17D70563-59F5-036D-D0D6-FABA76BFEF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405937" y="2502693"/>
              <a:ext cx="161925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9" name="Straight Connector 908">
              <a:extLst>
                <a:ext uri="{FF2B5EF4-FFF2-40B4-BE49-F238E27FC236}">
                  <a16:creationId xmlns:a16="http://schemas.microsoft.com/office/drawing/2014/main" id="{15DD47C6-DD97-D4C0-2E75-A0B81E053A79}"/>
                </a:ext>
              </a:extLst>
            </p:cNvPr>
            <p:cNvCxnSpPr>
              <a:cxnSpLocks/>
            </p:cNvCxnSpPr>
            <p:nvPr/>
          </p:nvCxnSpPr>
          <p:spPr>
            <a:xfrm>
              <a:off x="9241631" y="2376486"/>
              <a:ext cx="321465" cy="1206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1" name="Straight Connector 910">
              <a:extLst>
                <a:ext uri="{FF2B5EF4-FFF2-40B4-BE49-F238E27FC236}">
                  <a16:creationId xmlns:a16="http://schemas.microsoft.com/office/drawing/2014/main" id="{44B6D66C-F52F-652D-F650-140B135A81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03493" y="2374105"/>
              <a:ext cx="345282" cy="12858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3" name="Straight Connector 912">
              <a:extLst>
                <a:ext uri="{FF2B5EF4-FFF2-40B4-BE49-F238E27FC236}">
                  <a16:creationId xmlns:a16="http://schemas.microsoft.com/office/drawing/2014/main" id="{3722C8B2-AD09-3231-ACF2-A0CFA35DEBB3}"/>
                </a:ext>
              </a:extLst>
            </p:cNvPr>
            <p:cNvCxnSpPr>
              <a:cxnSpLocks/>
            </p:cNvCxnSpPr>
            <p:nvPr/>
          </p:nvCxnSpPr>
          <p:spPr>
            <a:xfrm>
              <a:off x="8751093" y="2436017"/>
              <a:ext cx="159540" cy="6111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5" name="Straight Connector 914">
              <a:extLst>
                <a:ext uri="{FF2B5EF4-FFF2-40B4-BE49-F238E27FC236}">
                  <a16:creationId xmlns:a16="http://schemas.microsoft.com/office/drawing/2014/main" id="{1FCF3EF8-0AC9-7EC3-549D-3EE6308BF4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53475" y="2250280"/>
              <a:ext cx="492918" cy="1857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7" name="Straight Connector 916">
              <a:extLst>
                <a:ext uri="{FF2B5EF4-FFF2-40B4-BE49-F238E27FC236}">
                  <a16:creationId xmlns:a16="http://schemas.microsoft.com/office/drawing/2014/main" id="{9D19D89A-820C-6DF6-958E-FA6C3FEABF57}"/>
                </a:ext>
              </a:extLst>
            </p:cNvPr>
            <p:cNvCxnSpPr>
              <a:cxnSpLocks/>
            </p:cNvCxnSpPr>
            <p:nvPr/>
          </p:nvCxnSpPr>
          <p:spPr>
            <a:xfrm>
              <a:off x="9251156" y="2252661"/>
              <a:ext cx="321465" cy="1206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8" name="Straight Connector 917">
              <a:extLst>
                <a:ext uri="{FF2B5EF4-FFF2-40B4-BE49-F238E27FC236}">
                  <a16:creationId xmlns:a16="http://schemas.microsoft.com/office/drawing/2014/main" id="{4D903170-E7DD-1311-AE65-9650AFC128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72624" y="2321718"/>
              <a:ext cx="161925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9" name="Straight Connector 918">
              <a:extLst>
                <a:ext uri="{FF2B5EF4-FFF2-40B4-BE49-F238E27FC236}">
                  <a16:creationId xmlns:a16="http://schemas.microsoft.com/office/drawing/2014/main" id="{5D0EDBCF-B554-6BA3-FCD2-0AE77EBF2C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738521" y="1678780"/>
              <a:ext cx="0" cy="6476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1" name="Straight Connector 920">
              <a:extLst>
                <a:ext uri="{FF2B5EF4-FFF2-40B4-BE49-F238E27FC236}">
                  <a16:creationId xmlns:a16="http://schemas.microsoft.com/office/drawing/2014/main" id="{E37E98B4-B376-5F11-FED0-BED4F8E0FC0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75006" y="1678781"/>
              <a:ext cx="161925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2" name="Straight Connector 921">
              <a:extLst>
                <a:ext uri="{FF2B5EF4-FFF2-40B4-BE49-F238E27FC236}">
                  <a16:creationId xmlns:a16="http://schemas.microsoft.com/office/drawing/2014/main" id="{262C76DC-FBC9-4296-A558-774FA069FA89}"/>
                </a:ext>
              </a:extLst>
            </p:cNvPr>
            <p:cNvCxnSpPr>
              <a:cxnSpLocks/>
            </p:cNvCxnSpPr>
            <p:nvPr/>
          </p:nvCxnSpPr>
          <p:spPr>
            <a:xfrm>
              <a:off x="9582150" y="1745455"/>
              <a:ext cx="0" cy="5000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4" name="Straight Connector 923">
              <a:extLst>
                <a:ext uri="{FF2B5EF4-FFF2-40B4-BE49-F238E27FC236}">
                  <a16:creationId xmlns:a16="http://schemas.microsoft.com/office/drawing/2014/main" id="{5DBD4B47-5DB7-F53B-686E-448A09F7A97A}"/>
                </a:ext>
              </a:extLst>
            </p:cNvPr>
            <p:cNvCxnSpPr>
              <a:cxnSpLocks/>
            </p:cNvCxnSpPr>
            <p:nvPr/>
          </p:nvCxnSpPr>
          <p:spPr>
            <a:xfrm>
              <a:off x="9408315" y="2189954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5" name="Straight Connector 924">
              <a:extLst>
                <a:ext uri="{FF2B5EF4-FFF2-40B4-BE49-F238E27FC236}">
                  <a16:creationId xmlns:a16="http://schemas.microsoft.com/office/drawing/2014/main" id="{BE84E172-0C48-19A4-662D-4FDBBE7CD55D}"/>
                </a:ext>
              </a:extLst>
            </p:cNvPr>
            <p:cNvCxnSpPr>
              <a:cxnSpLocks/>
            </p:cNvCxnSpPr>
            <p:nvPr/>
          </p:nvCxnSpPr>
          <p:spPr>
            <a:xfrm>
              <a:off x="9413081" y="2065337"/>
              <a:ext cx="0" cy="1325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6" name="Straight Connector 925">
              <a:extLst>
                <a:ext uri="{FF2B5EF4-FFF2-40B4-BE49-F238E27FC236}">
                  <a16:creationId xmlns:a16="http://schemas.microsoft.com/office/drawing/2014/main" id="{56B92500-C554-F817-05B4-56C8913798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77262" y="2064543"/>
              <a:ext cx="835819" cy="31194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Straight Connector 927">
              <a:extLst>
                <a:ext uri="{FF2B5EF4-FFF2-40B4-BE49-F238E27FC236}">
                  <a16:creationId xmlns:a16="http://schemas.microsoft.com/office/drawing/2014/main" id="{247BE74F-812B-DC05-F5C4-FC5B9A6E8972}"/>
                </a:ext>
              </a:extLst>
            </p:cNvPr>
            <p:cNvCxnSpPr>
              <a:cxnSpLocks/>
            </p:cNvCxnSpPr>
            <p:nvPr/>
          </p:nvCxnSpPr>
          <p:spPr>
            <a:xfrm>
              <a:off x="8584406" y="2248693"/>
              <a:ext cx="0" cy="1325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5222957D-794A-C3E9-18D7-727E6181DA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86787" y="1938337"/>
              <a:ext cx="835819" cy="31194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0" name="Straight Connector 929">
              <a:extLst>
                <a:ext uri="{FF2B5EF4-FFF2-40B4-BE49-F238E27FC236}">
                  <a16:creationId xmlns:a16="http://schemas.microsoft.com/office/drawing/2014/main" id="{02B68353-BFA5-B82A-6288-55C33897AC71}"/>
                </a:ext>
              </a:extLst>
            </p:cNvPr>
            <p:cNvCxnSpPr>
              <a:cxnSpLocks/>
            </p:cNvCxnSpPr>
            <p:nvPr/>
          </p:nvCxnSpPr>
          <p:spPr>
            <a:xfrm>
              <a:off x="9420225" y="1812924"/>
              <a:ext cx="0" cy="1325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1" name="Straight Connector 930">
              <a:extLst>
                <a:ext uri="{FF2B5EF4-FFF2-40B4-BE49-F238E27FC236}">
                  <a16:creationId xmlns:a16="http://schemas.microsoft.com/office/drawing/2014/main" id="{B4760DDE-1B6F-FB96-305D-99F6C5A8E9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0100" y="1812131"/>
              <a:ext cx="1004887" cy="36671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3" name="Straight Connector 932">
              <a:extLst>
                <a:ext uri="{FF2B5EF4-FFF2-40B4-BE49-F238E27FC236}">
                  <a16:creationId xmlns:a16="http://schemas.microsoft.com/office/drawing/2014/main" id="{01F47038-4046-793D-0C12-3CED4491E7F9}"/>
                </a:ext>
              </a:extLst>
            </p:cNvPr>
            <p:cNvCxnSpPr>
              <a:cxnSpLocks/>
            </p:cNvCxnSpPr>
            <p:nvPr/>
          </p:nvCxnSpPr>
          <p:spPr>
            <a:xfrm>
              <a:off x="8417719" y="2055812"/>
              <a:ext cx="0" cy="1325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Straight Connector 933">
              <a:extLst>
                <a:ext uri="{FF2B5EF4-FFF2-40B4-BE49-F238E27FC236}">
                  <a16:creationId xmlns:a16="http://schemas.microsoft.com/office/drawing/2014/main" id="{DEAE6CA3-3E7D-049B-3E4E-2183BCE7E00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2482" y="1557336"/>
              <a:ext cx="1323974" cy="4976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9" name="Straight Connector 938">
              <a:extLst>
                <a:ext uri="{FF2B5EF4-FFF2-40B4-BE49-F238E27FC236}">
                  <a16:creationId xmlns:a16="http://schemas.microsoft.com/office/drawing/2014/main" id="{C914E623-55EB-C8B7-67C4-C3B2F19B27C9}"/>
                </a:ext>
              </a:extLst>
            </p:cNvPr>
            <p:cNvCxnSpPr>
              <a:cxnSpLocks/>
            </p:cNvCxnSpPr>
            <p:nvPr/>
          </p:nvCxnSpPr>
          <p:spPr>
            <a:xfrm>
              <a:off x="9570240" y="1499392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4E2FEC24-63FF-28E6-39D3-0502D7023FD1}"/>
                </a:ext>
              </a:extLst>
            </p:cNvPr>
            <p:cNvCxnSpPr>
              <a:cxnSpLocks/>
            </p:cNvCxnSpPr>
            <p:nvPr/>
          </p:nvCxnSpPr>
          <p:spPr>
            <a:xfrm>
              <a:off x="9575006" y="1131092"/>
              <a:ext cx="0" cy="3690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3" name="Straight Connector 942">
              <a:extLst>
                <a:ext uri="{FF2B5EF4-FFF2-40B4-BE49-F238E27FC236}">
                  <a16:creationId xmlns:a16="http://schemas.microsoft.com/office/drawing/2014/main" id="{9AF1EE40-71D0-6286-204B-06EBC1460D7F}"/>
                </a:ext>
              </a:extLst>
            </p:cNvPr>
            <p:cNvCxnSpPr>
              <a:cxnSpLocks/>
            </p:cNvCxnSpPr>
            <p:nvPr/>
          </p:nvCxnSpPr>
          <p:spPr>
            <a:xfrm>
              <a:off x="9401171" y="1068386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4" name="Straight Connector 943">
              <a:extLst>
                <a:ext uri="{FF2B5EF4-FFF2-40B4-BE49-F238E27FC236}">
                  <a16:creationId xmlns:a16="http://schemas.microsoft.com/office/drawing/2014/main" id="{3E1C0831-E422-FFF2-39CB-672B6C0C77DB}"/>
                </a:ext>
              </a:extLst>
            </p:cNvPr>
            <p:cNvCxnSpPr>
              <a:cxnSpLocks/>
            </p:cNvCxnSpPr>
            <p:nvPr/>
          </p:nvCxnSpPr>
          <p:spPr>
            <a:xfrm>
              <a:off x="9413081" y="1071561"/>
              <a:ext cx="0" cy="4810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945">
              <a:extLst>
                <a:ext uri="{FF2B5EF4-FFF2-40B4-BE49-F238E27FC236}">
                  <a16:creationId xmlns:a16="http://schemas.microsoft.com/office/drawing/2014/main" id="{E7D5AD7A-318A-0AD2-CB5E-C6F8104840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51156" y="1566862"/>
              <a:ext cx="161925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7" name="Straight Connector 946">
              <a:extLst>
                <a:ext uri="{FF2B5EF4-FFF2-40B4-BE49-F238E27FC236}">
                  <a16:creationId xmlns:a16="http://schemas.microsoft.com/office/drawing/2014/main" id="{E150B366-3341-E36A-4F8A-F7E4C3FD43BD}"/>
                </a:ext>
              </a:extLst>
            </p:cNvPr>
            <p:cNvCxnSpPr>
              <a:cxnSpLocks/>
            </p:cNvCxnSpPr>
            <p:nvPr/>
          </p:nvCxnSpPr>
          <p:spPr>
            <a:xfrm>
              <a:off x="9251156" y="1000124"/>
              <a:ext cx="0" cy="6310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9" name="Straight Connector 948">
              <a:extLst>
                <a:ext uri="{FF2B5EF4-FFF2-40B4-BE49-F238E27FC236}">
                  <a16:creationId xmlns:a16="http://schemas.microsoft.com/office/drawing/2014/main" id="{3B3BD57B-D5FF-3B0A-234E-8CE9C084965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46394" y="947737"/>
              <a:ext cx="161925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949">
              <a:extLst>
                <a:ext uri="{FF2B5EF4-FFF2-40B4-BE49-F238E27FC236}">
                  <a16:creationId xmlns:a16="http://schemas.microsoft.com/office/drawing/2014/main" id="{7FE96A84-61E3-2A0A-21F5-E396C4120DA2}"/>
                </a:ext>
              </a:extLst>
            </p:cNvPr>
            <p:cNvCxnSpPr>
              <a:cxnSpLocks/>
            </p:cNvCxnSpPr>
            <p:nvPr/>
          </p:nvCxnSpPr>
          <p:spPr>
            <a:xfrm>
              <a:off x="9246390" y="877885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Straight Connector 950">
              <a:extLst>
                <a:ext uri="{FF2B5EF4-FFF2-40B4-BE49-F238E27FC236}">
                  <a16:creationId xmlns:a16="http://schemas.microsoft.com/office/drawing/2014/main" id="{4206B508-3D63-80B3-7F54-07C15D4BE8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086851" y="873918"/>
              <a:ext cx="161925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951">
              <a:extLst>
                <a:ext uri="{FF2B5EF4-FFF2-40B4-BE49-F238E27FC236}">
                  <a16:creationId xmlns:a16="http://schemas.microsoft.com/office/drawing/2014/main" id="{714B78A1-E30E-FB83-CEF9-75F314E98BF6}"/>
                </a:ext>
              </a:extLst>
            </p:cNvPr>
            <p:cNvCxnSpPr>
              <a:cxnSpLocks/>
            </p:cNvCxnSpPr>
            <p:nvPr/>
          </p:nvCxnSpPr>
          <p:spPr>
            <a:xfrm>
              <a:off x="9084469" y="921543"/>
              <a:ext cx="0" cy="76914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4" name="Straight Connector 953">
              <a:extLst>
                <a:ext uri="{FF2B5EF4-FFF2-40B4-BE49-F238E27FC236}">
                  <a16:creationId xmlns:a16="http://schemas.microsoft.com/office/drawing/2014/main" id="{6C62D90E-1C3B-9833-632A-AF6A8CC85A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24925" y="1700212"/>
              <a:ext cx="161925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5" name="Straight Connector 954">
              <a:extLst>
                <a:ext uri="{FF2B5EF4-FFF2-40B4-BE49-F238E27FC236}">
                  <a16:creationId xmlns:a16="http://schemas.microsoft.com/office/drawing/2014/main" id="{F6547CBE-D007-987B-9D6E-98DDD3565D0A}"/>
                </a:ext>
              </a:extLst>
            </p:cNvPr>
            <p:cNvCxnSpPr>
              <a:cxnSpLocks/>
            </p:cNvCxnSpPr>
            <p:nvPr/>
          </p:nvCxnSpPr>
          <p:spPr>
            <a:xfrm>
              <a:off x="8924925" y="997743"/>
              <a:ext cx="0" cy="76914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6" name="Straight Connector 955">
              <a:extLst>
                <a:ext uri="{FF2B5EF4-FFF2-40B4-BE49-F238E27FC236}">
                  <a16:creationId xmlns:a16="http://schemas.microsoft.com/office/drawing/2014/main" id="{CF98C88D-9FA8-FFC5-2C35-5CA0DBEE87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58238" y="1000124"/>
              <a:ext cx="161925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Straight Connector 956">
              <a:extLst>
                <a:ext uri="{FF2B5EF4-FFF2-40B4-BE49-F238E27FC236}">
                  <a16:creationId xmlns:a16="http://schemas.microsoft.com/office/drawing/2014/main" id="{8F3D7A3E-186E-C796-A0FF-B61848A8E0CF}"/>
                </a:ext>
              </a:extLst>
            </p:cNvPr>
            <p:cNvCxnSpPr>
              <a:cxnSpLocks/>
            </p:cNvCxnSpPr>
            <p:nvPr/>
          </p:nvCxnSpPr>
          <p:spPr>
            <a:xfrm>
              <a:off x="8763000" y="1050131"/>
              <a:ext cx="0" cy="76914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Straight Connector 957">
              <a:extLst>
                <a:ext uri="{FF2B5EF4-FFF2-40B4-BE49-F238E27FC236}">
                  <a16:creationId xmlns:a16="http://schemas.microsoft.com/office/drawing/2014/main" id="{6A29F82E-CB60-8819-3894-3C6E02CA65C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01075" y="1819274"/>
              <a:ext cx="161925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9" name="Straight Connector 958">
              <a:extLst>
                <a:ext uri="{FF2B5EF4-FFF2-40B4-BE49-F238E27FC236}">
                  <a16:creationId xmlns:a16="http://schemas.microsoft.com/office/drawing/2014/main" id="{43FD9A5B-D77C-2EA6-16B7-4B468FF102DA}"/>
                </a:ext>
              </a:extLst>
            </p:cNvPr>
            <p:cNvCxnSpPr>
              <a:cxnSpLocks/>
            </p:cNvCxnSpPr>
            <p:nvPr/>
          </p:nvCxnSpPr>
          <p:spPr>
            <a:xfrm>
              <a:off x="8586789" y="1112042"/>
              <a:ext cx="0" cy="76914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959">
              <a:extLst>
                <a:ext uri="{FF2B5EF4-FFF2-40B4-BE49-F238E27FC236}">
                  <a16:creationId xmlns:a16="http://schemas.microsoft.com/office/drawing/2014/main" id="{701D0A8C-8B44-BA97-0710-094F74BF6E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0100" y="1123949"/>
              <a:ext cx="161925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1" name="Straight Connector 960">
              <a:extLst>
                <a:ext uri="{FF2B5EF4-FFF2-40B4-BE49-F238E27FC236}">
                  <a16:creationId xmlns:a16="http://schemas.microsoft.com/office/drawing/2014/main" id="{10227316-470F-739F-D603-0BA7EE042417}"/>
                </a:ext>
              </a:extLst>
            </p:cNvPr>
            <p:cNvCxnSpPr>
              <a:cxnSpLocks/>
            </p:cNvCxnSpPr>
            <p:nvPr/>
          </p:nvCxnSpPr>
          <p:spPr>
            <a:xfrm>
              <a:off x="8422481" y="1174749"/>
              <a:ext cx="0" cy="1325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Straight Connector 961">
              <a:extLst>
                <a:ext uri="{FF2B5EF4-FFF2-40B4-BE49-F238E27FC236}">
                  <a16:creationId xmlns:a16="http://schemas.microsoft.com/office/drawing/2014/main" id="{C67C0925-1332-B03A-5841-C5F9F211BB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62938" y="1304924"/>
              <a:ext cx="161925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3" name="Straight Connector 962">
              <a:extLst>
                <a:ext uri="{FF2B5EF4-FFF2-40B4-BE49-F238E27FC236}">
                  <a16:creationId xmlns:a16="http://schemas.microsoft.com/office/drawing/2014/main" id="{C808101B-086A-75E5-DB5D-5499EC5E7B6C}"/>
                </a:ext>
              </a:extLst>
            </p:cNvPr>
            <p:cNvCxnSpPr>
              <a:cxnSpLocks/>
            </p:cNvCxnSpPr>
            <p:nvPr/>
          </p:nvCxnSpPr>
          <p:spPr>
            <a:xfrm>
              <a:off x="8262934" y="1368422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4" name="Straight Connector 963">
              <a:extLst>
                <a:ext uri="{FF2B5EF4-FFF2-40B4-BE49-F238E27FC236}">
                  <a16:creationId xmlns:a16="http://schemas.microsoft.com/office/drawing/2014/main" id="{4F6747DC-EB81-FCFB-8541-A4A528107DC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60556" y="1433511"/>
              <a:ext cx="161925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Straight Connector 964">
              <a:extLst>
                <a:ext uri="{FF2B5EF4-FFF2-40B4-BE49-F238E27FC236}">
                  <a16:creationId xmlns:a16="http://schemas.microsoft.com/office/drawing/2014/main" id="{24E93F1D-1572-A5F7-B55A-67C8C27353BD}"/>
                </a:ext>
              </a:extLst>
            </p:cNvPr>
            <p:cNvCxnSpPr>
              <a:cxnSpLocks/>
            </p:cNvCxnSpPr>
            <p:nvPr/>
          </p:nvCxnSpPr>
          <p:spPr>
            <a:xfrm>
              <a:off x="8260552" y="1497009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6" name="Straight Connector 965">
              <a:extLst>
                <a:ext uri="{FF2B5EF4-FFF2-40B4-BE49-F238E27FC236}">
                  <a16:creationId xmlns:a16="http://schemas.microsoft.com/office/drawing/2014/main" id="{F6DDD093-A010-7F46-F944-2DE1967BA6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5794" y="1562098"/>
              <a:ext cx="161925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7" name="Straight Connector 966">
              <a:extLst>
                <a:ext uri="{FF2B5EF4-FFF2-40B4-BE49-F238E27FC236}">
                  <a16:creationId xmlns:a16="http://schemas.microsoft.com/office/drawing/2014/main" id="{6B557C91-543D-0D30-CC5E-7BE7DE44C7FD}"/>
                </a:ext>
              </a:extLst>
            </p:cNvPr>
            <p:cNvCxnSpPr>
              <a:cxnSpLocks/>
            </p:cNvCxnSpPr>
            <p:nvPr/>
          </p:nvCxnSpPr>
          <p:spPr>
            <a:xfrm>
              <a:off x="8255790" y="1625596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8" name="Straight Connector 967">
              <a:extLst>
                <a:ext uri="{FF2B5EF4-FFF2-40B4-BE49-F238E27FC236}">
                  <a16:creationId xmlns:a16="http://schemas.microsoft.com/office/drawing/2014/main" id="{CEB02767-01CE-B2DD-C742-BB333DB272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48650" y="1688305"/>
              <a:ext cx="161925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Straight Connector 968">
              <a:extLst>
                <a:ext uri="{FF2B5EF4-FFF2-40B4-BE49-F238E27FC236}">
                  <a16:creationId xmlns:a16="http://schemas.microsoft.com/office/drawing/2014/main" id="{B1F56B65-20EE-2527-185A-EEC7A8E4C2CE}"/>
                </a:ext>
              </a:extLst>
            </p:cNvPr>
            <p:cNvCxnSpPr>
              <a:cxnSpLocks/>
            </p:cNvCxnSpPr>
            <p:nvPr/>
          </p:nvCxnSpPr>
          <p:spPr>
            <a:xfrm>
              <a:off x="8248646" y="1751803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0" name="Straight Connector 969">
              <a:extLst>
                <a:ext uri="{FF2B5EF4-FFF2-40B4-BE49-F238E27FC236}">
                  <a16:creationId xmlns:a16="http://schemas.microsoft.com/office/drawing/2014/main" id="{3EDE75D0-1B2D-8C8A-00F2-81C35C30D5D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1031" y="1816893"/>
              <a:ext cx="161925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Straight Connector 970">
              <a:extLst>
                <a:ext uri="{FF2B5EF4-FFF2-40B4-BE49-F238E27FC236}">
                  <a16:creationId xmlns:a16="http://schemas.microsoft.com/office/drawing/2014/main" id="{8FFB349F-8FBB-2681-7B66-778BF0F9196F}"/>
                </a:ext>
              </a:extLst>
            </p:cNvPr>
            <p:cNvCxnSpPr>
              <a:cxnSpLocks/>
            </p:cNvCxnSpPr>
            <p:nvPr/>
          </p:nvCxnSpPr>
          <p:spPr>
            <a:xfrm>
              <a:off x="8251027" y="1880391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2" name="Straight Connector 971">
              <a:extLst>
                <a:ext uri="{FF2B5EF4-FFF2-40B4-BE49-F238E27FC236}">
                  <a16:creationId xmlns:a16="http://schemas.microsoft.com/office/drawing/2014/main" id="{DB6A3DE5-A0EE-036E-B03D-FA58761FE6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1031" y="1943098"/>
              <a:ext cx="161925" cy="595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3" name="Straight Connector 972">
              <a:extLst>
                <a:ext uri="{FF2B5EF4-FFF2-40B4-BE49-F238E27FC236}">
                  <a16:creationId xmlns:a16="http://schemas.microsoft.com/office/drawing/2014/main" id="{F412D70D-0B72-1B86-DBA5-D6AB67E39C57}"/>
                </a:ext>
              </a:extLst>
            </p:cNvPr>
            <p:cNvCxnSpPr>
              <a:cxnSpLocks/>
            </p:cNvCxnSpPr>
            <p:nvPr/>
          </p:nvCxnSpPr>
          <p:spPr>
            <a:xfrm>
              <a:off x="8091483" y="1939922"/>
              <a:ext cx="169068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B4E23247-8F59-54B0-E931-D452401FAC31}"/>
              </a:ext>
            </a:extLst>
          </p:cNvPr>
          <p:cNvCxnSpPr>
            <a:cxnSpLocks/>
          </p:cNvCxnSpPr>
          <p:nvPr/>
        </p:nvCxnSpPr>
        <p:spPr>
          <a:xfrm flipV="1">
            <a:off x="4400550" y="6867525"/>
            <a:ext cx="631825" cy="244476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26A4B02-1AFC-19FF-2E3C-B6EE9F726D1F}"/>
              </a:ext>
            </a:extLst>
          </p:cNvPr>
          <p:cNvGrpSpPr/>
          <p:nvPr/>
        </p:nvGrpSpPr>
        <p:grpSpPr>
          <a:xfrm>
            <a:off x="1059656" y="5805489"/>
            <a:ext cx="6106320" cy="798512"/>
            <a:chOff x="992980" y="5681663"/>
            <a:chExt cx="6106320" cy="798512"/>
          </a:xfrm>
          <a:effectLst/>
        </p:grpSpPr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7A33EF72-137F-BDAE-C84F-C9968D53C4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38838" y="5741194"/>
              <a:ext cx="0" cy="3738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11857DAE-FCCD-6D80-E069-04844417DBA3}"/>
                </a:ext>
              </a:extLst>
            </p:cNvPr>
            <p:cNvCxnSpPr>
              <a:cxnSpLocks/>
            </p:cNvCxnSpPr>
            <p:nvPr/>
          </p:nvCxnSpPr>
          <p:spPr>
            <a:xfrm>
              <a:off x="6099175" y="6162675"/>
              <a:ext cx="825500" cy="31750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15BD9205-F507-D827-E5CE-22E4C764B0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26263" y="6394450"/>
              <a:ext cx="173037" cy="793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F8A4BAF6-3CB3-0F00-BF4B-441FA1F914A8}"/>
                </a:ext>
              </a:extLst>
            </p:cNvPr>
            <p:cNvCxnSpPr>
              <a:cxnSpLocks/>
            </p:cNvCxnSpPr>
            <p:nvPr/>
          </p:nvCxnSpPr>
          <p:spPr>
            <a:xfrm>
              <a:off x="2321718" y="5984080"/>
              <a:ext cx="661987" cy="26193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3D8B5ECB-D169-1ED8-EAA8-A0FE1A06AD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92310" y="5979318"/>
              <a:ext cx="334963" cy="1230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>
              <a:extLst>
                <a:ext uri="{FF2B5EF4-FFF2-40B4-BE49-F238E27FC236}">
                  <a16:creationId xmlns:a16="http://schemas.microsoft.com/office/drawing/2014/main" id="{589C6790-B0ED-7887-CCEE-75B5910A79F7}"/>
                </a:ext>
              </a:extLst>
            </p:cNvPr>
            <p:cNvCxnSpPr>
              <a:cxnSpLocks/>
            </p:cNvCxnSpPr>
            <p:nvPr/>
          </p:nvCxnSpPr>
          <p:spPr>
            <a:xfrm>
              <a:off x="1650205" y="5993605"/>
              <a:ext cx="335757" cy="10715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>
              <a:extLst>
                <a:ext uri="{FF2B5EF4-FFF2-40B4-BE49-F238E27FC236}">
                  <a16:creationId xmlns:a16="http://schemas.microsoft.com/office/drawing/2014/main" id="{F5857194-5424-CB66-C2D2-FC5B274AD7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01747" y="6003131"/>
              <a:ext cx="334963" cy="12303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>
              <a:extLst>
                <a:ext uri="{FF2B5EF4-FFF2-40B4-BE49-F238E27FC236}">
                  <a16:creationId xmlns:a16="http://schemas.microsoft.com/office/drawing/2014/main" id="{15F6335B-56DD-C149-BF50-3080F455C1B6}"/>
                </a:ext>
              </a:extLst>
            </p:cNvPr>
            <p:cNvCxnSpPr>
              <a:cxnSpLocks/>
            </p:cNvCxnSpPr>
            <p:nvPr/>
          </p:nvCxnSpPr>
          <p:spPr>
            <a:xfrm>
              <a:off x="1319212" y="6126954"/>
              <a:ext cx="0" cy="1214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>
              <a:extLst>
                <a:ext uri="{FF2B5EF4-FFF2-40B4-BE49-F238E27FC236}">
                  <a16:creationId xmlns:a16="http://schemas.microsoft.com/office/drawing/2014/main" id="{ECB43C83-974D-C193-A7B0-3CA8F85CE9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57287" y="6238875"/>
              <a:ext cx="172242" cy="7381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4" name="Straight Connector 353">
              <a:extLst>
                <a:ext uri="{FF2B5EF4-FFF2-40B4-BE49-F238E27FC236}">
                  <a16:creationId xmlns:a16="http://schemas.microsoft.com/office/drawing/2014/main" id="{F5F28DDA-FB17-F0C3-78EE-9619E7156863}"/>
                </a:ext>
              </a:extLst>
            </p:cNvPr>
            <p:cNvCxnSpPr>
              <a:cxnSpLocks/>
            </p:cNvCxnSpPr>
            <p:nvPr/>
          </p:nvCxnSpPr>
          <p:spPr>
            <a:xfrm>
              <a:off x="992980" y="6246018"/>
              <a:ext cx="166688" cy="6905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6" name="Straight Connector 355">
              <a:extLst>
                <a:ext uri="{FF2B5EF4-FFF2-40B4-BE49-F238E27FC236}">
                  <a16:creationId xmlns:a16="http://schemas.microsoft.com/office/drawing/2014/main" id="{C4A83FD1-3DF1-301B-8EFA-94F59E95130F}"/>
                </a:ext>
              </a:extLst>
            </p:cNvPr>
            <p:cNvCxnSpPr>
              <a:cxnSpLocks/>
            </p:cNvCxnSpPr>
            <p:nvPr/>
          </p:nvCxnSpPr>
          <p:spPr>
            <a:xfrm>
              <a:off x="995362" y="5757862"/>
              <a:ext cx="0" cy="49768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>
              <a:extLst>
                <a:ext uri="{FF2B5EF4-FFF2-40B4-BE49-F238E27FC236}">
                  <a16:creationId xmlns:a16="http://schemas.microsoft.com/office/drawing/2014/main" id="{D7A97A2F-BC79-5F42-EDF7-2FA429EBFF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95362" y="5681663"/>
              <a:ext cx="172242" cy="7381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3D3BEB19-0ACD-F6AA-F168-D598A4061C4F}"/>
              </a:ext>
            </a:extLst>
          </p:cNvPr>
          <p:cNvCxnSpPr>
            <a:cxnSpLocks/>
          </p:cNvCxnSpPr>
          <p:nvPr/>
        </p:nvCxnSpPr>
        <p:spPr>
          <a:xfrm>
            <a:off x="3382962" y="6731001"/>
            <a:ext cx="974725" cy="3714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A1F58C3A-E3CD-5C34-A6D6-98F10F11C55A}"/>
              </a:ext>
            </a:extLst>
          </p:cNvPr>
          <p:cNvCxnSpPr>
            <a:cxnSpLocks/>
          </p:cNvCxnSpPr>
          <p:nvPr/>
        </p:nvCxnSpPr>
        <p:spPr>
          <a:xfrm flipV="1">
            <a:off x="3378200" y="6473825"/>
            <a:ext cx="0" cy="2444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5F8DE72A-8830-B7C1-02CE-2D4290F2DECE}"/>
              </a:ext>
            </a:extLst>
          </p:cNvPr>
          <p:cNvCxnSpPr>
            <a:cxnSpLocks/>
          </p:cNvCxnSpPr>
          <p:nvPr/>
        </p:nvCxnSpPr>
        <p:spPr>
          <a:xfrm>
            <a:off x="3216275" y="6413500"/>
            <a:ext cx="165100" cy="6667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5A8928A6-FF28-9F5A-9AE8-B7B5808D1F2B}"/>
              </a:ext>
            </a:extLst>
          </p:cNvPr>
          <p:cNvCxnSpPr>
            <a:cxnSpLocks/>
          </p:cNvCxnSpPr>
          <p:nvPr/>
        </p:nvCxnSpPr>
        <p:spPr>
          <a:xfrm flipV="1">
            <a:off x="3216275" y="5911850"/>
            <a:ext cx="330200" cy="381000"/>
          </a:xfrm>
          <a:prstGeom prst="line">
            <a:avLst/>
          </a:prstGeom>
          <a:ln w="12700">
            <a:solidFill>
              <a:schemeClr val="bg1"/>
            </a:solidFill>
            <a:prstDash val="sysDash"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DBD237C5-2F90-23E2-3F48-6F6B7EAEE547}"/>
              </a:ext>
            </a:extLst>
          </p:cNvPr>
          <p:cNvGrpSpPr/>
          <p:nvPr/>
        </p:nvGrpSpPr>
        <p:grpSpPr>
          <a:xfrm>
            <a:off x="1045369" y="309562"/>
            <a:ext cx="8278019" cy="5503863"/>
            <a:chOff x="985044" y="195262"/>
            <a:chExt cx="8278019" cy="5503863"/>
          </a:xfrm>
          <a:effectLst/>
        </p:grpSpPr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9543AD35-C436-365F-A72E-5943A9163B27}"/>
                </a:ext>
              </a:extLst>
            </p:cNvPr>
            <p:cNvCxnSpPr>
              <a:cxnSpLocks/>
            </p:cNvCxnSpPr>
            <p:nvPr/>
          </p:nvCxnSpPr>
          <p:spPr>
            <a:xfrm>
              <a:off x="2822575" y="5419725"/>
              <a:ext cx="641350" cy="2794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EE4009B-88CC-EAA4-B5FE-34368362C02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5751" y="5307806"/>
              <a:ext cx="0" cy="1055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86C767CD-5672-A828-B823-89F5E9C766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9938" y="4726781"/>
              <a:ext cx="676275" cy="2762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2500C9BB-A9F2-2C6F-56F9-3FF1C4B2437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495675" y="4674394"/>
              <a:ext cx="296863" cy="1198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EFD43077-E24D-F161-9317-34EEC44B13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92500" y="4564857"/>
              <a:ext cx="0" cy="1222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Connector 102">
              <a:extLst>
                <a:ext uri="{FF2B5EF4-FFF2-40B4-BE49-F238E27FC236}">
                  <a16:creationId xmlns:a16="http://schemas.microsoft.com/office/drawing/2014/main" id="{1BBE8AF9-47DB-F773-B625-17A60A9E88C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90850" y="4362450"/>
              <a:ext cx="513557" cy="2127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>
              <a:extLst>
                <a:ext uri="{FF2B5EF4-FFF2-40B4-BE49-F238E27FC236}">
                  <a16:creationId xmlns:a16="http://schemas.microsoft.com/office/drawing/2014/main" id="{CF0DE3CE-89D6-BBC2-1A75-F992FC23E7C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492375" y="4314825"/>
              <a:ext cx="314325" cy="1230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A0C926D-6026-DC3A-4996-4FBAA1F42E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6700" y="4367213"/>
              <a:ext cx="184150" cy="682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C2467EE3-2B93-DFDE-19C7-A2C1E9A2B9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338387" y="4311650"/>
              <a:ext cx="153988" cy="50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97D26BF4-A013-D215-A292-88261906939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73325" y="4051300"/>
              <a:ext cx="342900" cy="1365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E04836DF-9A63-E43A-853F-1619FAABC992}"/>
                </a:ext>
              </a:extLst>
            </p:cNvPr>
            <p:cNvCxnSpPr>
              <a:cxnSpLocks/>
            </p:cNvCxnSpPr>
            <p:nvPr/>
          </p:nvCxnSpPr>
          <p:spPr>
            <a:xfrm>
              <a:off x="2817812" y="3908425"/>
              <a:ext cx="0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63DFC52-559D-FB44-02C4-E45AC38F3A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14637" y="3689350"/>
              <a:ext cx="668338" cy="2381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09F0B26-AA83-792E-1EB5-4C1535C5B4F1}"/>
                </a:ext>
              </a:extLst>
            </p:cNvPr>
            <p:cNvCxnSpPr>
              <a:cxnSpLocks/>
            </p:cNvCxnSpPr>
            <p:nvPr/>
          </p:nvCxnSpPr>
          <p:spPr>
            <a:xfrm>
              <a:off x="3484562" y="3568700"/>
              <a:ext cx="0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B2210BFA-45BC-E178-85A8-86423C72B451}"/>
                </a:ext>
              </a:extLst>
            </p:cNvPr>
            <p:cNvCxnSpPr>
              <a:cxnSpLocks/>
            </p:cNvCxnSpPr>
            <p:nvPr/>
          </p:nvCxnSpPr>
          <p:spPr>
            <a:xfrm>
              <a:off x="3152775" y="3184525"/>
              <a:ext cx="163512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54DEB3CD-0A5C-3006-FEC0-E26B81ABFC42}"/>
                </a:ext>
              </a:extLst>
            </p:cNvPr>
            <p:cNvCxnSpPr>
              <a:cxnSpLocks/>
            </p:cNvCxnSpPr>
            <p:nvPr/>
          </p:nvCxnSpPr>
          <p:spPr>
            <a:xfrm>
              <a:off x="2663825" y="3114675"/>
              <a:ext cx="330200" cy="1460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5B7ABDED-5ACE-9F5F-D004-C036D2BAC8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05137" y="3181350"/>
              <a:ext cx="150813" cy="73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16F557FD-E4F0-0DB4-2D23-BA622D11154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94087" y="2689225"/>
              <a:ext cx="1306513" cy="5016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DFCEE9B-1CF3-1B00-C13D-B84BCD898F53}"/>
                </a:ext>
              </a:extLst>
            </p:cNvPr>
            <p:cNvCxnSpPr>
              <a:cxnSpLocks/>
            </p:cNvCxnSpPr>
            <p:nvPr/>
          </p:nvCxnSpPr>
          <p:spPr>
            <a:xfrm>
              <a:off x="4797425" y="2689225"/>
              <a:ext cx="654050" cy="2413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A60BB3FD-F468-26B3-0CEF-D6CE703A2898}"/>
                </a:ext>
              </a:extLst>
            </p:cNvPr>
            <p:cNvCxnSpPr>
              <a:cxnSpLocks/>
            </p:cNvCxnSpPr>
            <p:nvPr/>
          </p:nvCxnSpPr>
          <p:spPr>
            <a:xfrm>
              <a:off x="4795837" y="2441575"/>
              <a:ext cx="0" cy="2563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AFF22656-6D61-6C0F-6C02-55EBC2830B1F}"/>
                </a:ext>
              </a:extLst>
            </p:cNvPr>
            <p:cNvCxnSpPr>
              <a:cxnSpLocks/>
            </p:cNvCxnSpPr>
            <p:nvPr/>
          </p:nvCxnSpPr>
          <p:spPr>
            <a:xfrm>
              <a:off x="3644900" y="2012950"/>
              <a:ext cx="1155700" cy="4318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95E2751-AD1B-66FF-9114-BEFF5CB06F6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63825" y="2070100"/>
              <a:ext cx="476250" cy="1746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5B2E1406-AFD9-1816-9218-DFBFB9CCC7AF}"/>
                </a:ext>
              </a:extLst>
            </p:cNvPr>
            <p:cNvCxnSpPr>
              <a:cxnSpLocks/>
            </p:cNvCxnSpPr>
            <p:nvPr/>
          </p:nvCxnSpPr>
          <p:spPr>
            <a:xfrm>
              <a:off x="2504282" y="2187575"/>
              <a:ext cx="163512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2A632B1-5832-7121-0623-0583983363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61381" y="2181225"/>
              <a:ext cx="334169" cy="1428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F5E06E-04B7-5FAE-0E17-31507FD2AFF2}"/>
                </a:ext>
              </a:extLst>
            </p:cNvPr>
            <p:cNvCxnSpPr>
              <a:cxnSpLocks/>
            </p:cNvCxnSpPr>
            <p:nvPr/>
          </p:nvCxnSpPr>
          <p:spPr>
            <a:xfrm>
              <a:off x="1346200" y="2244725"/>
              <a:ext cx="153194" cy="817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AEAC8F7A-3C1D-4A57-F4A9-E7FF6496B7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990725" y="2209799"/>
              <a:ext cx="174625" cy="476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1EA9A37A-9E53-AED4-3F79-123538CC1B40}"/>
                </a:ext>
              </a:extLst>
            </p:cNvPr>
            <p:cNvCxnSpPr>
              <a:cxnSpLocks/>
            </p:cNvCxnSpPr>
            <p:nvPr/>
          </p:nvCxnSpPr>
          <p:spPr>
            <a:xfrm>
              <a:off x="1335879" y="2016918"/>
              <a:ext cx="0" cy="12144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27AD8900-489F-75E7-7E90-95FD02D96EE6}"/>
                </a:ext>
              </a:extLst>
            </p:cNvPr>
            <p:cNvCxnSpPr>
              <a:cxnSpLocks/>
            </p:cNvCxnSpPr>
            <p:nvPr/>
          </p:nvCxnSpPr>
          <p:spPr>
            <a:xfrm>
              <a:off x="1016794" y="1885950"/>
              <a:ext cx="312736" cy="1262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9BFC0B54-698C-41BE-04E2-41D0C40727C6}"/>
                </a:ext>
              </a:extLst>
            </p:cNvPr>
            <p:cNvCxnSpPr>
              <a:cxnSpLocks/>
            </p:cNvCxnSpPr>
            <p:nvPr/>
          </p:nvCxnSpPr>
          <p:spPr>
            <a:xfrm>
              <a:off x="1007266" y="1640681"/>
              <a:ext cx="0" cy="2492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ED54C4B-5F2B-1DB6-5395-2F26E2136F7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09650" y="1569244"/>
              <a:ext cx="15240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29CA5D12-0B1D-9A3D-339F-6150FDCE49B4}"/>
                </a:ext>
              </a:extLst>
            </p:cNvPr>
            <p:cNvCxnSpPr>
              <a:cxnSpLocks/>
            </p:cNvCxnSpPr>
            <p:nvPr/>
          </p:nvCxnSpPr>
          <p:spPr>
            <a:xfrm>
              <a:off x="1164429" y="1316831"/>
              <a:ext cx="0" cy="1309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8E2E561-8240-08D4-B632-CDBE6AE874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97013" y="1207294"/>
              <a:ext cx="331787" cy="1190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AE90AAAF-E907-17B5-20DF-0F8B096C637E}"/>
                </a:ext>
              </a:extLst>
            </p:cNvPr>
            <p:cNvCxnSpPr>
              <a:cxnSpLocks/>
            </p:cNvCxnSpPr>
            <p:nvPr/>
          </p:nvCxnSpPr>
          <p:spPr>
            <a:xfrm>
              <a:off x="2323306" y="1378744"/>
              <a:ext cx="174625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4645EC1B-4A7D-7896-C73E-118FAB24033F}"/>
                </a:ext>
              </a:extLst>
            </p:cNvPr>
            <p:cNvCxnSpPr>
              <a:cxnSpLocks/>
            </p:cNvCxnSpPr>
            <p:nvPr/>
          </p:nvCxnSpPr>
          <p:spPr>
            <a:xfrm>
              <a:off x="2490788" y="1340644"/>
              <a:ext cx="0" cy="11906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6955977-81C0-8DBB-3DCA-0FFD15D69A92}"/>
                </a:ext>
              </a:extLst>
            </p:cNvPr>
            <p:cNvCxnSpPr>
              <a:cxnSpLocks/>
            </p:cNvCxnSpPr>
            <p:nvPr/>
          </p:nvCxnSpPr>
          <p:spPr>
            <a:xfrm>
              <a:off x="2485231" y="1328738"/>
              <a:ext cx="487362" cy="1833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2ACC602C-EF73-9306-7105-419EF6D24CAD}"/>
                </a:ext>
              </a:extLst>
            </p:cNvPr>
            <p:cNvCxnSpPr>
              <a:cxnSpLocks/>
            </p:cNvCxnSpPr>
            <p:nvPr/>
          </p:nvCxnSpPr>
          <p:spPr>
            <a:xfrm>
              <a:off x="2978944" y="1395413"/>
              <a:ext cx="0" cy="11667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4BA7689-2C54-9228-0E4C-A3EC75CEBC98}"/>
                </a:ext>
              </a:extLst>
            </p:cNvPr>
            <p:cNvCxnSpPr>
              <a:cxnSpLocks/>
            </p:cNvCxnSpPr>
            <p:nvPr/>
          </p:nvCxnSpPr>
          <p:spPr>
            <a:xfrm>
              <a:off x="2985294" y="1407319"/>
              <a:ext cx="304006" cy="10715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28911573-4CE7-B892-8E5F-1BE91974868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288507" y="1131094"/>
              <a:ext cx="1023937" cy="39766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C8490F9-F17F-BBEC-148E-EB7C9EDDE041}"/>
                </a:ext>
              </a:extLst>
            </p:cNvPr>
            <p:cNvCxnSpPr>
              <a:cxnSpLocks/>
            </p:cNvCxnSpPr>
            <p:nvPr/>
          </p:nvCxnSpPr>
          <p:spPr>
            <a:xfrm>
              <a:off x="4310063" y="1019175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88143775-232E-A264-819A-6F75363F8038}"/>
                </a:ext>
              </a:extLst>
            </p:cNvPr>
            <p:cNvCxnSpPr>
              <a:cxnSpLocks/>
            </p:cNvCxnSpPr>
            <p:nvPr/>
          </p:nvCxnSpPr>
          <p:spPr>
            <a:xfrm>
              <a:off x="4140202" y="954087"/>
              <a:ext cx="163512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4F5328A9-D01E-C4A4-9953-6A200DE546F0}"/>
                </a:ext>
              </a:extLst>
            </p:cNvPr>
            <p:cNvCxnSpPr>
              <a:cxnSpLocks/>
            </p:cNvCxnSpPr>
            <p:nvPr/>
          </p:nvCxnSpPr>
          <p:spPr>
            <a:xfrm>
              <a:off x="4143376" y="847725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63878BAE-2DEA-2412-480C-77B5A6BD3324}"/>
                </a:ext>
              </a:extLst>
            </p:cNvPr>
            <p:cNvCxnSpPr>
              <a:cxnSpLocks/>
            </p:cNvCxnSpPr>
            <p:nvPr/>
          </p:nvCxnSpPr>
          <p:spPr>
            <a:xfrm>
              <a:off x="3968752" y="765968"/>
              <a:ext cx="163512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9A36243A-92BF-FAD4-FC18-45A090DA0A2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05238" y="764380"/>
              <a:ext cx="161925" cy="761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07FA8958-FDED-9DC7-6AB4-9B070AC7F9AF}"/>
                </a:ext>
              </a:extLst>
            </p:cNvPr>
            <p:cNvCxnSpPr>
              <a:cxnSpLocks/>
            </p:cNvCxnSpPr>
            <p:nvPr/>
          </p:nvCxnSpPr>
          <p:spPr>
            <a:xfrm>
              <a:off x="3807619" y="728663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F0B2A40A-419B-2F3C-EC63-8475DD0931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50457" y="704849"/>
              <a:ext cx="161925" cy="761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3D870D66-AAD3-BF6F-641C-07FF72FCF33C}"/>
                </a:ext>
              </a:extLst>
            </p:cNvPr>
            <p:cNvCxnSpPr>
              <a:cxnSpLocks/>
            </p:cNvCxnSpPr>
            <p:nvPr/>
          </p:nvCxnSpPr>
          <p:spPr>
            <a:xfrm>
              <a:off x="2493169" y="704851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1358E1B9-DDB4-045C-22F9-5DD51E316733}"/>
                </a:ext>
              </a:extLst>
            </p:cNvPr>
            <p:cNvCxnSpPr>
              <a:cxnSpLocks/>
            </p:cNvCxnSpPr>
            <p:nvPr/>
          </p:nvCxnSpPr>
          <p:spPr>
            <a:xfrm>
              <a:off x="2487615" y="704055"/>
              <a:ext cx="327023" cy="12938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0F2ECC6-F04A-8741-D195-24A3DBD014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14638" y="697706"/>
              <a:ext cx="337343" cy="14525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411197F4-E8AF-634F-11C0-CED955217587}"/>
                </a:ext>
              </a:extLst>
            </p:cNvPr>
            <p:cNvCxnSpPr>
              <a:cxnSpLocks/>
            </p:cNvCxnSpPr>
            <p:nvPr/>
          </p:nvCxnSpPr>
          <p:spPr>
            <a:xfrm>
              <a:off x="3135314" y="320673"/>
              <a:ext cx="163512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055C08A4-AB32-925D-EEA5-877EFD2192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2000" y="321469"/>
              <a:ext cx="178594" cy="738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6CA64709-452D-021C-0748-4FE0E5D1827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490788" y="197644"/>
              <a:ext cx="665956" cy="2524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AFC5AA50-5863-3432-6271-711E8F05DBD2}"/>
                </a:ext>
              </a:extLst>
            </p:cNvPr>
            <p:cNvCxnSpPr>
              <a:cxnSpLocks/>
            </p:cNvCxnSpPr>
            <p:nvPr/>
          </p:nvCxnSpPr>
          <p:spPr>
            <a:xfrm>
              <a:off x="2501902" y="456404"/>
              <a:ext cx="163512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CDCDCA93-EBC2-21C1-7984-12EBFA63FDE8}"/>
                </a:ext>
              </a:extLst>
            </p:cNvPr>
            <p:cNvCxnSpPr>
              <a:cxnSpLocks/>
            </p:cNvCxnSpPr>
            <p:nvPr/>
          </p:nvCxnSpPr>
          <p:spPr>
            <a:xfrm>
              <a:off x="3161507" y="206374"/>
              <a:ext cx="163512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E96A7036-CD5E-624B-0856-EBE21BCAFE9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14702" y="209550"/>
              <a:ext cx="161925" cy="761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DE4B2151-09E6-7DF4-9C4B-0D85DC2A326F}"/>
                </a:ext>
              </a:extLst>
            </p:cNvPr>
            <p:cNvCxnSpPr>
              <a:cxnSpLocks/>
            </p:cNvCxnSpPr>
            <p:nvPr/>
          </p:nvCxnSpPr>
          <p:spPr>
            <a:xfrm>
              <a:off x="3480594" y="206374"/>
              <a:ext cx="163512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4728C1A7-C7E9-13AC-D384-916CE750F6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0932" y="195262"/>
              <a:ext cx="161925" cy="761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B24C026F-6F45-CA91-1C3D-182F1C3D91DD}"/>
                </a:ext>
              </a:extLst>
            </p:cNvPr>
            <p:cNvCxnSpPr>
              <a:cxnSpLocks/>
            </p:cNvCxnSpPr>
            <p:nvPr/>
          </p:nvCxnSpPr>
          <p:spPr>
            <a:xfrm>
              <a:off x="3809207" y="203992"/>
              <a:ext cx="173831" cy="7461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86474359-39D5-B724-F0EA-07B6CCC438F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75894" y="223838"/>
              <a:ext cx="167482" cy="57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855291A-BE31-1BC5-00E4-D46D4620F510}"/>
                </a:ext>
              </a:extLst>
            </p:cNvPr>
            <p:cNvCxnSpPr>
              <a:cxnSpLocks/>
            </p:cNvCxnSpPr>
            <p:nvPr/>
          </p:nvCxnSpPr>
          <p:spPr>
            <a:xfrm>
              <a:off x="4149725" y="215899"/>
              <a:ext cx="816769" cy="30797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92BB784C-33DF-2166-01B4-D4EB11082A43}"/>
                </a:ext>
              </a:extLst>
            </p:cNvPr>
            <p:cNvCxnSpPr>
              <a:cxnSpLocks/>
            </p:cNvCxnSpPr>
            <p:nvPr/>
          </p:nvCxnSpPr>
          <p:spPr>
            <a:xfrm>
              <a:off x="4125913" y="333375"/>
              <a:ext cx="839787" cy="319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74D04B77-D02C-5478-7D6D-30EF265575D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66494" y="397669"/>
              <a:ext cx="328612" cy="1277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A3082949-E4F2-AA4B-3E9D-8A81254CF4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9350" y="528637"/>
              <a:ext cx="334962" cy="1166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1011B1A9-E5D1-8F00-4064-FAFA0917248A}"/>
                </a:ext>
              </a:extLst>
            </p:cNvPr>
            <p:cNvCxnSpPr>
              <a:cxnSpLocks/>
            </p:cNvCxnSpPr>
            <p:nvPr/>
          </p:nvCxnSpPr>
          <p:spPr>
            <a:xfrm>
              <a:off x="5295900" y="400052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AF6783A2-AD9F-798E-B1D1-7C4C4D20751C}"/>
                </a:ext>
              </a:extLst>
            </p:cNvPr>
            <p:cNvCxnSpPr>
              <a:cxnSpLocks/>
            </p:cNvCxnSpPr>
            <p:nvPr/>
          </p:nvCxnSpPr>
          <p:spPr>
            <a:xfrm>
              <a:off x="5126831" y="1071563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0600CE23-DAD4-DB29-0762-C5480D3B9810}"/>
                </a:ext>
              </a:extLst>
            </p:cNvPr>
            <p:cNvCxnSpPr>
              <a:cxnSpLocks/>
            </p:cNvCxnSpPr>
            <p:nvPr/>
          </p:nvCxnSpPr>
          <p:spPr>
            <a:xfrm>
              <a:off x="5137944" y="1196975"/>
              <a:ext cx="163512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0DDAE676-467F-EF45-3C09-CA2B480AEC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47506" y="1066800"/>
              <a:ext cx="1334294" cy="509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8BC8B3BF-2122-F525-9C7F-8B9E1292E405}"/>
                </a:ext>
              </a:extLst>
            </p:cNvPr>
            <p:cNvCxnSpPr>
              <a:cxnSpLocks/>
            </p:cNvCxnSpPr>
            <p:nvPr/>
          </p:nvCxnSpPr>
          <p:spPr>
            <a:xfrm>
              <a:off x="6778625" y="703263"/>
              <a:ext cx="0" cy="3690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B8A290EF-05C4-0BFC-6490-7B8FDDA29F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72275" y="571500"/>
              <a:ext cx="330200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AA008C56-3682-C0EB-F02A-410184D61768}"/>
                </a:ext>
              </a:extLst>
            </p:cNvPr>
            <p:cNvCxnSpPr>
              <a:cxnSpLocks/>
            </p:cNvCxnSpPr>
            <p:nvPr/>
          </p:nvCxnSpPr>
          <p:spPr>
            <a:xfrm>
              <a:off x="7092949" y="575470"/>
              <a:ext cx="995363" cy="3770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8D731410-D24A-EF2A-8843-1EFF18B2F5F1}"/>
                </a:ext>
              </a:extLst>
            </p:cNvPr>
            <p:cNvCxnSpPr>
              <a:cxnSpLocks/>
            </p:cNvCxnSpPr>
            <p:nvPr/>
          </p:nvCxnSpPr>
          <p:spPr>
            <a:xfrm>
              <a:off x="2487612" y="4181475"/>
              <a:ext cx="0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EDB95F22-368B-9EB4-09AD-BCEC8EB4536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6725" y="646113"/>
              <a:ext cx="813594" cy="3127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ED9080E7-C406-B29F-9490-D4681AA6C9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91425" y="1381125"/>
              <a:ext cx="0" cy="133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Straight Connector 324">
              <a:extLst>
                <a:ext uri="{FF2B5EF4-FFF2-40B4-BE49-F238E27FC236}">
                  <a16:creationId xmlns:a16="http://schemas.microsoft.com/office/drawing/2014/main" id="{B8858ACA-70FC-1DD5-7982-9A680F98D3D2}"/>
                </a:ext>
              </a:extLst>
            </p:cNvPr>
            <p:cNvCxnSpPr>
              <a:cxnSpLocks/>
            </p:cNvCxnSpPr>
            <p:nvPr/>
          </p:nvCxnSpPr>
          <p:spPr>
            <a:xfrm>
              <a:off x="8913812" y="654845"/>
              <a:ext cx="0" cy="11985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2" name="Straight Connector 341">
              <a:extLst>
                <a:ext uri="{FF2B5EF4-FFF2-40B4-BE49-F238E27FC236}">
                  <a16:creationId xmlns:a16="http://schemas.microsoft.com/office/drawing/2014/main" id="{279B4615-FFF9-146F-A2DC-74B2D2A1A5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31088" y="2014538"/>
              <a:ext cx="166687" cy="738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8E6898A6-E0F7-CBBA-AE23-A09EF51D173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14637" y="5124450"/>
              <a:ext cx="507207" cy="1928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0386B8A3-F276-1ECB-806F-DB17ED6D93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06762" y="5017295"/>
              <a:ext cx="0" cy="1222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7" name="Straight Connector 396">
              <a:extLst>
                <a:ext uri="{FF2B5EF4-FFF2-40B4-BE49-F238E27FC236}">
                  <a16:creationId xmlns:a16="http://schemas.microsoft.com/office/drawing/2014/main" id="{2ADB3AAA-3C41-0EE5-9E39-A38C2E01213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95456" y="773906"/>
              <a:ext cx="821532" cy="314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9" name="Straight Connector 398">
              <a:extLst>
                <a:ext uri="{FF2B5EF4-FFF2-40B4-BE49-F238E27FC236}">
                  <a16:creationId xmlns:a16="http://schemas.microsoft.com/office/drawing/2014/main" id="{87AB09B6-5EFA-1CF4-F9AC-D7BB561674BB}"/>
                </a:ext>
              </a:extLst>
            </p:cNvPr>
            <p:cNvCxnSpPr>
              <a:cxnSpLocks/>
            </p:cNvCxnSpPr>
            <p:nvPr/>
          </p:nvCxnSpPr>
          <p:spPr>
            <a:xfrm>
              <a:off x="8097837" y="1083470"/>
              <a:ext cx="0" cy="11985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C87DA79D-364F-A62C-68B6-BB7C191DEA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88250" y="1202531"/>
              <a:ext cx="507206" cy="1881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E61C9A9-701F-5AA4-5A8E-C426B6A2F8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43187" y="2073275"/>
              <a:ext cx="18256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8957BD4-099B-ACEE-7DB9-2ACBD33D82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71068" y="2200275"/>
              <a:ext cx="342900" cy="1285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CCFF023-8DFB-5C79-6BBA-F9ECA3A9DE53}"/>
                </a:ext>
              </a:extLst>
            </p:cNvPr>
            <p:cNvCxnSpPr>
              <a:cxnSpLocks/>
            </p:cNvCxnSpPr>
            <p:nvPr/>
          </p:nvCxnSpPr>
          <p:spPr>
            <a:xfrm>
              <a:off x="3479004" y="2328863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23CD95B6-AE6F-11D2-1CF0-E4A0FCEBBD9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09937" y="2443162"/>
              <a:ext cx="168276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CE50B89D-86D7-80A6-B30B-89B0712739D9}"/>
                </a:ext>
              </a:extLst>
            </p:cNvPr>
            <p:cNvCxnSpPr>
              <a:cxnSpLocks/>
            </p:cNvCxnSpPr>
            <p:nvPr/>
          </p:nvCxnSpPr>
          <p:spPr>
            <a:xfrm>
              <a:off x="3321050" y="2511425"/>
              <a:ext cx="163512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1D49D943-E5A3-8450-B341-268F671A59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73449" y="2397125"/>
              <a:ext cx="485776" cy="1865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CB9AA5A5-E6E3-73DC-2EC3-3049F7BD3175}"/>
                </a:ext>
              </a:extLst>
            </p:cNvPr>
            <p:cNvCxnSpPr>
              <a:cxnSpLocks/>
            </p:cNvCxnSpPr>
            <p:nvPr/>
          </p:nvCxnSpPr>
          <p:spPr>
            <a:xfrm>
              <a:off x="3959225" y="2387600"/>
              <a:ext cx="676275" cy="250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D9AF437A-6260-D1C1-84EC-90605A9EAFE5}"/>
                </a:ext>
              </a:extLst>
            </p:cNvPr>
            <p:cNvCxnSpPr>
              <a:cxnSpLocks/>
            </p:cNvCxnSpPr>
            <p:nvPr/>
          </p:nvCxnSpPr>
          <p:spPr>
            <a:xfrm>
              <a:off x="5457822" y="2326481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67E5E4E7-0BF9-D8BF-1F93-50DB26C4189D}"/>
                </a:ext>
              </a:extLst>
            </p:cNvPr>
            <p:cNvCxnSpPr>
              <a:cxnSpLocks/>
            </p:cNvCxnSpPr>
            <p:nvPr/>
          </p:nvCxnSpPr>
          <p:spPr>
            <a:xfrm>
              <a:off x="5617366" y="1774825"/>
              <a:ext cx="0" cy="48736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7EA3AE28-5A4C-4F6C-21B0-B7FE957F323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18955" y="1774826"/>
              <a:ext cx="492920" cy="1849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31631261-E012-6800-FFE3-B897619E5F1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61894" y="1771649"/>
              <a:ext cx="345281" cy="1166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>
              <a:extLst>
                <a:ext uri="{FF2B5EF4-FFF2-40B4-BE49-F238E27FC236}">
                  <a16:creationId xmlns:a16="http://schemas.microsoft.com/office/drawing/2014/main" id="{6F4E11DF-E888-D7C7-2439-E947D3EE7224}"/>
                </a:ext>
              </a:extLst>
            </p:cNvPr>
            <p:cNvCxnSpPr>
              <a:cxnSpLocks/>
            </p:cNvCxnSpPr>
            <p:nvPr/>
          </p:nvCxnSpPr>
          <p:spPr>
            <a:xfrm>
              <a:off x="6602412" y="1768475"/>
              <a:ext cx="849313" cy="320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3100CF2C-4D70-E567-294B-F9D80BDC1011}"/>
                </a:ext>
              </a:extLst>
            </p:cNvPr>
            <p:cNvCxnSpPr>
              <a:cxnSpLocks/>
            </p:cNvCxnSpPr>
            <p:nvPr/>
          </p:nvCxnSpPr>
          <p:spPr>
            <a:xfrm>
              <a:off x="5287963" y="1518444"/>
              <a:ext cx="163512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83B19A8B-D833-FE62-2F16-09699D4F2AC7}"/>
                </a:ext>
              </a:extLst>
            </p:cNvPr>
            <p:cNvCxnSpPr>
              <a:cxnSpLocks/>
            </p:cNvCxnSpPr>
            <p:nvPr/>
          </p:nvCxnSpPr>
          <p:spPr>
            <a:xfrm>
              <a:off x="5298281" y="1276352"/>
              <a:ext cx="0" cy="23812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330B2897-F312-8117-ABFF-498ED87901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959100" y="316707"/>
              <a:ext cx="178594" cy="738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903C3B5A-8A1A-496B-E82F-1466D57A3C92}"/>
                </a:ext>
              </a:extLst>
            </p:cNvPr>
            <p:cNvCxnSpPr>
              <a:cxnSpLocks/>
            </p:cNvCxnSpPr>
            <p:nvPr/>
          </p:nvCxnSpPr>
          <p:spPr>
            <a:xfrm>
              <a:off x="2978152" y="380204"/>
              <a:ext cx="342898" cy="14049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79A95C95-AC2B-4037-72FC-4E948CA1E62D}"/>
                </a:ext>
              </a:extLst>
            </p:cNvPr>
            <p:cNvCxnSpPr>
              <a:cxnSpLocks/>
            </p:cNvCxnSpPr>
            <p:nvPr/>
          </p:nvCxnSpPr>
          <p:spPr>
            <a:xfrm>
              <a:off x="3143250" y="57467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7" name="Straight Connector 366">
              <a:extLst>
                <a:ext uri="{FF2B5EF4-FFF2-40B4-BE49-F238E27FC236}">
                  <a16:creationId xmlns:a16="http://schemas.microsoft.com/office/drawing/2014/main" id="{CEF29783-FCC9-6EE6-92C5-4CC5B98D9EA2}"/>
                </a:ext>
              </a:extLst>
            </p:cNvPr>
            <p:cNvCxnSpPr>
              <a:cxnSpLocks/>
            </p:cNvCxnSpPr>
            <p:nvPr/>
          </p:nvCxnSpPr>
          <p:spPr>
            <a:xfrm>
              <a:off x="2489997" y="820736"/>
              <a:ext cx="327023" cy="12938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8" name="Straight Connector 367">
              <a:extLst>
                <a:ext uri="{FF2B5EF4-FFF2-40B4-BE49-F238E27FC236}">
                  <a16:creationId xmlns:a16="http://schemas.microsoft.com/office/drawing/2014/main" id="{FBE2FD2E-DA4A-AD48-8303-114683C784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23368" y="826294"/>
              <a:ext cx="319088" cy="1333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2" name="Straight Connector 371">
              <a:extLst>
                <a:ext uri="{FF2B5EF4-FFF2-40B4-BE49-F238E27FC236}">
                  <a16:creationId xmlns:a16="http://schemas.microsoft.com/office/drawing/2014/main" id="{6A6273E0-2778-6F47-CD45-C7424528F048}"/>
                </a:ext>
              </a:extLst>
            </p:cNvPr>
            <p:cNvCxnSpPr>
              <a:cxnSpLocks/>
            </p:cNvCxnSpPr>
            <p:nvPr/>
          </p:nvCxnSpPr>
          <p:spPr>
            <a:xfrm>
              <a:off x="3148013" y="831057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3" name="Straight Connector 372">
              <a:extLst>
                <a:ext uri="{FF2B5EF4-FFF2-40B4-BE49-F238E27FC236}">
                  <a16:creationId xmlns:a16="http://schemas.microsoft.com/office/drawing/2014/main" id="{E78B8C94-2F45-4CF9-2A74-5F52AACC32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35312" y="892969"/>
              <a:ext cx="176213" cy="7382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6" name="Straight Connector 375">
              <a:extLst>
                <a:ext uri="{FF2B5EF4-FFF2-40B4-BE49-F238E27FC236}">
                  <a16:creationId xmlns:a16="http://schemas.microsoft.com/office/drawing/2014/main" id="{FAE294EC-EFE4-1843-DE93-ED11184886F5}"/>
                </a:ext>
              </a:extLst>
            </p:cNvPr>
            <p:cNvCxnSpPr>
              <a:cxnSpLocks/>
            </p:cNvCxnSpPr>
            <p:nvPr/>
          </p:nvCxnSpPr>
          <p:spPr>
            <a:xfrm>
              <a:off x="3307556" y="638175"/>
              <a:ext cx="0" cy="25717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2" name="Straight Connector 381">
              <a:extLst>
                <a:ext uri="{FF2B5EF4-FFF2-40B4-BE49-F238E27FC236}">
                  <a16:creationId xmlns:a16="http://schemas.microsoft.com/office/drawing/2014/main" id="{02E21DDD-92C1-DEF0-B9D9-3BBD2178CFD0}"/>
                </a:ext>
              </a:extLst>
            </p:cNvPr>
            <p:cNvCxnSpPr>
              <a:cxnSpLocks/>
            </p:cNvCxnSpPr>
            <p:nvPr/>
          </p:nvCxnSpPr>
          <p:spPr>
            <a:xfrm>
              <a:off x="3306765" y="646905"/>
              <a:ext cx="163512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A48AFF49-9ED2-33F7-2C01-6CB3A51AD0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74245" y="638174"/>
              <a:ext cx="161925" cy="761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A75208B4-F8BC-6F7E-46B9-2446D2CB4856}"/>
                </a:ext>
              </a:extLst>
            </p:cNvPr>
            <p:cNvCxnSpPr>
              <a:cxnSpLocks/>
            </p:cNvCxnSpPr>
            <p:nvPr/>
          </p:nvCxnSpPr>
          <p:spPr>
            <a:xfrm>
              <a:off x="3631406" y="652463"/>
              <a:ext cx="0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38E9E018-3BBB-133A-9512-AE25746FF6E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62112" y="2324100"/>
              <a:ext cx="15240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1" name="Straight Connector 390">
              <a:extLst>
                <a:ext uri="{FF2B5EF4-FFF2-40B4-BE49-F238E27FC236}">
                  <a16:creationId xmlns:a16="http://schemas.microsoft.com/office/drawing/2014/main" id="{42CA1004-2E7E-981F-46D5-3680DB4C7EA6}"/>
                </a:ext>
              </a:extLst>
            </p:cNvPr>
            <p:cNvCxnSpPr>
              <a:cxnSpLocks/>
            </p:cNvCxnSpPr>
            <p:nvPr/>
          </p:nvCxnSpPr>
          <p:spPr>
            <a:xfrm>
              <a:off x="1820068" y="2313781"/>
              <a:ext cx="346076" cy="1484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3" name="Straight Connector 392">
              <a:extLst>
                <a:ext uri="{FF2B5EF4-FFF2-40B4-BE49-F238E27FC236}">
                  <a16:creationId xmlns:a16="http://schemas.microsoft.com/office/drawing/2014/main" id="{5CC3E4AC-50D7-64D0-3C42-1876C09C89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74081" y="2381250"/>
              <a:ext cx="15240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6F5E463F-FFB9-837B-7626-74F15BAD0B9B}"/>
                </a:ext>
              </a:extLst>
            </p:cNvPr>
            <p:cNvCxnSpPr>
              <a:cxnSpLocks/>
            </p:cNvCxnSpPr>
            <p:nvPr/>
          </p:nvCxnSpPr>
          <p:spPr>
            <a:xfrm>
              <a:off x="2331244" y="1266825"/>
              <a:ext cx="0" cy="11906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0E0C20EE-CE58-FC80-652C-BED647D0158F}"/>
                </a:ext>
              </a:extLst>
            </p:cNvPr>
            <p:cNvCxnSpPr>
              <a:cxnSpLocks/>
            </p:cNvCxnSpPr>
            <p:nvPr/>
          </p:nvCxnSpPr>
          <p:spPr>
            <a:xfrm>
              <a:off x="2161382" y="1199356"/>
              <a:ext cx="163512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59878CB8-F3C8-30A4-1DAC-D4855183C3C7}"/>
                </a:ext>
              </a:extLst>
            </p:cNvPr>
            <p:cNvCxnSpPr>
              <a:cxnSpLocks/>
            </p:cNvCxnSpPr>
            <p:nvPr/>
          </p:nvCxnSpPr>
          <p:spPr>
            <a:xfrm>
              <a:off x="2162175" y="1207293"/>
              <a:ext cx="0" cy="11906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0CA1D009-ED4C-EC99-BBC7-32B75BD18C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00250" y="1326356"/>
              <a:ext cx="15240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7" name="Straight Connector 406">
              <a:extLst>
                <a:ext uri="{FF2B5EF4-FFF2-40B4-BE49-F238E27FC236}">
                  <a16:creationId xmlns:a16="http://schemas.microsoft.com/office/drawing/2014/main" id="{CB9E4F16-8415-D38D-7BAF-DF94D530C1C0}"/>
                </a:ext>
              </a:extLst>
            </p:cNvPr>
            <p:cNvCxnSpPr>
              <a:cxnSpLocks/>
            </p:cNvCxnSpPr>
            <p:nvPr/>
          </p:nvCxnSpPr>
          <p:spPr>
            <a:xfrm>
              <a:off x="1990725" y="1266825"/>
              <a:ext cx="0" cy="11906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8" name="Straight Connector 407">
              <a:extLst>
                <a:ext uri="{FF2B5EF4-FFF2-40B4-BE49-F238E27FC236}">
                  <a16:creationId xmlns:a16="http://schemas.microsoft.com/office/drawing/2014/main" id="{CA3AAB5F-F0C0-B07B-E393-545EC51E6E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33562" y="1259681"/>
              <a:ext cx="15240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9" name="Straight Connector 408">
              <a:extLst>
                <a:ext uri="{FF2B5EF4-FFF2-40B4-BE49-F238E27FC236}">
                  <a16:creationId xmlns:a16="http://schemas.microsoft.com/office/drawing/2014/main" id="{67947A4C-28E3-00A9-803F-CBE7B5E04F00}"/>
                </a:ext>
              </a:extLst>
            </p:cNvPr>
            <p:cNvCxnSpPr>
              <a:cxnSpLocks/>
            </p:cNvCxnSpPr>
            <p:nvPr/>
          </p:nvCxnSpPr>
          <p:spPr>
            <a:xfrm>
              <a:off x="1828800" y="1207293"/>
              <a:ext cx="0" cy="11906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1" name="Straight Connector 410">
              <a:extLst>
                <a:ext uri="{FF2B5EF4-FFF2-40B4-BE49-F238E27FC236}">
                  <a16:creationId xmlns:a16="http://schemas.microsoft.com/office/drawing/2014/main" id="{753828DC-6B2E-6863-77E2-B022D9B4F5C2}"/>
                </a:ext>
              </a:extLst>
            </p:cNvPr>
            <p:cNvCxnSpPr>
              <a:cxnSpLocks/>
            </p:cNvCxnSpPr>
            <p:nvPr/>
          </p:nvCxnSpPr>
          <p:spPr>
            <a:xfrm>
              <a:off x="1502568" y="1204912"/>
              <a:ext cx="0" cy="11906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2" name="Straight Connector 411">
              <a:extLst>
                <a:ext uri="{FF2B5EF4-FFF2-40B4-BE49-F238E27FC236}">
                  <a16:creationId xmlns:a16="http://schemas.microsoft.com/office/drawing/2014/main" id="{D4EFDD10-4EA3-AAAC-5F8D-3A67298D60D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325563" y="1197768"/>
              <a:ext cx="177006" cy="7382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4" name="Straight Connector 413">
              <a:extLst>
                <a:ext uri="{FF2B5EF4-FFF2-40B4-BE49-F238E27FC236}">
                  <a16:creationId xmlns:a16="http://schemas.microsoft.com/office/drawing/2014/main" id="{F7AAD229-F389-B5D7-E625-47A182FCE7CD}"/>
                </a:ext>
              </a:extLst>
            </p:cNvPr>
            <p:cNvCxnSpPr>
              <a:cxnSpLocks/>
            </p:cNvCxnSpPr>
            <p:nvPr/>
          </p:nvCxnSpPr>
          <p:spPr>
            <a:xfrm>
              <a:off x="1328736" y="1281112"/>
              <a:ext cx="0" cy="11906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5" name="Straight Connector 414">
              <a:extLst>
                <a:ext uri="{FF2B5EF4-FFF2-40B4-BE49-F238E27FC236}">
                  <a16:creationId xmlns:a16="http://schemas.microsoft.com/office/drawing/2014/main" id="{B1E3582B-6FAE-214B-80BF-BB66B91FBE07}"/>
                </a:ext>
              </a:extLst>
            </p:cNvPr>
            <p:cNvCxnSpPr>
              <a:cxnSpLocks/>
            </p:cNvCxnSpPr>
            <p:nvPr/>
          </p:nvCxnSpPr>
          <p:spPr>
            <a:xfrm>
              <a:off x="1144588" y="1314451"/>
              <a:ext cx="174625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8" name="Straight Connector 417">
              <a:extLst>
                <a:ext uri="{FF2B5EF4-FFF2-40B4-BE49-F238E27FC236}">
                  <a16:creationId xmlns:a16="http://schemas.microsoft.com/office/drawing/2014/main" id="{4D191AB5-CFD3-DFE0-9DC5-ED0E2150B7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85044" y="1447800"/>
              <a:ext cx="177006" cy="7382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9" name="Straight Connector 418">
              <a:extLst>
                <a:ext uri="{FF2B5EF4-FFF2-40B4-BE49-F238E27FC236}">
                  <a16:creationId xmlns:a16="http://schemas.microsoft.com/office/drawing/2014/main" id="{240F6103-19FD-E849-6055-F82C10BBED49}"/>
                </a:ext>
              </a:extLst>
            </p:cNvPr>
            <p:cNvCxnSpPr>
              <a:cxnSpLocks/>
            </p:cNvCxnSpPr>
            <p:nvPr/>
          </p:nvCxnSpPr>
          <p:spPr>
            <a:xfrm>
              <a:off x="985044" y="1514476"/>
              <a:ext cx="174625" cy="64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1" name="Straight Connector 420">
              <a:extLst>
                <a:ext uri="{FF2B5EF4-FFF2-40B4-BE49-F238E27FC236}">
                  <a16:creationId xmlns:a16="http://schemas.microsoft.com/office/drawing/2014/main" id="{258BB0D9-44B4-C0D1-D3DE-5B45D76179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76338" y="2131219"/>
              <a:ext cx="15240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2" name="Straight Connector 421">
              <a:extLst>
                <a:ext uri="{FF2B5EF4-FFF2-40B4-BE49-F238E27FC236}">
                  <a16:creationId xmlns:a16="http://schemas.microsoft.com/office/drawing/2014/main" id="{8AA76644-EFDA-A7DB-457A-7E95B8BB4841}"/>
                </a:ext>
              </a:extLst>
            </p:cNvPr>
            <p:cNvCxnSpPr>
              <a:cxnSpLocks/>
            </p:cNvCxnSpPr>
            <p:nvPr/>
          </p:nvCxnSpPr>
          <p:spPr>
            <a:xfrm>
              <a:off x="1166810" y="2205037"/>
              <a:ext cx="0" cy="12144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3" name="Straight Connector 422">
              <a:extLst>
                <a:ext uri="{FF2B5EF4-FFF2-40B4-BE49-F238E27FC236}">
                  <a16:creationId xmlns:a16="http://schemas.microsoft.com/office/drawing/2014/main" id="{0969C6E2-75B9-E3DF-1AD0-DBFCCE84B8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185863" y="2245519"/>
              <a:ext cx="15240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5" name="Straight Connector 424">
              <a:extLst>
                <a:ext uri="{FF2B5EF4-FFF2-40B4-BE49-F238E27FC236}">
                  <a16:creationId xmlns:a16="http://schemas.microsoft.com/office/drawing/2014/main" id="{6DF67935-A496-2D66-1EC3-10D644E710A3}"/>
                </a:ext>
              </a:extLst>
            </p:cNvPr>
            <p:cNvCxnSpPr>
              <a:cxnSpLocks/>
            </p:cNvCxnSpPr>
            <p:nvPr/>
          </p:nvCxnSpPr>
          <p:spPr>
            <a:xfrm>
              <a:off x="1497804" y="2078831"/>
              <a:ext cx="0" cy="2428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7" name="Straight Connector 426">
              <a:extLst>
                <a:ext uri="{FF2B5EF4-FFF2-40B4-BE49-F238E27FC236}">
                  <a16:creationId xmlns:a16="http://schemas.microsoft.com/office/drawing/2014/main" id="{B980D8B3-643F-8567-1C2D-FE94BB255AC7}"/>
                </a:ext>
              </a:extLst>
            </p:cNvPr>
            <p:cNvCxnSpPr>
              <a:cxnSpLocks/>
            </p:cNvCxnSpPr>
            <p:nvPr/>
          </p:nvCxnSpPr>
          <p:spPr>
            <a:xfrm>
              <a:off x="1498600" y="2066132"/>
              <a:ext cx="322263" cy="1341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9" name="Straight Connector 428">
              <a:extLst>
                <a:ext uri="{FF2B5EF4-FFF2-40B4-BE49-F238E27FC236}">
                  <a16:creationId xmlns:a16="http://schemas.microsoft.com/office/drawing/2014/main" id="{03C323C4-9163-418B-7411-58B369E22489}"/>
                </a:ext>
              </a:extLst>
            </p:cNvPr>
            <p:cNvCxnSpPr>
              <a:cxnSpLocks/>
            </p:cNvCxnSpPr>
            <p:nvPr/>
          </p:nvCxnSpPr>
          <p:spPr>
            <a:xfrm>
              <a:off x="1654967" y="2269331"/>
              <a:ext cx="0" cy="1214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Straight Connector 431">
              <a:extLst>
                <a:ext uri="{FF2B5EF4-FFF2-40B4-BE49-F238E27FC236}">
                  <a16:creationId xmlns:a16="http://schemas.microsoft.com/office/drawing/2014/main" id="{02C4A9C7-9459-61EE-ADD1-E5945090501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59731" y="2195513"/>
              <a:ext cx="15240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3" name="Straight Connector 432">
              <a:extLst>
                <a:ext uri="{FF2B5EF4-FFF2-40B4-BE49-F238E27FC236}">
                  <a16:creationId xmlns:a16="http://schemas.microsoft.com/office/drawing/2014/main" id="{E7E29837-E19B-392D-E247-8C0710D1D9B0}"/>
                </a:ext>
              </a:extLst>
            </p:cNvPr>
            <p:cNvCxnSpPr>
              <a:cxnSpLocks/>
            </p:cNvCxnSpPr>
            <p:nvPr/>
          </p:nvCxnSpPr>
          <p:spPr>
            <a:xfrm>
              <a:off x="2477293" y="1813719"/>
              <a:ext cx="346076" cy="1484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4" name="Straight Connector 433">
              <a:extLst>
                <a:ext uri="{FF2B5EF4-FFF2-40B4-BE49-F238E27FC236}">
                  <a16:creationId xmlns:a16="http://schemas.microsoft.com/office/drawing/2014/main" id="{748817AD-772F-E7A4-A5AA-6E39FDE280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6619" y="1812131"/>
              <a:ext cx="321469" cy="1381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Straight Connector 435">
              <a:extLst>
                <a:ext uri="{FF2B5EF4-FFF2-40B4-BE49-F238E27FC236}">
                  <a16:creationId xmlns:a16="http://schemas.microsoft.com/office/drawing/2014/main" id="{81D3FD05-6E74-31D1-7148-E6077FCE5E79}"/>
                </a:ext>
              </a:extLst>
            </p:cNvPr>
            <p:cNvCxnSpPr>
              <a:cxnSpLocks/>
            </p:cNvCxnSpPr>
            <p:nvPr/>
          </p:nvCxnSpPr>
          <p:spPr>
            <a:xfrm>
              <a:off x="2168525" y="1947068"/>
              <a:ext cx="163512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B6E2A46A-54AB-A970-DBD0-A27BFA92FA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50395" y="511174"/>
              <a:ext cx="161925" cy="761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9F47CD0-C22D-7992-8A79-2D7E4A0EC8E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11525" y="1822450"/>
              <a:ext cx="492125" cy="187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476C4E65-0692-C164-8CCC-909D2A4F36F3}"/>
                </a:ext>
              </a:extLst>
            </p:cNvPr>
            <p:cNvCxnSpPr>
              <a:cxnSpLocks/>
            </p:cNvCxnSpPr>
            <p:nvPr/>
          </p:nvCxnSpPr>
          <p:spPr>
            <a:xfrm>
              <a:off x="3810793" y="1823244"/>
              <a:ext cx="170657" cy="722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FD957A47-89DD-D41F-A881-F114E3A7657E}"/>
                </a:ext>
              </a:extLst>
            </p:cNvPr>
            <p:cNvCxnSpPr>
              <a:cxnSpLocks/>
            </p:cNvCxnSpPr>
            <p:nvPr/>
          </p:nvCxnSpPr>
          <p:spPr>
            <a:xfrm>
              <a:off x="3963193" y="2007394"/>
              <a:ext cx="170657" cy="722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80ED4D4B-A755-8D54-62BA-C9CF83CF37EF}"/>
                </a:ext>
              </a:extLst>
            </p:cNvPr>
            <p:cNvCxnSpPr>
              <a:cxnSpLocks/>
            </p:cNvCxnSpPr>
            <p:nvPr/>
          </p:nvCxnSpPr>
          <p:spPr>
            <a:xfrm>
              <a:off x="4293393" y="2134394"/>
              <a:ext cx="675482" cy="2659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9A7F1532-4FEC-9E89-2C03-B8113DAEB597}"/>
                </a:ext>
              </a:extLst>
            </p:cNvPr>
            <p:cNvCxnSpPr>
              <a:cxnSpLocks/>
            </p:cNvCxnSpPr>
            <p:nvPr/>
          </p:nvCxnSpPr>
          <p:spPr>
            <a:xfrm>
              <a:off x="3971129" y="1903413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5E0B073-C977-B8C3-5C56-E352DF77F1C7}"/>
                </a:ext>
              </a:extLst>
            </p:cNvPr>
            <p:cNvCxnSpPr>
              <a:cxnSpLocks/>
            </p:cNvCxnSpPr>
            <p:nvPr/>
          </p:nvCxnSpPr>
          <p:spPr>
            <a:xfrm>
              <a:off x="4136229" y="1963738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333696EB-5320-9D2E-5A35-33F81AA2F09F}"/>
                </a:ext>
              </a:extLst>
            </p:cNvPr>
            <p:cNvCxnSpPr>
              <a:cxnSpLocks/>
            </p:cNvCxnSpPr>
            <p:nvPr/>
          </p:nvCxnSpPr>
          <p:spPr>
            <a:xfrm>
              <a:off x="4285454" y="2017713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7F8FD644-C9AB-8346-42F7-FE7A18133AA7}"/>
                </a:ext>
              </a:extLst>
            </p:cNvPr>
            <p:cNvCxnSpPr>
              <a:cxnSpLocks/>
            </p:cNvCxnSpPr>
            <p:nvPr/>
          </p:nvCxnSpPr>
          <p:spPr>
            <a:xfrm>
              <a:off x="4134643" y="1956594"/>
              <a:ext cx="155576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3B18A25E-B019-B66F-B494-385C84AD50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49825" y="2335213"/>
              <a:ext cx="177004" cy="71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2C75B65D-AB9F-5102-CD25-042126398A13}"/>
                </a:ext>
              </a:extLst>
            </p:cNvPr>
            <p:cNvCxnSpPr>
              <a:cxnSpLocks/>
            </p:cNvCxnSpPr>
            <p:nvPr/>
          </p:nvCxnSpPr>
          <p:spPr>
            <a:xfrm>
              <a:off x="5126829" y="2325688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B7690B97-0DBC-1A54-E338-0489924581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6562" y="1958975"/>
              <a:ext cx="182563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402B4122-FE5B-FF5E-AADB-739738CF53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58114" y="1576388"/>
              <a:ext cx="0" cy="2571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F6A2ECD1-5FF4-D39A-EB4E-63E51C4C05A8}"/>
                </a:ext>
              </a:extLst>
            </p:cNvPr>
            <p:cNvCxnSpPr>
              <a:cxnSpLocks/>
            </p:cNvCxnSpPr>
            <p:nvPr/>
          </p:nvCxnSpPr>
          <p:spPr>
            <a:xfrm>
              <a:off x="7596981" y="1513682"/>
              <a:ext cx="170657" cy="722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2199A48B-3C80-1F04-8F0C-BF9ADE60FC8C}"/>
                </a:ext>
              </a:extLst>
            </p:cNvPr>
            <p:cNvCxnSpPr>
              <a:cxnSpLocks/>
            </p:cNvCxnSpPr>
            <p:nvPr/>
          </p:nvCxnSpPr>
          <p:spPr>
            <a:xfrm>
              <a:off x="1994694" y="2256630"/>
              <a:ext cx="163512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29B08DBC-CC15-7A7C-50FB-8466648532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97776" y="1826420"/>
              <a:ext cx="166687" cy="738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E8F7B88E-7293-BEE4-C77C-739501358A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03332" y="1881188"/>
              <a:ext cx="0" cy="133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DA7AF149-59A3-CD9B-797F-99352CBD727B}"/>
                </a:ext>
              </a:extLst>
            </p:cNvPr>
            <p:cNvCxnSpPr>
              <a:cxnSpLocks/>
            </p:cNvCxnSpPr>
            <p:nvPr/>
          </p:nvCxnSpPr>
          <p:spPr>
            <a:xfrm>
              <a:off x="6604793" y="2502694"/>
              <a:ext cx="170657" cy="722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Straight Connector 270">
              <a:extLst>
                <a:ext uri="{FF2B5EF4-FFF2-40B4-BE49-F238E27FC236}">
                  <a16:creationId xmlns:a16="http://schemas.microsoft.com/office/drawing/2014/main" id="{F1252A73-6F66-D610-12BA-1CD9670AC6B1}"/>
                </a:ext>
              </a:extLst>
            </p:cNvPr>
            <p:cNvCxnSpPr>
              <a:cxnSpLocks/>
            </p:cNvCxnSpPr>
            <p:nvPr/>
          </p:nvCxnSpPr>
          <p:spPr>
            <a:xfrm>
              <a:off x="3148807" y="2063750"/>
              <a:ext cx="155574" cy="650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Connector 274">
              <a:extLst>
                <a:ext uri="{FF2B5EF4-FFF2-40B4-BE49-F238E27FC236}">
                  <a16:creationId xmlns:a16="http://schemas.microsoft.com/office/drawing/2014/main" id="{ADB7EBCC-2643-CC46-40CA-62E85C70F1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303587" y="2003425"/>
              <a:ext cx="344488" cy="119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F86EC6DB-8972-D5A7-62D0-95BF8F6913C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28962" y="2201863"/>
              <a:ext cx="42863" cy="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Straight Connector 290">
              <a:extLst>
                <a:ext uri="{FF2B5EF4-FFF2-40B4-BE49-F238E27FC236}">
                  <a16:creationId xmlns:a16="http://schemas.microsoft.com/office/drawing/2014/main" id="{C8845F3B-CC8B-6EB1-CE10-AE066C1E37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50680" y="2248694"/>
              <a:ext cx="161926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3" name="Straight Connector 292">
              <a:extLst>
                <a:ext uri="{FF2B5EF4-FFF2-40B4-BE49-F238E27FC236}">
                  <a16:creationId xmlns:a16="http://schemas.microsoft.com/office/drawing/2014/main" id="{AF8ABDC1-BE5B-E3F4-A2AF-EBBC0CDB91EF}"/>
                </a:ext>
              </a:extLst>
            </p:cNvPr>
            <p:cNvCxnSpPr>
              <a:cxnSpLocks/>
            </p:cNvCxnSpPr>
            <p:nvPr/>
          </p:nvCxnSpPr>
          <p:spPr>
            <a:xfrm>
              <a:off x="3158332" y="1947069"/>
              <a:ext cx="150812" cy="603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A5AEA057-973C-0991-3716-66D74718F8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87963" y="2508250"/>
              <a:ext cx="331787" cy="1492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41EC58BF-579B-75E5-18C7-F44848EB6DB6}"/>
                </a:ext>
              </a:extLst>
            </p:cNvPr>
            <p:cNvCxnSpPr>
              <a:cxnSpLocks/>
            </p:cNvCxnSpPr>
            <p:nvPr/>
          </p:nvCxnSpPr>
          <p:spPr>
            <a:xfrm>
              <a:off x="6271419" y="2628900"/>
              <a:ext cx="180975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E1D78F6E-4F77-3FAB-2D8E-9B47F4D48018}"/>
                </a:ext>
              </a:extLst>
            </p:cNvPr>
            <p:cNvCxnSpPr>
              <a:cxnSpLocks/>
            </p:cNvCxnSpPr>
            <p:nvPr/>
          </p:nvCxnSpPr>
          <p:spPr>
            <a:xfrm>
              <a:off x="7770016" y="1946276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3456472D-4334-C507-1C2D-3A6A322C7A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3514" y="1833563"/>
              <a:ext cx="304799" cy="1143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BD40BCC5-C95F-0070-CD78-5EF82AB8383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54775" y="2635250"/>
              <a:ext cx="161925" cy="746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A92E71B2-56D4-0015-65A9-BB070BD07F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76243" y="2500313"/>
              <a:ext cx="169070" cy="7858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74251CC-5CC9-765E-584E-1C1760902C7A}"/>
                </a:ext>
              </a:extLst>
            </p:cNvPr>
            <p:cNvCxnSpPr>
              <a:cxnSpLocks/>
            </p:cNvCxnSpPr>
            <p:nvPr/>
          </p:nvCxnSpPr>
          <p:spPr>
            <a:xfrm>
              <a:off x="5618954" y="2373313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6AF47FAC-1846-A11E-A4E2-1F6156034D3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07050" y="2322513"/>
              <a:ext cx="177004" cy="71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864D0C47-2C59-7366-3AF3-71694838572F}"/>
                </a:ext>
              </a:extLst>
            </p:cNvPr>
            <p:cNvCxnSpPr>
              <a:cxnSpLocks/>
            </p:cNvCxnSpPr>
            <p:nvPr/>
          </p:nvCxnSpPr>
          <p:spPr>
            <a:xfrm>
              <a:off x="5787229" y="1952625"/>
              <a:ext cx="0" cy="3698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DDBDC25C-DE64-A0B4-2E14-B1BF9E0AA255}"/>
                </a:ext>
              </a:extLst>
            </p:cNvPr>
            <p:cNvCxnSpPr>
              <a:cxnSpLocks/>
            </p:cNvCxnSpPr>
            <p:nvPr/>
          </p:nvCxnSpPr>
          <p:spPr>
            <a:xfrm>
              <a:off x="5788025" y="1940719"/>
              <a:ext cx="321469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Straight Connector 312">
              <a:extLst>
                <a:ext uri="{FF2B5EF4-FFF2-40B4-BE49-F238E27FC236}">
                  <a16:creationId xmlns:a16="http://schemas.microsoft.com/office/drawing/2014/main" id="{EE785922-4E34-D6D3-ABFE-AB9F9E0145F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1080" y="2010569"/>
              <a:ext cx="161926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5" name="Straight Connector 314">
              <a:extLst>
                <a:ext uri="{FF2B5EF4-FFF2-40B4-BE49-F238E27FC236}">
                  <a16:creationId xmlns:a16="http://schemas.microsoft.com/office/drawing/2014/main" id="{7D6281F2-6277-5150-9EDB-F22C5A399C3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73797" y="1878806"/>
              <a:ext cx="0" cy="1174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9" name="Straight Connector 578">
              <a:extLst>
                <a:ext uri="{FF2B5EF4-FFF2-40B4-BE49-F238E27FC236}">
                  <a16:creationId xmlns:a16="http://schemas.microsoft.com/office/drawing/2014/main" id="{BF50816B-6AD7-D441-A390-68DD2D58C7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619750" y="2638425"/>
              <a:ext cx="330200" cy="1397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2" name="Straight Connector 581">
              <a:extLst>
                <a:ext uri="{FF2B5EF4-FFF2-40B4-BE49-F238E27FC236}">
                  <a16:creationId xmlns:a16="http://schemas.microsoft.com/office/drawing/2014/main" id="{22BC3136-C4DB-CEA7-2CEC-9D46BE70C260}"/>
                </a:ext>
              </a:extLst>
            </p:cNvPr>
            <p:cNvCxnSpPr>
              <a:cxnSpLocks/>
            </p:cNvCxnSpPr>
            <p:nvPr/>
          </p:nvCxnSpPr>
          <p:spPr>
            <a:xfrm>
              <a:off x="4953793" y="2512219"/>
              <a:ext cx="343695" cy="1357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4" name="Straight Connector 583">
              <a:extLst>
                <a:ext uri="{FF2B5EF4-FFF2-40B4-BE49-F238E27FC236}">
                  <a16:creationId xmlns:a16="http://schemas.microsoft.com/office/drawing/2014/main" id="{6092F059-1483-28A4-F3B9-2C16072F0966}"/>
                </a:ext>
              </a:extLst>
            </p:cNvPr>
            <p:cNvCxnSpPr>
              <a:cxnSpLocks/>
            </p:cNvCxnSpPr>
            <p:nvPr/>
          </p:nvCxnSpPr>
          <p:spPr>
            <a:xfrm>
              <a:off x="4956175" y="2641600"/>
              <a:ext cx="348456" cy="1254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6" name="Straight Connector 585">
              <a:extLst>
                <a:ext uri="{FF2B5EF4-FFF2-40B4-BE49-F238E27FC236}">
                  <a16:creationId xmlns:a16="http://schemas.microsoft.com/office/drawing/2014/main" id="{C6C4E1FE-1FFF-DA23-C1D1-5A05687012F3}"/>
                </a:ext>
              </a:extLst>
            </p:cNvPr>
            <p:cNvCxnSpPr>
              <a:cxnSpLocks/>
            </p:cNvCxnSpPr>
            <p:nvPr/>
          </p:nvCxnSpPr>
          <p:spPr>
            <a:xfrm>
              <a:off x="3971925" y="2263775"/>
              <a:ext cx="661194" cy="2484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8" name="Straight Connector 587">
              <a:extLst>
                <a:ext uri="{FF2B5EF4-FFF2-40B4-BE49-F238E27FC236}">
                  <a16:creationId xmlns:a16="http://schemas.microsoft.com/office/drawing/2014/main" id="{6B5099E6-7C80-D2F3-3187-86CC77CFAC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00475" y="2255838"/>
              <a:ext cx="177004" cy="71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9" name="Straight Connector 588">
              <a:extLst>
                <a:ext uri="{FF2B5EF4-FFF2-40B4-BE49-F238E27FC236}">
                  <a16:creationId xmlns:a16="http://schemas.microsoft.com/office/drawing/2014/main" id="{D469D6DC-02AB-7577-BB05-DC031317055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9600" y="2381250"/>
              <a:ext cx="197643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7" name="Straight Connector 596">
              <a:extLst>
                <a:ext uri="{FF2B5EF4-FFF2-40B4-BE49-F238E27FC236}">
                  <a16:creationId xmlns:a16="http://schemas.microsoft.com/office/drawing/2014/main" id="{439FB1C3-506D-04B8-900C-4FE414B778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978150" y="3625850"/>
              <a:ext cx="333375" cy="133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9" name="Straight Connector 598">
              <a:extLst>
                <a:ext uri="{FF2B5EF4-FFF2-40B4-BE49-F238E27FC236}">
                  <a16:creationId xmlns:a16="http://schemas.microsoft.com/office/drawing/2014/main" id="{4AA093DB-768E-5211-8105-CCB983CEFFE7}"/>
                </a:ext>
              </a:extLst>
            </p:cNvPr>
            <p:cNvCxnSpPr>
              <a:cxnSpLocks/>
            </p:cNvCxnSpPr>
            <p:nvPr/>
          </p:nvCxnSpPr>
          <p:spPr>
            <a:xfrm>
              <a:off x="2971004" y="3992563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0" name="Straight Connector 599">
              <a:extLst>
                <a:ext uri="{FF2B5EF4-FFF2-40B4-BE49-F238E27FC236}">
                  <a16:creationId xmlns:a16="http://schemas.microsoft.com/office/drawing/2014/main" id="{5597C417-249B-CFD9-5951-BB29608893D1}"/>
                </a:ext>
              </a:extLst>
            </p:cNvPr>
            <p:cNvCxnSpPr>
              <a:cxnSpLocks/>
            </p:cNvCxnSpPr>
            <p:nvPr/>
          </p:nvCxnSpPr>
          <p:spPr>
            <a:xfrm>
              <a:off x="2978150" y="4111625"/>
              <a:ext cx="330200" cy="1460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2" name="Straight Connector 601">
              <a:extLst>
                <a:ext uri="{FF2B5EF4-FFF2-40B4-BE49-F238E27FC236}">
                  <a16:creationId xmlns:a16="http://schemas.microsoft.com/office/drawing/2014/main" id="{22AE7B78-A17C-F7A7-C9FC-F3108C5D2D83}"/>
                </a:ext>
              </a:extLst>
            </p:cNvPr>
            <p:cNvCxnSpPr>
              <a:cxnSpLocks/>
            </p:cNvCxnSpPr>
            <p:nvPr/>
          </p:nvCxnSpPr>
          <p:spPr>
            <a:xfrm>
              <a:off x="6616382" y="2392680"/>
              <a:ext cx="0" cy="23939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7" name="Straight Connector 656">
              <a:extLst>
                <a:ext uri="{FF2B5EF4-FFF2-40B4-BE49-F238E27FC236}">
                  <a16:creationId xmlns:a16="http://schemas.microsoft.com/office/drawing/2014/main" id="{CFCFF021-89B5-4182-B811-3F1BEBA2C2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20067" y="3003550"/>
              <a:ext cx="161133" cy="63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80DD1079-A9C0-56A9-A3BC-37711111561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9175" y="2630488"/>
              <a:ext cx="174625" cy="873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Straight Connector 242">
              <a:extLst>
                <a:ext uri="{FF2B5EF4-FFF2-40B4-BE49-F238E27FC236}">
                  <a16:creationId xmlns:a16="http://schemas.microsoft.com/office/drawing/2014/main" id="{024BF4D4-9205-63AF-F505-6610DE5A98AD}"/>
                </a:ext>
              </a:extLst>
            </p:cNvPr>
            <p:cNvCxnSpPr>
              <a:cxnSpLocks/>
            </p:cNvCxnSpPr>
            <p:nvPr/>
          </p:nvCxnSpPr>
          <p:spPr>
            <a:xfrm>
              <a:off x="6113463" y="2574925"/>
              <a:ext cx="0" cy="1357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E7E6A572-B88A-1179-10F5-00D8ECAB65A6}"/>
                </a:ext>
              </a:extLst>
            </p:cNvPr>
            <p:cNvCxnSpPr>
              <a:cxnSpLocks/>
            </p:cNvCxnSpPr>
            <p:nvPr/>
          </p:nvCxnSpPr>
          <p:spPr>
            <a:xfrm>
              <a:off x="3157535" y="2447925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4" name="Straight Connector 253">
              <a:extLst>
                <a:ext uri="{FF2B5EF4-FFF2-40B4-BE49-F238E27FC236}">
                  <a16:creationId xmlns:a16="http://schemas.microsoft.com/office/drawing/2014/main" id="{F652C452-976D-085A-8217-B27085FE5770}"/>
                </a:ext>
              </a:extLst>
            </p:cNvPr>
            <p:cNvCxnSpPr>
              <a:cxnSpLocks/>
            </p:cNvCxnSpPr>
            <p:nvPr/>
          </p:nvCxnSpPr>
          <p:spPr>
            <a:xfrm>
              <a:off x="3156743" y="2568575"/>
              <a:ext cx="163512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C7FE5EE3-9C79-46C1-0CCA-3CD207AAC6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40868" y="2638424"/>
              <a:ext cx="168276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6" name="Straight Connector 255">
              <a:extLst>
                <a:ext uri="{FF2B5EF4-FFF2-40B4-BE49-F238E27FC236}">
                  <a16:creationId xmlns:a16="http://schemas.microsoft.com/office/drawing/2014/main" id="{6C2A5A56-7F4A-81C7-9D08-90C2CBA0E216}"/>
                </a:ext>
              </a:extLst>
            </p:cNvPr>
            <p:cNvCxnSpPr>
              <a:cxnSpLocks/>
            </p:cNvCxnSpPr>
            <p:nvPr/>
          </p:nvCxnSpPr>
          <p:spPr>
            <a:xfrm>
              <a:off x="2978149" y="2637631"/>
              <a:ext cx="163512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8" name="Straight Connector 257">
              <a:extLst>
                <a:ext uri="{FF2B5EF4-FFF2-40B4-BE49-F238E27FC236}">
                  <a16:creationId xmlns:a16="http://schemas.microsoft.com/office/drawing/2014/main" id="{CE38482D-1C61-7257-2291-EB817586362A}"/>
                </a:ext>
              </a:extLst>
            </p:cNvPr>
            <p:cNvCxnSpPr>
              <a:cxnSpLocks/>
            </p:cNvCxnSpPr>
            <p:nvPr/>
          </p:nvCxnSpPr>
          <p:spPr>
            <a:xfrm>
              <a:off x="2981323" y="2631282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5E137878-1991-29E5-537D-134130777125}"/>
                </a:ext>
              </a:extLst>
            </p:cNvPr>
            <p:cNvCxnSpPr>
              <a:cxnSpLocks/>
            </p:cNvCxnSpPr>
            <p:nvPr/>
          </p:nvCxnSpPr>
          <p:spPr>
            <a:xfrm>
              <a:off x="2985293" y="2754313"/>
              <a:ext cx="163512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0" name="Straight Connector 259">
              <a:extLst>
                <a:ext uri="{FF2B5EF4-FFF2-40B4-BE49-F238E27FC236}">
                  <a16:creationId xmlns:a16="http://schemas.microsoft.com/office/drawing/2014/main" id="{72EA79D3-B026-1BE4-8D1C-CE760CD80D9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09081" y="2821780"/>
              <a:ext cx="335757" cy="1333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5" name="Straight Connector 294">
              <a:extLst>
                <a:ext uri="{FF2B5EF4-FFF2-40B4-BE49-F238E27FC236}">
                  <a16:creationId xmlns:a16="http://schemas.microsoft.com/office/drawing/2014/main" id="{FB71FDAE-3DC8-847E-D0D8-CCE99BB11F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2350" y="2509838"/>
              <a:ext cx="174625" cy="873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6" name="Straight Connector 295">
              <a:extLst>
                <a:ext uri="{FF2B5EF4-FFF2-40B4-BE49-F238E27FC236}">
                  <a16:creationId xmlns:a16="http://schemas.microsoft.com/office/drawing/2014/main" id="{4742FD5C-ACF6-63AB-3A52-CBAFE75409A0}"/>
                </a:ext>
              </a:extLst>
            </p:cNvPr>
            <p:cNvCxnSpPr>
              <a:cxnSpLocks/>
            </p:cNvCxnSpPr>
            <p:nvPr/>
          </p:nvCxnSpPr>
          <p:spPr>
            <a:xfrm>
              <a:off x="6099969" y="2447925"/>
              <a:ext cx="180975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F2A7DBC4-F1BB-2D7F-8A41-0D8BE115FD3A}"/>
                </a:ext>
              </a:extLst>
            </p:cNvPr>
            <p:cNvCxnSpPr>
              <a:cxnSpLocks/>
            </p:cNvCxnSpPr>
            <p:nvPr/>
          </p:nvCxnSpPr>
          <p:spPr>
            <a:xfrm>
              <a:off x="6110288" y="2200275"/>
              <a:ext cx="0" cy="2468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Straight Connector 308">
              <a:extLst>
                <a:ext uri="{FF2B5EF4-FFF2-40B4-BE49-F238E27FC236}">
                  <a16:creationId xmlns:a16="http://schemas.microsoft.com/office/drawing/2014/main" id="{6A59D16A-1E97-D90F-3FEE-2381D9949FBD}"/>
                </a:ext>
              </a:extLst>
            </p:cNvPr>
            <p:cNvCxnSpPr>
              <a:cxnSpLocks/>
            </p:cNvCxnSpPr>
            <p:nvPr/>
          </p:nvCxnSpPr>
          <p:spPr>
            <a:xfrm>
              <a:off x="5931694" y="2117725"/>
              <a:ext cx="180975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01C8DBE6-6DAD-0A8A-BB89-7325A0E8B630}"/>
                </a:ext>
              </a:extLst>
            </p:cNvPr>
            <p:cNvCxnSpPr>
              <a:cxnSpLocks/>
            </p:cNvCxnSpPr>
            <p:nvPr/>
          </p:nvCxnSpPr>
          <p:spPr>
            <a:xfrm>
              <a:off x="5942013" y="2120900"/>
              <a:ext cx="0" cy="2468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C4CDCCAE-3BC2-4F4B-DAE5-3644F0C483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81675" y="2366963"/>
              <a:ext cx="174625" cy="873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84A1906F-393E-E575-7C98-E33B69A1B432}"/>
                </a:ext>
              </a:extLst>
            </p:cNvPr>
            <p:cNvCxnSpPr>
              <a:cxnSpLocks/>
            </p:cNvCxnSpPr>
            <p:nvPr/>
          </p:nvCxnSpPr>
          <p:spPr>
            <a:xfrm>
              <a:off x="5786438" y="2441575"/>
              <a:ext cx="0" cy="1357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3" name="Straight Connector 322">
              <a:extLst>
                <a:ext uri="{FF2B5EF4-FFF2-40B4-BE49-F238E27FC236}">
                  <a16:creationId xmlns:a16="http://schemas.microsoft.com/office/drawing/2014/main" id="{33216601-478A-4410-A584-559E9D1428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84850" y="2511425"/>
              <a:ext cx="171450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4" name="Straight Connector 323">
              <a:extLst>
                <a:ext uri="{FF2B5EF4-FFF2-40B4-BE49-F238E27FC236}">
                  <a16:creationId xmlns:a16="http://schemas.microsoft.com/office/drawing/2014/main" id="{81E2F23D-BD61-E3D4-8C8B-70404E11029A}"/>
                </a:ext>
              </a:extLst>
            </p:cNvPr>
            <p:cNvCxnSpPr>
              <a:cxnSpLocks/>
            </p:cNvCxnSpPr>
            <p:nvPr/>
          </p:nvCxnSpPr>
          <p:spPr>
            <a:xfrm>
              <a:off x="5954713" y="2508250"/>
              <a:ext cx="0" cy="1357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Connector 328">
              <a:extLst>
                <a:ext uri="{FF2B5EF4-FFF2-40B4-BE49-F238E27FC236}">
                  <a16:creationId xmlns:a16="http://schemas.microsoft.com/office/drawing/2014/main" id="{A356DAA4-DC24-CA05-ECC0-7795E4FB0AC2}"/>
                </a:ext>
              </a:extLst>
            </p:cNvPr>
            <p:cNvCxnSpPr>
              <a:cxnSpLocks/>
            </p:cNvCxnSpPr>
            <p:nvPr/>
          </p:nvCxnSpPr>
          <p:spPr>
            <a:xfrm>
              <a:off x="5621338" y="2632075"/>
              <a:ext cx="0" cy="1357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" name="Straight Connector 329">
              <a:extLst>
                <a:ext uri="{FF2B5EF4-FFF2-40B4-BE49-F238E27FC236}">
                  <a16:creationId xmlns:a16="http://schemas.microsoft.com/office/drawing/2014/main" id="{4B9EDE0F-0251-1618-7D78-72B9D75D83B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51475" y="2628900"/>
              <a:ext cx="171450" cy="698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Connector 330">
              <a:extLst>
                <a:ext uri="{FF2B5EF4-FFF2-40B4-BE49-F238E27FC236}">
                  <a16:creationId xmlns:a16="http://schemas.microsoft.com/office/drawing/2014/main" id="{91DB2860-E21E-F8E6-B3C4-53A563CB96AC}"/>
                </a:ext>
              </a:extLst>
            </p:cNvPr>
            <p:cNvCxnSpPr>
              <a:cxnSpLocks/>
            </p:cNvCxnSpPr>
            <p:nvPr/>
          </p:nvCxnSpPr>
          <p:spPr>
            <a:xfrm>
              <a:off x="5453063" y="2695575"/>
              <a:ext cx="0" cy="1357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Connector 332">
              <a:extLst>
                <a:ext uri="{FF2B5EF4-FFF2-40B4-BE49-F238E27FC236}">
                  <a16:creationId xmlns:a16="http://schemas.microsoft.com/office/drawing/2014/main" id="{7C4E63D5-BA23-FFE6-B1A0-EE3A68EE70A3}"/>
                </a:ext>
              </a:extLst>
            </p:cNvPr>
            <p:cNvCxnSpPr>
              <a:cxnSpLocks/>
            </p:cNvCxnSpPr>
            <p:nvPr/>
          </p:nvCxnSpPr>
          <p:spPr>
            <a:xfrm>
              <a:off x="5283200" y="2759075"/>
              <a:ext cx="1809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Straight Connector 343">
              <a:extLst>
                <a:ext uri="{FF2B5EF4-FFF2-40B4-BE49-F238E27FC236}">
                  <a16:creationId xmlns:a16="http://schemas.microsoft.com/office/drawing/2014/main" id="{693FCFCD-7E62-B28A-CEAC-6460381028F8}"/>
                </a:ext>
              </a:extLst>
            </p:cNvPr>
            <p:cNvCxnSpPr>
              <a:cxnSpLocks/>
            </p:cNvCxnSpPr>
            <p:nvPr/>
          </p:nvCxnSpPr>
          <p:spPr>
            <a:xfrm>
              <a:off x="5126832" y="2453481"/>
              <a:ext cx="180975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Connector 345">
              <a:extLst>
                <a:ext uri="{FF2B5EF4-FFF2-40B4-BE49-F238E27FC236}">
                  <a16:creationId xmlns:a16="http://schemas.microsoft.com/office/drawing/2014/main" id="{46CF7438-A600-F87C-61CD-EAEDA970976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290344" y="2459038"/>
              <a:ext cx="177004" cy="714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78E8F20-F9F3-6F97-554D-67524B83481D}"/>
                </a:ext>
              </a:extLst>
            </p:cNvPr>
            <p:cNvCxnSpPr>
              <a:cxnSpLocks/>
            </p:cNvCxnSpPr>
            <p:nvPr/>
          </p:nvCxnSpPr>
          <p:spPr>
            <a:xfrm>
              <a:off x="5778500" y="1577975"/>
              <a:ext cx="499269" cy="191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871260DA-C2EE-8F5C-C843-04E77513B42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777705" y="1515269"/>
              <a:ext cx="161926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9B62E9EA-59B1-C74D-0A39-1BA399AAF2C0}"/>
                </a:ext>
              </a:extLst>
            </p:cNvPr>
            <p:cNvCxnSpPr>
              <a:cxnSpLocks/>
            </p:cNvCxnSpPr>
            <p:nvPr/>
          </p:nvCxnSpPr>
          <p:spPr>
            <a:xfrm>
              <a:off x="5940425" y="1517650"/>
              <a:ext cx="499269" cy="1912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03F45BA8-8F8F-4B36-EDAE-E1BCDF02E28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44455" y="1639094"/>
              <a:ext cx="161926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E6D740EA-B67F-32F0-5CCF-2A33E2BBA08E}"/>
                </a:ext>
              </a:extLst>
            </p:cNvPr>
            <p:cNvCxnSpPr>
              <a:cxnSpLocks/>
            </p:cNvCxnSpPr>
            <p:nvPr/>
          </p:nvCxnSpPr>
          <p:spPr>
            <a:xfrm>
              <a:off x="6616700" y="1641475"/>
              <a:ext cx="819150" cy="311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B2FF7F17-093C-E46B-AF17-D692FBFA60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38232" y="1820863"/>
              <a:ext cx="0" cy="133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0869AE46-E21B-198E-89A1-D7108C19852B}"/>
                </a:ext>
              </a:extLst>
            </p:cNvPr>
            <p:cNvCxnSpPr>
              <a:cxnSpLocks/>
            </p:cNvCxnSpPr>
            <p:nvPr/>
          </p:nvCxnSpPr>
          <p:spPr>
            <a:xfrm>
              <a:off x="6769100" y="1577975"/>
              <a:ext cx="669925" cy="250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E48B5E39-AEC0-38AB-F2B8-6142203AE4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63542" y="1515269"/>
              <a:ext cx="161926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5AAEB823-C28C-3D6F-2DC6-57BFC4F19E8C}"/>
                </a:ext>
              </a:extLst>
            </p:cNvPr>
            <p:cNvCxnSpPr>
              <a:cxnSpLocks/>
            </p:cNvCxnSpPr>
            <p:nvPr/>
          </p:nvCxnSpPr>
          <p:spPr>
            <a:xfrm>
              <a:off x="6923881" y="1518444"/>
              <a:ext cx="669925" cy="250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148E460B-C4A9-A963-70F6-9DA145DCB3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97775" y="1635125"/>
              <a:ext cx="0" cy="133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C292469B-2546-E566-0BAF-D91B9ED9C526}"/>
                </a:ext>
              </a:extLst>
            </p:cNvPr>
            <p:cNvCxnSpPr>
              <a:cxnSpLocks/>
            </p:cNvCxnSpPr>
            <p:nvPr/>
          </p:nvCxnSpPr>
          <p:spPr>
            <a:xfrm>
              <a:off x="7092950" y="1457325"/>
              <a:ext cx="505619" cy="1809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DAF93932-CA1F-D9D6-C9E4-B3D7E7ED32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06442" y="1388269"/>
              <a:ext cx="157958" cy="6270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E85C55CC-FBA1-430F-CF9D-96C37AEE95DA}"/>
                </a:ext>
              </a:extLst>
            </p:cNvPr>
            <p:cNvCxnSpPr>
              <a:cxnSpLocks/>
            </p:cNvCxnSpPr>
            <p:nvPr/>
          </p:nvCxnSpPr>
          <p:spPr>
            <a:xfrm>
              <a:off x="7262813" y="1386681"/>
              <a:ext cx="180975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AD57CFFF-C865-B861-4EE5-4F851FDF95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38232" y="1339850"/>
              <a:ext cx="0" cy="133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F6ABA61D-CE30-262E-5FC1-BED07A26088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30292" y="1140619"/>
              <a:ext cx="496096" cy="20558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1BD70858-142A-E1EC-1C95-833FC59F6C5E}"/>
                </a:ext>
              </a:extLst>
            </p:cNvPr>
            <p:cNvCxnSpPr>
              <a:cxnSpLocks/>
            </p:cNvCxnSpPr>
            <p:nvPr/>
          </p:nvCxnSpPr>
          <p:spPr>
            <a:xfrm>
              <a:off x="7934322" y="1015208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>
              <a:extLst>
                <a:ext uri="{FF2B5EF4-FFF2-40B4-BE49-F238E27FC236}">
                  <a16:creationId xmlns:a16="http://schemas.microsoft.com/office/drawing/2014/main" id="{527352CC-8957-366D-B418-054915CBE355}"/>
                </a:ext>
              </a:extLst>
            </p:cNvPr>
            <p:cNvCxnSpPr>
              <a:cxnSpLocks/>
            </p:cNvCxnSpPr>
            <p:nvPr/>
          </p:nvCxnSpPr>
          <p:spPr>
            <a:xfrm>
              <a:off x="7095331" y="700088"/>
              <a:ext cx="838994" cy="317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>
              <a:extLst>
                <a:ext uri="{FF2B5EF4-FFF2-40B4-BE49-F238E27FC236}">
                  <a16:creationId xmlns:a16="http://schemas.microsoft.com/office/drawing/2014/main" id="{2D113152-2CBB-4BE6-588C-D2F6F4A441E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27848" y="704850"/>
              <a:ext cx="157958" cy="6270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EF327E1E-DD7A-8118-D058-9FA0F500FC7D}"/>
                </a:ext>
              </a:extLst>
            </p:cNvPr>
            <p:cNvCxnSpPr>
              <a:cxnSpLocks/>
            </p:cNvCxnSpPr>
            <p:nvPr/>
          </p:nvCxnSpPr>
          <p:spPr>
            <a:xfrm>
              <a:off x="6933406" y="762001"/>
              <a:ext cx="838994" cy="317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B36E9CE5-00A2-4306-A544-823059C0C12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00156" y="1078706"/>
              <a:ext cx="173832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43F6B7C5-751B-2B26-5DA2-964AF1296905}"/>
                </a:ext>
              </a:extLst>
            </p:cNvPr>
            <p:cNvCxnSpPr>
              <a:cxnSpLocks/>
            </p:cNvCxnSpPr>
            <p:nvPr/>
          </p:nvCxnSpPr>
          <p:spPr>
            <a:xfrm>
              <a:off x="6935788" y="895350"/>
              <a:ext cx="665162" cy="250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4" name="Straight Connector 283">
              <a:extLst>
                <a:ext uri="{FF2B5EF4-FFF2-40B4-BE49-F238E27FC236}">
                  <a16:creationId xmlns:a16="http://schemas.microsoft.com/office/drawing/2014/main" id="{7C6485CE-09CB-DD40-FC8B-07717CA91B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34200" y="885825"/>
              <a:ext cx="0" cy="133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Straight Connector 287">
              <a:extLst>
                <a:ext uri="{FF2B5EF4-FFF2-40B4-BE49-F238E27FC236}">
                  <a16:creationId xmlns:a16="http://schemas.microsoft.com/office/drawing/2014/main" id="{6ACF5D3D-2261-CCD4-83A4-8E3DF99FE084}"/>
                </a:ext>
              </a:extLst>
            </p:cNvPr>
            <p:cNvCxnSpPr>
              <a:cxnSpLocks/>
            </p:cNvCxnSpPr>
            <p:nvPr/>
          </p:nvCxnSpPr>
          <p:spPr>
            <a:xfrm>
              <a:off x="6921501" y="1014412"/>
              <a:ext cx="514349" cy="1881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0" name="Straight Connector 289">
              <a:extLst>
                <a:ext uri="{FF2B5EF4-FFF2-40B4-BE49-F238E27FC236}">
                  <a16:creationId xmlns:a16="http://schemas.microsoft.com/office/drawing/2014/main" id="{2C49B94E-074A-C54F-E13C-FBDBDF1E348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47631" y="1221582"/>
              <a:ext cx="971550" cy="35956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DCD187AF-39C0-6F40-4D70-16CD8E22749F}"/>
                </a:ext>
              </a:extLst>
            </p:cNvPr>
            <p:cNvCxnSpPr>
              <a:cxnSpLocks/>
            </p:cNvCxnSpPr>
            <p:nvPr/>
          </p:nvCxnSpPr>
          <p:spPr>
            <a:xfrm>
              <a:off x="6262688" y="1510506"/>
              <a:ext cx="180975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6" name="Straight Connector 325">
              <a:extLst>
                <a:ext uri="{FF2B5EF4-FFF2-40B4-BE49-F238E27FC236}">
                  <a16:creationId xmlns:a16="http://schemas.microsoft.com/office/drawing/2014/main" id="{01034B01-248D-8574-B35B-74AA710A607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269037" y="1204912"/>
              <a:ext cx="833438" cy="3143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Connector 331">
              <a:extLst>
                <a:ext uri="{FF2B5EF4-FFF2-40B4-BE49-F238E27FC236}">
                  <a16:creationId xmlns:a16="http://schemas.microsoft.com/office/drawing/2014/main" id="{E376235B-F5B8-D64F-7BDF-A46040FDCB91}"/>
                </a:ext>
              </a:extLst>
            </p:cNvPr>
            <p:cNvCxnSpPr>
              <a:cxnSpLocks/>
            </p:cNvCxnSpPr>
            <p:nvPr/>
          </p:nvCxnSpPr>
          <p:spPr>
            <a:xfrm>
              <a:off x="6931819" y="1134269"/>
              <a:ext cx="180975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" name="Straight Connector 333">
              <a:extLst>
                <a:ext uri="{FF2B5EF4-FFF2-40B4-BE49-F238E27FC236}">
                  <a16:creationId xmlns:a16="http://schemas.microsoft.com/office/drawing/2014/main" id="{604C873F-6E5C-8FC9-1BC7-C208EB6FDFC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09493" y="1135856"/>
              <a:ext cx="833438" cy="31432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" name="Straight Connector 336">
              <a:extLst>
                <a:ext uri="{FF2B5EF4-FFF2-40B4-BE49-F238E27FC236}">
                  <a16:creationId xmlns:a16="http://schemas.microsoft.com/office/drawing/2014/main" id="{34CBA1A4-2787-D9DD-ACAD-3D8D06713A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86438" y="1202531"/>
              <a:ext cx="0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" name="Straight Connector 339">
              <a:extLst>
                <a:ext uri="{FF2B5EF4-FFF2-40B4-BE49-F238E27FC236}">
                  <a16:creationId xmlns:a16="http://schemas.microsoft.com/office/drawing/2014/main" id="{0B83C9C1-E77F-6AC1-E8F0-23D7ABFDEBC4}"/>
                </a:ext>
              </a:extLst>
            </p:cNvPr>
            <p:cNvCxnSpPr>
              <a:cxnSpLocks/>
            </p:cNvCxnSpPr>
            <p:nvPr/>
          </p:nvCxnSpPr>
          <p:spPr>
            <a:xfrm>
              <a:off x="5779294" y="1210468"/>
              <a:ext cx="180975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Straight Connector 340">
              <a:extLst>
                <a:ext uri="{FF2B5EF4-FFF2-40B4-BE49-F238E27FC236}">
                  <a16:creationId xmlns:a16="http://schemas.microsoft.com/office/drawing/2014/main" id="{ABA020A0-6EC8-6199-E982-D3321C738B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48363" y="883444"/>
              <a:ext cx="0" cy="4008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3" name="Straight Connector 352">
              <a:extLst>
                <a:ext uri="{FF2B5EF4-FFF2-40B4-BE49-F238E27FC236}">
                  <a16:creationId xmlns:a16="http://schemas.microsoft.com/office/drawing/2014/main" id="{15268C07-EAD9-AE4B-4B5D-52A184F4071B}"/>
                </a:ext>
              </a:extLst>
            </p:cNvPr>
            <p:cNvCxnSpPr>
              <a:cxnSpLocks/>
            </p:cNvCxnSpPr>
            <p:nvPr/>
          </p:nvCxnSpPr>
          <p:spPr>
            <a:xfrm>
              <a:off x="5941219" y="881856"/>
              <a:ext cx="180975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6" name="Straight Connector 365">
              <a:extLst>
                <a:ext uri="{FF2B5EF4-FFF2-40B4-BE49-F238E27FC236}">
                  <a16:creationId xmlns:a16="http://schemas.microsoft.com/office/drawing/2014/main" id="{F20E8044-DE8F-C3C8-1A09-4BCF2576DE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19813" y="945356"/>
              <a:ext cx="0" cy="25955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1" name="Straight Connector 370">
              <a:extLst>
                <a:ext uri="{FF2B5EF4-FFF2-40B4-BE49-F238E27FC236}">
                  <a16:creationId xmlns:a16="http://schemas.microsoft.com/office/drawing/2014/main" id="{8936B1CC-DD94-EEBA-52E9-52E3E4F54C7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3461" y="1071563"/>
              <a:ext cx="331789" cy="1412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5" name="Straight Connector 374">
              <a:extLst>
                <a:ext uri="{FF2B5EF4-FFF2-40B4-BE49-F238E27FC236}">
                  <a16:creationId xmlns:a16="http://schemas.microsoft.com/office/drawing/2014/main" id="{DAE911BF-EF10-0D01-B36F-CCB56000433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43662" y="945357"/>
              <a:ext cx="0" cy="133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9" name="Straight Connector 378">
              <a:extLst>
                <a:ext uri="{FF2B5EF4-FFF2-40B4-BE49-F238E27FC236}">
                  <a16:creationId xmlns:a16="http://schemas.microsoft.com/office/drawing/2014/main" id="{0E2CAD55-0E09-13D4-5821-AC11D667624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49217" y="886619"/>
              <a:ext cx="161926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0" name="Straight Connector 379">
              <a:extLst>
                <a:ext uri="{FF2B5EF4-FFF2-40B4-BE49-F238E27FC236}">
                  <a16:creationId xmlns:a16="http://schemas.microsoft.com/office/drawing/2014/main" id="{0614F52C-E586-A259-D33A-1B48ACE07863}"/>
                </a:ext>
              </a:extLst>
            </p:cNvPr>
            <p:cNvCxnSpPr>
              <a:cxnSpLocks/>
            </p:cNvCxnSpPr>
            <p:nvPr/>
          </p:nvCxnSpPr>
          <p:spPr>
            <a:xfrm>
              <a:off x="6116638" y="709613"/>
              <a:ext cx="493713" cy="1841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3" name="Straight Connector 382">
              <a:extLst>
                <a:ext uri="{FF2B5EF4-FFF2-40B4-BE49-F238E27FC236}">
                  <a16:creationId xmlns:a16="http://schemas.microsoft.com/office/drawing/2014/main" id="{4F6ACF90-631F-56E2-5742-6FAEB024D8D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111080" y="636587"/>
              <a:ext cx="161926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95241D62-3BB0-0104-E996-631BF41580E2}"/>
                </a:ext>
              </a:extLst>
            </p:cNvPr>
            <p:cNvCxnSpPr>
              <a:cxnSpLocks/>
            </p:cNvCxnSpPr>
            <p:nvPr/>
          </p:nvCxnSpPr>
          <p:spPr>
            <a:xfrm>
              <a:off x="6265069" y="646112"/>
              <a:ext cx="344487" cy="1230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2" name="Straight Connector 391">
              <a:extLst>
                <a:ext uri="{FF2B5EF4-FFF2-40B4-BE49-F238E27FC236}">
                  <a16:creationId xmlns:a16="http://schemas.microsoft.com/office/drawing/2014/main" id="{BFD87A59-0EC2-D401-5B27-45746EF98F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07968" y="650082"/>
              <a:ext cx="0" cy="133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4" name="Straight Connector 393">
              <a:extLst>
                <a:ext uri="{FF2B5EF4-FFF2-40B4-BE49-F238E27FC236}">
                  <a16:creationId xmlns:a16="http://schemas.microsoft.com/office/drawing/2014/main" id="{A6D0E8AC-DCDC-A7C7-81E9-A09A66B4FC7F}"/>
                </a:ext>
              </a:extLst>
            </p:cNvPr>
            <p:cNvCxnSpPr>
              <a:cxnSpLocks/>
            </p:cNvCxnSpPr>
            <p:nvPr/>
          </p:nvCxnSpPr>
          <p:spPr>
            <a:xfrm>
              <a:off x="6438901" y="579437"/>
              <a:ext cx="180975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5" name="Straight Connector 394">
              <a:extLst>
                <a:ext uri="{FF2B5EF4-FFF2-40B4-BE49-F238E27FC236}">
                  <a16:creationId xmlns:a16="http://schemas.microsoft.com/office/drawing/2014/main" id="{E5BBE802-095E-E3EB-5EEB-364C35ED0A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46043" y="445294"/>
              <a:ext cx="0" cy="133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6" name="Straight Connector 395">
              <a:extLst>
                <a:ext uri="{FF2B5EF4-FFF2-40B4-BE49-F238E27FC236}">
                  <a16:creationId xmlns:a16="http://schemas.microsoft.com/office/drawing/2014/main" id="{AC956D00-FB61-317A-4855-9209101283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36519" y="269081"/>
              <a:ext cx="504031" cy="18653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72A035EE-E8B5-721B-4DAD-4AD5D52C711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41343" y="254794"/>
              <a:ext cx="0" cy="133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0" name="Straight Connector 409">
              <a:extLst>
                <a:ext uri="{FF2B5EF4-FFF2-40B4-BE49-F238E27FC236}">
                  <a16:creationId xmlns:a16="http://schemas.microsoft.com/office/drawing/2014/main" id="{1366F269-5B70-6AD9-F4B9-5CBF797584F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95269" y="381794"/>
              <a:ext cx="339724" cy="1397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6" name="Straight Connector 415">
              <a:extLst>
                <a:ext uri="{FF2B5EF4-FFF2-40B4-BE49-F238E27FC236}">
                  <a16:creationId xmlns:a16="http://schemas.microsoft.com/office/drawing/2014/main" id="{7FE84E1A-2CD5-690C-510C-3D21811436E7}"/>
                </a:ext>
              </a:extLst>
            </p:cNvPr>
            <p:cNvCxnSpPr>
              <a:cxnSpLocks/>
            </p:cNvCxnSpPr>
            <p:nvPr/>
          </p:nvCxnSpPr>
          <p:spPr>
            <a:xfrm>
              <a:off x="6600826" y="517524"/>
              <a:ext cx="180975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7" name="Straight Connector 416">
              <a:extLst>
                <a:ext uri="{FF2B5EF4-FFF2-40B4-BE49-F238E27FC236}">
                  <a16:creationId xmlns:a16="http://schemas.microsoft.com/office/drawing/2014/main" id="{852EDE1A-5A18-0B45-3FA7-C78EF7BD9B6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778625" y="452438"/>
              <a:ext cx="326231" cy="1357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4" name="Straight Connector 423">
              <a:extLst>
                <a:ext uri="{FF2B5EF4-FFF2-40B4-BE49-F238E27FC236}">
                  <a16:creationId xmlns:a16="http://schemas.microsoft.com/office/drawing/2014/main" id="{E0AB2485-56BE-6F42-8B6B-3BB8561D3A00}"/>
                </a:ext>
              </a:extLst>
            </p:cNvPr>
            <p:cNvCxnSpPr>
              <a:cxnSpLocks/>
            </p:cNvCxnSpPr>
            <p:nvPr/>
          </p:nvCxnSpPr>
          <p:spPr>
            <a:xfrm>
              <a:off x="7095331" y="451645"/>
              <a:ext cx="995363" cy="3770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6" name="Straight Connector 425">
              <a:extLst>
                <a:ext uri="{FF2B5EF4-FFF2-40B4-BE49-F238E27FC236}">
                  <a16:creationId xmlns:a16="http://schemas.microsoft.com/office/drawing/2014/main" id="{C1F172A5-8816-006A-E2C3-FBD04DE64AC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89898" y="769143"/>
              <a:ext cx="157958" cy="6270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8" name="Straight Connector 427">
              <a:extLst>
                <a:ext uri="{FF2B5EF4-FFF2-40B4-BE49-F238E27FC236}">
                  <a16:creationId xmlns:a16="http://schemas.microsoft.com/office/drawing/2014/main" id="{5AA498A3-AEBD-3F4F-B8D5-96B042F0B3F1}"/>
                </a:ext>
              </a:extLst>
            </p:cNvPr>
            <p:cNvCxnSpPr>
              <a:cxnSpLocks/>
            </p:cNvCxnSpPr>
            <p:nvPr/>
          </p:nvCxnSpPr>
          <p:spPr>
            <a:xfrm>
              <a:off x="7100094" y="330994"/>
              <a:ext cx="1135857" cy="44053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1" name="Straight Connector 430">
              <a:extLst>
                <a:ext uri="{FF2B5EF4-FFF2-40B4-BE49-F238E27FC236}">
                  <a16:creationId xmlns:a16="http://schemas.microsoft.com/office/drawing/2014/main" id="{901825F1-7594-65C4-ECFB-9E5072360FF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01680" y="195263"/>
              <a:ext cx="343695" cy="1412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7" name="Straight Connector 436">
              <a:extLst>
                <a:ext uri="{FF2B5EF4-FFF2-40B4-BE49-F238E27FC236}">
                  <a16:creationId xmlns:a16="http://schemas.microsoft.com/office/drawing/2014/main" id="{A614D095-217D-5671-9216-A2730DB428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43787" y="195263"/>
              <a:ext cx="0" cy="133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9" name="Straight Connector 438">
              <a:extLst>
                <a:ext uri="{FF2B5EF4-FFF2-40B4-BE49-F238E27FC236}">
                  <a16:creationId xmlns:a16="http://schemas.microsoft.com/office/drawing/2014/main" id="{7F4076C8-46E6-AD5F-D906-A3B18492CBD1}"/>
                </a:ext>
              </a:extLst>
            </p:cNvPr>
            <p:cNvCxnSpPr>
              <a:cxnSpLocks/>
            </p:cNvCxnSpPr>
            <p:nvPr/>
          </p:nvCxnSpPr>
          <p:spPr>
            <a:xfrm>
              <a:off x="7438231" y="330994"/>
              <a:ext cx="997744" cy="3762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1" name="Straight Connector 440">
              <a:extLst>
                <a:ext uri="{FF2B5EF4-FFF2-40B4-BE49-F238E27FC236}">
                  <a16:creationId xmlns:a16="http://schemas.microsoft.com/office/drawing/2014/main" id="{1D8FC701-8BF4-6D6C-3F81-C2D9DA390A7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32798" y="652462"/>
              <a:ext cx="157958" cy="6270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2" name="Straight Connector 441">
              <a:extLst>
                <a:ext uri="{FF2B5EF4-FFF2-40B4-BE49-F238E27FC236}">
                  <a16:creationId xmlns:a16="http://schemas.microsoft.com/office/drawing/2014/main" id="{41861D2E-AC66-439A-0D70-82B590676CAE}"/>
                </a:ext>
              </a:extLst>
            </p:cNvPr>
            <p:cNvCxnSpPr>
              <a:cxnSpLocks/>
            </p:cNvCxnSpPr>
            <p:nvPr/>
          </p:nvCxnSpPr>
          <p:spPr>
            <a:xfrm>
              <a:off x="7595394" y="273844"/>
              <a:ext cx="997744" cy="3762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3" name="Straight Connector 442">
              <a:extLst>
                <a:ext uri="{FF2B5EF4-FFF2-40B4-BE49-F238E27FC236}">
                  <a16:creationId xmlns:a16="http://schemas.microsoft.com/office/drawing/2014/main" id="{550D861D-DBA1-BA6E-F02A-4A9A059EDDB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587454" y="207168"/>
              <a:ext cx="157958" cy="6270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4" name="Straight Connector 443">
              <a:extLst>
                <a:ext uri="{FF2B5EF4-FFF2-40B4-BE49-F238E27FC236}">
                  <a16:creationId xmlns:a16="http://schemas.microsoft.com/office/drawing/2014/main" id="{4417B5B5-9CC6-8289-A25F-74E5E6CF4744}"/>
                </a:ext>
              </a:extLst>
            </p:cNvPr>
            <p:cNvCxnSpPr>
              <a:cxnSpLocks/>
            </p:cNvCxnSpPr>
            <p:nvPr/>
          </p:nvCxnSpPr>
          <p:spPr>
            <a:xfrm>
              <a:off x="7740651" y="204787"/>
              <a:ext cx="361949" cy="12620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6" name="Straight Connector 445">
              <a:extLst>
                <a:ext uri="{FF2B5EF4-FFF2-40B4-BE49-F238E27FC236}">
                  <a16:creationId xmlns:a16="http://schemas.microsoft.com/office/drawing/2014/main" id="{F185B055-87D6-172D-7A66-98025E340F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97042" y="269080"/>
              <a:ext cx="157958" cy="6270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7" name="Straight Connector 446">
              <a:extLst>
                <a:ext uri="{FF2B5EF4-FFF2-40B4-BE49-F238E27FC236}">
                  <a16:creationId xmlns:a16="http://schemas.microsoft.com/office/drawing/2014/main" id="{F5395CEA-515F-F372-1D42-99D944E428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8175" y="269081"/>
              <a:ext cx="0" cy="133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6" name="Straight Connector 575">
              <a:extLst>
                <a:ext uri="{FF2B5EF4-FFF2-40B4-BE49-F238E27FC236}">
                  <a16:creationId xmlns:a16="http://schemas.microsoft.com/office/drawing/2014/main" id="{630205B1-4D46-44AA-7027-86BBAF586A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261348" y="333374"/>
              <a:ext cx="157958" cy="6270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7" name="Straight Connector 576">
              <a:extLst>
                <a:ext uri="{FF2B5EF4-FFF2-40B4-BE49-F238E27FC236}">
                  <a16:creationId xmlns:a16="http://schemas.microsoft.com/office/drawing/2014/main" id="{194955B3-51CA-BD23-4354-C0EF1EE6E21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22481" y="333375"/>
              <a:ext cx="0" cy="133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8" name="Straight Connector 577">
              <a:extLst>
                <a:ext uri="{FF2B5EF4-FFF2-40B4-BE49-F238E27FC236}">
                  <a16:creationId xmlns:a16="http://schemas.microsoft.com/office/drawing/2014/main" id="{83752D1B-9C9C-F306-5F6D-DD549364056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25654" y="395287"/>
              <a:ext cx="157958" cy="6270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0" name="Straight Connector 579">
              <a:extLst>
                <a:ext uri="{FF2B5EF4-FFF2-40B4-BE49-F238E27FC236}">
                  <a16:creationId xmlns:a16="http://schemas.microsoft.com/office/drawing/2014/main" id="{21B2C924-4BA6-6ECC-09E6-4C5C27DA37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86787" y="395288"/>
              <a:ext cx="0" cy="133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1" name="Straight Connector 580">
              <a:extLst>
                <a:ext uri="{FF2B5EF4-FFF2-40B4-BE49-F238E27FC236}">
                  <a16:creationId xmlns:a16="http://schemas.microsoft.com/office/drawing/2014/main" id="{94498494-C03A-BB1D-6E91-D294B657B5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597104" y="454818"/>
              <a:ext cx="157958" cy="6270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3" name="Straight Connector 582">
              <a:extLst>
                <a:ext uri="{FF2B5EF4-FFF2-40B4-BE49-F238E27FC236}">
                  <a16:creationId xmlns:a16="http://schemas.microsoft.com/office/drawing/2014/main" id="{83C87098-EB26-CFD9-D90A-56DAC35F1E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58237" y="454819"/>
              <a:ext cx="0" cy="133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5" name="Straight Connector 584">
              <a:extLst>
                <a:ext uri="{FF2B5EF4-FFF2-40B4-BE49-F238E27FC236}">
                  <a16:creationId xmlns:a16="http://schemas.microsoft.com/office/drawing/2014/main" id="{D5580E53-639E-BCE7-CBC4-20325DA187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49504" y="519111"/>
              <a:ext cx="157958" cy="6270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7" name="Straight Connector 586">
              <a:extLst>
                <a:ext uri="{FF2B5EF4-FFF2-40B4-BE49-F238E27FC236}">
                  <a16:creationId xmlns:a16="http://schemas.microsoft.com/office/drawing/2014/main" id="{8F4890AF-FE38-6E37-E827-27CECDA30E7B}"/>
                </a:ext>
              </a:extLst>
            </p:cNvPr>
            <p:cNvCxnSpPr>
              <a:cxnSpLocks/>
            </p:cNvCxnSpPr>
            <p:nvPr/>
          </p:nvCxnSpPr>
          <p:spPr>
            <a:xfrm>
              <a:off x="8908257" y="512762"/>
              <a:ext cx="180975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0" name="Straight Connector 589">
              <a:extLst>
                <a:ext uri="{FF2B5EF4-FFF2-40B4-BE49-F238E27FC236}">
                  <a16:creationId xmlns:a16="http://schemas.microsoft.com/office/drawing/2014/main" id="{BC410CFF-3037-6322-98B6-F1C0B31D2268}"/>
                </a:ext>
              </a:extLst>
            </p:cNvPr>
            <p:cNvCxnSpPr>
              <a:cxnSpLocks/>
            </p:cNvCxnSpPr>
            <p:nvPr/>
          </p:nvCxnSpPr>
          <p:spPr>
            <a:xfrm>
              <a:off x="9082881" y="585789"/>
              <a:ext cx="0" cy="11668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2" name="Straight Connector 591">
              <a:extLst>
                <a:ext uri="{FF2B5EF4-FFF2-40B4-BE49-F238E27FC236}">
                  <a16:creationId xmlns:a16="http://schemas.microsoft.com/office/drawing/2014/main" id="{22866364-45BE-D36D-CFDB-7A92CB74A74A}"/>
                </a:ext>
              </a:extLst>
            </p:cNvPr>
            <p:cNvCxnSpPr>
              <a:cxnSpLocks/>
            </p:cNvCxnSpPr>
            <p:nvPr/>
          </p:nvCxnSpPr>
          <p:spPr>
            <a:xfrm>
              <a:off x="9082088" y="698499"/>
              <a:ext cx="180975" cy="71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6" name="Straight Connector 595">
              <a:extLst>
                <a:ext uri="{FF2B5EF4-FFF2-40B4-BE49-F238E27FC236}">
                  <a16:creationId xmlns:a16="http://schemas.microsoft.com/office/drawing/2014/main" id="{0A5DEB8C-6882-FAA3-7AED-1A34FA2810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50238" y="766762"/>
              <a:ext cx="997744" cy="3762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1" name="Straight Connector 600">
              <a:extLst>
                <a:ext uri="{FF2B5EF4-FFF2-40B4-BE49-F238E27FC236}">
                  <a16:creationId xmlns:a16="http://schemas.microsoft.com/office/drawing/2014/main" id="{1FF22A0F-9921-BA97-D995-4AF29894AFBA}"/>
                </a:ext>
              </a:extLst>
            </p:cNvPr>
            <p:cNvCxnSpPr>
              <a:cxnSpLocks/>
            </p:cNvCxnSpPr>
            <p:nvPr/>
          </p:nvCxnSpPr>
          <p:spPr>
            <a:xfrm>
              <a:off x="8256587" y="1135858"/>
              <a:ext cx="0" cy="11985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4" name="Straight Connector 603">
              <a:extLst>
                <a:ext uri="{FF2B5EF4-FFF2-40B4-BE49-F238E27FC236}">
                  <a16:creationId xmlns:a16="http://schemas.microsoft.com/office/drawing/2014/main" id="{01E0A0F2-07BF-24DC-5C07-4AB43C0EDCA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26388" y="1257300"/>
              <a:ext cx="328612" cy="133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6" name="Straight Connector 605">
              <a:extLst>
                <a:ext uri="{FF2B5EF4-FFF2-40B4-BE49-F238E27FC236}">
                  <a16:creationId xmlns:a16="http://schemas.microsoft.com/office/drawing/2014/main" id="{E9B85525-9AAA-24DB-8BCC-B42583E02B5F}"/>
                </a:ext>
              </a:extLst>
            </p:cNvPr>
            <p:cNvCxnSpPr>
              <a:cxnSpLocks/>
            </p:cNvCxnSpPr>
            <p:nvPr/>
          </p:nvCxnSpPr>
          <p:spPr>
            <a:xfrm>
              <a:off x="7923212" y="1392238"/>
              <a:ext cx="170657" cy="722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7" name="Straight Connector 606">
              <a:extLst>
                <a:ext uri="{FF2B5EF4-FFF2-40B4-BE49-F238E27FC236}">
                  <a16:creationId xmlns:a16="http://schemas.microsoft.com/office/drawing/2014/main" id="{FFA96425-4495-6DDE-562D-D8509179EA3A}"/>
                </a:ext>
              </a:extLst>
            </p:cNvPr>
            <p:cNvCxnSpPr>
              <a:cxnSpLocks/>
            </p:cNvCxnSpPr>
            <p:nvPr/>
          </p:nvCxnSpPr>
          <p:spPr>
            <a:xfrm>
              <a:off x="8089900" y="1450183"/>
              <a:ext cx="0" cy="39528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9" name="Straight Connector 608">
              <a:extLst>
                <a:ext uri="{FF2B5EF4-FFF2-40B4-BE49-F238E27FC236}">
                  <a16:creationId xmlns:a16="http://schemas.microsoft.com/office/drawing/2014/main" id="{5C02E7E2-37B3-5525-E8D8-7507A64CEA4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35850" y="2071688"/>
              <a:ext cx="340519" cy="133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1" name="Straight Connector 610">
              <a:extLst>
                <a:ext uri="{FF2B5EF4-FFF2-40B4-BE49-F238E27FC236}">
                  <a16:creationId xmlns:a16="http://schemas.microsoft.com/office/drawing/2014/main" id="{AA4EBCD7-F8FF-783E-21F2-39428D1D4DC3}"/>
                </a:ext>
              </a:extLst>
            </p:cNvPr>
            <p:cNvCxnSpPr>
              <a:cxnSpLocks/>
            </p:cNvCxnSpPr>
            <p:nvPr/>
          </p:nvCxnSpPr>
          <p:spPr>
            <a:xfrm>
              <a:off x="6933406" y="2016919"/>
              <a:ext cx="506413" cy="19129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3" name="Straight Connector 612">
              <a:extLst>
                <a:ext uri="{FF2B5EF4-FFF2-40B4-BE49-F238E27FC236}">
                  <a16:creationId xmlns:a16="http://schemas.microsoft.com/office/drawing/2014/main" id="{DD3290A5-D4CE-D38A-FEBD-6846CE4C91CD}"/>
                </a:ext>
              </a:extLst>
            </p:cNvPr>
            <p:cNvCxnSpPr>
              <a:cxnSpLocks/>
            </p:cNvCxnSpPr>
            <p:nvPr/>
          </p:nvCxnSpPr>
          <p:spPr>
            <a:xfrm>
              <a:off x="6941341" y="2010570"/>
              <a:ext cx="0" cy="48498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4" name="TextBox 183">
            <a:extLst>
              <a:ext uri="{FF2B5EF4-FFF2-40B4-BE49-F238E27FC236}">
                <a16:creationId xmlns:a16="http://schemas.microsoft.com/office/drawing/2014/main" id="{3F7A4A94-C7E1-C514-B3FC-943CDD983F4E}"/>
              </a:ext>
            </a:extLst>
          </p:cNvPr>
          <p:cNvSpPr txBox="1"/>
          <p:nvPr/>
        </p:nvSpPr>
        <p:spPr>
          <a:xfrm>
            <a:off x="5216525" y="656907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蹭一步</a:t>
            </a:r>
            <a:endParaRPr lang="en-US" dirty="0"/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65B95E4F-DAA9-6C85-7932-E28E57EB3B6D}"/>
              </a:ext>
            </a:extLst>
          </p:cNvPr>
          <p:cNvSpPr txBox="1"/>
          <p:nvPr/>
        </p:nvSpPr>
        <p:spPr>
          <a:xfrm>
            <a:off x="4521200" y="1727200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17.11_zi</a:t>
            </a:r>
          </a:p>
        </p:txBody>
      </p:sp>
      <p:sp>
        <p:nvSpPr>
          <p:cNvPr id="635" name="Rectangle 634">
            <a:extLst>
              <a:ext uri="{FF2B5EF4-FFF2-40B4-BE49-F238E27FC236}">
                <a16:creationId xmlns:a16="http://schemas.microsoft.com/office/drawing/2014/main" id="{77EF029F-AA91-7379-475B-D6AA6A4150AA}"/>
              </a:ext>
            </a:extLst>
          </p:cNvPr>
          <p:cNvSpPr/>
          <p:nvPr/>
        </p:nvSpPr>
        <p:spPr>
          <a:xfrm>
            <a:off x="8984266" y="508537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2800" b="1" cap="none" spc="0" dirty="0">
                <a:ln/>
                <a:solidFill>
                  <a:schemeClr val="accent4"/>
                </a:solidFill>
                <a:effectLst/>
              </a:rPr>
              <a:t>5</a:t>
            </a:r>
          </a:p>
        </p:txBody>
      </p:sp>
      <p:cxnSp>
        <p:nvCxnSpPr>
          <p:cNvPr id="644" name="Straight Connector 643">
            <a:extLst>
              <a:ext uri="{FF2B5EF4-FFF2-40B4-BE49-F238E27FC236}">
                <a16:creationId xmlns:a16="http://schemas.microsoft.com/office/drawing/2014/main" id="{A87EEA9C-BC14-FF4C-A9EE-0CBD76120428}"/>
              </a:ext>
            </a:extLst>
          </p:cNvPr>
          <p:cNvCxnSpPr>
            <a:cxnSpLocks/>
          </p:cNvCxnSpPr>
          <p:nvPr/>
        </p:nvCxnSpPr>
        <p:spPr>
          <a:xfrm flipV="1">
            <a:off x="5184775" y="6299200"/>
            <a:ext cx="679450" cy="250825"/>
          </a:xfrm>
          <a:prstGeom prst="line">
            <a:avLst/>
          </a:prstGeom>
          <a:ln w="12700">
            <a:solidFill>
              <a:schemeClr val="bg1">
                <a:lumMod val="95000"/>
              </a:schemeClr>
            </a:solidFill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9DE161F-E36D-B78A-E230-E5EEFF2DFE9C}"/>
              </a:ext>
            </a:extLst>
          </p:cNvPr>
          <p:cNvCxnSpPr>
            <a:cxnSpLocks/>
          </p:cNvCxnSpPr>
          <p:nvPr/>
        </p:nvCxnSpPr>
        <p:spPr>
          <a:xfrm flipV="1">
            <a:off x="9303544" y="5060156"/>
            <a:ext cx="166687" cy="554832"/>
          </a:xfrm>
          <a:prstGeom prst="line">
            <a:avLst/>
          </a:prstGeom>
          <a:ln w="6350">
            <a:solidFill>
              <a:schemeClr val="bg1">
                <a:lumMod val="95000"/>
              </a:schemeClr>
            </a:solidFill>
            <a:prstDash val="sysDot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420BB73D-DE29-7B8C-3655-D8EE46229C7D}"/>
              </a:ext>
            </a:extLst>
          </p:cNvPr>
          <p:cNvCxnSpPr>
            <a:cxnSpLocks/>
          </p:cNvCxnSpPr>
          <p:nvPr/>
        </p:nvCxnSpPr>
        <p:spPr>
          <a:xfrm flipV="1">
            <a:off x="9327356" y="5069681"/>
            <a:ext cx="166687" cy="554832"/>
          </a:xfrm>
          <a:prstGeom prst="line">
            <a:avLst/>
          </a:prstGeom>
          <a:ln w="6350">
            <a:solidFill>
              <a:schemeClr val="bg1">
                <a:lumMod val="95000"/>
              </a:schemeClr>
            </a:solidFill>
            <a:prstDash val="sysDot"/>
          </a:ln>
          <a:effectLst>
            <a:glow rad="63500">
              <a:schemeClr val="accent5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Arrow: Down 24">
            <a:extLst>
              <a:ext uri="{FF2B5EF4-FFF2-40B4-BE49-F238E27FC236}">
                <a16:creationId xmlns:a16="http://schemas.microsoft.com/office/drawing/2014/main" id="{B43B2201-98A1-75F3-BC5E-EB4F4CC978ED}"/>
              </a:ext>
            </a:extLst>
          </p:cNvPr>
          <p:cNvSpPr/>
          <p:nvPr/>
        </p:nvSpPr>
        <p:spPr>
          <a:xfrm>
            <a:off x="8262299" y="957579"/>
            <a:ext cx="127000" cy="565150"/>
          </a:xfrm>
          <a:prstGeom prst="downArrow">
            <a:avLst/>
          </a:prstGeom>
          <a:solidFill>
            <a:srgbClr val="4472C4">
              <a:alpha val="4784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2" name="Arrow: Down 931">
            <a:extLst>
              <a:ext uri="{FF2B5EF4-FFF2-40B4-BE49-F238E27FC236}">
                <a16:creationId xmlns:a16="http://schemas.microsoft.com/office/drawing/2014/main" id="{C8646EAC-BED9-7F39-6602-BF32458389BA}"/>
              </a:ext>
            </a:extLst>
          </p:cNvPr>
          <p:cNvSpPr/>
          <p:nvPr/>
        </p:nvSpPr>
        <p:spPr>
          <a:xfrm>
            <a:off x="1669734" y="2690496"/>
            <a:ext cx="127000" cy="565150"/>
          </a:xfrm>
          <a:prstGeom prst="downArrow">
            <a:avLst/>
          </a:prstGeom>
          <a:solidFill>
            <a:srgbClr val="4472C4">
              <a:alpha val="47843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26601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TextBox 941">
            <a:extLst>
              <a:ext uri="{FF2B5EF4-FFF2-40B4-BE49-F238E27FC236}">
                <a16:creationId xmlns:a16="http://schemas.microsoft.com/office/drawing/2014/main" id="{83272B12-A2E5-3833-4D27-17971E9C0C2C}"/>
              </a:ext>
            </a:extLst>
          </p:cNvPr>
          <p:cNvSpPr txBox="1"/>
          <p:nvPr/>
        </p:nvSpPr>
        <p:spPr>
          <a:xfrm>
            <a:off x="5067300" y="488156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18.02</a:t>
            </a:r>
          </a:p>
        </p:txBody>
      </p:sp>
      <p:grpSp>
        <p:nvGrpSpPr>
          <p:cNvPr id="983" name="Group 982">
            <a:extLst>
              <a:ext uri="{FF2B5EF4-FFF2-40B4-BE49-F238E27FC236}">
                <a16:creationId xmlns:a16="http://schemas.microsoft.com/office/drawing/2014/main" id="{9D40A658-E439-9EF2-6303-1AB04EB68022}"/>
              </a:ext>
            </a:extLst>
          </p:cNvPr>
          <p:cNvGrpSpPr/>
          <p:nvPr/>
        </p:nvGrpSpPr>
        <p:grpSpPr>
          <a:xfrm>
            <a:off x="1029493" y="2740025"/>
            <a:ext cx="7283451" cy="3944144"/>
            <a:chOff x="1029493" y="2742407"/>
            <a:chExt cx="7283451" cy="3944144"/>
          </a:xfrm>
        </p:grpSpPr>
        <p:cxnSp>
          <p:nvCxnSpPr>
            <p:cNvPr id="938" name="Straight Connector 937">
              <a:extLst>
                <a:ext uri="{FF2B5EF4-FFF2-40B4-BE49-F238E27FC236}">
                  <a16:creationId xmlns:a16="http://schemas.microsoft.com/office/drawing/2014/main" id="{30DA0C19-439E-C246-B6B5-673245B720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2900" y="6424613"/>
              <a:ext cx="350044" cy="1381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1" name="Straight Connector 980">
              <a:extLst>
                <a:ext uri="{FF2B5EF4-FFF2-40B4-BE49-F238E27FC236}">
                  <a16:creationId xmlns:a16="http://schemas.microsoft.com/office/drawing/2014/main" id="{90B06C90-26DE-1121-0D5E-820A8479A2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4213" y="6303169"/>
              <a:ext cx="0" cy="130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983">
              <a:extLst>
                <a:ext uri="{FF2B5EF4-FFF2-40B4-BE49-F238E27FC236}">
                  <a16:creationId xmlns:a16="http://schemas.microsoft.com/office/drawing/2014/main" id="{C040CF0E-40EB-E4A1-7F42-ECDFBD6535A8}"/>
                </a:ext>
              </a:extLst>
            </p:cNvPr>
            <p:cNvCxnSpPr>
              <a:cxnSpLocks/>
            </p:cNvCxnSpPr>
            <p:nvPr/>
          </p:nvCxnSpPr>
          <p:spPr>
            <a:xfrm>
              <a:off x="7827169" y="6119813"/>
              <a:ext cx="476250" cy="1809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7" name="Straight Connector 986">
              <a:extLst>
                <a:ext uri="{FF2B5EF4-FFF2-40B4-BE49-F238E27FC236}">
                  <a16:creationId xmlns:a16="http://schemas.microsoft.com/office/drawing/2014/main" id="{66D39180-809C-B142-1800-235E73A4A3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2344" y="6241257"/>
              <a:ext cx="154781" cy="619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9" name="Straight Connector 988">
              <a:extLst>
                <a:ext uri="{FF2B5EF4-FFF2-40B4-BE49-F238E27FC236}">
                  <a16:creationId xmlns:a16="http://schemas.microsoft.com/office/drawing/2014/main" id="{6EF28173-46D7-D7B8-017A-25CBC907046C}"/>
                </a:ext>
              </a:extLst>
            </p:cNvPr>
            <p:cNvCxnSpPr>
              <a:cxnSpLocks/>
            </p:cNvCxnSpPr>
            <p:nvPr/>
          </p:nvCxnSpPr>
          <p:spPr>
            <a:xfrm>
              <a:off x="6312694" y="6034088"/>
              <a:ext cx="330994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1" name="Straight Connector 990">
              <a:extLst>
                <a:ext uri="{FF2B5EF4-FFF2-40B4-BE49-F238E27FC236}">
                  <a16:creationId xmlns:a16="http://schemas.microsoft.com/office/drawing/2014/main" id="{DEB29D8A-6BFF-5692-DB2C-0C90709C79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8844" y="6041232"/>
              <a:ext cx="321468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161F2AC3-4130-2F5F-252C-49F9A2620275}"/>
                </a:ext>
              </a:extLst>
            </p:cNvPr>
            <p:cNvCxnSpPr>
              <a:cxnSpLocks/>
            </p:cNvCxnSpPr>
            <p:nvPr/>
          </p:nvCxnSpPr>
          <p:spPr>
            <a:xfrm>
              <a:off x="5655469" y="6038851"/>
              <a:ext cx="330994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F95CEAFD-1086-9030-CA63-C88629C80F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56263" y="5788820"/>
              <a:ext cx="0" cy="24685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9E90A290-22CB-0CA5-20E9-64010D39CD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6400" y="6038850"/>
              <a:ext cx="173831" cy="642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367623BA-6D12-C867-917B-2D0FE97A3BF0}"/>
                </a:ext>
              </a:extLst>
            </p:cNvPr>
            <p:cNvCxnSpPr>
              <a:cxnSpLocks/>
            </p:cNvCxnSpPr>
            <p:nvPr/>
          </p:nvCxnSpPr>
          <p:spPr>
            <a:xfrm>
              <a:off x="5162550" y="5969795"/>
              <a:ext cx="326232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23D10341-96F1-D712-E822-2D34F7F699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1556" y="5969795"/>
              <a:ext cx="340519" cy="1381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236926BB-E9C4-2F84-4857-16227BB6FB94}"/>
                </a:ext>
              </a:extLst>
            </p:cNvPr>
            <p:cNvCxnSpPr>
              <a:cxnSpLocks/>
            </p:cNvCxnSpPr>
            <p:nvPr/>
          </p:nvCxnSpPr>
          <p:spPr>
            <a:xfrm>
              <a:off x="4502943" y="5972175"/>
              <a:ext cx="326232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0B3E56EF-2315-E7D5-7C47-4EA8A61C31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1357" y="5848351"/>
              <a:ext cx="0" cy="13493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E7DA588F-CF1D-29B8-DCAA-1ABD809A12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84338" y="6439694"/>
              <a:ext cx="672306" cy="2468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9B2D8EA5-965B-82FD-8B24-E033303FE6FC}"/>
                </a:ext>
              </a:extLst>
            </p:cNvPr>
            <p:cNvCxnSpPr>
              <a:cxnSpLocks/>
            </p:cNvCxnSpPr>
            <p:nvPr/>
          </p:nvCxnSpPr>
          <p:spPr>
            <a:xfrm>
              <a:off x="1029493" y="6303963"/>
              <a:ext cx="658813" cy="2587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B29E36B9-1C1D-D1C1-1FB6-20E56DA9C2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85925" y="6551613"/>
              <a:ext cx="0" cy="13493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6A61C2AA-0A10-28D1-3AC6-B7B116FDD007}"/>
                </a:ext>
              </a:extLst>
            </p:cNvPr>
            <p:cNvCxnSpPr>
              <a:cxnSpLocks/>
            </p:cNvCxnSpPr>
            <p:nvPr/>
          </p:nvCxnSpPr>
          <p:spPr>
            <a:xfrm>
              <a:off x="2867025" y="4044157"/>
              <a:ext cx="152400" cy="698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2CB8A18B-76EE-278D-D70D-A1FADF3C26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19425" y="3844132"/>
              <a:ext cx="673100" cy="2730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DBB3DDDE-1E12-20D5-81C9-732832F47168}"/>
                </a:ext>
              </a:extLst>
            </p:cNvPr>
            <p:cNvCxnSpPr>
              <a:cxnSpLocks/>
            </p:cNvCxnSpPr>
            <p:nvPr/>
          </p:nvCxnSpPr>
          <p:spPr>
            <a:xfrm>
              <a:off x="3683000" y="3847307"/>
              <a:ext cx="495300" cy="193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C7BCBF76-1E17-E98E-15B8-5D2F5FACE976}"/>
                </a:ext>
              </a:extLst>
            </p:cNvPr>
            <p:cNvCxnSpPr>
              <a:cxnSpLocks/>
            </p:cNvCxnSpPr>
            <p:nvPr/>
          </p:nvCxnSpPr>
          <p:spPr>
            <a:xfrm>
              <a:off x="3349625" y="3723482"/>
              <a:ext cx="152400" cy="698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0E520369-C9E9-4C58-FDC7-9331526038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52800" y="3202782"/>
              <a:ext cx="0" cy="5238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88102252-F30E-F0E6-F152-240C2EF2428C}"/>
                </a:ext>
              </a:extLst>
            </p:cNvPr>
            <p:cNvCxnSpPr>
              <a:cxnSpLocks/>
            </p:cNvCxnSpPr>
            <p:nvPr/>
          </p:nvCxnSpPr>
          <p:spPr>
            <a:xfrm>
              <a:off x="3178175" y="3126582"/>
              <a:ext cx="174625" cy="82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BD1842D8-9B2F-EBF8-44A8-7E4ED74D73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1150" y="2742407"/>
              <a:ext cx="0" cy="1492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597">
              <a:extLst>
                <a:ext uri="{FF2B5EF4-FFF2-40B4-BE49-F238E27FC236}">
                  <a16:creationId xmlns:a16="http://schemas.microsoft.com/office/drawing/2014/main" id="{23459921-39B4-7F59-2F30-4556CA8AF5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8175" y="3015457"/>
              <a:ext cx="0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604">
              <a:extLst>
                <a:ext uri="{FF2B5EF4-FFF2-40B4-BE49-F238E27FC236}">
                  <a16:creationId xmlns:a16="http://schemas.microsoft.com/office/drawing/2014/main" id="{DF3614CC-1F44-8BB4-4DCD-596621C324EC}"/>
                </a:ext>
              </a:extLst>
            </p:cNvPr>
            <p:cNvCxnSpPr>
              <a:cxnSpLocks/>
            </p:cNvCxnSpPr>
            <p:nvPr/>
          </p:nvCxnSpPr>
          <p:spPr>
            <a:xfrm>
              <a:off x="2847975" y="2878932"/>
              <a:ext cx="33020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116B9D4-EAF5-5B2F-98F3-2204F9162C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7438" y="6436520"/>
              <a:ext cx="159544" cy="571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7" name="Group 616">
            <a:extLst>
              <a:ext uri="{FF2B5EF4-FFF2-40B4-BE49-F238E27FC236}">
                <a16:creationId xmlns:a16="http://schemas.microsoft.com/office/drawing/2014/main" id="{37D9D28D-D18A-E8BF-F316-1ABC818CEAAE}"/>
              </a:ext>
            </a:extLst>
          </p:cNvPr>
          <p:cNvGrpSpPr/>
          <p:nvPr/>
        </p:nvGrpSpPr>
        <p:grpSpPr>
          <a:xfrm>
            <a:off x="5159375" y="1463675"/>
            <a:ext cx="2647157" cy="4708525"/>
            <a:chOff x="5159375" y="1463675"/>
            <a:chExt cx="2647157" cy="4708525"/>
          </a:xfrm>
        </p:grpSpPr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0927B6E9-2EDA-3A10-70C0-5D2FA70E4AF5}"/>
                </a:ext>
              </a:extLst>
            </p:cNvPr>
            <p:cNvCxnSpPr>
              <a:cxnSpLocks/>
            </p:cNvCxnSpPr>
            <p:nvPr/>
          </p:nvCxnSpPr>
          <p:spPr>
            <a:xfrm>
              <a:off x="6323013" y="5537200"/>
              <a:ext cx="0" cy="4897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613">
              <a:extLst>
                <a:ext uri="{FF2B5EF4-FFF2-40B4-BE49-F238E27FC236}">
                  <a16:creationId xmlns:a16="http://schemas.microsoft.com/office/drawing/2014/main" id="{33BDA676-05CE-F075-70CF-1A60036D91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9363" y="5391150"/>
              <a:ext cx="325437" cy="1500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617">
              <a:extLst>
                <a:ext uri="{FF2B5EF4-FFF2-40B4-BE49-F238E27FC236}">
                  <a16:creationId xmlns:a16="http://schemas.microsoft.com/office/drawing/2014/main" id="{DE243A3E-5119-B732-EFD7-331E652494A5}"/>
                </a:ext>
              </a:extLst>
            </p:cNvPr>
            <p:cNvCxnSpPr>
              <a:cxnSpLocks/>
            </p:cNvCxnSpPr>
            <p:nvPr/>
          </p:nvCxnSpPr>
          <p:spPr>
            <a:xfrm>
              <a:off x="6650038" y="2568575"/>
              <a:ext cx="0" cy="28297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635">
              <a:extLst>
                <a:ext uri="{FF2B5EF4-FFF2-40B4-BE49-F238E27FC236}">
                  <a16:creationId xmlns:a16="http://schemas.microsoft.com/office/drawing/2014/main" id="{B0DD3994-A602-48C8-A83A-3B8A05A6FE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92875" y="2489200"/>
              <a:ext cx="1682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649">
              <a:extLst>
                <a:ext uri="{FF2B5EF4-FFF2-40B4-BE49-F238E27FC236}">
                  <a16:creationId xmlns:a16="http://schemas.microsoft.com/office/drawing/2014/main" id="{EABB4988-301A-B037-7B15-7652EB1504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6050" y="2105025"/>
              <a:ext cx="987425" cy="387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Straight Connector 653">
              <a:extLst>
                <a:ext uri="{FF2B5EF4-FFF2-40B4-BE49-F238E27FC236}">
                  <a16:creationId xmlns:a16="http://schemas.microsoft.com/office/drawing/2014/main" id="{1EC046BF-60CC-6222-D565-37F1C584CF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80300" y="2101850"/>
              <a:ext cx="1682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657">
              <a:extLst>
                <a:ext uri="{FF2B5EF4-FFF2-40B4-BE49-F238E27FC236}">
                  <a16:creationId xmlns:a16="http://schemas.microsoft.com/office/drawing/2014/main" id="{2590CBAE-7200-52C9-0113-A940C1FB70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59375" y="1463675"/>
              <a:ext cx="1835150" cy="711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D51B64E-8BA4-32F5-4ED1-1795AB377B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9525" y="6103144"/>
              <a:ext cx="177007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0DBDD87-40A5-1127-76E4-303A3F400DB9}"/>
              </a:ext>
            </a:extLst>
          </p:cNvPr>
          <p:cNvGrpSpPr/>
          <p:nvPr/>
        </p:nvGrpSpPr>
        <p:grpSpPr>
          <a:xfrm>
            <a:off x="7967191" y="6684169"/>
            <a:ext cx="507206" cy="328614"/>
            <a:chOff x="7967191" y="6684169"/>
            <a:chExt cx="507206" cy="328614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5EB56E93-1687-17BF-B50E-03D4F3E152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74331" y="6815138"/>
              <a:ext cx="500066" cy="19764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64E04146-9218-53C0-231D-65A4C9B469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7191" y="6684169"/>
              <a:ext cx="0" cy="13573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0D0EB0B3-FF71-6593-744E-91EDD12A2B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0649" y="7917179"/>
            <a:ext cx="3110714" cy="2407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8981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TextBox 941">
            <a:extLst>
              <a:ext uri="{FF2B5EF4-FFF2-40B4-BE49-F238E27FC236}">
                <a16:creationId xmlns:a16="http://schemas.microsoft.com/office/drawing/2014/main" id="{83272B12-A2E5-3833-4D27-17971E9C0C2C}"/>
              </a:ext>
            </a:extLst>
          </p:cNvPr>
          <p:cNvSpPr txBox="1"/>
          <p:nvPr/>
        </p:nvSpPr>
        <p:spPr>
          <a:xfrm>
            <a:off x="5067300" y="488156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18.01</a:t>
            </a:r>
          </a:p>
        </p:txBody>
      </p:sp>
      <p:grpSp>
        <p:nvGrpSpPr>
          <p:cNvPr id="975" name="Group 974">
            <a:extLst>
              <a:ext uri="{FF2B5EF4-FFF2-40B4-BE49-F238E27FC236}">
                <a16:creationId xmlns:a16="http://schemas.microsoft.com/office/drawing/2014/main" id="{73990F3F-9F68-F97E-B0B7-DE2E9E10404E}"/>
              </a:ext>
            </a:extLst>
          </p:cNvPr>
          <p:cNvGrpSpPr/>
          <p:nvPr/>
        </p:nvGrpSpPr>
        <p:grpSpPr>
          <a:xfrm>
            <a:off x="5650709" y="423863"/>
            <a:ext cx="3483771" cy="6588920"/>
            <a:chOff x="5464970" y="490538"/>
            <a:chExt cx="3483771" cy="6588920"/>
          </a:xfrm>
        </p:grpSpPr>
        <p:cxnSp>
          <p:nvCxnSpPr>
            <p:cNvPr id="937" name="Straight Connector 936">
              <a:extLst>
                <a:ext uri="{FF2B5EF4-FFF2-40B4-BE49-F238E27FC236}">
                  <a16:creationId xmlns:a16="http://schemas.microsoft.com/office/drawing/2014/main" id="{DB12218E-716C-3C5A-B8F1-43445EB3E0C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96212" y="6881813"/>
              <a:ext cx="500066" cy="19764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3" name="Straight Connector 952">
              <a:extLst>
                <a:ext uri="{FF2B5EF4-FFF2-40B4-BE49-F238E27FC236}">
                  <a16:creationId xmlns:a16="http://schemas.microsoft.com/office/drawing/2014/main" id="{681C9517-E74B-053B-3530-DDCAF1A72AE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89072" y="6750844"/>
              <a:ext cx="0" cy="13573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00B3225-3399-3E8A-6679-2E396B247D6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86754" y="6681787"/>
              <a:ext cx="661984" cy="26670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077C36A0-50C1-0632-0D13-66003ECA05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48741" y="6296025"/>
              <a:ext cx="0" cy="38814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9651B29C-346E-EF06-0CB0-27CDAE28B108}"/>
                </a:ext>
              </a:extLst>
            </p:cNvPr>
            <p:cNvCxnSpPr>
              <a:cxnSpLocks/>
            </p:cNvCxnSpPr>
            <p:nvPr/>
          </p:nvCxnSpPr>
          <p:spPr>
            <a:xfrm>
              <a:off x="8789193" y="6236494"/>
              <a:ext cx="154782" cy="642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DB5EBEEE-AA0A-0279-8DA1-3C5C1D9F7A0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82053" y="6098381"/>
              <a:ext cx="0" cy="14049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1D037E9C-8BCE-821C-B728-A726A0641A64}"/>
                </a:ext>
              </a:extLst>
            </p:cNvPr>
            <p:cNvCxnSpPr>
              <a:cxnSpLocks/>
            </p:cNvCxnSpPr>
            <p:nvPr/>
          </p:nvCxnSpPr>
          <p:spPr>
            <a:xfrm>
              <a:off x="8622505" y="6041232"/>
              <a:ext cx="154782" cy="642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3ADFB08A-D375-F8C5-A9FF-254914110D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17747" y="5138738"/>
              <a:ext cx="0" cy="90964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7B2E469-7CB2-F234-6981-2C82B2012E4D}"/>
                </a:ext>
              </a:extLst>
            </p:cNvPr>
            <p:cNvCxnSpPr>
              <a:cxnSpLocks/>
            </p:cNvCxnSpPr>
            <p:nvPr/>
          </p:nvCxnSpPr>
          <p:spPr>
            <a:xfrm>
              <a:off x="8472486" y="5079207"/>
              <a:ext cx="154782" cy="6429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32B7521-9345-FBAB-972C-1E6265A282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55821" y="4962524"/>
              <a:ext cx="0" cy="14049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2C7B647-32C7-B631-7665-CD3A83A1F15D}"/>
                </a:ext>
              </a:extLst>
            </p:cNvPr>
            <p:cNvCxnSpPr>
              <a:cxnSpLocks/>
            </p:cNvCxnSpPr>
            <p:nvPr/>
          </p:nvCxnSpPr>
          <p:spPr>
            <a:xfrm>
              <a:off x="8289131" y="4881563"/>
              <a:ext cx="176212" cy="738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49FB407A-9BDA-FD02-B565-BA62DF994E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89134" y="4736305"/>
              <a:ext cx="0" cy="14049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7C74E6C2-1BFF-10D0-B0C5-EBB9E34BE037}"/>
                </a:ext>
              </a:extLst>
            </p:cNvPr>
            <p:cNvCxnSpPr>
              <a:cxnSpLocks/>
            </p:cNvCxnSpPr>
            <p:nvPr/>
          </p:nvCxnSpPr>
          <p:spPr>
            <a:xfrm>
              <a:off x="8122443" y="4676775"/>
              <a:ext cx="176212" cy="7381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FFC86E73-7943-B223-EE27-A9867829F2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93894" y="4624388"/>
              <a:ext cx="328612" cy="11668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Straight Connector 927">
              <a:extLst>
                <a:ext uri="{FF2B5EF4-FFF2-40B4-BE49-F238E27FC236}">
                  <a16:creationId xmlns:a16="http://schemas.microsoft.com/office/drawing/2014/main" id="{F645A7E4-0E85-1236-285C-0135B1003C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29465" y="6374606"/>
              <a:ext cx="0" cy="14049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9" name="Straight Connector 928">
              <a:extLst>
                <a:ext uri="{FF2B5EF4-FFF2-40B4-BE49-F238E27FC236}">
                  <a16:creationId xmlns:a16="http://schemas.microsoft.com/office/drawing/2014/main" id="{99773D9A-43F3-D650-F393-0FBA20E82A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96027" y="6279356"/>
              <a:ext cx="0" cy="40243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495EDD85-C480-1F93-E220-C6D48B31E5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64970" y="1528762"/>
              <a:ext cx="154779" cy="6905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EFEF1D76-1294-E079-1947-1783ACE422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26895" y="619125"/>
              <a:ext cx="0" cy="9072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B799B1A0-821B-24AB-FEEE-80DFDAD9690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19751" y="490538"/>
              <a:ext cx="335754" cy="133347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9E819C9C-C3DB-B3FB-6B13-9B2B70779F3B}"/>
                </a:ext>
              </a:extLst>
            </p:cNvPr>
            <p:cNvCxnSpPr>
              <a:cxnSpLocks/>
            </p:cNvCxnSpPr>
            <p:nvPr/>
          </p:nvCxnSpPr>
          <p:spPr>
            <a:xfrm>
              <a:off x="5945983" y="492917"/>
              <a:ext cx="854866" cy="32147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C9637D29-909D-00D7-0531-34A0F6ABD30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19875" y="1593056"/>
              <a:ext cx="169068" cy="6429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3E89BA80-2F95-57B1-C0D9-3FCC75BBBD95}"/>
                </a:ext>
              </a:extLst>
            </p:cNvPr>
            <p:cNvCxnSpPr>
              <a:cxnSpLocks/>
            </p:cNvCxnSpPr>
            <p:nvPr/>
          </p:nvCxnSpPr>
          <p:spPr>
            <a:xfrm>
              <a:off x="6786564" y="1204912"/>
              <a:ext cx="0" cy="38576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4B573D1F-1431-FDFB-985E-76534D7DDB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81800" y="1145381"/>
              <a:ext cx="169068" cy="6429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06ED4C4B-5266-5137-75DA-674EC2896527}"/>
                </a:ext>
              </a:extLst>
            </p:cNvPr>
            <p:cNvCxnSpPr>
              <a:cxnSpLocks/>
            </p:cNvCxnSpPr>
            <p:nvPr/>
          </p:nvCxnSpPr>
          <p:spPr>
            <a:xfrm>
              <a:off x="6946108" y="890588"/>
              <a:ext cx="0" cy="25003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984CFE6A-8874-A5E4-1D74-BD79C58AB415}"/>
                </a:ext>
              </a:extLst>
            </p:cNvPr>
            <p:cNvCxnSpPr>
              <a:cxnSpLocks/>
            </p:cNvCxnSpPr>
            <p:nvPr/>
          </p:nvCxnSpPr>
          <p:spPr>
            <a:xfrm>
              <a:off x="7800974" y="1078706"/>
              <a:ext cx="497681" cy="20478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FE168123-DA46-5CD2-C55D-A0F46689C2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74843" y="1207294"/>
              <a:ext cx="166686" cy="6905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890E745C-552D-9650-3BBA-477C0509B0D8}"/>
                </a:ext>
              </a:extLst>
            </p:cNvPr>
            <p:cNvCxnSpPr>
              <a:cxnSpLocks/>
            </p:cNvCxnSpPr>
            <p:nvPr/>
          </p:nvCxnSpPr>
          <p:spPr>
            <a:xfrm>
              <a:off x="8612983" y="1145381"/>
              <a:ext cx="0" cy="13811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6E97A587-9037-3FEA-B635-7883F6F15C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796087" y="764381"/>
              <a:ext cx="169068" cy="6429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82958072-A57C-0C72-5EB8-AE65DC4704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12981" y="1071563"/>
              <a:ext cx="166686" cy="6905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F6B2EE75-812A-4F35-E47D-B26E3858F670}"/>
                </a:ext>
              </a:extLst>
            </p:cNvPr>
            <p:cNvCxnSpPr>
              <a:cxnSpLocks/>
            </p:cNvCxnSpPr>
            <p:nvPr/>
          </p:nvCxnSpPr>
          <p:spPr>
            <a:xfrm>
              <a:off x="8782051" y="942975"/>
              <a:ext cx="0" cy="13811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C7E0C572-52AB-899C-27F1-47A7152776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77288" y="888207"/>
              <a:ext cx="166686" cy="6905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72A34424-58D5-77BD-B4E9-78038E50E2D1}"/>
                </a:ext>
              </a:extLst>
            </p:cNvPr>
            <p:cNvCxnSpPr>
              <a:cxnSpLocks/>
            </p:cNvCxnSpPr>
            <p:nvPr/>
          </p:nvCxnSpPr>
          <p:spPr>
            <a:xfrm>
              <a:off x="8939214" y="759618"/>
              <a:ext cx="0" cy="13811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8E749806-84FF-AC9B-C492-D6C5F4AB9A11}"/>
                </a:ext>
              </a:extLst>
            </p:cNvPr>
            <p:cNvCxnSpPr>
              <a:cxnSpLocks/>
            </p:cNvCxnSpPr>
            <p:nvPr/>
          </p:nvCxnSpPr>
          <p:spPr>
            <a:xfrm>
              <a:off x="8453437" y="1214435"/>
              <a:ext cx="154780" cy="666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8" name="Straight Connector 227">
              <a:extLst>
                <a:ext uri="{FF2B5EF4-FFF2-40B4-BE49-F238E27FC236}">
                  <a16:creationId xmlns:a16="http://schemas.microsoft.com/office/drawing/2014/main" id="{C0823E08-3D48-A50E-03BD-D2F6AD93177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15361" y="762001"/>
              <a:ext cx="316706" cy="13096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87A14258-E747-5B2D-D03D-CDE5C5777D26}"/>
                </a:ext>
              </a:extLst>
            </p:cNvPr>
            <p:cNvCxnSpPr>
              <a:cxnSpLocks/>
            </p:cNvCxnSpPr>
            <p:nvPr/>
          </p:nvCxnSpPr>
          <p:spPr>
            <a:xfrm>
              <a:off x="8615363" y="881062"/>
              <a:ext cx="0" cy="13811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Straight Connector 230">
              <a:extLst>
                <a:ext uri="{FF2B5EF4-FFF2-40B4-BE49-F238E27FC236}">
                  <a16:creationId xmlns:a16="http://schemas.microsoft.com/office/drawing/2014/main" id="{CC6A8ABE-DFB4-4088-4B3A-DD49DD48BA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81986" y="1019175"/>
              <a:ext cx="338137" cy="1381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Connector 232">
              <a:extLst>
                <a:ext uri="{FF2B5EF4-FFF2-40B4-BE49-F238E27FC236}">
                  <a16:creationId xmlns:a16="http://schemas.microsoft.com/office/drawing/2014/main" id="{43310CF3-2D13-4E26-C4B0-CF0F6793EE1C}"/>
                </a:ext>
              </a:extLst>
            </p:cNvPr>
            <p:cNvCxnSpPr>
              <a:cxnSpLocks/>
            </p:cNvCxnSpPr>
            <p:nvPr/>
          </p:nvCxnSpPr>
          <p:spPr>
            <a:xfrm>
              <a:off x="7955755" y="1012031"/>
              <a:ext cx="330993" cy="15240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>
              <a:extLst>
                <a:ext uri="{FF2B5EF4-FFF2-40B4-BE49-F238E27FC236}">
                  <a16:creationId xmlns:a16="http://schemas.microsoft.com/office/drawing/2014/main" id="{76592E31-4012-7A62-43CD-96DDBC0C248A}"/>
                </a:ext>
              </a:extLst>
            </p:cNvPr>
            <p:cNvCxnSpPr>
              <a:cxnSpLocks/>
            </p:cNvCxnSpPr>
            <p:nvPr/>
          </p:nvCxnSpPr>
          <p:spPr>
            <a:xfrm>
              <a:off x="6629402" y="1662113"/>
              <a:ext cx="0" cy="25003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>
              <a:extLst>
                <a:ext uri="{FF2B5EF4-FFF2-40B4-BE49-F238E27FC236}">
                  <a16:creationId xmlns:a16="http://schemas.microsoft.com/office/drawing/2014/main" id="{EEF77BA5-E967-38B4-01F8-896F88BA71AB}"/>
                </a:ext>
              </a:extLst>
            </p:cNvPr>
            <p:cNvCxnSpPr>
              <a:cxnSpLocks/>
            </p:cNvCxnSpPr>
            <p:nvPr/>
          </p:nvCxnSpPr>
          <p:spPr>
            <a:xfrm>
              <a:off x="6631781" y="1919285"/>
              <a:ext cx="495299" cy="19526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CB743611-86BD-A7E4-1DE9-C1A0787FBC7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134227" y="2038350"/>
              <a:ext cx="157159" cy="90489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417A4824-B8E9-A13A-4563-7E57F8A988F7}"/>
                </a:ext>
              </a:extLst>
            </p:cNvPr>
            <p:cNvCxnSpPr>
              <a:cxnSpLocks/>
            </p:cNvCxnSpPr>
            <p:nvPr/>
          </p:nvCxnSpPr>
          <p:spPr>
            <a:xfrm>
              <a:off x="7293769" y="2040728"/>
              <a:ext cx="495299" cy="19526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29ADECA2-CA6B-1FE7-AC85-8CC6B1C080BB}"/>
                </a:ext>
              </a:extLst>
            </p:cNvPr>
            <p:cNvCxnSpPr>
              <a:cxnSpLocks/>
            </p:cNvCxnSpPr>
            <p:nvPr/>
          </p:nvCxnSpPr>
          <p:spPr>
            <a:xfrm>
              <a:off x="7786690" y="2235994"/>
              <a:ext cx="0" cy="1333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>
              <a:extLst>
                <a:ext uri="{FF2B5EF4-FFF2-40B4-BE49-F238E27FC236}">
                  <a16:creationId xmlns:a16="http://schemas.microsoft.com/office/drawing/2014/main" id="{1333A530-74BB-4AE0-0E8E-4353AF281918}"/>
                </a:ext>
              </a:extLst>
            </p:cNvPr>
            <p:cNvCxnSpPr>
              <a:cxnSpLocks/>
            </p:cNvCxnSpPr>
            <p:nvPr/>
          </p:nvCxnSpPr>
          <p:spPr>
            <a:xfrm>
              <a:off x="7784306" y="2364578"/>
              <a:ext cx="342899" cy="13573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Straight Connector 247">
              <a:extLst>
                <a:ext uri="{FF2B5EF4-FFF2-40B4-BE49-F238E27FC236}">
                  <a16:creationId xmlns:a16="http://schemas.microsoft.com/office/drawing/2014/main" id="{15C95834-547A-762B-B786-D2071EB2A7BF}"/>
                </a:ext>
              </a:extLst>
            </p:cNvPr>
            <p:cNvCxnSpPr>
              <a:cxnSpLocks/>
            </p:cNvCxnSpPr>
            <p:nvPr/>
          </p:nvCxnSpPr>
          <p:spPr>
            <a:xfrm>
              <a:off x="8122446" y="2495551"/>
              <a:ext cx="0" cy="1333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Straight Connector 248">
              <a:extLst>
                <a:ext uri="{FF2B5EF4-FFF2-40B4-BE49-F238E27FC236}">
                  <a16:creationId xmlns:a16="http://schemas.microsoft.com/office/drawing/2014/main" id="{3211B375-B178-945B-4F01-826B4ABE1E5F}"/>
                </a:ext>
              </a:extLst>
            </p:cNvPr>
            <p:cNvCxnSpPr>
              <a:cxnSpLocks/>
            </p:cNvCxnSpPr>
            <p:nvPr/>
          </p:nvCxnSpPr>
          <p:spPr>
            <a:xfrm>
              <a:off x="8117681" y="2624134"/>
              <a:ext cx="171449" cy="7382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67B909FD-16FD-B726-EB7E-78F9151EE2F7}"/>
                </a:ext>
              </a:extLst>
            </p:cNvPr>
            <p:cNvCxnSpPr>
              <a:cxnSpLocks/>
            </p:cNvCxnSpPr>
            <p:nvPr/>
          </p:nvCxnSpPr>
          <p:spPr>
            <a:xfrm>
              <a:off x="8284371" y="2686051"/>
              <a:ext cx="0" cy="1333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2A5DEE4C-1025-8366-0A73-1D599EF8B586}"/>
                </a:ext>
              </a:extLst>
            </p:cNvPr>
            <p:cNvCxnSpPr>
              <a:cxnSpLocks/>
            </p:cNvCxnSpPr>
            <p:nvPr/>
          </p:nvCxnSpPr>
          <p:spPr>
            <a:xfrm>
              <a:off x="8281988" y="2809871"/>
              <a:ext cx="171449" cy="7382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3" name="Straight Connector 252">
              <a:extLst>
                <a:ext uri="{FF2B5EF4-FFF2-40B4-BE49-F238E27FC236}">
                  <a16:creationId xmlns:a16="http://schemas.microsoft.com/office/drawing/2014/main" id="{DFBE4937-B5B4-0811-BF02-C46048AAC02B}"/>
                </a:ext>
              </a:extLst>
            </p:cNvPr>
            <p:cNvCxnSpPr>
              <a:cxnSpLocks/>
            </p:cNvCxnSpPr>
            <p:nvPr/>
          </p:nvCxnSpPr>
          <p:spPr>
            <a:xfrm>
              <a:off x="8446296" y="2888457"/>
              <a:ext cx="0" cy="37385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Straight Connector 254">
              <a:extLst>
                <a:ext uri="{FF2B5EF4-FFF2-40B4-BE49-F238E27FC236}">
                  <a16:creationId xmlns:a16="http://schemas.microsoft.com/office/drawing/2014/main" id="{80CDCE69-B677-7520-8F93-DA6C66BE09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62802" y="4631531"/>
              <a:ext cx="1443034" cy="1862138"/>
            </a:xfrm>
            <a:prstGeom prst="line">
              <a:avLst/>
            </a:prstGeom>
            <a:ln w="3175">
              <a:solidFill>
                <a:srgbClr val="99FFCC"/>
              </a:solidFill>
              <a:prstDash val="sysDash"/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Connector 256">
              <a:extLst>
                <a:ext uri="{FF2B5EF4-FFF2-40B4-BE49-F238E27FC236}">
                  <a16:creationId xmlns:a16="http://schemas.microsoft.com/office/drawing/2014/main" id="{AE2D1431-A7C3-2FDE-A8EC-C4CE67B1BC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506401" y="1613535"/>
              <a:ext cx="818201" cy="5056347"/>
            </a:xfrm>
            <a:prstGeom prst="line">
              <a:avLst/>
            </a:prstGeom>
            <a:ln w="3175">
              <a:solidFill>
                <a:srgbClr val="99FFCC"/>
              </a:solidFill>
              <a:prstDash val="sysDash"/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83" name="Group 982">
            <a:extLst>
              <a:ext uri="{FF2B5EF4-FFF2-40B4-BE49-F238E27FC236}">
                <a16:creationId xmlns:a16="http://schemas.microsoft.com/office/drawing/2014/main" id="{9D40A658-E439-9EF2-6303-1AB04EB68022}"/>
              </a:ext>
            </a:extLst>
          </p:cNvPr>
          <p:cNvGrpSpPr/>
          <p:nvPr/>
        </p:nvGrpSpPr>
        <p:grpSpPr>
          <a:xfrm>
            <a:off x="1029493" y="2740025"/>
            <a:ext cx="7283451" cy="3944144"/>
            <a:chOff x="1029493" y="2742407"/>
            <a:chExt cx="7283451" cy="3944144"/>
          </a:xfrm>
        </p:grpSpPr>
        <p:cxnSp>
          <p:nvCxnSpPr>
            <p:cNvPr id="938" name="Straight Connector 937">
              <a:extLst>
                <a:ext uri="{FF2B5EF4-FFF2-40B4-BE49-F238E27FC236}">
                  <a16:creationId xmlns:a16="http://schemas.microsoft.com/office/drawing/2014/main" id="{30DA0C19-439E-C246-B6B5-673245B720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2900" y="6424613"/>
              <a:ext cx="350044" cy="1381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1" name="Straight Connector 980">
              <a:extLst>
                <a:ext uri="{FF2B5EF4-FFF2-40B4-BE49-F238E27FC236}">
                  <a16:creationId xmlns:a16="http://schemas.microsoft.com/office/drawing/2014/main" id="{90B06C90-26DE-1121-0D5E-820A8479A2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4213" y="6303169"/>
              <a:ext cx="0" cy="130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983">
              <a:extLst>
                <a:ext uri="{FF2B5EF4-FFF2-40B4-BE49-F238E27FC236}">
                  <a16:creationId xmlns:a16="http://schemas.microsoft.com/office/drawing/2014/main" id="{C040CF0E-40EB-E4A1-7F42-ECDFBD6535A8}"/>
                </a:ext>
              </a:extLst>
            </p:cNvPr>
            <p:cNvCxnSpPr>
              <a:cxnSpLocks/>
            </p:cNvCxnSpPr>
            <p:nvPr/>
          </p:nvCxnSpPr>
          <p:spPr>
            <a:xfrm>
              <a:off x="7827169" y="6119813"/>
              <a:ext cx="476250" cy="1809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7" name="Straight Connector 986">
              <a:extLst>
                <a:ext uri="{FF2B5EF4-FFF2-40B4-BE49-F238E27FC236}">
                  <a16:creationId xmlns:a16="http://schemas.microsoft.com/office/drawing/2014/main" id="{66D39180-809C-B142-1800-235E73A4A3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2344" y="6241257"/>
              <a:ext cx="154781" cy="619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9" name="Straight Connector 988">
              <a:extLst>
                <a:ext uri="{FF2B5EF4-FFF2-40B4-BE49-F238E27FC236}">
                  <a16:creationId xmlns:a16="http://schemas.microsoft.com/office/drawing/2014/main" id="{6EF28173-46D7-D7B8-017A-25CBC907046C}"/>
                </a:ext>
              </a:extLst>
            </p:cNvPr>
            <p:cNvCxnSpPr>
              <a:cxnSpLocks/>
            </p:cNvCxnSpPr>
            <p:nvPr/>
          </p:nvCxnSpPr>
          <p:spPr>
            <a:xfrm>
              <a:off x="6312694" y="6034088"/>
              <a:ext cx="330994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1" name="Straight Connector 990">
              <a:extLst>
                <a:ext uri="{FF2B5EF4-FFF2-40B4-BE49-F238E27FC236}">
                  <a16:creationId xmlns:a16="http://schemas.microsoft.com/office/drawing/2014/main" id="{DEB29D8A-6BFF-5692-DB2C-0C90709C79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8844" y="6041232"/>
              <a:ext cx="321468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161F2AC3-4130-2F5F-252C-49F9A2620275}"/>
                </a:ext>
              </a:extLst>
            </p:cNvPr>
            <p:cNvCxnSpPr>
              <a:cxnSpLocks/>
            </p:cNvCxnSpPr>
            <p:nvPr/>
          </p:nvCxnSpPr>
          <p:spPr>
            <a:xfrm>
              <a:off x="5655469" y="6038851"/>
              <a:ext cx="330994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F95CEAFD-1086-9030-CA63-C88629C80F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56263" y="5788820"/>
              <a:ext cx="0" cy="24685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9E90A290-22CB-0CA5-20E9-64010D39CD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6400" y="6038850"/>
              <a:ext cx="173831" cy="642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367623BA-6D12-C867-917B-2D0FE97A3BF0}"/>
                </a:ext>
              </a:extLst>
            </p:cNvPr>
            <p:cNvCxnSpPr>
              <a:cxnSpLocks/>
            </p:cNvCxnSpPr>
            <p:nvPr/>
          </p:nvCxnSpPr>
          <p:spPr>
            <a:xfrm>
              <a:off x="5162550" y="5969795"/>
              <a:ext cx="326232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23D10341-96F1-D712-E822-2D34F7F699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1556" y="5969795"/>
              <a:ext cx="340519" cy="1381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236926BB-E9C4-2F84-4857-16227BB6FB94}"/>
                </a:ext>
              </a:extLst>
            </p:cNvPr>
            <p:cNvCxnSpPr>
              <a:cxnSpLocks/>
            </p:cNvCxnSpPr>
            <p:nvPr/>
          </p:nvCxnSpPr>
          <p:spPr>
            <a:xfrm>
              <a:off x="4502943" y="5972175"/>
              <a:ext cx="326232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0B3E56EF-2315-E7D5-7C47-4EA8A61C31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1357" y="5848351"/>
              <a:ext cx="0" cy="13493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E7DA588F-CF1D-29B8-DCAA-1ABD809A12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84338" y="6439694"/>
              <a:ext cx="672306" cy="2468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9B2D8EA5-965B-82FD-8B24-E033303FE6FC}"/>
                </a:ext>
              </a:extLst>
            </p:cNvPr>
            <p:cNvCxnSpPr>
              <a:cxnSpLocks/>
            </p:cNvCxnSpPr>
            <p:nvPr/>
          </p:nvCxnSpPr>
          <p:spPr>
            <a:xfrm>
              <a:off x="1029493" y="6303963"/>
              <a:ext cx="658813" cy="2587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B29E36B9-1C1D-D1C1-1FB6-20E56DA9C2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85925" y="6551613"/>
              <a:ext cx="0" cy="13493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6A61C2AA-0A10-28D1-3AC6-B7B116FDD007}"/>
                </a:ext>
              </a:extLst>
            </p:cNvPr>
            <p:cNvCxnSpPr>
              <a:cxnSpLocks/>
            </p:cNvCxnSpPr>
            <p:nvPr/>
          </p:nvCxnSpPr>
          <p:spPr>
            <a:xfrm>
              <a:off x="2867025" y="4044157"/>
              <a:ext cx="152400" cy="698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2CB8A18B-76EE-278D-D70D-A1FADF3C26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19425" y="3844132"/>
              <a:ext cx="673100" cy="2730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DBB3DDDE-1E12-20D5-81C9-732832F47168}"/>
                </a:ext>
              </a:extLst>
            </p:cNvPr>
            <p:cNvCxnSpPr>
              <a:cxnSpLocks/>
            </p:cNvCxnSpPr>
            <p:nvPr/>
          </p:nvCxnSpPr>
          <p:spPr>
            <a:xfrm>
              <a:off x="3683000" y="3847307"/>
              <a:ext cx="495300" cy="193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C7BCBF76-1E17-E98E-15B8-5D2F5FACE976}"/>
                </a:ext>
              </a:extLst>
            </p:cNvPr>
            <p:cNvCxnSpPr>
              <a:cxnSpLocks/>
            </p:cNvCxnSpPr>
            <p:nvPr/>
          </p:nvCxnSpPr>
          <p:spPr>
            <a:xfrm>
              <a:off x="3349625" y="3723482"/>
              <a:ext cx="152400" cy="698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0E520369-C9E9-4C58-FDC7-9331526038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52800" y="3202782"/>
              <a:ext cx="0" cy="5238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88102252-F30E-F0E6-F152-240C2EF2428C}"/>
                </a:ext>
              </a:extLst>
            </p:cNvPr>
            <p:cNvCxnSpPr>
              <a:cxnSpLocks/>
            </p:cNvCxnSpPr>
            <p:nvPr/>
          </p:nvCxnSpPr>
          <p:spPr>
            <a:xfrm>
              <a:off x="3178175" y="3126582"/>
              <a:ext cx="174625" cy="82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BD1842D8-9B2F-EBF8-44A8-7E4ED74D73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1150" y="2742407"/>
              <a:ext cx="0" cy="1492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597">
              <a:extLst>
                <a:ext uri="{FF2B5EF4-FFF2-40B4-BE49-F238E27FC236}">
                  <a16:creationId xmlns:a16="http://schemas.microsoft.com/office/drawing/2014/main" id="{23459921-39B4-7F59-2F30-4556CA8AF5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8175" y="3015457"/>
              <a:ext cx="0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604">
              <a:extLst>
                <a:ext uri="{FF2B5EF4-FFF2-40B4-BE49-F238E27FC236}">
                  <a16:creationId xmlns:a16="http://schemas.microsoft.com/office/drawing/2014/main" id="{DF3614CC-1F44-8BB4-4DCD-596621C324EC}"/>
                </a:ext>
              </a:extLst>
            </p:cNvPr>
            <p:cNvCxnSpPr>
              <a:cxnSpLocks/>
            </p:cNvCxnSpPr>
            <p:nvPr/>
          </p:nvCxnSpPr>
          <p:spPr>
            <a:xfrm>
              <a:off x="2847975" y="2878932"/>
              <a:ext cx="33020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116B9D4-EAF5-5B2F-98F3-2204F9162C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7438" y="6436520"/>
              <a:ext cx="159544" cy="571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7" name="Group 616">
            <a:extLst>
              <a:ext uri="{FF2B5EF4-FFF2-40B4-BE49-F238E27FC236}">
                <a16:creationId xmlns:a16="http://schemas.microsoft.com/office/drawing/2014/main" id="{37D9D28D-D18A-E8BF-F316-1ABC818CEAAE}"/>
              </a:ext>
            </a:extLst>
          </p:cNvPr>
          <p:cNvGrpSpPr/>
          <p:nvPr/>
        </p:nvGrpSpPr>
        <p:grpSpPr>
          <a:xfrm>
            <a:off x="5159375" y="1463675"/>
            <a:ext cx="2647157" cy="4708525"/>
            <a:chOff x="5159375" y="1463675"/>
            <a:chExt cx="2647157" cy="4708525"/>
          </a:xfrm>
        </p:grpSpPr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0927B6E9-2EDA-3A10-70C0-5D2FA70E4AF5}"/>
                </a:ext>
              </a:extLst>
            </p:cNvPr>
            <p:cNvCxnSpPr>
              <a:cxnSpLocks/>
            </p:cNvCxnSpPr>
            <p:nvPr/>
          </p:nvCxnSpPr>
          <p:spPr>
            <a:xfrm>
              <a:off x="6323013" y="5537200"/>
              <a:ext cx="0" cy="4897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613">
              <a:extLst>
                <a:ext uri="{FF2B5EF4-FFF2-40B4-BE49-F238E27FC236}">
                  <a16:creationId xmlns:a16="http://schemas.microsoft.com/office/drawing/2014/main" id="{33BDA676-05CE-F075-70CF-1A60036D91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9363" y="5391150"/>
              <a:ext cx="325437" cy="1500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617">
              <a:extLst>
                <a:ext uri="{FF2B5EF4-FFF2-40B4-BE49-F238E27FC236}">
                  <a16:creationId xmlns:a16="http://schemas.microsoft.com/office/drawing/2014/main" id="{DE243A3E-5119-B732-EFD7-331E652494A5}"/>
                </a:ext>
              </a:extLst>
            </p:cNvPr>
            <p:cNvCxnSpPr>
              <a:cxnSpLocks/>
            </p:cNvCxnSpPr>
            <p:nvPr/>
          </p:nvCxnSpPr>
          <p:spPr>
            <a:xfrm>
              <a:off x="6650038" y="2568575"/>
              <a:ext cx="0" cy="28297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635">
              <a:extLst>
                <a:ext uri="{FF2B5EF4-FFF2-40B4-BE49-F238E27FC236}">
                  <a16:creationId xmlns:a16="http://schemas.microsoft.com/office/drawing/2014/main" id="{B0DD3994-A602-48C8-A83A-3B8A05A6FE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92875" y="2489200"/>
              <a:ext cx="1682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649">
              <a:extLst>
                <a:ext uri="{FF2B5EF4-FFF2-40B4-BE49-F238E27FC236}">
                  <a16:creationId xmlns:a16="http://schemas.microsoft.com/office/drawing/2014/main" id="{EABB4988-301A-B037-7B15-7652EB1504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6050" y="2105025"/>
              <a:ext cx="987425" cy="387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Straight Connector 653">
              <a:extLst>
                <a:ext uri="{FF2B5EF4-FFF2-40B4-BE49-F238E27FC236}">
                  <a16:creationId xmlns:a16="http://schemas.microsoft.com/office/drawing/2014/main" id="{1EC046BF-60CC-6222-D565-37F1C584CF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80300" y="2101850"/>
              <a:ext cx="1682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657">
              <a:extLst>
                <a:ext uri="{FF2B5EF4-FFF2-40B4-BE49-F238E27FC236}">
                  <a16:creationId xmlns:a16="http://schemas.microsoft.com/office/drawing/2014/main" id="{2590CBAE-7200-52C9-0113-A940C1FB70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59375" y="1463675"/>
              <a:ext cx="1835150" cy="711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D51B64E-8BA4-32F5-4ED1-1795AB377B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9525" y="6103144"/>
              <a:ext cx="177007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45" name="Group 944">
            <a:extLst>
              <a:ext uri="{FF2B5EF4-FFF2-40B4-BE49-F238E27FC236}">
                <a16:creationId xmlns:a16="http://schemas.microsoft.com/office/drawing/2014/main" id="{82600758-67D7-C4D8-9DD8-EB46D0CA6657}"/>
              </a:ext>
            </a:extLst>
          </p:cNvPr>
          <p:cNvGrpSpPr/>
          <p:nvPr/>
        </p:nvGrpSpPr>
        <p:grpSpPr>
          <a:xfrm>
            <a:off x="1031081" y="2797968"/>
            <a:ext cx="3143251" cy="4471988"/>
            <a:chOff x="1031081" y="2797968"/>
            <a:chExt cx="3143251" cy="4471988"/>
          </a:xfrm>
        </p:grpSpPr>
        <p:cxnSp>
          <p:nvCxnSpPr>
            <p:cNvPr id="939" name="Straight Connector 938">
              <a:extLst>
                <a:ext uri="{FF2B5EF4-FFF2-40B4-BE49-F238E27FC236}">
                  <a16:creationId xmlns:a16="http://schemas.microsoft.com/office/drawing/2014/main" id="{EBFF6A94-CD4F-BAC1-B210-7C54ED182D26}"/>
                </a:ext>
              </a:extLst>
            </p:cNvPr>
            <p:cNvCxnSpPr>
              <a:cxnSpLocks/>
            </p:cNvCxnSpPr>
            <p:nvPr/>
          </p:nvCxnSpPr>
          <p:spPr>
            <a:xfrm>
              <a:off x="3002756" y="2797968"/>
              <a:ext cx="516732" cy="20955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3" name="Straight Connector 942">
              <a:extLst>
                <a:ext uri="{FF2B5EF4-FFF2-40B4-BE49-F238E27FC236}">
                  <a16:creationId xmlns:a16="http://schemas.microsoft.com/office/drawing/2014/main" id="{4A94361D-D348-90A5-41B1-CDC3F7B1B47E}"/>
                </a:ext>
              </a:extLst>
            </p:cNvPr>
            <p:cNvCxnSpPr>
              <a:cxnSpLocks/>
            </p:cNvCxnSpPr>
            <p:nvPr/>
          </p:nvCxnSpPr>
          <p:spPr>
            <a:xfrm>
              <a:off x="3514725" y="3002756"/>
              <a:ext cx="0" cy="1428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945">
              <a:extLst>
                <a:ext uri="{FF2B5EF4-FFF2-40B4-BE49-F238E27FC236}">
                  <a16:creationId xmlns:a16="http://schemas.microsoft.com/office/drawing/2014/main" id="{57D38A6A-DB5A-617F-B1A0-5E6DCE5F234E}"/>
                </a:ext>
              </a:extLst>
            </p:cNvPr>
            <p:cNvCxnSpPr>
              <a:cxnSpLocks/>
            </p:cNvCxnSpPr>
            <p:nvPr/>
          </p:nvCxnSpPr>
          <p:spPr>
            <a:xfrm>
              <a:off x="3512343" y="3128962"/>
              <a:ext cx="654845" cy="2643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9" name="Straight Connector 948">
              <a:extLst>
                <a:ext uri="{FF2B5EF4-FFF2-40B4-BE49-F238E27FC236}">
                  <a16:creationId xmlns:a16="http://schemas.microsoft.com/office/drawing/2014/main" id="{E7378597-C75A-A99D-2553-C93F4FEF7A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29050" y="3395662"/>
              <a:ext cx="345282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Straight Connector 957">
              <a:extLst>
                <a:ext uri="{FF2B5EF4-FFF2-40B4-BE49-F238E27FC236}">
                  <a16:creationId xmlns:a16="http://schemas.microsoft.com/office/drawing/2014/main" id="{2D51D608-C21F-A636-3B61-58030E29890B}"/>
                </a:ext>
              </a:extLst>
            </p:cNvPr>
            <p:cNvCxnSpPr>
              <a:cxnSpLocks/>
            </p:cNvCxnSpPr>
            <p:nvPr/>
          </p:nvCxnSpPr>
          <p:spPr>
            <a:xfrm>
              <a:off x="3838575" y="3536156"/>
              <a:ext cx="0" cy="75485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0" name="Straight Connector 959">
              <a:extLst>
                <a:ext uri="{FF2B5EF4-FFF2-40B4-BE49-F238E27FC236}">
                  <a16:creationId xmlns:a16="http://schemas.microsoft.com/office/drawing/2014/main" id="{3D4967B1-399E-BBD7-E1C4-32A1B25AC6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40831" y="4291013"/>
              <a:ext cx="995363" cy="4048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Straight Connector 961">
              <a:extLst>
                <a:ext uri="{FF2B5EF4-FFF2-40B4-BE49-F238E27FC236}">
                  <a16:creationId xmlns:a16="http://schemas.microsoft.com/office/drawing/2014/main" id="{AA21A470-2B9E-8D6E-B6E1-9E5C663D6ED0}"/>
                </a:ext>
              </a:extLst>
            </p:cNvPr>
            <p:cNvCxnSpPr>
              <a:cxnSpLocks/>
            </p:cNvCxnSpPr>
            <p:nvPr/>
          </p:nvCxnSpPr>
          <p:spPr>
            <a:xfrm>
              <a:off x="2845594" y="4688681"/>
              <a:ext cx="0" cy="51435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4" name="Straight Connector 963">
              <a:extLst>
                <a:ext uri="{FF2B5EF4-FFF2-40B4-BE49-F238E27FC236}">
                  <a16:creationId xmlns:a16="http://schemas.microsoft.com/office/drawing/2014/main" id="{2B43A633-DE8D-4C52-B5C7-8E1BFA701D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74144" y="5200651"/>
              <a:ext cx="169069" cy="690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6" name="Straight Connector 965">
              <a:extLst>
                <a:ext uri="{FF2B5EF4-FFF2-40B4-BE49-F238E27FC236}">
                  <a16:creationId xmlns:a16="http://schemas.microsoft.com/office/drawing/2014/main" id="{BC136F36-8EA0-D2D4-EACE-FFA70B53FA4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05138" y="5324476"/>
              <a:ext cx="169069" cy="6905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7" name="Straight Connector 966">
              <a:extLst>
                <a:ext uri="{FF2B5EF4-FFF2-40B4-BE49-F238E27FC236}">
                  <a16:creationId xmlns:a16="http://schemas.microsoft.com/office/drawing/2014/main" id="{33C44C81-013F-13F2-5F73-0101967BE137}"/>
                </a:ext>
              </a:extLst>
            </p:cNvPr>
            <p:cNvCxnSpPr>
              <a:cxnSpLocks/>
            </p:cNvCxnSpPr>
            <p:nvPr/>
          </p:nvCxnSpPr>
          <p:spPr>
            <a:xfrm>
              <a:off x="2681288" y="5272088"/>
              <a:ext cx="326231" cy="12382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9" name="Straight Connector 968">
              <a:extLst>
                <a:ext uri="{FF2B5EF4-FFF2-40B4-BE49-F238E27FC236}">
                  <a16:creationId xmlns:a16="http://schemas.microsoft.com/office/drawing/2014/main" id="{C9A02C07-811C-0063-CA04-265323B5AE52}"/>
                </a:ext>
              </a:extLst>
            </p:cNvPr>
            <p:cNvCxnSpPr>
              <a:cxnSpLocks/>
            </p:cNvCxnSpPr>
            <p:nvPr/>
          </p:nvCxnSpPr>
          <p:spPr>
            <a:xfrm>
              <a:off x="3167063" y="5329238"/>
              <a:ext cx="173831" cy="619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Straight Connector 970">
              <a:extLst>
                <a:ext uri="{FF2B5EF4-FFF2-40B4-BE49-F238E27FC236}">
                  <a16:creationId xmlns:a16="http://schemas.microsoft.com/office/drawing/2014/main" id="{A2A27D17-49CD-5DC7-6ED9-039AF096E14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3276" y="5391151"/>
              <a:ext cx="0" cy="10334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3" name="Straight Connector 972">
              <a:extLst>
                <a:ext uri="{FF2B5EF4-FFF2-40B4-BE49-F238E27FC236}">
                  <a16:creationId xmlns:a16="http://schemas.microsoft.com/office/drawing/2014/main" id="{FD5519BF-7B89-F6C1-DF9F-BE3FF455DF38}"/>
                </a:ext>
              </a:extLst>
            </p:cNvPr>
            <p:cNvCxnSpPr>
              <a:cxnSpLocks/>
            </p:cNvCxnSpPr>
            <p:nvPr/>
          </p:nvCxnSpPr>
          <p:spPr>
            <a:xfrm>
              <a:off x="2845595" y="4055268"/>
              <a:ext cx="0" cy="11668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6" name="Straight Connector 975">
              <a:extLst>
                <a:ext uri="{FF2B5EF4-FFF2-40B4-BE49-F238E27FC236}">
                  <a16:creationId xmlns:a16="http://schemas.microsoft.com/office/drawing/2014/main" id="{AD867D82-0F17-0022-2FD3-FF8C4902D62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3463" y="6418263"/>
              <a:ext cx="0" cy="4087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9" name="Straight Connector 978">
              <a:extLst>
                <a:ext uri="{FF2B5EF4-FFF2-40B4-BE49-F238E27FC236}">
                  <a16:creationId xmlns:a16="http://schemas.microsoft.com/office/drawing/2014/main" id="{F5BBDE7F-3C09-A132-2125-C1F47584FACA}"/>
                </a:ext>
              </a:extLst>
            </p:cNvPr>
            <p:cNvCxnSpPr>
              <a:cxnSpLocks/>
            </p:cNvCxnSpPr>
            <p:nvPr/>
          </p:nvCxnSpPr>
          <p:spPr>
            <a:xfrm>
              <a:off x="1031081" y="6812756"/>
              <a:ext cx="509588" cy="209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6" name="Straight Connector 985">
              <a:extLst>
                <a:ext uri="{FF2B5EF4-FFF2-40B4-BE49-F238E27FC236}">
                  <a16:creationId xmlns:a16="http://schemas.microsoft.com/office/drawing/2014/main" id="{E879E136-8618-6CDC-9F97-8DDF556A26A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26380" y="7008019"/>
              <a:ext cx="0" cy="13573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74B6D2EA-2692-DB79-0880-1BE325FDEAD7}"/>
                </a:ext>
              </a:extLst>
            </p:cNvPr>
            <p:cNvCxnSpPr>
              <a:cxnSpLocks/>
            </p:cNvCxnSpPr>
            <p:nvPr/>
          </p:nvCxnSpPr>
          <p:spPr>
            <a:xfrm>
              <a:off x="1528762" y="7138987"/>
              <a:ext cx="328613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Connector 258">
              <a:extLst>
                <a:ext uri="{FF2B5EF4-FFF2-40B4-BE49-F238E27FC236}">
                  <a16:creationId xmlns:a16="http://schemas.microsoft.com/office/drawing/2014/main" id="{927A28FB-EC9B-D19D-137A-27130F4B5C2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42260" y="4198620"/>
              <a:ext cx="472440" cy="2217420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  <a:prstDash val="sysDot"/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D739147D-0687-84B4-D499-AF95DF64ADEA}"/>
              </a:ext>
            </a:extLst>
          </p:cNvPr>
          <p:cNvGrpSpPr/>
          <p:nvPr/>
        </p:nvGrpSpPr>
        <p:grpSpPr>
          <a:xfrm>
            <a:off x="702468" y="285750"/>
            <a:ext cx="4279901" cy="2278856"/>
            <a:chOff x="702468" y="285750"/>
            <a:chExt cx="4279901" cy="2278856"/>
          </a:xfrm>
        </p:grpSpPr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911DF5CE-856D-6133-0D49-F88589C946D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00563" y="1204913"/>
              <a:ext cx="481806" cy="1936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43F22C42-8A74-9BD3-DE52-4FEA12A6E21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1357" y="1085850"/>
              <a:ext cx="0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E821B6C4-E2E1-7154-AEE3-121006BFD1B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010026" y="878682"/>
              <a:ext cx="481806" cy="1936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FAE2030F-7C97-5224-A821-AFB8E4122F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06057" y="757237"/>
              <a:ext cx="0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FD953120-DFDB-65A0-8378-DE8EF589B64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5719" y="762794"/>
              <a:ext cx="157957" cy="587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423B5BB0-BB6A-C86B-179B-F99B25DA3F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43213" y="433388"/>
              <a:ext cx="1003300" cy="38417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97CFE5AF-E342-A3F8-A28A-19730F0B99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1225" y="433387"/>
              <a:ext cx="662782" cy="24765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DCDA0B9E-A678-62B9-1D1B-B18AAE3391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02468" y="2490788"/>
              <a:ext cx="161926" cy="738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4D4ADD95-33BE-094E-EB99-5CDC493EB28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2013" y="2486025"/>
              <a:ext cx="166687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2266A8B2-D0A5-9D0B-05BA-94739738FE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21555" y="2300288"/>
              <a:ext cx="683420" cy="2619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8A50A343-DF94-912E-8A1F-03D5038E637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703388" y="2185987"/>
              <a:ext cx="0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A6400CFD-DA7D-7DA6-71B6-1EF336B2FCD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93067" y="1974056"/>
              <a:ext cx="492921" cy="2071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8989EA6A-2239-64A8-4AF0-600D30CE85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9163" y="1852612"/>
              <a:ext cx="0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7A2A62C3-90A4-B2B5-6F22-83501F30581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81163" y="1657350"/>
              <a:ext cx="507205" cy="1905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EBF5A98B-1856-FEC3-6CD6-6AC733689B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93863" y="1540669"/>
              <a:ext cx="0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DCCF2E18-88A5-58A0-4BDE-476A3317B6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12094" y="1462088"/>
              <a:ext cx="183355" cy="8572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5DE9CC67-E0B3-AE97-CEC6-81879A0E249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27175" y="1228725"/>
              <a:ext cx="0" cy="24606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A9657FF0-39A7-7DB5-D67A-B8DCB51185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355725" y="1136651"/>
              <a:ext cx="183355" cy="8572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40CACFE2-3B4D-5657-23B1-B2D89ACA8E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67631" y="1016000"/>
              <a:ext cx="0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6B1DF2AF-A87E-0597-F84A-7846E4182EE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7113" y="495300"/>
              <a:ext cx="0" cy="1301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D61F9B42-14B8-09E9-577F-6AB5DD3F766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27906" y="869156"/>
              <a:ext cx="340519" cy="1468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FA8B77EC-C6FE-2818-4B6A-CA052E29D6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5844" y="745331"/>
              <a:ext cx="0" cy="13096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77768BC3-7A3B-43B7-43DD-072957792AA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7725" y="414338"/>
              <a:ext cx="183355" cy="8572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80FA81AC-A124-C202-0BBA-2AF321BBA6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8044" y="285750"/>
              <a:ext cx="0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4" name="Straight Connector 263">
              <a:extLst>
                <a:ext uri="{FF2B5EF4-FFF2-40B4-BE49-F238E27FC236}">
                  <a16:creationId xmlns:a16="http://schemas.microsoft.com/office/drawing/2014/main" id="{76EF6A7A-B65A-E3E8-4D50-2955837431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86782" y="685799"/>
              <a:ext cx="0" cy="63817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5B434747-3129-0A25-7EF7-0B5B2339560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20093" y="1322388"/>
              <a:ext cx="161926" cy="738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E5BCF49F-719E-633D-ACA5-3E8DD88C18A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76400" y="1260475"/>
              <a:ext cx="342900" cy="1452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E4754AB1-214A-6B08-58A8-3CCEDDDFF2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84338" y="1150937"/>
              <a:ext cx="0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6BAE30BC-BD19-9D80-4AB0-442AE9F2EE2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11300" y="1069975"/>
              <a:ext cx="187325" cy="793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2" name="Straight Connector 271">
              <a:extLst>
                <a:ext uri="{FF2B5EF4-FFF2-40B4-BE49-F238E27FC236}">
                  <a16:creationId xmlns:a16="http://schemas.microsoft.com/office/drawing/2014/main" id="{78CC2200-65ED-BD0D-1836-0C6CA91434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16063" y="935037"/>
              <a:ext cx="0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Straight Connector 272">
              <a:extLst>
                <a:ext uri="{FF2B5EF4-FFF2-40B4-BE49-F238E27FC236}">
                  <a16:creationId xmlns:a16="http://schemas.microsoft.com/office/drawing/2014/main" id="{39C7CBA9-7EE2-07BC-65D3-1C140812792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189038" y="681037"/>
              <a:ext cx="0" cy="1270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Connector 273">
              <a:extLst>
                <a:ext uri="{FF2B5EF4-FFF2-40B4-BE49-F238E27FC236}">
                  <a16:creationId xmlns:a16="http://schemas.microsoft.com/office/drawing/2014/main" id="{A5C3EE11-6552-1B47-7DAC-153581AA8FB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84275" y="806450"/>
              <a:ext cx="323850" cy="1428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Straight Connector 275">
              <a:extLst>
                <a:ext uri="{FF2B5EF4-FFF2-40B4-BE49-F238E27FC236}">
                  <a16:creationId xmlns:a16="http://schemas.microsoft.com/office/drawing/2014/main" id="{4B706077-C5E6-1714-C433-A3C2F0828B3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16000" y="604838"/>
              <a:ext cx="183355" cy="8572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390565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TextBox 941">
            <a:extLst>
              <a:ext uri="{FF2B5EF4-FFF2-40B4-BE49-F238E27FC236}">
                <a16:creationId xmlns:a16="http://schemas.microsoft.com/office/drawing/2014/main" id="{83272B12-A2E5-3833-4D27-17971E9C0C2C}"/>
              </a:ext>
            </a:extLst>
          </p:cNvPr>
          <p:cNvSpPr txBox="1"/>
          <p:nvPr/>
        </p:nvSpPr>
        <p:spPr>
          <a:xfrm>
            <a:off x="5067300" y="488156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18.04</a:t>
            </a:r>
          </a:p>
        </p:txBody>
      </p:sp>
      <p:grpSp>
        <p:nvGrpSpPr>
          <p:cNvPr id="983" name="Group 982">
            <a:extLst>
              <a:ext uri="{FF2B5EF4-FFF2-40B4-BE49-F238E27FC236}">
                <a16:creationId xmlns:a16="http://schemas.microsoft.com/office/drawing/2014/main" id="{9D40A658-E439-9EF2-6303-1AB04EB68022}"/>
              </a:ext>
            </a:extLst>
          </p:cNvPr>
          <p:cNvGrpSpPr/>
          <p:nvPr/>
        </p:nvGrpSpPr>
        <p:grpSpPr>
          <a:xfrm>
            <a:off x="1019968" y="2740025"/>
            <a:ext cx="7292976" cy="3944144"/>
            <a:chOff x="1019968" y="2742407"/>
            <a:chExt cx="7292976" cy="3944144"/>
          </a:xfrm>
        </p:grpSpPr>
        <p:cxnSp>
          <p:nvCxnSpPr>
            <p:cNvPr id="938" name="Straight Connector 937">
              <a:extLst>
                <a:ext uri="{FF2B5EF4-FFF2-40B4-BE49-F238E27FC236}">
                  <a16:creationId xmlns:a16="http://schemas.microsoft.com/office/drawing/2014/main" id="{30DA0C19-439E-C246-B6B5-673245B720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2900" y="6424613"/>
              <a:ext cx="350044" cy="1381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1" name="Straight Connector 980">
              <a:extLst>
                <a:ext uri="{FF2B5EF4-FFF2-40B4-BE49-F238E27FC236}">
                  <a16:creationId xmlns:a16="http://schemas.microsoft.com/office/drawing/2014/main" id="{90B06C90-26DE-1121-0D5E-820A8479A2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4213" y="6303169"/>
              <a:ext cx="0" cy="130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983">
              <a:extLst>
                <a:ext uri="{FF2B5EF4-FFF2-40B4-BE49-F238E27FC236}">
                  <a16:creationId xmlns:a16="http://schemas.microsoft.com/office/drawing/2014/main" id="{C040CF0E-40EB-E4A1-7F42-ECDFBD6535A8}"/>
                </a:ext>
              </a:extLst>
            </p:cNvPr>
            <p:cNvCxnSpPr>
              <a:cxnSpLocks/>
            </p:cNvCxnSpPr>
            <p:nvPr/>
          </p:nvCxnSpPr>
          <p:spPr>
            <a:xfrm>
              <a:off x="7827169" y="6119813"/>
              <a:ext cx="476250" cy="1809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7" name="Straight Connector 986">
              <a:extLst>
                <a:ext uri="{FF2B5EF4-FFF2-40B4-BE49-F238E27FC236}">
                  <a16:creationId xmlns:a16="http://schemas.microsoft.com/office/drawing/2014/main" id="{66D39180-809C-B142-1800-235E73A4A3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2344" y="6241257"/>
              <a:ext cx="154781" cy="619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9" name="Straight Connector 988">
              <a:extLst>
                <a:ext uri="{FF2B5EF4-FFF2-40B4-BE49-F238E27FC236}">
                  <a16:creationId xmlns:a16="http://schemas.microsoft.com/office/drawing/2014/main" id="{6EF28173-46D7-D7B8-017A-25CBC907046C}"/>
                </a:ext>
              </a:extLst>
            </p:cNvPr>
            <p:cNvCxnSpPr>
              <a:cxnSpLocks/>
            </p:cNvCxnSpPr>
            <p:nvPr/>
          </p:nvCxnSpPr>
          <p:spPr>
            <a:xfrm>
              <a:off x="6312694" y="6034088"/>
              <a:ext cx="330994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1" name="Straight Connector 990">
              <a:extLst>
                <a:ext uri="{FF2B5EF4-FFF2-40B4-BE49-F238E27FC236}">
                  <a16:creationId xmlns:a16="http://schemas.microsoft.com/office/drawing/2014/main" id="{DEB29D8A-6BFF-5692-DB2C-0C90709C79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8844" y="6041232"/>
              <a:ext cx="321468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161F2AC3-4130-2F5F-252C-49F9A2620275}"/>
                </a:ext>
              </a:extLst>
            </p:cNvPr>
            <p:cNvCxnSpPr>
              <a:cxnSpLocks/>
            </p:cNvCxnSpPr>
            <p:nvPr/>
          </p:nvCxnSpPr>
          <p:spPr>
            <a:xfrm>
              <a:off x="5655469" y="6038851"/>
              <a:ext cx="330994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9E90A290-22CB-0CA5-20E9-64010D39CD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6400" y="6038850"/>
              <a:ext cx="173831" cy="642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367623BA-6D12-C867-917B-2D0FE97A3BF0}"/>
                </a:ext>
              </a:extLst>
            </p:cNvPr>
            <p:cNvCxnSpPr>
              <a:cxnSpLocks/>
            </p:cNvCxnSpPr>
            <p:nvPr/>
          </p:nvCxnSpPr>
          <p:spPr>
            <a:xfrm>
              <a:off x="5162550" y="5969795"/>
              <a:ext cx="326232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23D10341-96F1-D712-E822-2D34F7F699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1556" y="5969795"/>
              <a:ext cx="340519" cy="1381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236926BB-E9C4-2F84-4857-16227BB6FB94}"/>
                </a:ext>
              </a:extLst>
            </p:cNvPr>
            <p:cNvCxnSpPr>
              <a:cxnSpLocks/>
            </p:cNvCxnSpPr>
            <p:nvPr/>
          </p:nvCxnSpPr>
          <p:spPr>
            <a:xfrm>
              <a:off x="4502943" y="5972175"/>
              <a:ext cx="326232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0B3E56EF-2315-E7D5-7C47-4EA8A61C31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1357" y="5848351"/>
              <a:ext cx="0" cy="13493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E7DA588F-CF1D-29B8-DCAA-1ABD809A12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84338" y="6439694"/>
              <a:ext cx="672306" cy="2468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9B2D8EA5-965B-82FD-8B24-E033303FE6FC}"/>
                </a:ext>
              </a:extLst>
            </p:cNvPr>
            <p:cNvCxnSpPr>
              <a:cxnSpLocks/>
            </p:cNvCxnSpPr>
            <p:nvPr/>
          </p:nvCxnSpPr>
          <p:spPr>
            <a:xfrm>
              <a:off x="1019968" y="6424613"/>
              <a:ext cx="658813" cy="2587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B29E36B9-1C1D-D1C1-1FB6-20E56DA9C2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8700" y="6294438"/>
              <a:ext cx="0" cy="13493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6A61C2AA-0A10-28D1-3AC6-B7B116FDD007}"/>
                </a:ext>
              </a:extLst>
            </p:cNvPr>
            <p:cNvCxnSpPr>
              <a:cxnSpLocks/>
            </p:cNvCxnSpPr>
            <p:nvPr/>
          </p:nvCxnSpPr>
          <p:spPr>
            <a:xfrm>
              <a:off x="2867025" y="4044157"/>
              <a:ext cx="152400" cy="698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2CB8A18B-76EE-278D-D70D-A1FADF3C26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19425" y="3844132"/>
              <a:ext cx="673100" cy="2730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DBB3DDDE-1E12-20D5-81C9-732832F47168}"/>
                </a:ext>
              </a:extLst>
            </p:cNvPr>
            <p:cNvCxnSpPr>
              <a:cxnSpLocks/>
            </p:cNvCxnSpPr>
            <p:nvPr/>
          </p:nvCxnSpPr>
          <p:spPr>
            <a:xfrm>
              <a:off x="3683000" y="3847307"/>
              <a:ext cx="495300" cy="193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C7BCBF76-1E17-E98E-15B8-5D2F5FACE976}"/>
                </a:ext>
              </a:extLst>
            </p:cNvPr>
            <p:cNvCxnSpPr>
              <a:cxnSpLocks/>
            </p:cNvCxnSpPr>
            <p:nvPr/>
          </p:nvCxnSpPr>
          <p:spPr>
            <a:xfrm>
              <a:off x="3349625" y="3723482"/>
              <a:ext cx="281781" cy="1079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0E520369-C9E9-4C58-FDC7-9331526038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52800" y="3202782"/>
              <a:ext cx="0" cy="5238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88102252-F30E-F0E6-F152-240C2EF2428C}"/>
                </a:ext>
              </a:extLst>
            </p:cNvPr>
            <p:cNvCxnSpPr>
              <a:cxnSpLocks/>
            </p:cNvCxnSpPr>
            <p:nvPr/>
          </p:nvCxnSpPr>
          <p:spPr>
            <a:xfrm>
              <a:off x="3178175" y="3126582"/>
              <a:ext cx="174625" cy="82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BD1842D8-9B2F-EBF8-44A8-7E4ED74D73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1150" y="2742407"/>
              <a:ext cx="0" cy="1492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597">
              <a:extLst>
                <a:ext uri="{FF2B5EF4-FFF2-40B4-BE49-F238E27FC236}">
                  <a16:creationId xmlns:a16="http://schemas.microsoft.com/office/drawing/2014/main" id="{23459921-39B4-7F59-2F30-4556CA8AF5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8175" y="3015457"/>
              <a:ext cx="0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604">
              <a:extLst>
                <a:ext uri="{FF2B5EF4-FFF2-40B4-BE49-F238E27FC236}">
                  <a16:creationId xmlns:a16="http://schemas.microsoft.com/office/drawing/2014/main" id="{DF3614CC-1F44-8BB4-4DCD-596621C324EC}"/>
                </a:ext>
              </a:extLst>
            </p:cNvPr>
            <p:cNvCxnSpPr>
              <a:cxnSpLocks/>
            </p:cNvCxnSpPr>
            <p:nvPr/>
          </p:nvCxnSpPr>
          <p:spPr>
            <a:xfrm>
              <a:off x="2847975" y="2878932"/>
              <a:ext cx="33020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116B9D4-EAF5-5B2F-98F3-2204F9162C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7438" y="6436520"/>
              <a:ext cx="159544" cy="571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7" name="Group 616">
            <a:extLst>
              <a:ext uri="{FF2B5EF4-FFF2-40B4-BE49-F238E27FC236}">
                <a16:creationId xmlns:a16="http://schemas.microsoft.com/office/drawing/2014/main" id="{37D9D28D-D18A-E8BF-F316-1ABC818CEAAE}"/>
              </a:ext>
            </a:extLst>
          </p:cNvPr>
          <p:cNvGrpSpPr/>
          <p:nvPr/>
        </p:nvGrpSpPr>
        <p:grpSpPr>
          <a:xfrm>
            <a:off x="5159375" y="1463675"/>
            <a:ext cx="2647157" cy="4708525"/>
            <a:chOff x="5159375" y="1463675"/>
            <a:chExt cx="2647157" cy="4708525"/>
          </a:xfrm>
        </p:grpSpPr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0927B6E9-2EDA-3A10-70C0-5D2FA70E4AF5}"/>
                </a:ext>
              </a:extLst>
            </p:cNvPr>
            <p:cNvCxnSpPr>
              <a:cxnSpLocks/>
            </p:cNvCxnSpPr>
            <p:nvPr/>
          </p:nvCxnSpPr>
          <p:spPr>
            <a:xfrm>
              <a:off x="6323013" y="5537200"/>
              <a:ext cx="0" cy="4897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613">
              <a:extLst>
                <a:ext uri="{FF2B5EF4-FFF2-40B4-BE49-F238E27FC236}">
                  <a16:creationId xmlns:a16="http://schemas.microsoft.com/office/drawing/2014/main" id="{33BDA676-05CE-F075-70CF-1A60036D91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9363" y="5391150"/>
              <a:ext cx="325437" cy="1500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617">
              <a:extLst>
                <a:ext uri="{FF2B5EF4-FFF2-40B4-BE49-F238E27FC236}">
                  <a16:creationId xmlns:a16="http://schemas.microsoft.com/office/drawing/2014/main" id="{DE243A3E-5119-B732-EFD7-331E652494A5}"/>
                </a:ext>
              </a:extLst>
            </p:cNvPr>
            <p:cNvCxnSpPr>
              <a:cxnSpLocks/>
            </p:cNvCxnSpPr>
            <p:nvPr/>
          </p:nvCxnSpPr>
          <p:spPr>
            <a:xfrm>
              <a:off x="6650038" y="2568575"/>
              <a:ext cx="0" cy="28297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635">
              <a:extLst>
                <a:ext uri="{FF2B5EF4-FFF2-40B4-BE49-F238E27FC236}">
                  <a16:creationId xmlns:a16="http://schemas.microsoft.com/office/drawing/2014/main" id="{B0DD3994-A602-48C8-A83A-3B8A05A6FE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92875" y="2489200"/>
              <a:ext cx="1682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649">
              <a:extLst>
                <a:ext uri="{FF2B5EF4-FFF2-40B4-BE49-F238E27FC236}">
                  <a16:creationId xmlns:a16="http://schemas.microsoft.com/office/drawing/2014/main" id="{EABB4988-301A-B037-7B15-7652EB1504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6050" y="2165350"/>
              <a:ext cx="828675" cy="3270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Straight Connector 653">
              <a:extLst>
                <a:ext uri="{FF2B5EF4-FFF2-40B4-BE49-F238E27FC236}">
                  <a16:creationId xmlns:a16="http://schemas.microsoft.com/office/drawing/2014/main" id="{1EC046BF-60CC-6222-D565-37F1C584CF0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483475" y="2168525"/>
              <a:ext cx="165100" cy="76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657">
              <a:extLst>
                <a:ext uri="{FF2B5EF4-FFF2-40B4-BE49-F238E27FC236}">
                  <a16:creationId xmlns:a16="http://schemas.microsoft.com/office/drawing/2014/main" id="{2590CBAE-7200-52C9-0113-A940C1FB70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59375" y="1463675"/>
              <a:ext cx="1835150" cy="711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D51B64E-8BA4-32F5-4ED1-1795AB377B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9525" y="6103144"/>
              <a:ext cx="177007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74FD5947-0926-274F-1A30-FAA81DFED2A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324725" y="2168525"/>
              <a:ext cx="1682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0DBDD87-40A5-1127-76E4-303A3F400DB9}"/>
              </a:ext>
            </a:extLst>
          </p:cNvPr>
          <p:cNvGrpSpPr/>
          <p:nvPr/>
        </p:nvGrpSpPr>
        <p:grpSpPr>
          <a:xfrm>
            <a:off x="7967191" y="6684169"/>
            <a:ext cx="507206" cy="328614"/>
            <a:chOff x="7967191" y="6684169"/>
            <a:chExt cx="507206" cy="328614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5EB56E93-1687-17BF-B50E-03D4F3E152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74331" y="6815138"/>
              <a:ext cx="500066" cy="19764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64E04146-9218-53C0-231D-65A4C9B469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7191" y="6684169"/>
              <a:ext cx="0" cy="13573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A2A3D3-632A-DF35-EBFE-8BB197790DE1}"/>
              </a:ext>
            </a:extLst>
          </p:cNvPr>
          <p:cNvCxnSpPr>
            <a:cxnSpLocks/>
          </p:cNvCxnSpPr>
          <p:nvPr/>
        </p:nvCxnSpPr>
        <p:spPr>
          <a:xfrm flipV="1">
            <a:off x="8472493" y="6615112"/>
            <a:ext cx="661984" cy="266702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40448BC-AAE4-B21D-BE13-459676F8D9AD}"/>
              </a:ext>
            </a:extLst>
          </p:cNvPr>
          <p:cNvCxnSpPr>
            <a:cxnSpLocks/>
          </p:cNvCxnSpPr>
          <p:nvPr/>
        </p:nvCxnSpPr>
        <p:spPr>
          <a:xfrm flipV="1">
            <a:off x="9134480" y="6229350"/>
            <a:ext cx="0" cy="388146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806752C-9A7E-C4A5-B9A1-41E89DC37E84}"/>
              </a:ext>
            </a:extLst>
          </p:cNvPr>
          <p:cNvCxnSpPr>
            <a:cxnSpLocks/>
          </p:cNvCxnSpPr>
          <p:nvPr/>
        </p:nvCxnSpPr>
        <p:spPr>
          <a:xfrm>
            <a:off x="8974932" y="6169819"/>
            <a:ext cx="154782" cy="64293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74C20A9-C384-8251-9AE6-AAE58D2A95A0}"/>
              </a:ext>
            </a:extLst>
          </p:cNvPr>
          <p:cNvCxnSpPr>
            <a:cxnSpLocks/>
          </p:cNvCxnSpPr>
          <p:nvPr/>
        </p:nvCxnSpPr>
        <p:spPr>
          <a:xfrm flipV="1">
            <a:off x="8967792" y="6031706"/>
            <a:ext cx="0" cy="140497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A8DDB39-A8F7-9B8D-F6E3-A37CEC66B283}"/>
              </a:ext>
            </a:extLst>
          </p:cNvPr>
          <p:cNvCxnSpPr>
            <a:cxnSpLocks/>
          </p:cNvCxnSpPr>
          <p:nvPr/>
        </p:nvCxnSpPr>
        <p:spPr>
          <a:xfrm flipV="1">
            <a:off x="8803486" y="5072063"/>
            <a:ext cx="0" cy="909640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CC53026-CFD1-CF48-94AB-A45BA2AB0745}"/>
              </a:ext>
            </a:extLst>
          </p:cNvPr>
          <p:cNvCxnSpPr>
            <a:cxnSpLocks/>
          </p:cNvCxnSpPr>
          <p:nvPr/>
        </p:nvCxnSpPr>
        <p:spPr>
          <a:xfrm flipV="1">
            <a:off x="8636797" y="4876797"/>
            <a:ext cx="0" cy="140497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B028DCD-B312-4679-0015-C81B62303FEC}"/>
              </a:ext>
            </a:extLst>
          </p:cNvPr>
          <p:cNvCxnSpPr>
            <a:cxnSpLocks/>
          </p:cNvCxnSpPr>
          <p:nvPr/>
        </p:nvCxnSpPr>
        <p:spPr>
          <a:xfrm>
            <a:off x="8474870" y="4814888"/>
            <a:ext cx="176212" cy="73819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5A5DF5B-9A67-10A3-426B-36A84F3CEEF8}"/>
              </a:ext>
            </a:extLst>
          </p:cNvPr>
          <p:cNvCxnSpPr>
            <a:cxnSpLocks/>
          </p:cNvCxnSpPr>
          <p:nvPr/>
        </p:nvCxnSpPr>
        <p:spPr>
          <a:xfrm flipV="1">
            <a:off x="8474873" y="4669630"/>
            <a:ext cx="0" cy="140497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F754FE0-CA51-8879-5ED2-3A4BBCE8B330}"/>
              </a:ext>
            </a:extLst>
          </p:cNvPr>
          <p:cNvCxnSpPr>
            <a:cxnSpLocks/>
          </p:cNvCxnSpPr>
          <p:nvPr/>
        </p:nvCxnSpPr>
        <p:spPr>
          <a:xfrm>
            <a:off x="8308182" y="4610100"/>
            <a:ext cx="176212" cy="73819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FD88B43-49FE-57EA-82B1-CCA8AB20F36E}"/>
              </a:ext>
            </a:extLst>
          </p:cNvPr>
          <p:cNvCxnSpPr>
            <a:cxnSpLocks/>
          </p:cNvCxnSpPr>
          <p:nvPr/>
        </p:nvCxnSpPr>
        <p:spPr>
          <a:xfrm flipV="1">
            <a:off x="8479633" y="4557713"/>
            <a:ext cx="328612" cy="116680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25EFC2E-1895-C39D-38B6-1A49DAB6587B}"/>
              </a:ext>
            </a:extLst>
          </p:cNvPr>
          <p:cNvCxnSpPr>
            <a:cxnSpLocks/>
          </p:cNvCxnSpPr>
          <p:nvPr/>
        </p:nvCxnSpPr>
        <p:spPr>
          <a:xfrm>
            <a:off x="8803483" y="5979319"/>
            <a:ext cx="154782" cy="64293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A1FB55-60E6-C15B-2B17-7AF9D729D89A}"/>
              </a:ext>
            </a:extLst>
          </p:cNvPr>
          <p:cNvCxnSpPr>
            <a:cxnSpLocks/>
          </p:cNvCxnSpPr>
          <p:nvPr/>
        </p:nvCxnSpPr>
        <p:spPr>
          <a:xfrm>
            <a:off x="8641558" y="5012532"/>
            <a:ext cx="154782" cy="64293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0" name="Group 929">
            <a:extLst>
              <a:ext uri="{FF2B5EF4-FFF2-40B4-BE49-F238E27FC236}">
                <a16:creationId xmlns:a16="http://schemas.microsoft.com/office/drawing/2014/main" id="{E5CD5902-FEE0-D8E1-DB15-60BDF02DAC9A}"/>
              </a:ext>
            </a:extLst>
          </p:cNvPr>
          <p:cNvGrpSpPr/>
          <p:nvPr/>
        </p:nvGrpSpPr>
        <p:grpSpPr>
          <a:xfrm>
            <a:off x="706120" y="2494280"/>
            <a:ext cx="3459480" cy="3935095"/>
            <a:chOff x="728345" y="2494280"/>
            <a:chExt cx="3459480" cy="3935095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C1FA520-9611-AF46-65AA-C348F3CAD7A9}"/>
                </a:ext>
              </a:extLst>
            </p:cNvPr>
            <p:cNvCxnSpPr>
              <a:cxnSpLocks/>
            </p:cNvCxnSpPr>
            <p:nvPr/>
          </p:nvCxnSpPr>
          <p:spPr>
            <a:xfrm>
              <a:off x="1878965" y="2494280"/>
              <a:ext cx="794385" cy="31877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4FB3566-1136-B201-3620-D1BC430E67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26185" y="2500471"/>
              <a:ext cx="644208" cy="25542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Straight Connector 933">
              <a:extLst>
                <a:ext uri="{FF2B5EF4-FFF2-40B4-BE49-F238E27FC236}">
                  <a16:creationId xmlns:a16="http://schemas.microsoft.com/office/drawing/2014/main" id="{1A798225-8F9F-A4D9-1691-6DB6DA01E2C0}"/>
                </a:ext>
              </a:extLst>
            </p:cNvPr>
            <p:cNvCxnSpPr>
              <a:cxnSpLocks/>
            </p:cNvCxnSpPr>
            <p:nvPr/>
          </p:nvCxnSpPr>
          <p:spPr>
            <a:xfrm>
              <a:off x="728345" y="2570480"/>
              <a:ext cx="487680" cy="18288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3" name="Straight Connector 962">
              <a:extLst>
                <a:ext uri="{FF2B5EF4-FFF2-40B4-BE49-F238E27FC236}">
                  <a16:creationId xmlns:a16="http://schemas.microsoft.com/office/drawing/2014/main" id="{B81A6EA4-53DA-B748-89AB-AF32781F5BD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536156" y="3140075"/>
              <a:ext cx="651669" cy="266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Straight Connector 964">
              <a:extLst>
                <a:ext uri="{FF2B5EF4-FFF2-40B4-BE49-F238E27FC236}">
                  <a16:creationId xmlns:a16="http://schemas.microsoft.com/office/drawing/2014/main" id="{09F87DC5-A0A6-93E8-F6C3-D9BFD7813E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3044" y="3457576"/>
              <a:ext cx="0" cy="1190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8" name="Straight Connector 967">
              <a:extLst>
                <a:ext uri="{FF2B5EF4-FFF2-40B4-BE49-F238E27FC236}">
                  <a16:creationId xmlns:a16="http://schemas.microsoft.com/office/drawing/2014/main" id="{6B9EBFD0-159F-89D1-4934-0C933D04DC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60800" y="3575050"/>
              <a:ext cx="171450" cy="849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0FA84797-8EDB-B897-F43E-2047111D85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72583" y="4682331"/>
              <a:ext cx="0" cy="5207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7B0A127-2F3A-39D6-4B7B-159C9C6CEC6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05894" y="5200650"/>
              <a:ext cx="166687" cy="785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3D5A2B10-106E-144A-D976-5084F37BA3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13100" y="5327650"/>
              <a:ext cx="150019" cy="682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F8932C48-C573-2BAC-F777-D83C09DF1B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57563" y="5398294"/>
              <a:ext cx="0" cy="7612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1B8DFB51-AD05-3AB1-416A-3B0B8BB342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30663" y="3406775"/>
              <a:ext cx="157162" cy="531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6FB988E8-0379-A649-1F6B-2BDF74E328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13037" y="5274469"/>
              <a:ext cx="319088" cy="1166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4B8222B7-34BE-32DE-2DA7-5AB6EB4799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36888" y="5318125"/>
              <a:ext cx="166687" cy="730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0D146959-298D-EC1F-3457-0556DCC49B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59151" y="6153150"/>
              <a:ext cx="0" cy="1389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7C131B66-96AD-2A15-3D31-616EB9A4BD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58357" y="6299201"/>
              <a:ext cx="0" cy="130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B7FB8C27-0B61-07DF-FE25-DE2E249F4F8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913856" y="2755900"/>
              <a:ext cx="626269" cy="257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C0316DA4-A75A-6A93-9407-128738CC5C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540919" y="3013076"/>
              <a:ext cx="0" cy="1190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569220F6-56C8-07C1-2B9F-F9B8F85F657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1594" y="3652838"/>
              <a:ext cx="0" cy="2024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1859DFB3-CBCE-EEB0-CE7E-A3EEE72B47D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863975" y="3950495"/>
              <a:ext cx="0" cy="34051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4C60B855-29B1-9AE9-1B5C-E9666A7E6DB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82106" y="4284662"/>
              <a:ext cx="983456" cy="39687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7F1D9E99-CCCA-4988-A757-15A8CCC1F55D}"/>
              </a:ext>
            </a:extLst>
          </p:cNvPr>
          <p:cNvGrpSpPr/>
          <p:nvPr/>
        </p:nvGrpSpPr>
        <p:grpSpPr>
          <a:xfrm>
            <a:off x="859631" y="291306"/>
            <a:ext cx="4146550" cy="1114425"/>
            <a:chOff x="859631" y="291306"/>
            <a:chExt cx="4146550" cy="1114425"/>
          </a:xfrm>
        </p:grpSpPr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8C67F79C-57A3-7358-D1A7-54A40D72C4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62488" y="1271588"/>
              <a:ext cx="343693" cy="1222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7DC74FBF-5A08-4B75-41C7-AE74578A7DE8}"/>
                </a:ext>
              </a:extLst>
            </p:cNvPr>
            <p:cNvCxnSpPr>
              <a:cxnSpLocks/>
            </p:cNvCxnSpPr>
            <p:nvPr/>
          </p:nvCxnSpPr>
          <p:spPr>
            <a:xfrm>
              <a:off x="4668043" y="114617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AD52BF58-27BE-6C1F-19AD-D7C61A0A08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98119" y="885825"/>
              <a:ext cx="673894" cy="2571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BCC57584-D5C3-AB92-D277-7B59F15A5754}"/>
                </a:ext>
              </a:extLst>
            </p:cNvPr>
            <p:cNvCxnSpPr>
              <a:cxnSpLocks/>
            </p:cNvCxnSpPr>
            <p:nvPr/>
          </p:nvCxnSpPr>
          <p:spPr>
            <a:xfrm>
              <a:off x="4006056" y="769937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51EF4BD7-DDAE-A519-3A9E-83B8C0FC52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42419" y="423069"/>
              <a:ext cx="1022349" cy="4056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682FD6C6-4956-EF63-DDCF-38ECC51613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4131" y="771525"/>
              <a:ext cx="169069" cy="5476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5C228011-4641-3B57-6F82-F7E34F4E98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14538" y="1066800"/>
              <a:ext cx="814387" cy="3381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84FF8057-67E4-A4E3-7789-90AAF6503634}"/>
                </a:ext>
              </a:extLst>
            </p:cNvPr>
            <p:cNvCxnSpPr>
              <a:cxnSpLocks/>
            </p:cNvCxnSpPr>
            <p:nvPr/>
          </p:nvCxnSpPr>
          <p:spPr>
            <a:xfrm>
              <a:off x="2844006" y="412750"/>
              <a:ext cx="0" cy="64928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97B84DA7-CFBA-510B-976F-CEC42D2D5A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81163" y="1259681"/>
              <a:ext cx="341312" cy="1460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386FA1A6-7B6E-6C02-146F-EA02A2BD4070}"/>
                </a:ext>
              </a:extLst>
            </p:cNvPr>
            <p:cNvCxnSpPr>
              <a:cxnSpLocks/>
            </p:cNvCxnSpPr>
            <p:nvPr/>
          </p:nvCxnSpPr>
          <p:spPr>
            <a:xfrm>
              <a:off x="1691481" y="1134269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01B4B624-790D-7F93-E715-2BBF7A1FE1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6381" y="1076325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D12E98B-0210-9B5E-C496-ACECFA28B2BE}"/>
                </a:ext>
              </a:extLst>
            </p:cNvPr>
            <p:cNvCxnSpPr>
              <a:cxnSpLocks/>
            </p:cNvCxnSpPr>
            <p:nvPr/>
          </p:nvCxnSpPr>
          <p:spPr>
            <a:xfrm>
              <a:off x="1527175" y="941388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9A5285AC-F9D3-477E-69B2-4FABD577ED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90625" y="821531"/>
              <a:ext cx="338931" cy="1341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0E78E7F5-D69A-032F-E5D2-77CA4FCE9E65}"/>
                </a:ext>
              </a:extLst>
            </p:cNvPr>
            <p:cNvCxnSpPr>
              <a:cxnSpLocks/>
            </p:cNvCxnSpPr>
            <p:nvPr/>
          </p:nvCxnSpPr>
          <p:spPr>
            <a:xfrm>
              <a:off x="1198563" y="68897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41B46328-A5CD-3BDD-1B07-3C4DAF7C38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3462" y="628650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5BA4E5A2-9418-B02B-C35C-E4D6A5BBA7EC}"/>
                </a:ext>
              </a:extLst>
            </p:cNvPr>
            <p:cNvCxnSpPr>
              <a:cxnSpLocks/>
            </p:cNvCxnSpPr>
            <p:nvPr/>
          </p:nvCxnSpPr>
          <p:spPr>
            <a:xfrm>
              <a:off x="1031875" y="491331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EC9E4BD6-F8D8-7444-174C-DA42C98AF3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9631" y="433387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9FEC66D6-08EF-1EDB-2CFD-17CE4F17BC18}"/>
                </a:ext>
              </a:extLst>
            </p:cNvPr>
            <p:cNvCxnSpPr>
              <a:cxnSpLocks/>
            </p:cNvCxnSpPr>
            <p:nvPr/>
          </p:nvCxnSpPr>
          <p:spPr>
            <a:xfrm>
              <a:off x="867568" y="291306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DFF53D9-D3FC-1E13-0D04-7467097091CD}"/>
              </a:ext>
            </a:extLst>
          </p:cNvPr>
          <p:cNvGrpSpPr/>
          <p:nvPr/>
        </p:nvGrpSpPr>
        <p:grpSpPr>
          <a:xfrm>
            <a:off x="5335593" y="357188"/>
            <a:ext cx="3798883" cy="6252371"/>
            <a:chOff x="5335593" y="357188"/>
            <a:chExt cx="3798883" cy="6252371"/>
          </a:xfrm>
        </p:grpSpPr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C9FF3457-8F2A-059E-E54B-ADE62B59A09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2880" y="6221413"/>
              <a:ext cx="0" cy="38814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F1B57338-E26E-F26B-E1B3-77D14C2EB6A6}"/>
                </a:ext>
              </a:extLst>
            </p:cNvPr>
            <p:cNvCxnSpPr>
              <a:cxnSpLocks/>
            </p:cNvCxnSpPr>
            <p:nvPr/>
          </p:nvCxnSpPr>
          <p:spPr>
            <a:xfrm>
              <a:off x="6147599" y="6492879"/>
              <a:ext cx="350833" cy="11509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5A36A48B-00EF-8AA6-4BAF-AD1F469C9E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52361" y="6365081"/>
              <a:ext cx="0" cy="11351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172D7A0B-F6A7-DC6E-9DCE-03E4748B54DE}"/>
                </a:ext>
              </a:extLst>
            </p:cNvPr>
            <p:cNvCxnSpPr>
              <a:cxnSpLocks/>
            </p:cNvCxnSpPr>
            <p:nvPr/>
          </p:nvCxnSpPr>
          <p:spPr>
            <a:xfrm>
              <a:off x="5979319" y="6293644"/>
              <a:ext cx="171450" cy="7620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7E3EE4B-28CC-C9C4-7E13-96C64490686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8055" y="6172200"/>
              <a:ext cx="0" cy="11351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E73BF69-44B2-2C58-0463-AC394DCBDCA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57061" y="5791200"/>
              <a:ext cx="0" cy="2444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8" name="Straight Connector 927">
              <a:extLst>
                <a:ext uri="{FF2B5EF4-FFF2-40B4-BE49-F238E27FC236}">
                  <a16:creationId xmlns:a16="http://schemas.microsoft.com/office/drawing/2014/main" id="{5F690915-CFBD-4622-629A-522FCE2179F2}"/>
                </a:ext>
              </a:extLst>
            </p:cNvPr>
            <p:cNvCxnSpPr>
              <a:cxnSpLocks/>
            </p:cNvCxnSpPr>
            <p:nvPr/>
          </p:nvCxnSpPr>
          <p:spPr>
            <a:xfrm>
              <a:off x="5338763" y="5643563"/>
              <a:ext cx="314325" cy="13097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2" name="Straight Connector 931">
              <a:extLst>
                <a:ext uri="{FF2B5EF4-FFF2-40B4-BE49-F238E27FC236}">
                  <a16:creationId xmlns:a16="http://schemas.microsoft.com/office/drawing/2014/main" id="{8B59E4DF-B1B4-EC7F-82A5-AE865237357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5593" y="5524500"/>
              <a:ext cx="0" cy="11351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3" name="Straight Connector 932">
              <a:extLst>
                <a:ext uri="{FF2B5EF4-FFF2-40B4-BE49-F238E27FC236}">
                  <a16:creationId xmlns:a16="http://schemas.microsoft.com/office/drawing/2014/main" id="{11D3493B-3F05-6DE1-DD45-21E2AC1201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336381" y="5453063"/>
              <a:ext cx="164307" cy="6667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6" name="Straight Connector 935">
              <a:extLst>
                <a:ext uri="{FF2B5EF4-FFF2-40B4-BE49-F238E27FC236}">
                  <a16:creationId xmlns:a16="http://schemas.microsoft.com/office/drawing/2014/main" id="{402DABC0-AE59-C820-5303-A16085ED95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2424" y="1662112"/>
              <a:ext cx="0" cy="24447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7" name="Straight Connector 936">
              <a:extLst>
                <a:ext uri="{FF2B5EF4-FFF2-40B4-BE49-F238E27FC236}">
                  <a16:creationId xmlns:a16="http://schemas.microsoft.com/office/drawing/2014/main" id="{70EDB810-73C9-2F00-1BE0-ABC179FFCB5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50043" y="1600200"/>
              <a:ext cx="160332" cy="6112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0" name="Straight Connector 939">
              <a:extLst>
                <a:ext uri="{FF2B5EF4-FFF2-40B4-BE49-F238E27FC236}">
                  <a16:creationId xmlns:a16="http://schemas.microsoft.com/office/drawing/2014/main" id="{D693C497-2975-9D2E-E5CA-852D49396DB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53150" y="1331119"/>
              <a:ext cx="658818" cy="26352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4" name="Straight Connector 943">
              <a:extLst>
                <a:ext uri="{FF2B5EF4-FFF2-40B4-BE49-F238E27FC236}">
                  <a16:creationId xmlns:a16="http://schemas.microsoft.com/office/drawing/2014/main" id="{FE6121E7-19B8-0AF2-1848-4B8537B19E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52362" y="435769"/>
              <a:ext cx="0" cy="89694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6" name="Straight Connector 945">
              <a:extLst>
                <a:ext uri="{FF2B5EF4-FFF2-40B4-BE49-F238E27FC236}">
                  <a16:creationId xmlns:a16="http://schemas.microsoft.com/office/drawing/2014/main" id="{DBB45D1B-4DE2-5050-F050-4B5CEA0447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322219" y="357188"/>
              <a:ext cx="831056" cy="32861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8" name="Straight Connector 947">
              <a:extLst>
                <a:ext uri="{FF2B5EF4-FFF2-40B4-BE49-F238E27FC236}">
                  <a16:creationId xmlns:a16="http://schemas.microsoft.com/office/drawing/2014/main" id="{33CEA60A-6571-73DD-8C08-8D7361386D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10626" y="826294"/>
              <a:ext cx="0" cy="1166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Straight Connector 949">
              <a:extLst>
                <a:ext uri="{FF2B5EF4-FFF2-40B4-BE49-F238E27FC236}">
                  <a16:creationId xmlns:a16="http://schemas.microsoft.com/office/drawing/2014/main" id="{82D634AB-ADAE-3AF2-1791-6C60A0C848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82013" y="947738"/>
              <a:ext cx="323850" cy="1428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Straight Connector 951">
              <a:extLst>
                <a:ext uri="{FF2B5EF4-FFF2-40B4-BE49-F238E27FC236}">
                  <a16:creationId xmlns:a16="http://schemas.microsoft.com/office/drawing/2014/main" id="{D113F694-DBF1-D6BE-FACB-1B5DF383FDF5}"/>
                </a:ext>
              </a:extLst>
            </p:cNvPr>
            <p:cNvCxnSpPr>
              <a:cxnSpLocks/>
            </p:cNvCxnSpPr>
            <p:nvPr/>
          </p:nvCxnSpPr>
          <p:spPr>
            <a:xfrm>
              <a:off x="8143087" y="949329"/>
              <a:ext cx="338926" cy="13890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7" name="Straight Connector 956">
              <a:extLst>
                <a:ext uri="{FF2B5EF4-FFF2-40B4-BE49-F238E27FC236}">
                  <a16:creationId xmlns:a16="http://schemas.microsoft.com/office/drawing/2014/main" id="{B196D5B3-8B2B-5A49-DA26-31462781753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08244" y="676276"/>
              <a:ext cx="323850" cy="1428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8" name="Straight Connector 957">
              <a:extLst>
                <a:ext uri="{FF2B5EF4-FFF2-40B4-BE49-F238E27FC236}">
                  <a16:creationId xmlns:a16="http://schemas.microsoft.com/office/drawing/2014/main" id="{36AD70AD-610E-C026-048A-9504B13D792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34476" y="673894"/>
              <a:ext cx="0" cy="1166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9" name="Straight Connector 958">
              <a:extLst>
                <a:ext uri="{FF2B5EF4-FFF2-40B4-BE49-F238E27FC236}">
                  <a16:creationId xmlns:a16="http://schemas.microsoft.com/office/drawing/2014/main" id="{796948A0-5B51-3B5C-401D-72CB9BCF97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63025" y="800101"/>
              <a:ext cx="171450" cy="8810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2" name="Straight Connector 961">
              <a:extLst>
                <a:ext uri="{FF2B5EF4-FFF2-40B4-BE49-F238E27FC236}">
                  <a16:creationId xmlns:a16="http://schemas.microsoft.com/office/drawing/2014/main" id="{8E69C8DF-7E95-E67C-BC2E-D1950CAA3E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70169" y="876300"/>
              <a:ext cx="0" cy="1166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4" name="Straight Connector 963">
              <a:extLst>
                <a:ext uri="{FF2B5EF4-FFF2-40B4-BE49-F238E27FC236}">
                  <a16:creationId xmlns:a16="http://schemas.microsoft.com/office/drawing/2014/main" id="{1E47DE21-C313-6B83-B4DB-8F2BA20486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91575" y="992982"/>
              <a:ext cx="171450" cy="8810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6" name="Straight Connector 965">
              <a:extLst>
                <a:ext uri="{FF2B5EF4-FFF2-40B4-BE49-F238E27FC236}">
                  <a16:creationId xmlns:a16="http://schemas.microsoft.com/office/drawing/2014/main" id="{10979AF3-F272-5E2F-0E82-B28DF2CC787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01101" y="1083468"/>
              <a:ext cx="0" cy="116681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7" name="Straight Connector 966">
              <a:extLst>
                <a:ext uri="{FF2B5EF4-FFF2-40B4-BE49-F238E27FC236}">
                  <a16:creationId xmlns:a16="http://schemas.microsoft.com/office/drawing/2014/main" id="{B0C34BED-6056-C9E0-6B32-34E6AED2C85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34413" y="1135856"/>
              <a:ext cx="166687" cy="5953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0" name="Straight Connector 969">
              <a:extLst>
                <a:ext uri="{FF2B5EF4-FFF2-40B4-BE49-F238E27FC236}">
                  <a16:creationId xmlns:a16="http://schemas.microsoft.com/office/drawing/2014/main" id="{CE765AA2-A004-12D7-12FF-F09F343681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72488" y="1133476"/>
              <a:ext cx="166687" cy="8096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4" name="Straight Connector 973">
              <a:extLst>
                <a:ext uri="{FF2B5EF4-FFF2-40B4-BE49-F238E27FC236}">
                  <a16:creationId xmlns:a16="http://schemas.microsoft.com/office/drawing/2014/main" id="{A69C03BC-093F-4462-2160-7C935D01902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41494" y="1076325"/>
              <a:ext cx="333375" cy="145258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8" name="Straight Connector 977">
              <a:extLst>
                <a:ext uri="{FF2B5EF4-FFF2-40B4-BE49-F238E27FC236}">
                  <a16:creationId xmlns:a16="http://schemas.microsoft.com/office/drawing/2014/main" id="{3637F4CE-37EE-6557-6029-4CE588BB6B7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40576" y="810418"/>
              <a:ext cx="0" cy="26273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2" name="Straight Connector 981">
              <a:extLst>
                <a:ext uri="{FF2B5EF4-FFF2-40B4-BE49-F238E27FC236}">
                  <a16:creationId xmlns:a16="http://schemas.microsoft.com/office/drawing/2014/main" id="{7F59458E-33DD-8F93-0653-61D71231AE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67538" y="1069976"/>
              <a:ext cx="166687" cy="8096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5" name="Straight Connector 984">
              <a:extLst>
                <a:ext uri="{FF2B5EF4-FFF2-40B4-BE49-F238E27FC236}">
                  <a16:creationId xmlns:a16="http://schemas.microsoft.com/office/drawing/2014/main" id="{3C71425B-6AFB-12CD-112A-190A06EEEAC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981826" y="1143793"/>
              <a:ext cx="0" cy="38338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0716533A-8BAA-7192-BC9E-EA4C41131C0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23076" y="1731168"/>
              <a:ext cx="0" cy="11033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9F6D05FC-E798-5132-159B-A3B4B48925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816725" y="1835944"/>
              <a:ext cx="673735" cy="27479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51043079-0F12-BA67-678C-3949673714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8976" y="2442368"/>
              <a:ext cx="0" cy="11033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EF67F028-8E14-6F84-39DB-4B8E63E1EA8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10563" y="2551906"/>
              <a:ext cx="163512" cy="833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F6BDF3F8-C4EA-99C0-74EB-0F7538C4A1E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474076" y="2629693"/>
              <a:ext cx="0" cy="11033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0962601F-0BC5-5324-81A0-E0906390943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74869" y="2740025"/>
              <a:ext cx="163512" cy="8334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D2464CCF-D0B3-B82F-D654-C928C805463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36001" y="2829718"/>
              <a:ext cx="0" cy="35401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Connector 210">
              <a:extLst>
                <a:ext uri="{FF2B5EF4-FFF2-40B4-BE49-F238E27FC236}">
                  <a16:creationId xmlns:a16="http://schemas.microsoft.com/office/drawing/2014/main" id="{A2BA9DEC-DB37-9CC0-1BE5-A062AE66CA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26125" y="4181475"/>
              <a:ext cx="0" cy="13017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33407F19-83E0-C8BB-E5FD-F74143E116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28074" y="4441825"/>
              <a:ext cx="0" cy="1333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4" name="Straight Connector 223">
              <a:extLst>
                <a:ext uri="{FF2B5EF4-FFF2-40B4-BE49-F238E27FC236}">
                  <a16:creationId xmlns:a16="http://schemas.microsoft.com/office/drawing/2014/main" id="{EF35CACB-B06B-FEA5-8249-0725F738D3BD}"/>
                </a:ext>
              </a:extLst>
            </p:cNvPr>
            <p:cNvCxnSpPr>
              <a:cxnSpLocks/>
            </p:cNvCxnSpPr>
            <p:nvPr/>
          </p:nvCxnSpPr>
          <p:spPr>
            <a:xfrm>
              <a:off x="5342299" y="4235450"/>
              <a:ext cx="483826" cy="19685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Straight Connector 226">
              <a:extLst>
                <a:ext uri="{FF2B5EF4-FFF2-40B4-BE49-F238E27FC236}">
                  <a16:creationId xmlns:a16="http://schemas.microsoft.com/office/drawing/2014/main" id="{497D49D0-7975-B442-E4D5-003A09BDAE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29300" y="4034559"/>
              <a:ext cx="332149" cy="146916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Straight Connector 240">
              <a:extLst>
                <a:ext uri="{FF2B5EF4-FFF2-40B4-BE49-F238E27FC236}">
                  <a16:creationId xmlns:a16="http://schemas.microsoft.com/office/drawing/2014/main" id="{34A11B50-9520-31CC-4E86-A7FAED8493B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14565" y="3460750"/>
              <a:ext cx="0" cy="25209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1946C55E-577B-63AB-069A-888C3C3420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806690" y="2236470"/>
              <a:ext cx="499110" cy="205740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DF680792-53FA-1B96-4194-643701851FA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640003" y="2033746"/>
              <a:ext cx="178117" cy="92234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Straight Connector 268">
              <a:extLst>
                <a:ext uri="{FF2B5EF4-FFF2-40B4-BE49-F238E27FC236}">
                  <a16:creationId xmlns:a16="http://schemas.microsoft.com/office/drawing/2014/main" id="{C96E0432-7460-862F-6527-16A896050DD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806056" y="2141378"/>
              <a:ext cx="0" cy="11033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Straight Connector 269">
              <a:extLst>
                <a:ext uri="{FF2B5EF4-FFF2-40B4-BE49-F238E27FC236}">
                  <a16:creationId xmlns:a16="http://schemas.microsoft.com/office/drawing/2014/main" id="{A416F9D9-0F2E-496D-1037-74BD765ED09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484433" y="2026920"/>
              <a:ext cx="160332" cy="61122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6" name="Rectangle 245">
            <a:extLst>
              <a:ext uri="{FF2B5EF4-FFF2-40B4-BE49-F238E27FC236}">
                <a16:creationId xmlns:a16="http://schemas.microsoft.com/office/drawing/2014/main" id="{25A79F86-3ED3-15EC-0AE2-609659D287AD}"/>
              </a:ext>
            </a:extLst>
          </p:cNvPr>
          <p:cNvSpPr/>
          <p:nvPr/>
        </p:nvSpPr>
        <p:spPr>
          <a:xfrm>
            <a:off x="7519832" y="3360717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00FF00"/>
                </a:highlight>
              </a:rPr>
              <a:t>2</a:t>
            </a:r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62055FF6-B71E-D0A1-A744-10B360ED9F78}"/>
              </a:ext>
            </a:extLst>
          </p:cNvPr>
          <p:cNvSpPr/>
          <p:nvPr/>
        </p:nvSpPr>
        <p:spPr>
          <a:xfrm>
            <a:off x="6120876" y="3005700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00FF00"/>
                </a:highlight>
              </a:rPr>
              <a:t>1</a:t>
            </a:r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23A5B8B-627B-647C-80DA-0E330E11D09D}"/>
              </a:ext>
            </a:extLst>
          </p:cNvPr>
          <p:cNvSpPr/>
          <p:nvPr/>
        </p:nvSpPr>
        <p:spPr>
          <a:xfrm>
            <a:off x="6907184" y="5882429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00FF00"/>
                </a:highlight>
              </a:rPr>
              <a:t>1</a:t>
            </a:r>
          </a:p>
        </p:txBody>
      </p:sp>
      <p:sp>
        <p:nvSpPr>
          <p:cNvPr id="253" name="Rectangle 252">
            <a:extLst>
              <a:ext uri="{FF2B5EF4-FFF2-40B4-BE49-F238E27FC236}">
                <a16:creationId xmlns:a16="http://schemas.microsoft.com/office/drawing/2014/main" id="{1C854CBE-478F-469A-3655-21312CBA240E}"/>
              </a:ext>
            </a:extLst>
          </p:cNvPr>
          <p:cNvSpPr/>
          <p:nvPr/>
        </p:nvSpPr>
        <p:spPr>
          <a:xfrm>
            <a:off x="2367696" y="3612685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1</a:t>
            </a:r>
          </a:p>
        </p:txBody>
      </p:sp>
      <p:sp>
        <p:nvSpPr>
          <p:cNvPr id="254" name="Rectangle 253">
            <a:extLst>
              <a:ext uri="{FF2B5EF4-FFF2-40B4-BE49-F238E27FC236}">
                <a16:creationId xmlns:a16="http://schemas.microsoft.com/office/drawing/2014/main" id="{F6078E1F-34C5-0E32-407A-4D35581AF3B8}"/>
              </a:ext>
            </a:extLst>
          </p:cNvPr>
          <p:cNvSpPr/>
          <p:nvPr/>
        </p:nvSpPr>
        <p:spPr>
          <a:xfrm>
            <a:off x="1971456" y="6404653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1</a:t>
            </a:r>
          </a:p>
        </p:txBody>
      </p:sp>
      <p:sp>
        <p:nvSpPr>
          <p:cNvPr id="255" name="Rectangle 254">
            <a:extLst>
              <a:ext uri="{FF2B5EF4-FFF2-40B4-BE49-F238E27FC236}">
                <a16:creationId xmlns:a16="http://schemas.microsoft.com/office/drawing/2014/main" id="{E3AE579E-4B04-A059-706F-241249AF7A49}"/>
              </a:ext>
            </a:extLst>
          </p:cNvPr>
          <p:cNvSpPr/>
          <p:nvPr/>
        </p:nvSpPr>
        <p:spPr>
          <a:xfrm>
            <a:off x="1069248" y="5727997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1</a:t>
            </a:r>
          </a:p>
        </p:txBody>
      </p:sp>
      <p:sp>
        <p:nvSpPr>
          <p:cNvPr id="256" name="Rectangle 255">
            <a:extLst>
              <a:ext uri="{FF2B5EF4-FFF2-40B4-BE49-F238E27FC236}">
                <a16:creationId xmlns:a16="http://schemas.microsoft.com/office/drawing/2014/main" id="{94EB1DEA-CFC1-D212-6F50-DCC3B3CDF81B}"/>
              </a:ext>
            </a:extLst>
          </p:cNvPr>
          <p:cNvSpPr/>
          <p:nvPr/>
        </p:nvSpPr>
        <p:spPr>
          <a:xfrm>
            <a:off x="2693585" y="5505575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1</a:t>
            </a:r>
          </a:p>
        </p:txBody>
      </p:sp>
      <p:sp>
        <p:nvSpPr>
          <p:cNvPr id="257" name="Rectangle 256">
            <a:extLst>
              <a:ext uri="{FF2B5EF4-FFF2-40B4-BE49-F238E27FC236}">
                <a16:creationId xmlns:a16="http://schemas.microsoft.com/office/drawing/2014/main" id="{043F2935-F162-8867-8656-62EA86175C60}"/>
              </a:ext>
            </a:extLst>
          </p:cNvPr>
          <p:cNvSpPr/>
          <p:nvPr/>
        </p:nvSpPr>
        <p:spPr>
          <a:xfrm>
            <a:off x="4543968" y="5100109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1</a:t>
            </a:r>
          </a:p>
        </p:txBody>
      </p:sp>
      <p:sp>
        <p:nvSpPr>
          <p:cNvPr id="258" name="Rectangle 257">
            <a:extLst>
              <a:ext uri="{FF2B5EF4-FFF2-40B4-BE49-F238E27FC236}">
                <a16:creationId xmlns:a16="http://schemas.microsoft.com/office/drawing/2014/main" id="{5E86231F-E6E7-7510-9579-8B49FDDB5FA9}"/>
              </a:ext>
            </a:extLst>
          </p:cNvPr>
          <p:cNvSpPr/>
          <p:nvPr/>
        </p:nvSpPr>
        <p:spPr>
          <a:xfrm>
            <a:off x="399704" y="209085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FFC000"/>
                </a:highlight>
              </a:rPr>
              <a:t>3</a:t>
            </a:r>
          </a:p>
        </p:txBody>
      </p:sp>
      <p:sp>
        <p:nvSpPr>
          <p:cNvPr id="259" name="Rectangle 258">
            <a:extLst>
              <a:ext uri="{FF2B5EF4-FFF2-40B4-BE49-F238E27FC236}">
                <a16:creationId xmlns:a16="http://schemas.microsoft.com/office/drawing/2014/main" id="{52D33BEC-F482-F428-F6DF-AD61CCA1487D}"/>
              </a:ext>
            </a:extLst>
          </p:cNvPr>
          <p:cNvSpPr/>
          <p:nvPr/>
        </p:nvSpPr>
        <p:spPr>
          <a:xfrm>
            <a:off x="2563784" y="1038141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FFC000"/>
                </a:highlight>
              </a:rPr>
              <a:t>1</a:t>
            </a:r>
          </a:p>
        </p:txBody>
      </p:sp>
      <p:sp>
        <p:nvSpPr>
          <p:cNvPr id="260" name="Rectangle 259">
            <a:extLst>
              <a:ext uri="{FF2B5EF4-FFF2-40B4-BE49-F238E27FC236}">
                <a16:creationId xmlns:a16="http://schemas.microsoft.com/office/drawing/2014/main" id="{945CE6C4-271F-3593-8CE9-24C314DB0BEE}"/>
              </a:ext>
            </a:extLst>
          </p:cNvPr>
          <p:cNvSpPr/>
          <p:nvPr/>
        </p:nvSpPr>
        <p:spPr>
          <a:xfrm>
            <a:off x="4093880" y="-46947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FFC000"/>
                </a:highlight>
              </a:rPr>
              <a:t>1</a:t>
            </a:r>
          </a:p>
        </p:txBody>
      </p:sp>
      <p:sp>
        <p:nvSpPr>
          <p:cNvPr id="261" name="Rectangle 260">
            <a:extLst>
              <a:ext uri="{FF2B5EF4-FFF2-40B4-BE49-F238E27FC236}">
                <a16:creationId xmlns:a16="http://schemas.microsoft.com/office/drawing/2014/main" id="{E0BD085A-97EB-6C80-0ED1-EF1542197EB4}"/>
              </a:ext>
            </a:extLst>
          </p:cNvPr>
          <p:cNvSpPr/>
          <p:nvPr/>
        </p:nvSpPr>
        <p:spPr>
          <a:xfrm>
            <a:off x="6282344" y="-65235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FFC000"/>
                </a:highlight>
              </a:rPr>
              <a:t>1</a:t>
            </a:r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FFA57522-2FC9-B7DF-CBAD-21D7AB05BB8E}"/>
              </a:ext>
            </a:extLst>
          </p:cNvPr>
          <p:cNvSpPr/>
          <p:nvPr/>
        </p:nvSpPr>
        <p:spPr>
          <a:xfrm>
            <a:off x="7147976" y="233469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FFC000"/>
                </a:highlight>
              </a:rPr>
              <a:t>1</a:t>
            </a:r>
          </a:p>
        </p:txBody>
      </p:sp>
      <p:sp>
        <p:nvSpPr>
          <p:cNvPr id="271" name="Rectangle 270">
            <a:extLst>
              <a:ext uri="{FF2B5EF4-FFF2-40B4-BE49-F238E27FC236}">
                <a16:creationId xmlns:a16="http://schemas.microsoft.com/office/drawing/2014/main" id="{F5E00B1F-E9F5-F865-FD8D-C53630C1259B}"/>
              </a:ext>
            </a:extLst>
          </p:cNvPr>
          <p:cNvSpPr/>
          <p:nvPr/>
        </p:nvSpPr>
        <p:spPr>
          <a:xfrm>
            <a:off x="8278784" y="6328961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00FF00"/>
                </a:highlight>
              </a:rPr>
              <a:t>3</a:t>
            </a:r>
          </a:p>
        </p:txBody>
      </p:sp>
      <p:sp>
        <p:nvSpPr>
          <p:cNvPr id="272" name="Rectangle 271">
            <a:extLst>
              <a:ext uri="{FF2B5EF4-FFF2-40B4-BE49-F238E27FC236}">
                <a16:creationId xmlns:a16="http://schemas.microsoft.com/office/drawing/2014/main" id="{217FC35C-1B38-9533-15E3-C1AE2602969A}"/>
              </a:ext>
            </a:extLst>
          </p:cNvPr>
          <p:cNvSpPr/>
          <p:nvPr/>
        </p:nvSpPr>
        <p:spPr>
          <a:xfrm>
            <a:off x="5500532" y="6121697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00FF00"/>
                </a:highlight>
              </a:rPr>
              <a:t>3</a:t>
            </a:r>
          </a:p>
        </p:txBody>
      </p:sp>
      <p:sp>
        <p:nvSpPr>
          <p:cNvPr id="273" name="Rectangle 272">
            <a:extLst>
              <a:ext uri="{FF2B5EF4-FFF2-40B4-BE49-F238E27FC236}">
                <a16:creationId xmlns:a16="http://schemas.microsoft.com/office/drawing/2014/main" id="{F6503BD1-1E36-F146-6D6A-44AB4D4AE19B}"/>
              </a:ext>
            </a:extLst>
          </p:cNvPr>
          <p:cNvSpPr/>
          <p:nvPr/>
        </p:nvSpPr>
        <p:spPr>
          <a:xfrm>
            <a:off x="6987702" y="1380787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00FF00"/>
                </a:highlight>
              </a:rPr>
              <a:t>1</a:t>
            </a:r>
          </a:p>
        </p:txBody>
      </p:sp>
      <p:sp>
        <p:nvSpPr>
          <p:cNvPr id="274" name="Rectangle 273">
            <a:extLst>
              <a:ext uri="{FF2B5EF4-FFF2-40B4-BE49-F238E27FC236}">
                <a16:creationId xmlns:a16="http://schemas.microsoft.com/office/drawing/2014/main" id="{7A1E79BC-607E-B726-83E2-7ADA2779A7DE}"/>
              </a:ext>
            </a:extLst>
          </p:cNvPr>
          <p:cNvSpPr/>
          <p:nvPr/>
        </p:nvSpPr>
        <p:spPr>
          <a:xfrm>
            <a:off x="7391562" y="603547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00FF00"/>
                </a:highlight>
              </a:rPr>
              <a:t>1</a:t>
            </a:r>
          </a:p>
        </p:txBody>
      </p:sp>
      <p:sp>
        <p:nvSpPr>
          <p:cNvPr id="275" name="Rectangle 274">
            <a:extLst>
              <a:ext uri="{FF2B5EF4-FFF2-40B4-BE49-F238E27FC236}">
                <a16:creationId xmlns:a16="http://schemas.microsoft.com/office/drawing/2014/main" id="{0930228B-2B90-933E-28C8-88DAC9E13751}"/>
              </a:ext>
            </a:extLst>
          </p:cNvPr>
          <p:cNvSpPr/>
          <p:nvPr/>
        </p:nvSpPr>
        <p:spPr>
          <a:xfrm>
            <a:off x="8272688" y="4047533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00FF00"/>
                </a:highlight>
              </a:rPr>
              <a:t>1</a:t>
            </a:r>
          </a:p>
        </p:txBody>
      </p:sp>
      <p:sp>
        <p:nvSpPr>
          <p:cNvPr id="276" name="Rectangle 275">
            <a:extLst>
              <a:ext uri="{FF2B5EF4-FFF2-40B4-BE49-F238E27FC236}">
                <a16:creationId xmlns:a16="http://schemas.microsoft.com/office/drawing/2014/main" id="{C9F9417C-01E8-7A96-35DD-75D8D0EB5058}"/>
              </a:ext>
            </a:extLst>
          </p:cNvPr>
          <p:cNvSpPr/>
          <p:nvPr/>
        </p:nvSpPr>
        <p:spPr>
          <a:xfrm>
            <a:off x="3958752" y="3478573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1</a:t>
            </a:r>
          </a:p>
        </p:txBody>
      </p:sp>
      <p:sp>
        <p:nvSpPr>
          <p:cNvPr id="277" name="Rectangle 276">
            <a:extLst>
              <a:ext uri="{FF2B5EF4-FFF2-40B4-BE49-F238E27FC236}">
                <a16:creationId xmlns:a16="http://schemas.microsoft.com/office/drawing/2014/main" id="{F8BBAD5F-ACB6-12FE-61C5-9C0A1B828AE1}"/>
              </a:ext>
            </a:extLst>
          </p:cNvPr>
          <p:cNvSpPr/>
          <p:nvPr/>
        </p:nvSpPr>
        <p:spPr>
          <a:xfrm>
            <a:off x="5379470" y="4373182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00FF00"/>
                </a:highlight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123008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TextBox 941">
            <a:extLst>
              <a:ext uri="{FF2B5EF4-FFF2-40B4-BE49-F238E27FC236}">
                <a16:creationId xmlns:a16="http://schemas.microsoft.com/office/drawing/2014/main" id="{83272B12-A2E5-3833-4D27-17971E9C0C2C}"/>
              </a:ext>
            </a:extLst>
          </p:cNvPr>
          <p:cNvSpPr txBox="1"/>
          <p:nvPr/>
        </p:nvSpPr>
        <p:spPr>
          <a:xfrm>
            <a:off x="5067300" y="488156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18.03</a:t>
            </a:r>
          </a:p>
        </p:txBody>
      </p:sp>
      <p:grpSp>
        <p:nvGrpSpPr>
          <p:cNvPr id="983" name="Group 982">
            <a:extLst>
              <a:ext uri="{FF2B5EF4-FFF2-40B4-BE49-F238E27FC236}">
                <a16:creationId xmlns:a16="http://schemas.microsoft.com/office/drawing/2014/main" id="{9D40A658-E439-9EF2-6303-1AB04EB68022}"/>
              </a:ext>
            </a:extLst>
          </p:cNvPr>
          <p:cNvGrpSpPr/>
          <p:nvPr/>
        </p:nvGrpSpPr>
        <p:grpSpPr>
          <a:xfrm>
            <a:off x="1019968" y="2740025"/>
            <a:ext cx="7292976" cy="3944144"/>
            <a:chOff x="1019968" y="2742407"/>
            <a:chExt cx="7292976" cy="3944144"/>
          </a:xfrm>
        </p:grpSpPr>
        <p:cxnSp>
          <p:nvCxnSpPr>
            <p:cNvPr id="938" name="Straight Connector 937">
              <a:extLst>
                <a:ext uri="{FF2B5EF4-FFF2-40B4-BE49-F238E27FC236}">
                  <a16:creationId xmlns:a16="http://schemas.microsoft.com/office/drawing/2014/main" id="{30DA0C19-439E-C246-B6B5-673245B720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2900" y="6424613"/>
              <a:ext cx="350044" cy="1381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1" name="Straight Connector 980">
              <a:extLst>
                <a:ext uri="{FF2B5EF4-FFF2-40B4-BE49-F238E27FC236}">
                  <a16:creationId xmlns:a16="http://schemas.microsoft.com/office/drawing/2014/main" id="{90B06C90-26DE-1121-0D5E-820A8479A23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4213" y="6303169"/>
              <a:ext cx="0" cy="130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4" name="Straight Connector 983">
              <a:extLst>
                <a:ext uri="{FF2B5EF4-FFF2-40B4-BE49-F238E27FC236}">
                  <a16:creationId xmlns:a16="http://schemas.microsoft.com/office/drawing/2014/main" id="{C040CF0E-40EB-E4A1-7F42-ECDFBD6535A8}"/>
                </a:ext>
              </a:extLst>
            </p:cNvPr>
            <p:cNvCxnSpPr>
              <a:cxnSpLocks/>
            </p:cNvCxnSpPr>
            <p:nvPr/>
          </p:nvCxnSpPr>
          <p:spPr>
            <a:xfrm>
              <a:off x="7827169" y="6119813"/>
              <a:ext cx="476250" cy="1809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7" name="Straight Connector 986">
              <a:extLst>
                <a:ext uri="{FF2B5EF4-FFF2-40B4-BE49-F238E27FC236}">
                  <a16:creationId xmlns:a16="http://schemas.microsoft.com/office/drawing/2014/main" id="{66D39180-809C-B142-1800-235E73A4A3C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2344" y="6241257"/>
              <a:ext cx="154781" cy="619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9" name="Straight Connector 988">
              <a:extLst>
                <a:ext uri="{FF2B5EF4-FFF2-40B4-BE49-F238E27FC236}">
                  <a16:creationId xmlns:a16="http://schemas.microsoft.com/office/drawing/2014/main" id="{6EF28173-46D7-D7B8-017A-25CBC907046C}"/>
                </a:ext>
              </a:extLst>
            </p:cNvPr>
            <p:cNvCxnSpPr>
              <a:cxnSpLocks/>
            </p:cNvCxnSpPr>
            <p:nvPr/>
          </p:nvCxnSpPr>
          <p:spPr>
            <a:xfrm>
              <a:off x="6312694" y="6034088"/>
              <a:ext cx="330994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1" name="Straight Connector 990">
              <a:extLst>
                <a:ext uri="{FF2B5EF4-FFF2-40B4-BE49-F238E27FC236}">
                  <a16:creationId xmlns:a16="http://schemas.microsoft.com/office/drawing/2014/main" id="{DEB29D8A-6BFF-5692-DB2C-0C90709C795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988844" y="6041232"/>
              <a:ext cx="321468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161F2AC3-4130-2F5F-252C-49F9A2620275}"/>
                </a:ext>
              </a:extLst>
            </p:cNvPr>
            <p:cNvCxnSpPr>
              <a:cxnSpLocks/>
            </p:cNvCxnSpPr>
            <p:nvPr/>
          </p:nvCxnSpPr>
          <p:spPr>
            <a:xfrm>
              <a:off x="5655469" y="6038851"/>
              <a:ext cx="330994" cy="13573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F95CEAFD-1086-9030-CA63-C88629C80F8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56263" y="5788820"/>
              <a:ext cx="0" cy="24685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9E90A290-22CB-0CA5-20E9-64010D39CD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86400" y="6038850"/>
              <a:ext cx="173831" cy="6429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367623BA-6D12-C867-917B-2D0FE97A3BF0}"/>
                </a:ext>
              </a:extLst>
            </p:cNvPr>
            <p:cNvCxnSpPr>
              <a:cxnSpLocks/>
            </p:cNvCxnSpPr>
            <p:nvPr/>
          </p:nvCxnSpPr>
          <p:spPr>
            <a:xfrm>
              <a:off x="5162550" y="5969795"/>
              <a:ext cx="326232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23D10341-96F1-D712-E822-2D34F7F699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31556" y="5969795"/>
              <a:ext cx="340519" cy="13811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>
              <a:extLst>
                <a:ext uri="{FF2B5EF4-FFF2-40B4-BE49-F238E27FC236}">
                  <a16:creationId xmlns:a16="http://schemas.microsoft.com/office/drawing/2014/main" id="{236926BB-E9C4-2F84-4857-16227BB6FB94}"/>
                </a:ext>
              </a:extLst>
            </p:cNvPr>
            <p:cNvCxnSpPr>
              <a:cxnSpLocks/>
            </p:cNvCxnSpPr>
            <p:nvPr/>
          </p:nvCxnSpPr>
          <p:spPr>
            <a:xfrm>
              <a:off x="4502943" y="5972175"/>
              <a:ext cx="326232" cy="1309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Straight Connector 261">
              <a:extLst>
                <a:ext uri="{FF2B5EF4-FFF2-40B4-BE49-F238E27FC236}">
                  <a16:creationId xmlns:a16="http://schemas.microsoft.com/office/drawing/2014/main" id="{0B3E56EF-2315-E7D5-7C47-4EA8A61C311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01357" y="5848351"/>
              <a:ext cx="0" cy="13493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Connector 281">
              <a:extLst>
                <a:ext uri="{FF2B5EF4-FFF2-40B4-BE49-F238E27FC236}">
                  <a16:creationId xmlns:a16="http://schemas.microsoft.com/office/drawing/2014/main" id="{E7DA588F-CF1D-29B8-DCAA-1ABD809A12C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684338" y="6439694"/>
              <a:ext cx="672306" cy="24685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Straight Connector 302">
              <a:extLst>
                <a:ext uri="{FF2B5EF4-FFF2-40B4-BE49-F238E27FC236}">
                  <a16:creationId xmlns:a16="http://schemas.microsoft.com/office/drawing/2014/main" id="{9B2D8EA5-965B-82FD-8B24-E033303FE6FC}"/>
                </a:ext>
              </a:extLst>
            </p:cNvPr>
            <p:cNvCxnSpPr>
              <a:cxnSpLocks/>
            </p:cNvCxnSpPr>
            <p:nvPr/>
          </p:nvCxnSpPr>
          <p:spPr>
            <a:xfrm>
              <a:off x="1019968" y="6424613"/>
              <a:ext cx="658813" cy="2587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" name="Straight Connector 338">
              <a:extLst>
                <a:ext uri="{FF2B5EF4-FFF2-40B4-BE49-F238E27FC236}">
                  <a16:creationId xmlns:a16="http://schemas.microsoft.com/office/drawing/2014/main" id="{B29E36B9-1C1D-D1C1-1FB6-20E56DA9C28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8700" y="6294438"/>
              <a:ext cx="0" cy="13493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3" name="Straight Connector 342">
              <a:extLst>
                <a:ext uri="{FF2B5EF4-FFF2-40B4-BE49-F238E27FC236}">
                  <a16:creationId xmlns:a16="http://schemas.microsoft.com/office/drawing/2014/main" id="{6A61C2AA-0A10-28D1-3AC6-B7B116FDD007}"/>
                </a:ext>
              </a:extLst>
            </p:cNvPr>
            <p:cNvCxnSpPr>
              <a:cxnSpLocks/>
            </p:cNvCxnSpPr>
            <p:nvPr/>
          </p:nvCxnSpPr>
          <p:spPr>
            <a:xfrm>
              <a:off x="2867025" y="4044157"/>
              <a:ext cx="152400" cy="698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0" name="Straight Connector 369">
              <a:extLst>
                <a:ext uri="{FF2B5EF4-FFF2-40B4-BE49-F238E27FC236}">
                  <a16:creationId xmlns:a16="http://schemas.microsoft.com/office/drawing/2014/main" id="{2CB8A18B-76EE-278D-D70D-A1FADF3C26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19425" y="3844132"/>
              <a:ext cx="673100" cy="2730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0" name="Straight Connector 389">
              <a:extLst>
                <a:ext uri="{FF2B5EF4-FFF2-40B4-BE49-F238E27FC236}">
                  <a16:creationId xmlns:a16="http://schemas.microsoft.com/office/drawing/2014/main" id="{DBB3DDDE-1E12-20D5-81C9-732832F47168}"/>
                </a:ext>
              </a:extLst>
            </p:cNvPr>
            <p:cNvCxnSpPr>
              <a:cxnSpLocks/>
            </p:cNvCxnSpPr>
            <p:nvPr/>
          </p:nvCxnSpPr>
          <p:spPr>
            <a:xfrm>
              <a:off x="3683000" y="3847307"/>
              <a:ext cx="495300" cy="1936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0" name="Straight Connector 399">
              <a:extLst>
                <a:ext uri="{FF2B5EF4-FFF2-40B4-BE49-F238E27FC236}">
                  <a16:creationId xmlns:a16="http://schemas.microsoft.com/office/drawing/2014/main" id="{C7BCBF76-1E17-E98E-15B8-5D2F5FACE976}"/>
                </a:ext>
              </a:extLst>
            </p:cNvPr>
            <p:cNvCxnSpPr>
              <a:cxnSpLocks/>
            </p:cNvCxnSpPr>
            <p:nvPr/>
          </p:nvCxnSpPr>
          <p:spPr>
            <a:xfrm>
              <a:off x="3349625" y="3723482"/>
              <a:ext cx="152400" cy="698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3" name="Straight Connector 412">
              <a:extLst>
                <a:ext uri="{FF2B5EF4-FFF2-40B4-BE49-F238E27FC236}">
                  <a16:creationId xmlns:a16="http://schemas.microsoft.com/office/drawing/2014/main" id="{0E520369-C9E9-4C58-FDC7-93315260388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52800" y="3202782"/>
              <a:ext cx="0" cy="5238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0" name="Straight Connector 429">
              <a:extLst>
                <a:ext uri="{FF2B5EF4-FFF2-40B4-BE49-F238E27FC236}">
                  <a16:creationId xmlns:a16="http://schemas.microsoft.com/office/drawing/2014/main" id="{88102252-F30E-F0E6-F152-240C2EF2428C}"/>
                </a:ext>
              </a:extLst>
            </p:cNvPr>
            <p:cNvCxnSpPr>
              <a:cxnSpLocks/>
            </p:cNvCxnSpPr>
            <p:nvPr/>
          </p:nvCxnSpPr>
          <p:spPr>
            <a:xfrm>
              <a:off x="3178175" y="3126582"/>
              <a:ext cx="174625" cy="825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BD1842D8-9B2F-EBF8-44A8-7E4ED74D73D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1150" y="2742407"/>
              <a:ext cx="0" cy="1492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8" name="Straight Connector 597">
              <a:extLst>
                <a:ext uri="{FF2B5EF4-FFF2-40B4-BE49-F238E27FC236}">
                  <a16:creationId xmlns:a16="http://schemas.microsoft.com/office/drawing/2014/main" id="{23459921-39B4-7F59-2F30-4556CA8AF56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8175" y="3015457"/>
              <a:ext cx="0" cy="1301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5" name="Straight Connector 604">
              <a:extLst>
                <a:ext uri="{FF2B5EF4-FFF2-40B4-BE49-F238E27FC236}">
                  <a16:creationId xmlns:a16="http://schemas.microsoft.com/office/drawing/2014/main" id="{DF3614CC-1F44-8BB4-4DCD-596621C324EC}"/>
                </a:ext>
              </a:extLst>
            </p:cNvPr>
            <p:cNvCxnSpPr>
              <a:cxnSpLocks/>
            </p:cNvCxnSpPr>
            <p:nvPr/>
          </p:nvCxnSpPr>
          <p:spPr>
            <a:xfrm>
              <a:off x="2847975" y="2878932"/>
              <a:ext cx="330200" cy="1365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B116B9D4-EAF5-5B2F-98F3-2204F9162C9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357438" y="6436520"/>
              <a:ext cx="159544" cy="571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7" name="Group 616">
            <a:extLst>
              <a:ext uri="{FF2B5EF4-FFF2-40B4-BE49-F238E27FC236}">
                <a16:creationId xmlns:a16="http://schemas.microsoft.com/office/drawing/2014/main" id="{37D9D28D-D18A-E8BF-F316-1ABC818CEAAE}"/>
              </a:ext>
            </a:extLst>
          </p:cNvPr>
          <p:cNvGrpSpPr/>
          <p:nvPr/>
        </p:nvGrpSpPr>
        <p:grpSpPr>
          <a:xfrm>
            <a:off x="5159375" y="1463675"/>
            <a:ext cx="2647157" cy="4708525"/>
            <a:chOff x="5159375" y="1463675"/>
            <a:chExt cx="2647157" cy="4708525"/>
          </a:xfrm>
        </p:grpSpPr>
        <p:cxnSp>
          <p:nvCxnSpPr>
            <p:cNvPr id="941" name="Straight Connector 940">
              <a:extLst>
                <a:ext uri="{FF2B5EF4-FFF2-40B4-BE49-F238E27FC236}">
                  <a16:creationId xmlns:a16="http://schemas.microsoft.com/office/drawing/2014/main" id="{0927B6E9-2EDA-3A10-70C0-5D2FA70E4AF5}"/>
                </a:ext>
              </a:extLst>
            </p:cNvPr>
            <p:cNvCxnSpPr>
              <a:cxnSpLocks/>
            </p:cNvCxnSpPr>
            <p:nvPr/>
          </p:nvCxnSpPr>
          <p:spPr>
            <a:xfrm>
              <a:off x="6323013" y="5537200"/>
              <a:ext cx="0" cy="4897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4" name="Straight Connector 613">
              <a:extLst>
                <a:ext uri="{FF2B5EF4-FFF2-40B4-BE49-F238E27FC236}">
                  <a16:creationId xmlns:a16="http://schemas.microsoft.com/office/drawing/2014/main" id="{33BDA676-05CE-F075-70CF-1A60036D918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29363" y="5391150"/>
              <a:ext cx="325437" cy="1500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8" name="Straight Connector 617">
              <a:extLst>
                <a:ext uri="{FF2B5EF4-FFF2-40B4-BE49-F238E27FC236}">
                  <a16:creationId xmlns:a16="http://schemas.microsoft.com/office/drawing/2014/main" id="{DE243A3E-5119-B732-EFD7-331E652494A5}"/>
                </a:ext>
              </a:extLst>
            </p:cNvPr>
            <p:cNvCxnSpPr>
              <a:cxnSpLocks/>
            </p:cNvCxnSpPr>
            <p:nvPr/>
          </p:nvCxnSpPr>
          <p:spPr>
            <a:xfrm>
              <a:off x="6650038" y="2568575"/>
              <a:ext cx="0" cy="28297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6" name="Straight Connector 635">
              <a:extLst>
                <a:ext uri="{FF2B5EF4-FFF2-40B4-BE49-F238E27FC236}">
                  <a16:creationId xmlns:a16="http://schemas.microsoft.com/office/drawing/2014/main" id="{B0DD3994-A602-48C8-A83A-3B8A05A6FE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492875" y="2489200"/>
              <a:ext cx="1682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0" name="Straight Connector 649">
              <a:extLst>
                <a:ext uri="{FF2B5EF4-FFF2-40B4-BE49-F238E27FC236}">
                  <a16:creationId xmlns:a16="http://schemas.microsoft.com/office/drawing/2014/main" id="{EABB4988-301A-B037-7B15-7652EB1504A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96050" y="2105025"/>
              <a:ext cx="987425" cy="3873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4" name="Straight Connector 653">
              <a:extLst>
                <a:ext uri="{FF2B5EF4-FFF2-40B4-BE49-F238E27FC236}">
                  <a16:creationId xmlns:a16="http://schemas.microsoft.com/office/drawing/2014/main" id="{1EC046BF-60CC-6222-D565-37F1C584CF0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480300" y="2101850"/>
              <a:ext cx="168275" cy="666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8" name="Straight Connector 657">
              <a:extLst>
                <a:ext uri="{FF2B5EF4-FFF2-40B4-BE49-F238E27FC236}">
                  <a16:creationId xmlns:a16="http://schemas.microsoft.com/office/drawing/2014/main" id="{2590CBAE-7200-52C9-0113-A940C1FB700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159375" y="1463675"/>
              <a:ext cx="1835150" cy="711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ED51B64E-8BA4-32F5-4ED1-1795AB377B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29525" y="6103144"/>
              <a:ext cx="177007" cy="690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0DBDD87-40A5-1127-76E4-303A3F400DB9}"/>
              </a:ext>
            </a:extLst>
          </p:cNvPr>
          <p:cNvGrpSpPr/>
          <p:nvPr/>
        </p:nvGrpSpPr>
        <p:grpSpPr>
          <a:xfrm>
            <a:off x="7967191" y="6684169"/>
            <a:ext cx="507206" cy="328614"/>
            <a:chOff x="7967191" y="6684169"/>
            <a:chExt cx="507206" cy="328614"/>
          </a:xfrm>
        </p:grpSpPr>
        <p:cxnSp>
          <p:nvCxnSpPr>
            <p:cNvPr id="2" name="Straight Connector 1">
              <a:extLst>
                <a:ext uri="{FF2B5EF4-FFF2-40B4-BE49-F238E27FC236}">
                  <a16:creationId xmlns:a16="http://schemas.microsoft.com/office/drawing/2014/main" id="{5EB56E93-1687-17BF-B50E-03D4F3E1526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74331" y="6815138"/>
              <a:ext cx="500066" cy="197645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64E04146-9218-53C0-231D-65A4C9B469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67191" y="6684169"/>
              <a:ext cx="0" cy="135733"/>
            </a:xfrm>
            <a:prstGeom prst="line">
              <a:avLst/>
            </a:prstGeom>
            <a:ln w="12700">
              <a:solidFill>
                <a:srgbClr val="99FFCC"/>
              </a:solidFill>
            </a:ln>
            <a:effectLst>
              <a:glow rad="635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A2A3D3-632A-DF35-EBFE-8BB197790DE1}"/>
              </a:ext>
            </a:extLst>
          </p:cNvPr>
          <p:cNvCxnSpPr>
            <a:cxnSpLocks/>
          </p:cNvCxnSpPr>
          <p:nvPr/>
        </p:nvCxnSpPr>
        <p:spPr>
          <a:xfrm flipV="1">
            <a:off x="8472493" y="6615112"/>
            <a:ext cx="661984" cy="266702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40448BC-AAE4-B21D-BE13-459676F8D9AD}"/>
              </a:ext>
            </a:extLst>
          </p:cNvPr>
          <p:cNvCxnSpPr>
            <a:cxnSpLocks/>
          </p:cNvCxnSpPr>
          <p:nvPr/>
        </p:nvCxnSpPr>
        <p:spPr>
          <a:xfrm flipV="1">
            <a:off x="9134480" y="6229350"/>
            <a:ext cx="0" cy="388146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806752C-9A7E-C4A5-B9A1-41E89DC37E84}"/>
              </a:ext>
            </a:extLst>
          </p:cNvPr>
          <p:cNvCxnSpPr>
            <a:cxnSpLocks/>
          </p:cNvCxnSpPr>
          <p:nvPr/>
        </p:nvCxnSpPr>
        <p:spPr>
          <a:xfrm>
            <a:off x="8974932" y="6169819"/>
            <a:ext cx="154782" cy="64293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74C20A9-C384-8251-9AE6-AAE58D2A95A0}"/>
              </a:ext>
            </a:extLst>
          </p:cNvPr>
          <p:cNvCxnSpPr>
            <a:cxnSpLocks/>
          </p:cNvCxnSpPr>
          <p:nvPr/>
        </p:nvCxnSpPr>
        <p:spPr>
          <a:xfrm flipV="1">
            <a:off x="8967792" y="6031706"/>
            <a:ext cx="0" cy="140497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A8DDB39-A8F7-9B8D-F6E3-A37CEC66B283}"/>
              </a:ext>
            </a:extLst>
          </p:cNvPr>
          <p:cNvCxnSpPr>
            <a:cxnSpLocks/>
          </p:cNvCxnSpPr>
          <p:nvPr/>
        </p:nvCxnSpPr>
        <p:spPr>
          <a:xfrm flipV="1">
            <a:off x="8803486" y="5072063"/>
            <a:ext cx="0" cy="909640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CC53026-CFD1-CF48-94AB-A45BA2AB0745}"/>
              </a:ext>
            </a:extLst>
          </p:cNvPr>
          <p:cNvCxnSpPr>
            <a:cxnSpLocks/>
          </p:cNvCxnSpPr>
          <p:nvPr/>
        </p:nvCxnSpPr>
        <p:spPr>
          <a:xfrm flipV="1">
            <a:off x="8636797" y="4876797"/>
            <a:ext cx="0" cy="140497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B028DCD-B312-4679-0015-C81B62303FEC}"/>
              </a:ext>
            </a:extLst>
          </p:cNvPr>
          <p:cNvCxnSpPr>
            <a:cxnSpLocks/>
          </p:cNvCxnSpPr>
          <p:nvPr/>
        </p:nvCxnSpPr>
        <p:spPr>
          <a:xfrm>
            <a:off x="8474870" y="4814888"/>
            <a:ext cx="176212" cy="73819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5A5DF5B-9A67-10A3-426B-36A84F3CEEF8}"/>
              </a:ext>
            </a:extLst>
          </p:cNvPr>
          <p:cNvCxnSpPr>
            <a:cxnSpLocks/>
          </p:cNvCxnSpPr>
          <p:nvPr/>
        </p:nvCxnSpPr>
        <p:spPr>
          <a:xfrm flipV="1">
            <a:off x="8474873" y="4669630"/>
            <a:ext cx="0" cy="140497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0F754FE0-CA51-8879-5ED2-3A4BBCE8B330}"/>
              </a:ext>
            </a:extLst>
          </p:cNvPr>
          <p:cNvCxnSpPr>
            <a:cxnSpLocks/>
          </p:cNvCxnSpPr>
          <p:nvPr/>
        </p:nvCxnSpPr>
        <p:spPr>
          <a:xfrm>
            <a:off x="8308182" y="4610100"/>
            <a:ext cx="176212" cy="73819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FD88B43-49FE-57EA-82B1-CCA8AB20F36E}"/>
              </a:ext>
            </a:extLst>
          </p:cNvPr>
          <p:cNvCxnSpPr>
            <a:cxnSpLocks/>
          </p:cNvCxnSpPr>
          <p:nvPr/>
        </p:nvCxnSpPr>
        <p:spPr>
          <a:xfrm flipV="1">
            <a:off x="8479633" y="4557713"/>
            <a:ext cx="328612" cy="116680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C25EFC2E-1895-C39D-38B6-1A49DAB6587B}"/>
              </a:ext>
            </a:extLst>
          </p:cNvPr>
          <p:cNvCxnSpPr>
            <a:cxnSpLocks/>
          </p:cNvCxnSpPr>
          <p:nvPr/>
        </p:nvCxnSpPr>
        <p:spPr>
          <a:xfrm>
            <a:off x="8803483" y="5979319"/>
            <a:ext cx="154782" cy="64293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BA1FB55-60E6-C15B-2B17-7AF9D729D89A}"/>
              </a:ext>
            </a:extLst>
          </p:cNvPr>
          <p:cNvCxnSpPr>
            <a:cxnSpLocks/>
          </p:cNvCxnSpPr>
          <p:nvPr/>
        </p:nvCxnSpPr>
        <p:spPr>
          <a:xfrm>
            <a:off x="8641558" y="5012532"/>
            <a:ext cx="154782" cy="64293"/>
          </a:xfrm>
          <a:prstGeom prst="line">
            <a:avLst/>
          </a:prstGeom>
          <a:ln w="12700">
            <a:solidFill>
              <a:srgbClr val="99FFCC"/>
            </a:solidFill>
          </a:ln>
          <a:effectLst>
            <a:glow rad="63500">
              <a:schemeClr val="accent6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30" name="Group 929">
            <a:extLst>
              <a:ext uri="{FF2B5EF4-FFF2-40B4-BE49-F238E27FC236}">
                <a16:creationId xmlns:a16="http://schemas.microsoft.com/office/drawing/2014/main" id="{E5CD5902-FEE0-D8E1-DB15-60BDF02DAC9A}"/>
              </a:ext>
            </a:extLst>
          </p:cNvPr>
          <p:cNvGrpSpPr/>
          <p:nvPr/>
        </p:nvGrpSpPr>
        <p:grpSpPr>
          <a:xfrm>
            <a:off x="670719" y="2421731"/>
            <a:ext cx="3494881" cy="4861719"/>
            <a:chOff x="692944" y="2421731"/>
            <a:chExt cx="3494881" cy="4861719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C1FA520-9611-AF46-65AA-C348F3CAD7A9}"/>
                </a:ext>
              </a:extLst>
            </p:cNvPr>
            <p:cNvCxnSpPr>
              <a:cxnSpLocks/>
            </p:cNvCxnSpPr>
            <p:nvPr/>
          </p:nvCxnSpPr>
          <p:spPr>
            <a:xfrm>
              <a:off x="1697831" y="2424113"/>
              <a:ext cx="975519" cy="388937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4FB3566-1136-B201-3620-D1BC430E673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19175" y="2421731"/>
              <a:ext cx="681038" cy="2714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4" name="Straight Connector 933">
              <a:extLst>
                <a:ext uri="{FF2B5EF4-FFF2-40B4-BE49-F238E27FC236}">
                  <a16:creationId xmlns:a16="http://schemas.microsoft.com/office/drawing/2014/main" id="{1A798225-8F9F-A4D9-1691-6DB6DA01E2C0}"/>
                </a:ext>
              </a:extLst>
            </p:cNvPr>
            <p:cNvCxnSpPr>
              <a:cxnSpLocks/>
            </p:cNvCxnSpPr>
            <p:nvPr/>
          </p:nvCxnSpPr>
          <p:spPr>
            <a:xfrm>
              <a:off x="692944" y="2557462"/>
              <a:ext cx="333375" cy="147638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5" name="Straight Connector 964">
              <a:extLst>
                <a:ext uri="{FF2B5EF4-FFF2-40B4-BE49-F238E27FC236}">
                  <a16:creationId xmlns:a16="http://schemas.microsoft.com/office/drawing/2014/main" id="{09F87DC5-A0A6-93E8-F6C3-D9BFD7813EB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182269" y="3409951"/>
              <a:ext cx="0" cy="119062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8" name="Straight Connector 967">
              <a:extLst>
                <a:ext uri="{FF2B5EF4-FFF2-40B4-BE49-F238E27FC236}">
                  <a16:creationId xmlns:a16="http://schemas.microsoft.com/office/drawing/2014/main" id="{6B9EBFD0-159F-89D1-4934-0C933D04DC4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71888" y="3524250"/>
              <a:ext cx="509587" cy="1928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1" name="Straight Connector 970">
              <a:extLst>
                <a:ext uri="{FF2B5EF4-FFF2-40B4-BE49-F238E27FC236}">
                  <a16:creationId xmlns:a16="http://schemas.microsoft.com/office/drawing/2014/main" id="{834D0F8D-68A8-3F0B-3E67-D5545BE947D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02756" y="3840956"/>
              <a:ext cx="351631" cy="1404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3" name="Straight Connector 972">
              <a:extLst>
                <a:ext uri="{FF2B5EF4-FFF2-40B4-BE49-F238E27FC236}">
                  <a16:creationId xmlns:a16="http://schemas.microsoft.com/office/drawing/2014/main" id="{73370832-8EBB-538A-5BD4-2F3A5E89E134}"/>
                </a:ext>
              </a:extLst>
            </p:cNvPr>
            <p:cNvCxnSpPr>
              <a:cxnSpLocks/>
            </p:cNvCxnSpPr>
            <p:nvPr/>
          </p:nvCxnSpPr>
          <p:spPr>
            <a:xfrm>
              <a:off x="884237" y="6371431"/>
              <a:ext cx="0" cy="2801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5" name="Straight Connector 974">
              <a:extLst>
                <a:ext uri="{FF2B5EF4-FFF2-40B4-BE49-F238E27FC236}">
                  <a16:creationId xmlns:a16="http://schemas.microsoft.com/office/drawing/2014/main" id="{733222D2-6DC3-71FD-09EF-584B15183197}"/>
                </a:ext>
              </a:extLst>
            </p:cNvPr>
            <p:cNvCxnSpPr>
              <a:cxnSpLocks/>
            </p:cNvCxnSpPr>
            <p:nvPr/>
          </p:nvCxnSpPr>
          <p:spPr>
            <a:xfrm>
              <a:off x="890587" y="6638131"/>
              <a:ext cx="655638" cy="26749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7" name="Straight Connector 976">
              <a:extLst>
                <a:ext uri="{FF2B5EF4-FFF2-40B4-BE49-F238E27FC236}">
                  <a16:creationId xmlns:a16="http://schemas.microsoft.com/office/drawing/2014/main" id="{825E7912-5DD5-4736-40D4-91318C6CD82B}"/>
                </a:ext>
              </a:extLst>
            </p:cNvPr>
            <p:cNvCxnSpPr>
              <a:cxnSpLocks/>
            </p:cNvCxnSpPr>
            <p:nvPr/>
          </p:nvCxnSpPr>
          <p:spPr>
            <a:xfrm>
              <a:off x="1538287" y="6895306"/>
              <a:ext cx="0" cy="2389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9" name="Straight Connector 978">
              <a:extLst>
                <a:ext uri="{FF2B5EF4-FFF2-40B4-BE49-F238E27FC236}">
                  <a16:creationId xmlns:a16="http://schemas.microsoft.com/office/drawing/2014/main" id="{C51B5406-60DD-AE87-60FD-32E0735B02E8}"/>
                </a:ext>
              </a:extLst>
            </p:cNvPr>
            <p:cNvCxnSpPr>
              <a:cxnSpLocks/>
            </p:cNvCxnSpPr>
            <p:nvPr/>
          </p:nvCxnSpPr>
          <p:spPr>
            <a:xfrm>
              <a:off x="1554162" y="7143750"/>
              <a:ext cx="314325" cy="1174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6" name="Straight Connector 985">
              <a:extLst>
                <a:ext uri="{FF2B5EF4-FFF2-40B4-BE49-F238E27FC236}">
                  <a16:creationId xmlns:a16="http://schemas.microsoft.com/office/drawing/2014/main" id="{E3F0FAD1-0419-B81A-1ACA-58B1D36D340E}"/>
                </a:ext>
              </a:extLst>
            </p:cNvPr>
            <p:cNvCxnSpPr>
              <a:cxnSpLocks/>
            </p:cNvCxnSpPr>
            <p:nvPr/>
          </p:nvCxnSpPr>
          <p:spPr>
            <a:xfrm>
              <a:off x="1868487" y="6769100"/>
              <a:ext cx="0" cy="514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0" name="Straight Connector 989">
              <a:extLst>
                <a:ext uri="{FF2B5EF4-FFF2-40B4-BE49-F238E27FC236}">
                  <a16:creationId xmlns:a16="http://schemas.microsoft.com/office/drawing/2014/main" id="{3F927582-B93F-D7BE-20CD-D7017B59F49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871662" y="6429375"/>
              <a:ext cx="166688" cy="7937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81A0666B-0559-73AC-DF34-26C6207066A1}"/>
                </a:ext>
              </a:extLst>
            </p:cNvPr>
            <p:cNvCxnSpPr>
              <a:cxnSpLocks/>
            </p:cNvCxnSpPr>
            <p:nvPr/>
          </p:nvCxnSpPr>
          <p:spPr>
            <a:xfrm>
              <a:off x="2052637" y="6292850"/>
              <a:ext cx="0" cy="1333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F3A0FC4B-2BAD-3AD5-C252-E3BB88AF42F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43050" y="6280150"/>
              <a:ext cx="511175" cy="21590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D0C9D7DA-B533-10B6-DFFD-6879DEFD5BF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01737" y="6350000"/>
              <a:ext cx="344488" cy="1460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B49C25E0-D80B-1F05-81EB-FAA32AA082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59882" y="4162426"/>
              <a:ext cx="0" cy="26034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0FA84797-8EDB-B897-F43E-2047111D85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6351" y="4932362"/>
              <a:ext cx="0" cy="27781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77DD2AD8-64BA-1E19-F2BB-3516AFC0A01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27300" y="5266531"/>
              <a:ext cx="172245" cy="61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7B0A127-2F3A-39D6-4B7B-159C9C6CEC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40000" y="5213350"/>
              <a:ext cx="165894" cy="658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3D5A2B10-106E-144A-D976-5084F37BA35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13100" y="5327650"/>
              <a:ext cx="150019" cy="68263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F8932C48-C573-2BAC-F777-D83C09DF1B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57563" y="5398294"/>
              <a:ext cx="0" cy="761206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6" name="Straight Connector 225">
              <a:extLst>
                <a:ext uri="{FF2B5EF4-FFF2-40B4-BE49-F238E27FC236}">
                  <a16:creationId xmlns:a16="http://schemas.microsoft.com/office/drawing/2014/main" id="{1B8DFB51-AD05-3AB1-416A-3B0B8BB342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32188" y="3406775"/>
              <a:ext cx="655637" cy="222250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Straight Connector 228">
              <a:extLst>
                <a:ext uri="{FF2B5EF4-FFF2-40B4-BE49-F238E27FC236}">
                  <a16:creationId xmlns:a16="http://schemas.microsoft.com/office/drawing/2014/main" id="{F7A86536-47BB-67FD-39D2-8239066E4C5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3038" y="4406106"/>
              <a:ext cx="151607" cy="8334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Straight Connector 229">
              <a:extLst>
                <a:ext uri="{FF2B5EF4-FFF2-40B4-BE49-F238E27FC236}">
                  <a16:creationId xmlns:a16="http://schemas.microsoft.com/office/drawing/2014/main" id="{639F3000-57FB-E2F2-11FF-9A56CC35FD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0657" y="4483101"/>
              <a:ext cx="0" cy="39369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Straight Connector 231">
              <a:extLst>
                <a:ext uri="{FF2B5EF4-FFF2-40B4-BE49-F238E27FC236}">
                  <a16:creationId xmlns:a16="http://schemas.microsoft.com/office/drawing/2014/main" id="{54C72988-2F11-B478-48E5-6E514B0A330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46350" y="4866481"/>
              <a:ext cx="165895" cy="6746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0" name="Straight Connector 239">
              <a:extLst>
                <a:ext uri="{FF2B5EF4-FFF2-40B4-BE49-F238E27FC236}">
                  <a16:creationId xmlns:a16="http://schemas.microsoft.com/office/drawing/2014/main" id="{2226FF51-98DB-FCC5-0DDE-6FC6CD2438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32857" y="5324476"/>
              <a:ext cx="0" cy="130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2" name="Straight Connector 241">
              <a:extLst>
                <a:ext uri="{FF2B5EF4-FFF2-40B4-BE49-F238E27FC236}">
                  <a16:creationId xmlns:a16="http://schemas.microsoft.com/office/drawing/2014/main" id="{99620313-DAF5-9B44-B15A-33CD63913E9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536825" y="5454650"/>
              <a:ext cx="165894" cy="658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Straight Connector 243">
              <a:extLst>
                <a:ext uri="{FF2B5EF4-FFF2-40B4-BE49-F238E27FC236}">
                  <a16:creationId xmlns:a16="http://schemas.microsoft.com/office/drawing/2014/main" id="{EF495328-0C72-F855-8A3F-E5815CA5B78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04307" y="5397501"/>
              <a:ext cx="0" cy="130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>
              <a:extLst>
                <a:ext uri="{FF2B5EF4-FFF2-40B4-BE49-F238E27FC236}">
                  <a16:creationId xmlns:a16="http://schemas.microsoft.com/office/drawing/2014/main" id="{6FB988E8-0379-A649-1F6B-2BDF74E328C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708275" y="5400675"/>
              <a:ext cx="165894" cy="658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>
              <a:extLst>
                <a:ext uri="{FF2B5EF4-FFF2-40B4-BE49-F238E27FC236}">
                  <a16:creationId xmlns:a16="http://schemas.microsoft.com/office/drawing/2014/main" id="{4B8222B7-34BE-32DE-2DA7-5AB6EB4799E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60675" y="5318125"/>
              <a:ext cx="342900" cy="149225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Straight Connector 249">
              <a:extLst>
                <a:ext uri="{FF2B5EF4-FFF2-40B4-BE49-F238E27FC236}">
                  <a16:creationId xmlns:a16="http://schemas.microsoft.com/office/drawing/2014/main" id="{60E0510D-1D17-A1F6-FB41-EAF0FE35366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90875" y="6165056"/>
              <a:ext cx="172245" cy="61119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Straight Connector 250">
              <a:extLst>
                <a:ext uri="{FF2B5EF4-FFF2-40B4-BE49-F238E27FC236}">
                  <a16:creationId xmlns:a16="http://schemas.microsoft.com/office/drawing/2014/main" id="{0D146959-298D-EC1F-3457-0556DCC49B8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00400" y="6226175"/>
              <a:ext cx="165894" cy="65881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2" name="Straight Connector 251">
              <a:extLst>
                <a:ext uri="{FF2B5EF4-FFF2-40B4-BE49-F238E27FC236}">
                  <a16:creationId xmlns:a16="http://schemas.microsoft.com/office/drawing/2014/main" id="{7C131B66-96AD-2A15-3D31-616EB9A4BD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58357" y="6299201"/>
              <a:ext cx="0" cy="130174"/>
            </a:xfrm>
            <a:prstGeom prst="line">
              <a:avLst/>
            </a:prstGeom>
            <a:ln w="12700">
              <a:solidFill>
                <a:schemeClr val="bg1">
                  <a:lumMod val="95000"/>
                </a:schemeClr>
              </a:solidFill>
            </a:ln>
            <a:effectLst>
              <a:glow rad="63500">
                <a:schemeClr val="accent5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7F1D9E99-CCCA-4988-A757-15A8CCC1F55D}"/>
              </a:ext>
            </a:extLst>
          </p:cNvPr>
          <p:cNvGrpSpPr/>
          <p:nvPr/>
        </p:nvGrpSpPr>
        <p:grpSpPr>
          <a:xfrm>
            <a:off x="859631" y="291306"/>
            <a:ext cx="8268494" cy="4268788"/>
            <a:chOff x="859631" y="291306"/>
            <a:chExt cx="8268494" cy="4268788"/>
          </a:xfrm>
        </p:grpSpPr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8C67F79C-57A3-7358-D1A7-54A40D72C4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662488" y="1271588"/>
              <a:ext cx="343693" cy="12223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7DC74FBF-5A08-4B75-41C7-AE74578A7DE8}"/>
                </a:ext>
              </a:extLst>
            </p:cNvPr>
            <p:cNvCxnSpPr>
              <a:cxnSpLocks/>
            </p:cNvCxnSpPr>
            <p:nvPr/>
          </p:nvCxnSpPr>
          <p:spPr>
            <a:xfrm>
              <a:off x="4668043" y="114617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AD52BF58-27BE-6C1F-19AD-D7C61A0A086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98119" y="885825"/>
              <a:ext cx="673894" cy="25717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BCC57584-D5C3-AB92-D277-7B59F15A5754}"/>
                </a:ext>
              </a:extLst>
            </p:cNvPr>
            <p:cNvCxnSpPr>
              <a:cxnSpLocks/>
            </p:cNvCxnSpPr>
            <p:nvPr/>
          </p:nvCxnSpPr>
          <p:spPr>
            <a:xfrm>
              <a:off x="4006056" y="769937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51EF4BD7-DDAE-A519-3A9E-83B8C0FC52B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42419" y="423069"/>
              <a:ext cx="1022349" cy="40560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682FD6C6-4956-EF63-DDCF-38ECC51613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844131" y="771525"/>
              <a:ext cx="169069" cy="5476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0E44A939-F864-E784-C63A-998317866BC1}"/>
                </a:ext>
              </a:extLst>
            </p:cNvPr>
            <p:cNvCxnSpPr>
              <a:cxnSpLocks/>
            </p:cNvCxnSpPr>
            <p:nvPr/>
          </p:nvCxnSpPr>
          <p:spPr>
            <a:xfrm>
              <a:off x="6819106" y="1606550"/>
              <a:ext cx="0" cy="3786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9DBDE47D-9D15-D017-C26A-106C559B470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827044" y="1514475"/>
              <a:ext cx="170656" cy="833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29687918-91DA-6CF0-5F0B-86F9C3F247E5}"/>
                </a:ext>
              </a:extLst>
            </p:cNvPr>
            <p:cNvCxnSpPr>
              <a:cxnSpLocks/>
            </p:cNvCxnSpPr>
            <p:nvPr/>
          </p:nvCxnSpPr>
          <p:spPr>
            <a:xfrm>
              <a:off x="6990556" y="1149350"/>
              <a:ext cx="0" cy="3786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9655BC97-7E91-6CD6-468B-87E3F65149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84206" y="1069975"/>
              <a:ext cx="172244" cy="8016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55EE17EF-2C0C-54DC-A8E2-D937A4DF6B76}"/>
                </a:ext>
              </a:extLst>
            </p:cNvPr>
            <p:cNvCxnSpPr>
              <a:cxnSpLocks/>
            </p:cNvCxnSpPr>
            <p:nvPr/>
          </p:nvCxnSpPr>
          <p:spPr>
            <a:xfrm>
              <a:off x="7154862" y="680244"/>
              <a:ext cx="0" cy="37861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4FE4F2F-A625-43D1-DEC7-5C3C7779A1F0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70838" y="1013618"/>
              <a:ext cx="511175" cy="1984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47780D62-5F22-6D1B-367C-4FD12431CCB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617744" y="1135856"/>
              <a:ext cx="176212" cy="619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6668F7D2-566E-FD3E-FEFA-B363A79E94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75662" y="1138238"/>
              <a:ext cx="153988" cy="7064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D453A7E2-D6BF-B452-0850-C3A5ECB87A78}"/>
                </a:ext>
              </a:extLst>
            </p:cNvPr>
            <p:cNvCxnSpPr>
              <a:cxnSpLocks/>
            </p:cNvCxnSpPr>
            <p:nvPr/>
          </p:nvCxnSpPr>
          <p:spPr>
            <a:xfrm>
              <a:off x="8809037" y="1069181"/>
              <a:ext cx="0" cy="1396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63840639-ADC7-3B8C-B450-F6AE5F1EEB0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09037" y="1000126"/>
              <a:ext cx="153988" cy="7064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174AD78A-30D1-EC90-B098-28BE0E2E2661}"/>
                </a:ext>
              </a:extLst>
            </p:cNvPr>
            <p:cNvCxnSpPr>
              <a:cxnSpLocks/>
            </p:cNvCxnSpPr>
            <p:nvPr/>
          </p:nvCxnSpPr>
          <p:spPr>
            <a:xfrm>
              <a:off x="8968581" y="871538"/>
              <a:ext cx="0" cy="1396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3C3DBAE0-A947-17FB-4A07-B4A7E4DD256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961437" y="819151"/>
              <a:ext cx="153988" cy="7064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EB3358E2-4701-CBCB-B178-3DE70CE3D48B}"/>
                </a:ext>
              </a:extLst>
            </p:cNvPr>
            <p:cNvCxnSpPr>
              <a:cxnSpLocks/>
            </p:cNvCxnSpPr>
            <p:nvPr/>
          </p:nvCxnSpPr>
          <p:spPr>
            <a:xfrm>
              <a:off x="9128125" y="685800"/>
              <a:ext cx="0" cy="13969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ADC3F138-46C1-B07B-E51E-703ADC04BCC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805863" y="697708"/>
              <a:ext cx="314325" cy="13334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9501C12B-7EB6-017F-5D61-A4BA4375E156}"/>
                </a:ext>
              </a:extLst>
            </p:cNvPr>
            <p:cNvCxnSpPr>
              <a:cxnSpLocks/>
            </p:cNvCxnSpPr>
            <p:nvPr/>
          </p:nvCxnSpPr>
          <p:spPr>
            <a:xfrm>
              <a:off x="8811419" y="823913"/>
              <a:ext cx="0" cy="1285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4A5D12D5-3574-E708-1750-7661F244DD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465344" y="940594"/>
              <a:ext cx="335756" cy="1381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Straight Connector 191">
              <a:extLst>
                <a:ext uri="{FF2B5EF4-FFF2-40B4-BE49-F238E27FC236}">
                  <a16:creationId xmlns:a16="http://schemas.microsoft.com/office/drawing/2014/main" id="{B8F3CB99-CBB1-97BA-F707-75BDD2677B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134350" y="947738"/>
              <a:ext cx="335756" cy="1285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A3E8A221-8C12-998B-1D92-885F63D138A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165056" y="431006"/>
              <a:ext cx="819150" cy="326231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ECA9C9E5-378A-0DF7-E9F3-0573E7A3E4C1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790656" y="2234406"/>
              <a:ext cx="518319" cy="2008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BAA56883-219D-C72F-647B-1C1DD41D17A3}"/>
                </a:ext>
              </a:extLst>
            </p:cNvPr>
            <p:cNvCxnSpPr>
              <a:cxnSpLocks/>
            </p:cNvCxnSpPr>
            <p:nvPr/>
          </p:nvCxnSpPr>
          <p:spPr>
            <a:xfrm>
              <a:off x="8308181" y="2441575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1" name="Straight Connector 200">
              <a:extLst>
                <a:ext uri="{FF2B5EF4-FFF2-40B4-BE49-F238E27FC236}">
                  <a16:creationId xmlns:a16="http://schemas.microsoft.com/office/drawing/2014/main" id="{FBC1CFFA-D7D8-83B5-24BB-580FC5C0E846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309769" y="2561431"/>
              <a:ext cx="176212" cy="619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067189B2-83B3-47F9-ACED-EB827A868FF2}"/>
                </a:ext>
              </a:extLst>
            </p:cNvPr>
            <p:cNvCxnSpPr>
              <a:cxnSpLocks/>
            </p:cNvCxnSpPr>
            <p:nvPr/>
          </p:nvCxnSpPr>
          <p:spPr>
            <a:xfrm>
              <a:off x="8471693" y="2630487"/>
              <a:ext cx="0" cy="123825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0A563613-A923-D015-84B8-878EBC0D34D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462169" y="2747169"/>
              <a:ext cx="176212" cy="619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Straight Connector 203">
              <a:extLst>
                <a:ext uri="{FF2B5EF4-FFF2-40B4-BE49-F238E27FC236}">
                  <a16:creationId xmlns:a16="http://schemas.microsoft.com/office/drawing/2014/main" id="{86CD6534-33B9-0681-CA0C-A2504EEB5DDC}"/>
                </a:ext>
              </a:extLst>
            </p:cNvPr>
            <p:cNvCxnSpPr>
              <a:cxnSpLocks/>
            </p:cNvCxnSpPr>
            <p:nvPr/>
          </p:nvCxnSpPr>
          <p:spPr>
            <a:xfrm>
              <a:off x="8635999" y="2813844"/>
              <a:ext cx="0" cy="391319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5C228011-4641-3B57-6F82-F7E34F4E98A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040890" y="1075055"/>
              <a:ext cx="806450" cy="33020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84FF8057-67E4-A4E3-7789-90AAF6503634}"/>
                </a:ext>
              </a:extLst>
            </p:cNvPr>
            <p:cNvCxnSpPr>
              <a:cxnSpLocks/>
            </p:cNvCxnSpPr>
            <p:nvPr/>
          </p:nvCxnSpPr>
          <p:spPr>
            <a:xfrm>
              <a:off x="2844006" y="412750"/>
              <a:ext cx="0" cy="66421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97B84DA7-CFBA-510B-976F-CEC42D2D5AE2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681163" y="1259681"/>
              <a:ext cx="341312" cy="146050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Connector 212">
              <a:extLst>
                <a:ext uri="{FF2B5EF4-FFF2-40B4-BE49-F238E27FC236}">
                  <a16:creationId xmlns:a16="http://schemas.microsoft.com/office/drawing/2014/main" id="{386FA1A6-7B6E-6C02-146F-EA02A2BD4070}"/>
                </a:ext>
              </a:extLst>
            </p:cNvPr>
            <p:cNvCxnSpPr>
              <a:cxnSpLocks/>
            </p:cNvCxnSpPr>
            <p:nvPr/>
          </p:nvCxnSpPr>
          <p:spPr>
            <a:xfrm>
              <a:off x="1691481" y="1134269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01B4B624-790D-7F93-E715-2BBF7A1FE13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26381" y="1076325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D12E98B-0210-9B5E-C496-ACECFA28B2BE}"/>
                </a:ext>
              </a:extLst>
            </p:cNvPr>
            <p:cNvCxnSpPr>
              <a:cxnSpLocks/>
            </p:cNvCxnSpPr>
            <p:nvPr/>
          </p:nvCxnSpPr>
          <p:spPr>
            <a:xfrm>
              <a:off x="1527175" y="941388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9A5285AC-F9D3-477E-69B2-4FABD577ED1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190625" y="821531"/>
              <a:ext cx="338931" cy="13414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9" name="Straight Connector 218">
              <a:extLst>
                <a:ext uri="{FF2B5EF4-FFF2-40B4-BE49-F238E27FC236}">
                  <a16:creationId xmlns:a16="http://schemas.microsoft.com/office/drawing/2014/main" id="{0E78E7F5-D69A-032F-E5D2-77CA4FCE9E65}"/>
                </a:ext>
              </a:extLst>
            </p:cNvPr>
            <p:cNvCxnSpPr>
              <a:cxnSpLocks/>
            </p:cNvCxnSpPr>
            <p:nvPr/>
          </p:nvCxnSpPr>
          <p:spPr>
            <a:xfrm>
              <a:off x="1198563" y="688975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0" name="Straight Connector 219">
              <a:extLst>
                <a:ext uri="{FF2B5EF4-FFF2-40B4-BE49-F238E27FC236}">
                  <a16:creationId xmlns:a16="http://schemas.microsoft.com/office/drawing/2014/main" id="{41B46328-A5CD-3BDD-1B07-3C4DAF7C383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033462" y="628650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Straight Connector 220">
              <a:extLst>
                <a:ext uri="{FF2B5EF4-FFF2-40B4-BE49-F238E27FC236}">
                  <a16:creationId xmlns:a16="http://schemas.microsoft.com/office/drawing/2014/main" id="{5BA4E5A2-9418-B02B-C35C-E4D6A5BBA7EC}"/>
                </a:ext>
              </a:extLst>
            </p:cNvPr>
            <p:cNvCxnSpPr>
              <a:cxnSpLocks/>
            </p:cNvCxnSpPr>
            <p:nvPr/>
          </p:nvCxnSpPr>
          <p:spPr>
            <a:xfrm>
              <a:off x="1031875" y="491331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Straight Connector 221">
              <a:extLst>
                <a:ext uri="{FF2B5EF4-FFF2-40B4-BE49-F238E27FC236}">
                  <a16:creationId xmlns:a16="http://schemas.microsoft.com/office/drawing/2014/main" id="{EC9E4BD6-F8D8-7444-174C-DA42C98AF34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59631" y="433387"/>
              <a:ext cx="167481" cy="65087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Straight Connector 222">
              <a:extLst>
                <a:ext uri="{FF2B5EF4-FFF2-40B4-BE49-F238E27FC236}">
                  <a16:creationId xmlns:a16="http://schemas.microsoft.com/office/drawing/2014/main" id="{9FEC66D6-08EF-1EDB-2CFD-17CE4F17BC18}"/>
                </a:ext>
              </a:extLst>
            </p:cNvPr>
            <p:cNvCxnSpPr>
              <a:cxnSpLocks/>
            </p:cNvCxnSpPr>
            <p:nvPr/>
          </p:nvCxnSpPr>
          <p:spPr>
            <a:xfrm>
              <a:off x="867568" y="291306"/>
              <a:ext cx="0" cy="132556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1" name="Straight Connector 310">
              <a:extLst>
                <a:ext uri="{FF2B5EF4-FFF2-40B4-BE49-F238E27FC236}">
                  <a16:creationId xmlns:a16="http://schemas.microsoft.com/office/drawing/2014/main" id="{1ED4C536-26A7-0FEB-FBE6-C39E84BE96E2}"/>
                </a:ext>
              </a:extLst>
            </p:cNvPr>
            <p:cNvCxnSpPr>
              <a:cxnSpLocks/>
            </p:cNvCxnSpPr>
            <p:nvPr/>
          </p:nvCxnSpPr>
          <p:spPr>
            <a:xfrm>
              <a:off x="7313453" y="3474720"/>
              <a:ext cx="0" cy="239712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4" name="Straight Connector 313">
              <a:extLst>
                <a:ext uri="{FF2B5EF4-FFF2-40B4-BE49-F238E27FC236}">
                  <a16:creationId xmlns:a16="http://schemas.microsoft.com/office/drawing/2014/main" id="{AC3A4496-AF6C-5D8C-0DE7-667B0D8BA42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661819" y="3977481"/>
              <a:ext cx="338931" cy="134938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77CD8113-85A2-DBAC-695D-C610F5DFA2D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29300" y="4041775"/>
              <a:ext cx="315912" cy="127794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0" name="Straight Connector 319">
              <a:extLst>
                <a:ext uri="{FF2B5EF4-FFF2-40B4-BE49-F238E27FC236}">
                  <a16:creationId xmlns:a16="http://schemas.microsoft.com/office/drawing/2014/main" id="{54ED052F-3406-D635-BB0A-76E3BAD630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23744" y="4167981"/>
              <a:ext cx="0" cy="39211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Straight Connector 321">
              <a:extLst>
                <a:ext uri="{FF2B5EF4-FFF2-40B4-BE49-F238E27FC236}">
                  <a16:creationId xmlns:a16="http://schemas.microsoft.com/office/drawing/2014/main" id="{93324390-793C-43BE-84DD-B1B7817559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5319713" y="4226719"/>
              <a:ext cx="502443" cy="197643"/>
            </a:xfrm>
            <a:prstGeom prst="line">
              <a:avLst/>
            </a:prstGeom>
            <a:ln w="12700">
              <a:solidFill>
                <a:schemeClr val="bg1"/>
              </a:solidFill>
            </a:ln>
            <a:effectLst>
              <a:glow rad="635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0" name="Rectangle 299">
            <a:extLst>
              <a:ext uri="{FF2B5EF4-FFF2-40B4-BE49-F238E27FC236}">
                <a16:creationId xmlns:a16="http://schemas.microsoft.com/office/drawing/2014/main" id="{13BE4C4A-E488-1AF2-071B-15FAF0BA061D}"/>
              </a:ext>
            </a:extLst>
          </p:cNvPr>
          <p:cNvSpPr/>
          <p:nvPr/>
        </p:nvSpPr>
        <p:spPr>
          <a:xfrm>
            <a:off x="4517552" y="5105697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1</a:t>
            </a:r>
          </a:p>
        </p:txBody>
      </p:sp>
      <p:sp>
        <p:nvSpPr>
          <p:cNvPr id="301" name="Rectangle 300">
            <a:extLst>
              <a:ext uri="{FF2B5EF4-FFF2-40B4-BE49-F238E27FC236}">
                <a16:creationId xmlns:a16="http://schemas.microsoft.com/office/drawing/2014/main" id="{99D55439-F679-0B58-7EEC-6CC5B73E78D5}"/>
              </a:ext>
            </a:extLst>
          </p:cNvPr>
          <p:cNvSpPr/>
          <p:nvPr/>
        </p:nvSpPr>
        <p:spPr>
          <a:xfrm>
            <a:off x="3006252" y="3854747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4472C4"/>
                </a:highlight>
              </a:rPr>
              <a:t>2</a:t>
            </a:r>
          </a:p>
        </p:txBody>
      </p:sp>
      <p:sp>
        <p:nvSpPr>
          <p:cNvPr id="313" name="Rectangle 312">
            <a:extLst>
              <a:ext uri="{FF2B5EF4-FFF2-40B4-BE49-F238E27FC236}">
                <a16:creationId xmlns:a16="http://schemas.microsoft.com/office/drawing/2014/main" id="{494EA6ED-D64F-A4DC-BFE2-6C79003E3AEA}"/>
              </a:ext>
            </a:extLst>
          </p:cNvPr>
          <p:cNvSpPr/>
          <p:nvPr/>
        </p:nvSpPr>
        <p:spPr>
          <a:xfrm>
            <a:off x="7422042" y="3361987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FF0000"/>
                </a:highlight>
              </a:rPr>
              <a:t>2</a:t>
            </a:r>
          </a:p>
        </p:txBody>
      </p:sp>
      <p:sp>
        <p:nvSpPr>
          <p:cNvPr id="324" name="Rectangle 323">
            <a:extLst>
              <a:ext uri="{FF2B5EF4-FFF2-40B4-BE49-F238E27FC236}">
                <a16:creationId xmlns:a16="http://schemas.microsoft.com/office/drawing/2014/main" id="{C4648A62-D399-9E7B-FE17-D6BA1FBDD80B}"/>
              </a:ext>
            </a:extLst>
          </p:cNvPr>
          <p:cNvSpPr/>
          <p:nvPr/>
        </p:nvSpPr>
        <p:spPr>
          <a:xfrm>
            <a:off x="5986942" y="4231937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FF0000"/>
                </a:highlight>
              </a:rPr>
              <a:t>2</a:t>
            </a:r>
          </a:p>
        </p:txBody>
      </p:sp>
      <p:sp>
        <p:nvSpPr>
          <p:cNvPr id="325" name="Rectangle 324">
            <a:extLst>
              <a:ext uri="{FF2B5EF4-FFF2-40B4-BE49-F238E27FC236}">
                <a16:creationId xmlns:a16="http://schemas.microsoft.com/office/drawing/2014/main" id="{467ED28D-4C16-299B-07FD-BF20DD5E37CF}"/>
              </a:ext>
            </a:extLst>
          </p:cNvPr>
          <p:cNvSpPr/>
          <p:nvPr/>
        </p:nvSpPr>
        <p:spPr>
          <a:xfrm>
            <a:off x="4240692" y="3120687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FF0000"/>
                </a:highlight>
              </a:rPr>
              <a:t>1</a:t>
            </a:r>
          </a:p>
        </p:txBody>
      </p:sp>
      <p:sp>
        <p:nvSpPr>
          <p:cNvPr id="326" name="Rectangle 325">
            <a:extLst>
              <a:ext uri="{FF2B5EF4-FFF2-40B4-BE49-F238E27FC236}">
                <a16:creationId xmlns:a16="http://schemas.microsoft.com/office/drawing/2014/main" id="{2F9D1A5B-9443-827D-D807-408678C56B9F}"/>
              </a:ext>
            </a:extLst>
          </p:cNvPr>
          <p:cNvSpPr/>
          <p:nvPr/>
        </p:nvSpPr>
        <p:spPr>
          <a:xfrm>
            <a:off x="7263292" y="167937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FF0000"/>
                </a:highlight>
              </a:rPr>
              <a:t>1</a:t>
            </a:r>
          </a:p>
        </p:txBody>
      </p:sp>
      <p:sp>
        <p:nvSpPr>
          <p:cNvPr id="327" name="Rectangle 326">
            <a:extLst>
              <a:ext uri="{FF2B5EF4-FFF2-40B4-BE49-F238E27FC236}">
                <a16:creationId xmlns:a16="http://schemas.microsoft.com/office/drawing/2014/main" id="{4E05860E-854F-ADD3-CA25-023822654617}"/>
              </a:ext>
            </a:extLst>
          </p:cNvPr>
          <p:cNvSpPr/>
          <p:nvPr/>
        </p:nvSpPr>
        <p:spPr>
          <a:xfrm flipH="1">
            <a:off x="2895600" y="640377"/>
            <a:ext cx="23785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FF0000"/>
                </a:highlight>
              </a:rPr>
              <a:t>1</a:t>
            </a:r>
          </a:p>
        </p:txBody>
      </p:sp>
      <p:sp>
        <p:nvSpPr>
          <p:cNvPr id="328" name="Rectangle 327">
            <a:extLst>
              <a:ext uri="{FF2B5EF4-FFF2-40B4-BE49-F238E27FC236}">
                <a16:creationId xmlns:a16="http://schemas.microsoft.com/office/drawing/2014/main" id="{8B4566A1-2E32-0E37-52E0-5D902C75A633}"/>
              </a:ext>
            </a:extLst>
          </p:cNvPr>
          <p:cNvSpPr/>
          <p:nvPr/>
        </p:nvSpPr>
        <p:spPr>
          <a:xfrm>
            <a:off x="6637216" y="3100607"/>
            <a:ext cx="393056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FF0000"/>
                </a:highlight>
              </a:rPr>
              <a:t>1</a:t>
            </a:r>
          </a:p>
        </p:txBody>
      </p:sp>
      <p:sp>
        <p:nvSpPr>
          <p:cNvPr id="347" name="Rectangle 346">
            <a:extLst>
              <a:ext uri="{FF2B5EF4-FFF2-40B4-BE49-F238E27FC236}">
                <a16:creationId xmlns:a16="http://schemas.microsoft.com/office/drawing/2014/main" id="{772686D7-2657-2ECE-0137-259160E1ED60}"/>
              </a:ext>
            </a:extLst>
          </p:cNvPr>
          <p:cNvSpPr/>
          <p:nvPr/>
        </p:nvSpPr>
        <p:spPr>
          <a:xfrm flipH="1">
            <a:off x="4168140" y="0"/>
            <a:ext cx="237858" cy="584775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32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highlight>
                  <a:srgbClr val="FF0000"/>
                </a:highlight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167723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85371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343682</TotalTime>
  <Words>104</Words>
  <Application>Microsoft Office PowerPoint</Application>
  <PresentationFormat>Custom</PresentationFormat>
  <Paragraphs>99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Jiang, Ruoli</dc:creator>
  <cp:lastModifiedBy>Jiang, Ruoli</cp:lastModifiedBy>
  <cp:revision>1723</cp:revision>
  <cp:lastPrinted>2021-06-19T15:20:22Z</cp:lastPrinted>
  <dcterms:created xsi:type="dcterms:W3CDTF">2021-03-25T22:26:05Z</dcterms:created>
  <dcterms:modified xsi:type="dcterms:W3CDTF">2024-12-19T01:18:28Z</dcterms:modified>
</cp:coreProperties>
</file>