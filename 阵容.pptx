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686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941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510" y="1122363"/>
            <a:ext cx="7383780" cy="2387600"/>
          </a:xfrm>
        </p:spPr>
        <p:txBody>
          <a:bodyPr anchor="b"/>
          <a:lstStyle>
            <a:lvl1pPr algn="ctr">
              <a:defRPr sz="5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3602038"/>
            <a:ext cx="6515100" cy="1655762"/>
          </a:xfrm>
        </p:spPr>
        <p:txBody>
          <a:bodyPr/>
          <a:lstStyle>
            <a:lvl1pPr marL="0" indent="0" algn="ctr">
              <a:buNone/>
              <a:defRPr sz="2280"/>
            </a:lvl1pPr>
            <a:lvl2pPr marL="434340" indent="0" algn="ctr">
              <a:buNone/>
              <a:defRPr sz="1900"/>
            </a:lvl2pPr>
            <a:lvl3pPr marL="868680" indent="0" algn="ctr">
              <a:buNone/>
              <a:defRPr sz="1710"/>
            </a:lvl3pPr>
            <a:lvl4pPr marL="1303020" indent="0" algn="ctr">
              <a:buNone/>
              <a:defRPr sz="1520"/>
            </a:lvl4pPr>
            <a:lvl5pPr marL="1737360" indent="0" algn="ctr">
              <a:buNone/>
              <a:defRPr sz="1520"/>
            </a:lvl5pPr>
            <a:lvl6pPr marL="2171700" indent="0" algn="ctr">
              <a:buNone/>
              <a:defRPr sz="1520"/>
            </a:lvl6pPr>
            <a:lvl7pPr marL="2606040" indent="0" algn="ctr">
              <a:buNone/>
              <a:defRPr sz="1520"/>
            </a:lvl7pPr>
            <a:lvl8pPr marL="3040380" indent="0" algn="ctr">
              <a:buNone/>
              <a:defRPr sz="1520"/>
            </a:lvl8pPr>
            <a:lvl9pPr marL="3474720" indent="0" algn="ctr">
              <a:buNone/>
              <a:defRPr sz="1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4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8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4" y="1709740"/>
            <a:ext cx="7492365" cy="2852737"/>
          </a:xfrm>
        </p:spPr>
        <p:txBody>
          <a:bodyPr anchor="b"/>
          <a:lstStyle>
            <a:lvl1pPr>
              <a:defRPr sz="5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4" y="4589465"/>
            <a:ext cx="7492365" cy="1500187"/>
          </a:xfrm>
        </p:spPr>
        <p:txBody>
          <a:bodyPr/>
          <a:lstStyle>
            <a:lvl1pPr marL="0" indent="0">
              <a:buNone/>
              <a:defRPr sz="2280">
                <a:solidFill>
                  <a:schemeClr val="tx1"/>
                </a:solidFill>
              </a:defRPr>
            </a:lvl1pPr>
            <a:lvl2pPr marL="4343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86868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3pPr>
            <a:lvl4pPr marL="130302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4pPr>
            <a:lvl5pPr marL="173736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5pPr>
            <a:lvl6pPr marL="217170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6pPr>
            <a:lvl7pPr marL="260604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7pPr>
            <a:lvl8pPr marL="304038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8pPr>
            <a:lvl9pPr marL="347472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51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1825625"/>
            <a:ext cx="36918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1825625"/>
            <a:ext cx="36918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65127"/>
            <a:ext cx="749236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50" y="1681163"/>
            <a:ext cx="3674923" cy="82391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34340" indent="0">
              <a:buNone/>
              <a:defRPr sz="1900" b="1"/>
            </a:lvl2pPr>
            <a:lvl3pPr marL="868680" indent="0">
              <a:buNone/>
              <a:defRPr sz="1710" b="1"/>
            </a:lvl3pPr>
            <a:lvl4pPr marL="1303020" indent="0">
              <a:buNone/>
              <a:defRPr sz="1520" b="1"/>
            </a:lvl4pPr>
            <a:lvl5pPr marL="1737360" indent="0">
              <a:buNone/>
              <a:defRPr sz="1520" b="1"/>
            </a:lvl5pPr>
            <a:lvl6pPr marL="2171700" indent="0">
              <a:buNone/>
              <a:defRPr sz="1520" b="1"/>
            </a:lvl6pPr>
            <a:lvl7pPr marL="2606040" indent="0">
              <a:buNone/>
              <a:defRPr sz="1520" b="1"/>
            </a:lvl7pPr>
            <a:lvl8pPr marL="3040380" indent="0">
              <a:buNone/>
              <a:defRPr sz="1520" b="1"/>
            </a:lvl8pPr>
            <a:lvl9pPr marL="3474720" indent="0">
              <a:buNone/>
              <a:defRPr sz="1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50" y="2505075"/>
            <a:ext cx="367492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1681163"/>
            <a:ext cx="3693021" cy="82391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34340" indent="0">
              <a:buNone/>
              <a:defRPr sz="1900" b="1"/>
            </a:lvl2pPr>
            <a:lvl3pPr marL="868680" indent="0">
              <a:buNone/>
              <a:defRPr sz="1710" b="1"/>
            </a:lvl3pPr>
            <a:lvl4pPr marL="1303020" indent="0">
              <a:buNone/>
              <a:defRPr sz="1520" b="1"/>
            </a:lvl4pPr>
            <a:lvl5pPr marL="1737360" indent="0">
              <a:buNone/>
              <a:defRPr sz="1520" b="1"/>
            </a:lvl5pPr>
            <a:lvl6pPr marL="2171700" indent="0">
              <a:buNone/>
              <a:defRPr sz="1520" b="1"/>
            </a:lvl6pPr>
            <a:lvl7pPr marL="2606040" indent="0">
              <a:buNone/>
              <a:defRPr sz="1520" b="1"/>
            </a:lvl7pPr>
            <a:lvl8pPr marL="3040380" indent="0">
              <a:buNone/>
              <a:defRPr sz="1520" b="1"/>
            </a:lvl8pPr>
            <a:lvl9pPr marL="3474720" indent="0">
              <a:buNone/>
              <a:defRPr sz="1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2505075"/>
            <a:ext cx="369302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6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7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9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457200"/>
            <a:ext cx="2801719" cy="1600200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987427"/>
            <a:ext cx="4397693" cy="4873625"/>
          </a:xfrm>
        </p:spPr>
        <p:txBody>
          <a:bodyPr/>
          <a:lstStyle>
            <a:lvl1pPr>
              <a:defRPr sz="3040"/>
            </a:lvl1pPr>
            <a:lvl2pPr>
              <a:defRPr sz="2660"/>
            </a:lvl2pPr>
            <a:lvl3pPr>
              <a:defRPr sz="228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2057400"/>
            <a:ext cx="2801719" cy="3811588"/>
          </a:xfrm>
        </p:spPr>
        <p:txBody>
          <a:bodyPr/>
          <a:lstStyle>
            <a:lvl1pPr marL="0" indent="0">
              <a:buNone/>
              <a:defRPr sz="1520"/>
            </a:lvl1pPr>
            <a:lvl2pPr marL="434340" indent="0">
              <a:buNone/>
              <a:defRPr sz="1330"/>
            </a:lvl2pPr>
            <a:lvl3pPr marL="868680" indent="0">
              <a:buNone/>
              <a:defRPr sz="1140"/>
            </a:lvl3pPr>
            <a:lvl4pPr marL="1303020" indent="0">
              <a:buNone/>
              <a:defRPr sz="950"/>
            </a:lvl4pPr>
            <a:lvl5pPr marL="1737360" indent="0">
              <a:buNone/>
              <a:defRPr sz="950"/>
            </a:lvl5pPr>
            <a:lvl6pPr marL="2171700" indent="0">
              <a:buNone/>
              <a:defRPr sz="950"/>
            </a:lvl6pPr>
            <a:lvl7pPr marL="2606040" indent="0">
              <a:buNone/>
              <a:defRPr sz="950"/>
            </a:lvl7pPr>
            <a:lvl8pPr marL="3040380" indent="0">
              <a:buNone/>
              <a:defRPr sz="950"/>
            </a:lvl8pPr>
            <a:lvl9pPr marL="3474720" indent="0">
              <a:buNone/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5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457200"/>
            <a:ext cx="2801719" cy="1600200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987427"/>
            <a:ext cx="4397693" cy="4873625"/>
          </a:xfrm>
        </p:spPr>
        <p:txBody>
          <a:bodyPr anchor="t"/>
          <a:lstStyle>
            <a:lvl1pPr marL="0" indent="0">
              <a:buNone/>
              <a:defRPr sz="3040"/>
            </a:lvl1pPr>
            <a:lvl2pPr marL="434340" indent="0">
              <a:buNone/>
              <a:defRPr sz="2660"/>
            </a:lvl2pPr>
            <a:lvl3pPr marL="868680" indent="0">
              <a:buNone/>
              <a:defRPr sz="2280"/>
            </a:lvl3pPr>
            <a:lvl4pPr marL="1303020" indent="0">
              <a:buNone/>
              <a:defRPr sz="1900"/>
            </a:lvl4pPr>
            <a:lvl5pPr marL="1737360" indent="0">
              <a:buNone/>
              <a:defRPr sz="1900"/>
            </a:lvl5pPr>
            <a:lvl6pPr marL="2171700" indent="0">
              <a:buNone/>
              <a:defRPr sz="1900"/>
            </a:lvl6pPr>
            <a:lvl7pPr marL="2606040" indent="0">
              <a:buNone/>
              <a:defRPr sz="1900"/>
            </a:lvl7pPr>
            <a:lvl8pPr marL="3040380" indent="0">
              <a:buNone/>
              <a:defRPr sz="1900"/>
            </a:lvl8pPr>
            <a:lvl9pPr marL="3474720" indent="0">
              <a:buNone/>
              <a:defRPr sz="1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2057400"/>
            <a:ext cx="2801719" cy="3811588"/>
          </a:xfrm>
        </p:spPr>
        <p:txBody>
          <a:bodyPr/>
          <a:lstStyle>
            <a:lvl1pPr marL="0" indent="0">
              <a:buNone/>
              <a:defRPr sz="1520"/>
            </a:lvl1pPr>
            <a:lvl2pPr marL="434340" indent="0">
              <a:buNone/>
              <a:defRPr sz="1330"/>
            </a:lvl2pPr>
            <a:lvl3pPr marL="868680" indent="0">
              <a:buNone/>
              <a:defRPr sz="1140"/>
            </a:lvl3pPr>
            <a:lvl4pPr marL="1303020" indent="0">
              <a:buNone/>
              <a:defRPr sz="950"/>
            </a:lvl4pPr>
            <a:lvl5pPr marL="1737360" indent="0">
              <a:buNone/>
              <a:defRPr sz="950"/>
            </a:lvl5pPr>
            <a:lvl6pPr marL="2171700" indent="0">
              <a:buNone/>
              <a:defRPr sz="950"/>
            </a:lvl6pPr>
            <a:lvl7pPr marL="2606040" indent="0">
              <a:buNone/>
              <a:defRPr sz="950"/>
            </a:lvl7pPr>
            <a:lvl8pPr marL="3040380" indent="0">
              <a:buNone/>
              <a:defRPr sz="950"/>
            </a:lvl8pPr>
            <a:lvl9pPr marL="3474720" indent="0">
              <a:buNone/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5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76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2" y="365125"/>
            <a:ext cx="187309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8" y="365125"/>
            <a:ext cx="551068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1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365127"/>
            <a:ext cx="7492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1825625"/>
            <a:ext cx="74923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6356352"/>
            <a:ext cx="19545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F11DE-5698-4F77-8CF1-B72C0F3B1730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6356352"/>
            <a:ext cx="2931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6356352"/>
            <a:ext cx="19545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00935-B0C6-4DCC-A59F-1AA2C648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9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8680" rtl="0" eaLnBrk="1" latinLnBrk="0" hangingPunct="1">
        <a:lnSpc>
          <a:spcPct val="90000"/>
        </a:lnSpc>
        <a:spcBef>
          <a:spcPct val="0"/>
        </a:spcBef>
        <a:buNone/>
        <a:defRPr sz="41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170" indent="-217170" algn="l" defTabSz="86868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1pPr>
      <a:lvl2pPr marL="65151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19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95453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38887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82321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325755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69189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1pPr>
      <a:lvl2pPr marL="43434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3pPr>
      <a:lvl4pPr marL="130302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3736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7170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60604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304038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47472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BF2979-20A1-4F17-8C23-15C79CF0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0" y="95608"/>
            <a:ext cx="2704665" cy="3323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877389-CEF5-4D44-91EF-9B4FA2DE6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35" y="3498759"/>
            <a:ext cx="2702460" cy="32785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01C2E5-0991-453A-B648-EEC086D5F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650" y="83942"/>
            <a:ext cx="2730547" cy="3347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DDAF31-AFA2-4E74-8886-01D3068AD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649" y="3503969"/>
            <a:ext cx="2730547" cy="3273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E3392D-5A8C-44FC-BB6E-67BAB9ABD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9046" y="72278"/>
            <a:ext cx="2667798" cy="33471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AC700B-A3E9-476C-BFE1-6AD605A8823F}"/>
              </a:ext>
            </a:extLst>
          </p:cNvPr>
          <p:cNvSpPr/>
          <p:nvPr/>
        </p:nvSpPr>
        <p:spPr>
          <a:xfrm>
            <a:off x="176772" y="511038"/>
            <a:ext cx="40139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77B91-79B0-475A-8809-B5CAB98BA484}"/>
              </a:ext>
            </a:extLst>
          </p:cNvPr>
          <p:cNvSpPr/>
          <p:nvPr/>
        </p:nvSpPr>
        <p:spPr>
          <a:xfrm>
            <a:off x="207897" y="3834905"/>
            <a:ext cx="40139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26433-914F-4A3A-800C-8AB3BD8F507A}"/>
              </a:ext>
            </a:extLst>
          </p:cNvPr>
          <p:cNvSpPr/>
          <p:nvPr/>
        </p:nvSpPr>
        <p:spPr>
          <a:xfrm>
            <a:off x="2979854" y="456874"/>
            <a:ext cx="40139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87018F-FC3D-4EE4-9C0C-2B8F118D97D7}"/>
              </a:ext>
            </a:extLst>
          </p:cNvPr>
          <p:cNvSpPr/>
          <p:nvPr/>
        </p:nvSpPr>
        <p:spPr>
          <a:xfrm>
            <a:off x="3018369" y="3804073"/>
            <a:ext cx="40139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E15958-ADC7-4F44-9184-B7E517ECDDEB}"/>
              </a:ext>
            </a:extLst>
          </p:cNvPr>
          <p:cNvSpPr/>
          <p:nvPr/>
        </p:nvSpPr>
        <p:spPr>
          <a:xfrm>
            <a:off x="4596389" y="1238668"/>
            <a:ext cx="40139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F09C8-724B-4D09-86A4-E48E0546B96F}"/>
              </a:ext>
            </a:extLst>
          </p:cNvPr>
          <p:cNvSpPr/>
          <p:nvPr/>
        </p:nvSpPr>
        <p:spPr>
          <a:xfrm>
            <a:off x="609290" y="2641205"/>
            <a:ext cx="1485022" cy="7155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高战首选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饰品全负重</a:t>
            </a:r>
            <a:endParaRPr lang="en-US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448B1-3832-4828-AE64-3C79CC668A0A}"/>
              </a:ext>
            </a:extLst>
          </p:cNvPr>
          <p:cNvSpPr/>
          <p:nvPr/>
        </p:nvSpPr>
        <p:spPr>
          <a:xfrm>
            <a:off x="463175" y="5292743"/>
            <a:ext cx="1485022" cy="7155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高战次选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饰品全负重</a:t>
            </a:r>
            <a:endParaRPr lang="en-US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DC8C9C-CD1C-4A5F-9477-600673BF4D2B}"/>
              </a:ext>
            </a:extLst>
          </p:cNvPr>
          <p:cNvSpPr/>
          <p:nvPr/>
        </p:nvSpPr>
        <p:spPr>
          <a:xfrm>
            <a:off x="3087338" y="2106321"/>
            <a:ext cx="1485022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中低战首选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664B8A-7851-4BB8-A175-61CD0E4752EB}"/>
              </a:ext>
            </a:extLst>
          </p:cNvPr>
          <p:cNvSpPr/>
          <p:nvPr/>
        </p:nvSpPr>
        <p:spPr>
          <a:xfrm>
            <a:off x="2979851" y="5454327"/>
            <a:ext cx="1485022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中低战次选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B58E4D-7C83-45E4-AD4F-C36C4D9F5F4B}"/>
              </a:ext>
            </a:extLst>
          </p:cNvPr>
          <p:cNvSpPr/>
          <p:nvPr/>
        </p:nvSpPr>
        <p:spPr>
          <a:xfrm>
            <a:off x="5817885" y="2106321"/>
            <a:ext cx="1485022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中低战末选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C87B70-530E-41A0-9960-2620B3177DDC}"/>
              </a:ext>
            </a:extLst>
          </p:cNvPr>
          <p:cNvSpPr/>
          <p:nvPr/>
        </p:nvSpPr>
        <p:spPr>
          <a:xfrm>
            <a:off x="6560396" y="4288623"/>
            <a:ext cx="1215718" cy="136191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345</a:t>
            </a:r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阵容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光头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炸迪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zh-CN" altLang="en-US" sz="21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饰品堆忍</a:t>
            </a:r>
            <a:endParaRPr lang="en-US" altLang="zh-CN" sz="21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3ABCCA-BF57-4F9B-AE38-74E25D65B47D}"/>
              </a:ext>
            </a:extLst>
          </p:cNvPr>
          <p:cNvSpPr/>
          <p:nvPr/>
        </p:nvSpPr>
        <p:spPr>
          <a:xfrm>
            <a:off x="5890700" y="456874"/>
            <a:ext cx="40139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3238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50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2</cp:revision>
  <dcterms:created xsi:type="dcterms:W3CDTF">2020-09-16T03:06:08Z</dcterms:created>
  <dcterms:modified xsi:type="dcterms:W3CDTF">2020-09-16T03:22:19Z</dcterms:modified>
</cp:coreProperties>
</file>