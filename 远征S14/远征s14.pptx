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11"/>
  </p:notesMasterIdLst>
  <p:sldIdLst>
    <p:sldId id="291" r:id="rId2"/>
    <p:sldId id="290" r:id="rId3"/>
    <p:sldId id="287" r:id="rId4"/>
    <p:sldId id="289" r:id="rId5"/>
    <p:sldId id="288" r:id="rId6"/>
    <p:sldId id="285" r:id="rId7"/>
    <p:sldId id="282" r:id="rId8"/>
    <p:sldId id="283" r:id="rId9"/>
    <p:sldId id="286" r:id="rId10"/>
  </p:sldIdLst>
  <p:sldSz cx="9936163" cy="7451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D0CFD5"/>
    <a:srgbClr val="1E242D"/>
    <a:srgbClr val="FF99CC"/>
    <a:srgbClr val="000000"/>
    <a:srgbClr val="FFFF00"/>
    <a:srgbClr val="FFC000"/>
    <a:srgbClr val="41719C"/>
    <a:srgbClr val="5B9BD5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0" autoAdjust="0"/>
    <p:restoredTop sz="93890" autoAdjust="0"/>
  </p:normalViewPr>
  <p:slideViewPr>
    <p:cSldViewPr snapToGrid="0">
      <p:cViewPr>
        <p:scale>
          <a:sx n="200" d="100"/>
          <a:sy n="200" d="100"/>
        </p:scale>
        <p:origin x="-2640" y="-344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9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3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8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2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7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2001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6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42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81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42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29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28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212" y="1219531"/>
            <a:ext cx="8445739" cy="2594304"/>
          </a:xfrm>
        </p:spPr>
        <p:txBody>
          <a:bodyPr anchor="b"/>
          <a:lstStyle>
            <a:lvl1pPr algn="ctr"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2021" y="3913881"/>
            <a:ext cx="7452122" cy="1799108"/>
          </a:xfrm>
        </p:spPr>
        <p:txBody>
          <a:bodyPr/>
          <a:lstStyle>
            <a:lvl1pPr marL="0" indent="0" algn="ctr">
              <a:buNone/>
              <a:defRPr sz="2608"/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6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1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936" y="1857759"/>
            <a:ext cx="8569941" cy="3099710"/>
          </a:xfrm>
        </p:spPr>
        <p:txBody>
          <a:bodyPr anchor="b"/>
          <a:lstStyle>
            <a:lvl1pPr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936" y="4986793"/>
            <a:ext cx="8569941" cy="1630064"/>
          </a:xfrm>
        </p:spPr>
        <p:txBody>
          <a:bodyPr/>
          <a:lstStyle>
            <a:lvl1pPr marL="0" indent="0">
              <a:buNone/>
              <a:defRPr sz="2608">
                <a:solidFill>
                  <a:schemeClr val="tx1"/>
                </a:solidFill>
              </a:defRPr>
            </a:lvl1pPr>
            <a:lvl2pPr marL="49679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2pPr>
            <a:lvl3pPr marL="993587" indent="0">
              <a:buNone/>
              <a:defRPr sz="1956">
                <a:solidFill>
                  <a:schemeClr val="tx1">
                    <a:tint val="75000"/>
                  </a:schemeClr>
                </a:solidFill>
              </a:defRPr>
            </a:lvl3pPr>
            <a:lvl4pPr marL="149038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4pPr>
            <a:lvl5pPr marL="1987174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5pPr>
            <a:lvl6pPr marL="248396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6pPr>
            <a:lvl7pPr marL="298076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7pPr>
            <a:lvl8pPr marL="3477555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8pPr>
            <a:lvl9pPr marL="397434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7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111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0183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3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396737"/>
            <a:ext cx="8569941" cy="1440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406" y="1826708"/>
            <a:ext cx="4203462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406" y="2721949"/>
            <a:ext cx="4203462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183" y="1826708"/>
            <a:ext cx="4224163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183" y="2721949"/>
            <a:ext cx="4224163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5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4163" y="1072912"/>
            <a:ext cx="5030183" cy="5295555"/>
          </a:xfrm>
        </p:spPr>
        <p:txBody>
          <a:bodyPr/>
          <a:lstStyle>
            <a:lvl1pPr>
              <a:defRPr sz="3477"/>
            </a:lvl1pPr>
            <a:lvl2pPr>
              <a:defRPr sz="3042"/>
            </a:lvl2pPr>
            <a:lvl3pPr>
              <a:defRPr sz="2608"/>
            </a:lvl3pPr>
            <a:lvl4pPr>
              <a:defRPr sz="2173"/>
            </a:lvl4pPr>
            <a:lvl5pPr>
              <a:defRPr sz="2173"/>
            </a:lvl5pPr>
            <a:lvl6pPr>
              <a:defRPr sz="2173"/>
            </a:lvl6pPr>
            <a:lvl7pPr>
              <a:defRPr sz="2173"/>
            </a:lvl7pPr>
            <a:lvl8pPr>
              <a:defRPr sz="2173"/>
            </a:lvl8pPr>
            <a:lvl9pPr>
              <a:defRPr sz="2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1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4163" y="1072912"/>
            <a:ext cx="5030183" cy="5295555"/>
          </a:xfrm>
        </p:spPr>
        <p:txBody>
          <a:bodyPr anchor="t"/>
          <a:lstStyle>
            <a:lvl1pPr marL="0" indent="0">
              <a:buNone/>
              <a:defRPr sz="3477"/>
            </a:lvl1pPr>
            <a:lvl2pPr marL="496794" indent="0">
              <a:buNone/>
              <a:defRPr sz="3042"/>
            </a:lvl2pPr>
            <a:lvl3pPr marL="993587" indent="0">
              <a:buNone/>
              <a:defRPr sz="2608"/>
            </a:lvl3pPr>
            <a:lvl4pPr marL="1490381" indent="0">
              <a:buNone/>
              <a:defRPr sz="2173"/>
            </a:lvl4pPr>
            <a:lvl5pPr marL="1987174" indent="0">
              <a:buNone/>
              <a:defRPr sz="2173"/>
            </a:lvl5pPr>
            <a:lvl6pPr marL="2483968" indent="0">
              <a:buNone/>
              <a:defRPr sz="2173"/>
            </a:lvl6pPr>
            <a:lvl7pPr marL="2980761" indent="0">
              <a:buNone/>
              <a:defRPr sz="2173"/>
            </a:lvl7pPr>
            <a:lvl8pPr marL="3477555" indent="0">
              <a:buNone/>
              <a:defRPr sz="2173"/>
            </a:lvl8pPr>
            <a:lvl9pPr marL="3974348" indent="0">
              <a:buNone/>
              <a:defRPr sz="21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8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5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0567" y="396736"/>
            <a:ext cx="2142485" cy="63149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3112" y="396736"/>
            <a:ext cx="6303253" cy="63149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9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3111" y="396737"/>
            <a:ext cx="8569941" cy="1440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111" y="1983677"/>
            <a:ext cx="8569941" cy="4728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111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1354" y="6906647"/>
            <a:ext cx="3353455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7415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8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93587" rtl="0" eaLnBrk="1" latinLnBrk="0" hangingPunct="1">
        <a:lnSpc>
          <a:spcPct val="90000"/>
        </a:lnSpc>
        <a:spcBef>
          <a:spcPct val="0"/>
        </a:spcBef>
        <a:buNone/>
        <a:defRPr sz="47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8397" indent="-248397" algn="l" defTabSz="993587" rtl="0" eaLnBrk="1" latinLnBrk="0" hangingPunct="1">
        <a:lnSpc>
          <a:spcPct val="90000"/>
        </a:lnSpc>
        <a:spcBef>
          <a:spcPts val="1087"/>
        </a:spcBef>
        <a:buFont typeface="Arial" panose="020B0604020202020204" pitchFamily="34" charset="0"/>
        <a:buChar char="•"/>
        <a:defRPr sz="3042" kern="1200">
          <a:solidFill>
            <a:schemeClr val="tx1"/>
          </a:solidFill>
          <a:latin typeface="+mn-lt"/>
          <a:ea typeface="+mn-ea"/>
          <a:cs typeface="+mn-cs"/>
        </a:defRPr>
      </a:lvl1pPr>
      <a:lvl2pPr marL="745190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608" kern="1200">
          <a:solidFill>
            <a:schemeClr val="tx1"/>
          </a:solidFill>
          <a:latin typeface="+mn-lt"/>
          <a:ea typeface="+mn-ea"/>
          <a:cs typeface="+mn-cs"/>
        </a:defRPr>
      </a:lvl2pPr>
      <a:lvl3pPr marL="124198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738777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223557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73236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3229158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72595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4222745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1pPr>
      <a:lvl2pPr marL="49679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93587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3pPr>
      <a:lvl4pPr marL="149038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198717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48396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298076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477555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397434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2000" t="-42000" r="2000" b="-4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42" y="0"/>
            <a:ext cx="9933678" cy="7451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F59FB29-6BE4-F18C-5CDA-E9EB34FBA79A}"/>
              </a:ext>
            </a:extLst>
          </p:cNvPr>
          <p:cNvGrpSpPr/>
          <p:nvPr/>
        </p:nvGrpSpPr>
        <p:grpSpPr>
          <a:xfrm>
            <a:off x="2317909" y="1184890"/>
            <a:ext cx="5353077" cy="4838085"/>
            <a:chOff x="2317909" y="1184890"/>
            <a:chExt cx="5353077" cy="4838085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2A90BA8-170C-B608-C78A-C33A7C7AE9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351" y="3576162"/>
              <a:ext cx="477039" cy="1981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AFF5BAA-87FD-7AA3-9D95-FA9643ADB8D1}"/>
                </a:ext>
              </a:extLst>
            </p:cNvPr>
            <p:cNvGrpSpPr/>
            <p:nvPr/>
          </p:nvGrpSpPr>
          <p:grpSpPr>
            <a:xfrm>
              <a:off x="2317909" y="3323749"/>
              <a:ext cx="5038725" cy="2699226"/>
              <a:chOff x="2052630" y="1500127"/>
              <a:chExt cx="9027518" cy="4836005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99E107F-0D49-F842-9579-E864A4A818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1086" y="1589719"/>
                <a:ext cx="0" cy="1881443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5C8ACE1-9C1A-AD7B-3A3E-0293985BCB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8814" y="2671656"/>
                <a:ext cx="0" cy="906165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282DF2A2-582C-7188-BF56-1DF12E8C48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2753" y="1504393"/>
                <a:ext cx="887395" cy="349838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7A4B8B53-AD99-C3E5-9469-8534B2D8C1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78227" y="3454097"/>
                <a:ext cx="290109" cy="12799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DCE77D4-7C99-57A2-CA6C-FEB6F60A9B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47006" y="3588628"/>
                <a:ext cx="0" cy="219573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4D9F20D-AF74-5F66-EBBC-9B0B7068A1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34206" y="3791134"/>
                <a:ext cx="290109" cy="12799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BBDF4322-BD00-4C19-7DF2-D873B7B7BB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23149" y="4810783"/>
                <a:ext cx="0" cy="247447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7020FB51-1B66-CA76-F09F-BCED0F26B7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23149" y="5041164"/>
                <a:ext cx="563153" cy="243181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3AD60487-80DD-E184-437D-8D0C3FB5AD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6302" y="5288609"/>
                <a:ext cx="0" cy="430899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02CCBE8B-F10C-E69F-A79B-C75D230194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73505" y="5723774"/>
                <a:ext cx="1467327" cy="612358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40CE4AFE-ACCD-A28E-38A0-91DBEF9807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6848" y="6197335"/>
                <a:ext cx="290109" cy="13652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84A61C8E-0389-7246-3B3A-0AEF5CC8F4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10082" y="5962687"/>
                <a:ext cx="285843" cy="119455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A05B17D3-C561-BD0C-2DCC-998CA71728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25790" y="5958420"/>
                <a:ext cx="268778" cy="14079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5C119EB8-A101-E416-897C-04113865D5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0301" y="5258746"/>
                <a:ext cx="2009435" cy="836195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1E72E048-1B75-EDBA-1648-67DE8A959B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04000" y="4815048"/>
                <a:ext cx="0" cy="45223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8812F6BA-DC6C-BC2E-7ACD-B59A50E21D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08266" y="4584670"/>
                <a:ext cx="584486" cy="221845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F2AA9311-0FAF-2E4A-FA6D-37C3515166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772970" y="3556488"/>
                <a:ext cx="294379" cy="149318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479B5008-87A3-3277-4FBA-E61D27F79E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322426" y="1760372"/>
                <a:ext cx="296083" cy="116044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4F81DB9D-00A6-2A2E-21DA-BFFA079F02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81502" y="3705808"/>
                <a:ext cx="0" cy="183454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943171B8-50B6-2E85-C49E-D74595CCA4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20240" y="4699859"/>
                <a:ext cx="294377" cy="12799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DAE79444-A710-565C-B054-0AC5A2A469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19519" y="1747572"/>
                <a:ext cx="290109" cy="110925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EB5F013-2756-B126-2EA0-5EE2ABC8CA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15948" y="1724536"/>
                <a:ext cx="302909" cy="145054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E0A184F-7CCB-88B1-1ABB-C35E2CC996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929095" y="1736480"/>
                <a:ext cx="276457" cy="113483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5664B73-966B-18C7-102A-ECF60E72E8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72447" y="1504393"/>
                <a:ext cx="539262" cy="231234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153CF0B-60F8-DB98-5F13-CB3531F026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20240" y="1500127"/>
                <a:ext cx="1732124" cy="691141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CF01236-E27B-4604-63E4-10D4B501B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8253" y="2519206"/>
                <a:ext cx="873454" cy="371737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C10D3807-63ED-9977-DEE4-9D2F072B01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17333" y="2423356"/>
                <a:ext cx="281576" cy="162121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8F3DB103-65FF-09C8-0B51-CD1E931A92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52821" y="2178471"/>
                <a:ext cx="546086" cy="23038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B9E9E48-5219-C4D1-8B41-E6E2AF06A2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1599" y="2596569"/>
                <a:ext cx="0" cy="179186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1" name="Straight Connector 1270">
                <a:extLst>
                  <a:ext uri="{FF2B5EF4-FFF2-40B4-BE49-F238E27FC236}">
                    <a16:creationId xmlns:a16="http://schemas.microsoft.com/office/drawing/2014/main" id="{FC7B3176-DF66-A3A6-3666-A1ABC7C828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52630" y="3701543"/>
                <a:ext cx="1389111" cy="977838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5EC9C4A-8003-34C0-074B-B14E0F6851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3096" y="3530918"/>
              <a:ext cx="473869" cy="1857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ADAE8E0-783A-42C5-3509-2F0D8CB3E06D}"/>
                </a:ext>
              </a:extLst>
            </p:cNvPr>
            <p:cNvSpPr txBox="1"/>
            <p:nvPr/>
          </p:nvSpPr>
          <p:spPr>
            <a:xfrm>
              <a:off x="4501515" y="2034540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14.05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361DCAB-572E-A7E6-8063-2D3028DB34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56472" y="3442811"/>
              <a:ext cx="159543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4199E53-E80A-04CF-DF3F-A450D78C77BE}"/>
                </a:ext>
              </a:extLst>
            </p:cNvPr>
            <p:cNvCxnSpPr>
              <a:cxnSpLocks/>
            </p:cNvCxnSpPr>
            <p:nvPr/>
          </p:nvCxnSpPr>
          <p:spPr>
            <a:xfrm>
              <a:off x="5415913" y="5116829"/>
              <a:ext cx="327662" cy="1282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D1C9E66-28D3-4EE9-9242-FD29FF9A9F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8751" y="5109686"/>
              <a:ext cx="152401" cy="619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ED9FDA2-3B4B-E3A7-7044-DDD3D65586F6}"/>
                </a:ext>
              </a:extLst>
            </p:cNvPr>
            <p:cNvCxnSpPr>
              <a:cxnSpLocks/>
            </p:cNvCxnSpPr>
            <p:nvPr/>
          </p:nvCxnSpPr>
          <p:spPr>
            <a:xfrm>
              <a:off x="3945890" y="4799329"/>
              <a:ext cx="0" cy="4918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B626FD9-A051-78BE-A4F0-67F7070E90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2715" y="4602480"/>
              <a:ext cx="508000" cy="2063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773769F-F779-86DD-6D67-0BCE08A04050}"/>
                </a:ext>
              </a:extLst>
            </p:cNvPr>
            <p:cNvCxnSpPr>
              <a:cxnSpLocks/>
            </p:cNvCxnSpPr>
            <p:nvPr/>
          </p:nvCxnSpPr>
          <p:spPr>
            <a:xfrm>
              <a:off x="4444365" y="4602480"/>
              <a:ext cx="1460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2482744-C373-8976-CD10-2A88D0C532C5}"/>
                </a:ext>
              </a:extLst>
            </p:cNvPr>
            <p:cNvCxnSpPr>
              <a:cxnSpLocks/>
            </p:cNvCxnSpPr>
            <p:nvPr/>
          </p:nvCxnSpPr>
          <p:spPr>
            <a:xfrm>
              <a:off x="4434046" y="4216718"/>
              <a:ext cx="0" cy="2555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3988F624-BAA6-DD77-BF9D-31B4827415E9}"/>
                </a:ext>
              </a:extLst>
            </p:cNvPr>
            <p:cNvCxnSpPr>
              <a:cxnSpLocks/>
            </p:cNvCxnSpPr>
            <p:nvPr/>
          </p:nvCxnSpPr>
          <p:spPr>
            <a:xfrm>
              <a:off x="4463415" y="1383030"/>
              <a:ext cx="121446" cy="175021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  <a:prstDash val="dash"/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BBA1B03-DA33-F9BC-5B7E-FA67A8E3F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5639" y="3469005"/>
              <a:ext cx="0" cy="36004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72538D1-0C07-94C7-B528-43ED3787C9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7545" y="3821430"/>
              <a:ext cx="306705" cy="13954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1863264-5C60-E5F6-03DE-EEE866D9BD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8771" y="3580924"/>
              <a:ext cx="321469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C82F0A-35D6-C098-12DA-8681719A3D92}"/>
                </a:ext>
              </a:extLst>
            </p:cNvPr>
            <p:cNvCxnSpPr>
              <a:cxnSpLocks/>
            </p:cNvCxnSpPr>
            <p:nvPr/>
          </p:nvCxnSpPr>
          <p:spPr>
            <a:xfrm>
              <a:off x="5406388" y="4750117"/>
              <a:ext cx="0" cy="2428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530398B-C375-F2A9-0AEB-9BB5A3595CF8}"/>
                </a:ext>
              </a:extLst>
            </p:cNvPr>
            <p:cNvCxnSpPr>
              <a:cxnSpLocks/>
            </p:cNvCxnSpPr>
            <p:nvPr/>
          </p:nvCxnSpPr>
          <p:spPr>
            <a:xfrm>
              <a:off x="5246844" y="4670741"/>
              <a:ext cx="1460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EBB5FE-5956-6376-E344-30D21187EA6E}"/>
                </a:ext>
              </a:extLst>
            </p:cNvPr>
            <p:cNvCxnSpPr>
              <a:cxnSpLocks/>
            </p:cNvCxnSpPr>
            <p:nvPr/>
          </p:nvCxnSpPr>
          <p:spPr>
            <a:xfrm>
              <a:off x="5250019" y="4300061"/>
              <a:ext cx="0" cy="3643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0755951-8C00-3C4D-275C-C646BE027B7A}"/>
                </a:ext>
              </a:extLst>
            </p:cNvPr>
            <p:cNvCxnSpPr>
              <a:cxnSpLocks/>
            </p:cNvCxnSpPr>
            <p:nvPr/>
          </p:nvCxnSpPr>
          <p:spPr>
            <a:xfrm>
              <a:off x="5400838" y="2702243"/>
              <a:ext cx="0" cy="8696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B044825-B52B-76B5-33F0-E6C2DD850A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4465" y="2609374"/>
              <a:ext cx="157163" cy="857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21BE100-98EE-A8A0-F54A-DB14981B00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6847" y="2478406"/>
              <a:ext cx="326231" cy="1428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F97DD6-046E-3E30-1984-81A7DD4FB5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7840" y="2352199"/>
              <a:ext cx="0" cy="1285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F59581B-0A50-3A01-7ABF-A732BFD2BB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5460" y="2278380"/>
              <a:ext cx="154780" cy="785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A682782-C41C-9133-CB56-8F61995337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0240" y="2042636"/>
              <a:ext cx="0" cy="2262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6C1F771-C3D1-91FB-6873-EA98F87BA5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004" y="1916906"/>
              <a:ext cx="322896" cy="13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CB2240B-ED67-38CE-0395-CC94A34293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7303" y="1535430"/>
              <a:ext cx="962024" cy="381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8BDD0BB-F110-FD9F-D510-D8232F1804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0453" y="1463993"/>
              <a:ext cx="985837" cy="3738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74F75CB-F1FD-4073-6A5C-2E1F081C3E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8610" y="1979930"/>
              <a:ext cx="154780" cy="785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A6EFFE8-912C-922D-3B55-11CF7962B82B}"/>
                </a:ext>
              </a:extLst>
            </p:cNvPr>
            <p:cNvCxnSpPr>
              <a:cxnSpLocks/>
            </p:cNvCxnSpPr>
            <p:nvPr/>
          </p:nvCxnSpPr>
          <p:spPr>
            <a:xfrm>
              <a:off x="4111785" y="1918812"/>
              <a:ext cx="310355" cy="1087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2095AF5-87C3-59D0-9D12-54DBB834ADED}"/>
                </a:ext>
              </a:extLst>
            </p:cNvPr>
            <p:cNvCxnSpPr>
              <a:cxnSpLocks/>
            </p:cNvCxnSpPr>
            <p:nvPr/>
          </p:nvCxnSpPr>
          <p:spPr>
            <a:xfrm>
              <a:off x="3613310" y="2610962"/>
              <a:ext cx="173830" cy="896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3327848-7970-A6FC-F465-8CD1EE8CDE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7935" y="2713355"/>
              <a:ext cx="0" cy="976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DBD9A86-14A1-E833-DF8F-4DB6FC5FA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4285" y="2678430"/>
              <a:ext cx="323055" cy="1357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72A5E89-BA7B-6133-1C07-2B16568EE2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11785" y="2687955"/>
              <a:ext cx="0" cy="247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C186D3D-869F-D67D-9AC6-2EAEB8C87CB3}"/>
                </a:ext>
              </a:extLst>
            </p:cNvPr>
            <p:cNvCxnSpPr>
              <a:cxnSpLocks/>
            </p:cNvCxnSpPr>
            <p:nvPr/>
          </p:nvCxnSpPr>
          <p:spPr>
            <a:xfrm>
              <a:off x="4111785" y="2928462"/>
              <a:ext cx="475455" cy="1881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31B8FCA6-37C3-1CEB-CF40-CE3A3931D6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4546" y="2497931"/>
              <a:ext cx="0" cy="2352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CF33FF5-326C-2CAF-DD2B-0D7AEEE955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80259" y="2718911"/>
              <a:ext cx="157163" cy="857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AF887530-224F-F298-3EA4-AB953A04B5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6481" y="3727450"/>
              <a:ext cx="1778794" cy="823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dash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52E3B0B5-070C-8C29-E152-584E0057D481}"/>
                </a:ext>
              </a:extLst>
            </p:cNvPr>
            <p:cNvGrpSpPr/>
            <p:nvPr/>
          </p:nvGrpSpPr>
          <p:grpSpPr>
            <a:xfrm>
              <a:off x="2341688" y="1184890"/>
              <a:ext cx="5329298" cy="4638913"/>
              <a:chOff x="2341688" y="1184890"/>
              <a:chExt cx="5329298" cy="4638913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FD11C1ED-88D0-2ED5-70FC-0869789F5FFC}"/>
                  </a:ext>
                </a:extLst>
              </p:cNvPr>
              <p:cNvSpPr/>
              <p:nvPr/>
            </p:nvSpPr>
            <p:spPr>
              <a:xfrm>
                <a:off x="3420394" y="5454471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89EE8E60-3C55-D38B-37A9-B429B930D30C}"/>
                  </a:ext>
                </a:extLst>
              </p:cNvPr>
              <p:cNvSpPr/>
              <p:nvPr/>
            </p:nvSpPr>
            <p:spPr>
              <a:xfrm>
                <a:off x="4670550" y="1184890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E7EC219E-CACC-C3F9-DA74-67382A8199B9}"/>
                  </a:ext>
                </a:extLst>
              </p:cNvPr>
              <p:cNvSpPr/>
              <p:nvPr/>
            </p:nvSpPr>
            <p:spPr>
              <a:xfrm>
                <a:off x="2341688" y="2070714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2</a:t>
                </a: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EDE3E889-4A8F-EF37-83D7-27693EEECD4B}"/>
                  </a:ext>
                </a:extLst>
              </p:cNvPr>
              <p:cNvSpPr/>
              <p:nvPr/>
            </p:nvSpPr>
            <p:spPr>
              <a:xfrm>
                <a:off x="4184775" y="19897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8A940621-F67D-2B9C-D9B1-A7A6C19822E2}"/>
                  </a:ext>
                </a:extLst>
              </p:cNvPr>
              <p:cNvSpPr/>
              <p:nvPr/>
            </p:nvSpPr>
            <p:spPr>
              <a:xfrm>
                <a:off x="6389813" y="5237776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853AAA3-667E-1A38-EA09-58D8D7EEE9CA}"/>
                  </a:ext>
                </a:extLst>
              </p:cNvPr>
              <p:cNvSpPr/>
              <p:nvPr/>
            </p:nvSpPr>
            <p:spPr>
              <a:xfrm>
                <a:off x="2879850" y="3994764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F6E24AA0-FA7E-5F07-A4F8-9A96F8C1A779}"/>
                  </a:ext>
                </a:extLst>
              </p:cNvPr>
              <p:cNvSpPr/>
              <p:nvPr/>
            </p:nvSpPr>
            <p:spPr>
              <a:xfrm>
                <a:off x="2489325" y="4752001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</a:rPr>
                  <a:t>2</a:t>
                </a: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3CEBF181-94DA-79A4-8BF1-13DF35BC6BA9}"/>
                  </a:ext>
                </a:extLst>
              </p:cNvPr>
              <p:cNvSpPr/>
              <p:nvPr/>
            </p:nvSpPr>
            <p:spPr>
              <a:xfrm>
                <a:off x="7369300" y="3993176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F5EAC2A2-9031-22EB-9266-550F42059960}"/>
                  </a:ext>
                </a:extLst>
              </p:cNvPr>
              <p:cNvSpPr/>
              <p:nvPr/>
            </p:nvSpPr>
            <p:spPr>
              <a:xfrm>
                <a:off x="7001000" y="4812326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</a:rPr>
                  <a:t>2</a:t>
                </a:r>
              </a:p>
            </p:txBody>
          </p:sp>
        </p:grp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BD205976-4972-E5F6-086F-00F6317393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58854" y="3480912"/>
              <a:ext cx="646746" cy="88582"/>
            </a:xfrm>
            <a:prstGeom prst="line">
              <a:avLst/>
            </a:prstGeom>
            <a:ln w="12700">
              <a:solidFill>
                <a:schemeClr val="bg1"/>
              </a:solidFill>
              <a:prstDash val="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502DCB4-036F-0957-E650-E10F8AC1D8E5}"/>
                </a:ext>
              </a:extLst>
            </p:cNvPr>
            <p:cNvCxnSpPr>
              <a:cxnSpLocks/>
            </p:cNvCxnSpPr>
            <p:nvPr/>
          </p:nvCxnSpPr>
          <p:spPr>
            <a:xfrm>
              <a:off x="4438015" y="4472305"/>
              <a:ext cx="1460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98A20A2-86D6-9CB8-0E06-5604AF65355D}"/>
                </a:ext>
              </a:extLst>
            </p:cNvPr>
            <p:cNvCxnSpPr>
              <a:cxnSpLocks/>
            </p:cNvCxnSpPr>
            <p:nvPr/>
          </p:nvCxnSpPr>
          <p:spPr>
            <a:xfrm>
              <a:off x="4599146" y="4545330"/>
              <a:ext cx="0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C4E80A17-EE1E-4592-9A40-C9CF8FE03A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9226" y="5001736"/>
              <a:ext cx="152401" cy="619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748691A-7F81-20FE-E4BC-54DC0524F54F}"/>
                </a:ext>
              </a:extLst>
            </p:cNvPr>
            <p:cNvCxnSpPr>
              <a:cxnSpLocks/>
            </p:cNvCxnSpPr>
            <p:nvPr/>
          </p:nvCxnSpPr>
          <p:spPr>
            <a:xfrm>
              <a:off x="5250813" y="5042217"/>
              <a:ext cx="0" cy="1508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0" name="Straight Connector 1199">
              <a:extLst>
                <a:ext uri="{FF2B5EF4-FFF2-40B4-BE49-F238E27FC236}">
                  <a16:creationId xmlns:a16="http://schemas.microsoft.com/office/drawing/2014/main" id="{62F5E966-466B-FA59-09DD-2B171011A7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7900" y="1909762"/>
              <a:ext cx="645319" cy="2667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2" name="Straight Connector 1201">
              <a:extLst>
                <a:ext uri="{FF2B5EF4-FFF2-40B4-BE49-F238E27FC236}">
                  <a16:creationId xmlns:a16="http://schemas.microsoft.com/office/drawing/2014/main" id="{357B48DC-3730-B46A-CADE-5D98C53A54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3617" y="1907381"/>
              <a:ext cx="322896" cy="13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8" name="Straight Connector 1207">
              <a:extLst>
                <a:ext uri="{FF2B5EF4-FFF2-40B4-BE49-F238E27FC236}">
                  <a16:creationId xmlns:a16="http://schemas.microsoft.com/office/drawing/2014/main" id="{C73E2EFE-63B0-A0E8-07FF-CF7D8CCB54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80322" y="2430780"/>
              <a:ext cx="177641" cy="671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2" name="Straight Connector 1211">
              <a:extLst>
                <a:ext uri="{FF2B5EF4-FFF2-40B4-BE49-F238E27FC236}">
                  <a16:creationId xmlns:a16="http://schemas.microsoft.com/office/drawing/2014/main" id="{99459B47-2A79-DAD3-FEB2-6F290C50BE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6097" y="2228373"/>
              <a:ext cx="177641" cy="671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E08CA11C-9F92-6EA5-1462-CADE1206D539}"/>
              </a:ext>
            </a:extLst>
          </p:cNvPr>
          <p:cNvGrpSpPr/>
          <p:nvPr/>
        </p:nvGrpSpPr>
        <p:grpSpPr>
          <a:xfrm>
            <a:off x="526257" y="2607469"/>
            <a:ext cx="3912393" cy="4714874"/>
            <a:chOff x="526257" y="2607469"/>
            <a:chExt cx="3912393" cy="4714874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4B92D5D2-C673-8527-5D30-5A236B8A83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6325" y="5251450"/>
              <a:ext cx="793750" cy="30797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BD93ED9E-3143-BBD2-BFCB-87839FE4F014}"/>
                </a:ext>
              </a:extLst>
            </p:cNvPr>
            <p:cNvCxnSpPr>
              <a:cxnSpLocks/>
            </p:cNvCxnSpPr>
            <p:nvPr/>
          </p:nvCxnSpPr>
          <p:spPr>
            <a:xfrm>
              <a:off x="2336800" y="5568950"/>
              <a:ext cx="0" cy="26035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B56C01ED-8789-3B3F-92C9-410B28AD15C2}"/>
                </a:ext>
              </a:extLst>
            </p:cNvPr>
            <p:cNvCxnSpPr>
              <a:cxnSpLocks/>
            </p:cNvCxnSpPr>
            <p:nvPr/>
          </p:nvCxnSpPr>
          <p:spPr>
            <a:xfrm>
              <a:off x="2339975" y="5829300"/>
              <a:ext cx="320675" cy="12700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1A39643D-2554-D22D-84E6-80100B142E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7950" y="5885657"/>
              <a:ext cx="168275" cy="7620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5230B6A3-AB73-E36A-F6CB-4A1BC53CE501}"/>
                </a:ext>
              </a:extLst>
            </p:cNvPr>
            <p:cNvCxnSpPr>
              <a:cxnSpLocks/>
            </p:cNvCxnSpPr>
            <p:nvPr/>
          </p:nvCxnSpPr>
          <p:spPr>
            <a:xfrm>
              <a:off x="2811462" y="5884068"/>
              <a:ext cx="177007" cy="7143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4E13D06A-E018-4D6E-FA27-397377674F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8150" y="5954713"/>
              <a:ext cx="0" cy="25796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7E5C71E3-10D1-E746-C460-894A31270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7494" y="6209507"/>
              <a:ext cx="168275" cy="7620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7FBE991-8537-697A-36E5-09C2E9C13E42}"/>
                </a:ext>
              </a:extLst>
            </p:cNvPr>
            <p:cNvCxnSpPr>
              <a:cxnSpLocks/>
            </p:cNvCxnSpPr>
            <p:nvPr/>
          </p:nvCxnSpPr>
          <p:spPr>
            <a:xfrm>
              <a:off x="2164556" y="6022181"/>
              <a:ext cx="645319" cy="26670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2D645CFC-25BC-EFA4-4FCA-A7E826D1DD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3763" y="6016626"/>
              <a:ext cx="0" cy="14604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49A134FE-3ED3-ADB4-FC23-01B716FED4B6}"/>
                </a:ext>
              </a:extLst>
            </p:cNvPr>
            <p:cNvCxnSpPr>
              <a:cxnSpLocks/>
            </p:cNvCxnSpPr>
            <p:nvPr/>
          </p:nvCxnSpPr>
          <p:spPr>
            <a:xfrm>
              <a:off x="2157412" y="6143624"/>
              <a:ext cx="659607" cy="26908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66AC9749-7234-34CB-9A88-FE50DA1811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1463" y="6402389"/>
              <a:ext cx="0" cy="12223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E56D238-1289-7554-4149-654B49ECE828}"/>
                </a:ext>
              </a:extLst>
            </p:cNvPr>
            <p:cNvCxnSpPr>
              <a:cxnSpLocks/>
            </p:cNvCxnSpPr>
            <p:nvPr/>
          </p:nvCxnSpPr>
          <p:spPr>
            <a:xfrm>
              <a:off x="2157412" y="6265067"/>
              <a:ext cx="659607" cy="26908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E03A53DB-CD86-B5F9-8180-5317088872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1382" y="6269038"/>
              <a:ext cx="0" cy="13890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CF78D134-CBC8-5617-5F8E-7345AA1B6FF9}"/>
                </a:ext>
              </a:extLst>
            </p:cNvPr>
            <p:cNvCxnSpPr>
              <a:cxnSpLocks/>
            </p:cNvCxnSpPr>
            <p:nvPr/>
          </p:nvCxnSpPr>
          <p:spPr>
            <a:xfrm>
              <a:off x="2157412" y="6403179"/>
              <a:ext cx="330994" cy="1333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8B1A60F2-3CA7-4329-549A-686AADCF69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7614" y="6523832"/>
              <a:ext cx="0" cy="13890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364138B8-DDF0-B726-3C40-AFFFD82F34F2}"/>
                </a:ext>
              </a:extLst>
            </p:cNvPr>
            <p:cNvCxnSpPr>
              <a:cxnSpLocks/>
            </p:cNvCxnSpPr>
            <p:nvPr/>
          </p:nvCxnSpPr>
          <p:spPr>
            <a:xfrm>
              <a:off x="2155031" y="6531766"/>
              <a:ext cx="330994" cy="1333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E4A7DFDE-1C73-066A-4AD8-A5D110AC37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1383" y="6530977"/>
              <a:ext cx="0" cy="13890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17F4DB6D-AD24-14F6-C4D2-3A85DEDB46AD}"/>
                </a:ext>
              </a:extLst>
            </p:cNvPr>
            <p:cNvCxnSpPr>
              <a:cxnSpLocks/>
            </p:cNvCxnSpPr>
            <p:nvPr/>
          </p:nvCxnSpPr>
          <p:spPr>
            <a:xfrm>
              <a:off x="2150269" y="6655591"/>
              <a:ext cx="345281" cy="13811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160DDFE0-2A54-D2AD-C12B-3A25E5D78B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6025" y="6719095"/>
              <a:ext cx="168275" cy="7620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22D6E195-9197-B1BC-98B0-F4EB0E2B7CD7}"/>
                </a:ext>
              </a:extLst>
            </p:cNvPr>
            <p:cNvCxnSpPr>
              <a:cxnSpLocks/>
            </p:cNvCxnSpPr>
            <p:nvPr/>
          </p:nvCxnSpPr>
          <p:spPr>
            <a:xfrm>
              <a:off x="2650331" y="6724648"/>
              <a:ext cx="666750" cy="25003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0C2B441C-A3D8-B4A8-7BEE-4B15E995B4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3250" y="6971507"/>
              <a:ext cx="168275" cy="7620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765026B0-0C1F-DE61-A87B-772B14491562}"/>
                </a:ext>
              </a:extLst>
            </p:cNvPr>
            <p:cNvCxnSpPr>
              <a:cxnSpLocks/>
            </p:cNvCxnSpPr>
            <p:nvPr/>
          </p:nvCxnSpPr>
          <p:spPr>
            <a:xfrm>
              <a:off x="2643188" y="6850856"/>
              <a:ext cx="507206" cy="20478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9C3FFFE-53FD-9FCD-3317-9236A7B3A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7931" y="6845301"/>
              <a:ext cx="153988" cy="6746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26906EAC-4045-A17C-DE9C-0CD7E00F1B62}"/>
                </a:ext>
              </a:extLst>
            </p:cNvPr>
            <p:cNvCxnSpPr>
              <a:cxnSpLocks/>
            </p:cNvCxnSpPr>
            <p:nvPr/>
          </p:nvCxnSpPr>
          <p:spPr>
            <a:xfrm>
              <a:off x="2321719" y="6846094"/>
              <a:ext cx="180974" cy="690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EDBF7B32-7EFF-30AE-7ECD-9FA20C403D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3307" y="6842919"/>
              <a:ext cx="0" cy="13890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50B5F0D8-2E8E-803B-43EE-7B7B4643C752}"/>
                </a:ext>
              </a:extLst>
            </p:cNvPr>
            <p:cNvCxnSpPr>
              <a:cxnSpLocks/>
            </p:cNvCxnSpPr>
            <p:nvPr/>
          </p:nvCxnSpPr>
          <p:spPr>
            <a:xfrm>
              <a:off x="2316957" y="6974681"/>
              <a:ext cx="180974" cy="690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E19EA497-589D-4F51-2549-EBE340329C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5232" y="7038181"/>
              <a:ext cx="0" cy="13890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30DBBE69-9D5A-9FA6-7DC0-E7658DD67D91}"/>
                </a:ext>
              </a:extLst>
            </p:cNvPr>
            <p:cNvCxnSpPr>
              <a:cxnSpLocks/>
            </p:cNvCxnSpPr>
            <p:nvPr/>
          </p:nvCxnSpPr>
          <p:spPr>
            <a:xfrm>
              <a:off x="2481264" y="7177087"/>
              <a:ext cx="180974" cy="690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610E30F-709B-C9BC-3071-5D3E0245CD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9538" y="6991350"/>
              <a:ext cx="0" cy="24764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CC27809C-1AFD-F10D-5EF4-40E30A47E1B2}"/>
                </a:ext>
              </a:extLst>
            </p:cNvPr>
            <p:cNvCxnSpPr>
              <a:cxnSpLocks/>
            </p:cNvCxnSpPr>
            <p:nvPr/>
          </p:nvCxnSpPr>
          <p:spPr>
            <a:xfrm>
              <a:off x="2647951" y="6977062"/>
              <a:ext cx="180974" cy="690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31FC2DE4-D97B-6E77-8491-CFFB1C0D8F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6226" y="7050881"/>
              <a:ext cx="0" cy="24764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E753CEFA-A69F-780A-767A-5D0E33D7CD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2256" y="7235826"/>
              <a:ext cx="153988" cy="6746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DFD9D997-35EA-811E-95B8-E098AD55A1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6244" y="7107237"/>
              <a:ext cx="0" cy="13890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68609236-1B1A-6F2D-3CB7-10E886413DEF}"/>
                </a:ext>
              </a:extLst>
            </p:cNvPr>
            <p:cNvCxnSpPr>
              <a:cxnSpLocks/>
            </p:cNvCxnSpPr>
            <p:nvPr/>
          </p:nvCxnSpPr>
          <p:spPr>
            <a:xfrm>
              <a:off x="2971801" y="7115175"/>
              <a:ext cx="180974" cy="690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CCA1F11A-A629-AC7E-DF48-8C84E587D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2456" y="7183437"/>
              <a:ext cx="0" cy="13890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8FC41D06-6517-2344-B23A-67E4A87EC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3249" y="7234238"/>
              <a:ext cx="166689" cy="809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8ECFF581-83CA-A43D-D007-899B9638C7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4381" y="7102474"/>
              <a:ext cx="0" cy="13890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860DF533-AAF0-2D25-F71A-95AC5E30F892}"/>
                </a:ext>
              </a:extLst>
            </p:cNvPr>
            <p:cNvCxnSpPr>
              <a:cxnSpLocks/>
            </p:cNvCxnSpPr>
            <p:nvPr/>
          </p:nvCxnSpPr>
          <p:spPr>
            <a:xfrm>
              <a:off x="3300413" y="7108031"/>
              <a:ext cx="180974" cy="690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8E89E218-2F4D-91F6-F39D-CD0985885F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1862" y="6919913"/>
              <a:ext cx="0" cy="26193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C0A34554-4E14-CFC3-4824-06E9B28B5B47}"/>
                </a:ext>
              </a:extLst>
            </p:cNvPr>
            <p:cNvCxnSpPr>
              <a:cxnSpLocks/>
            </p:cNvCxnSpPr>
            <p:nvPr/>
          </p:nvCxnSpPr>
          <p:spPr>
            <a:xfrm>
              <a:off x="3462339" y="6915150"/>
              <a:ext cx="180974" cy="690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AF1FFAF5-4AB8-6BC5-CB60-E290005BEC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2994" y="6976267"/>
              <a:ext cx="0" cy="13890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A9EDE3DA-7320-0C82-4836-8A13FB4976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3786" y="6984206"/>
              <a:ext cx="323852" cy="13573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177CF01F-2119-8155-D82B-54EAD99A86CA}"/>
                </a:ext>
              </a:extLst>
            </p:cNvPr>
            <p:cNvCxnSpPr>
              <a:cxnSpLocks/>
            </p:cNvCxnSpPr>
            <p:nvPr/>
          </p:nvCxnSpPr>
          <p:spPr>
            <a:xfrm>
              <a:off x="2976563" y="6596063"/>
              <a:ext cx="981075" cy="38338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8C375048-8353-1E91-A68D-DF51F40850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8151" y="6459536"/>
              <a:ext cx="0" cy="13890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D6DE41F-5697-665A-723D-261D940FDB0D}"/>
                </a:ext>
              </a:extLst>
            </p:cNvPr>
            <p:cNvCxnSpPr>
              <a:cxnSpLocks/>
            </p:cNvCxnSpPr>
            <p:nvPr/>
          </p:nvCxnSpPr>
          <p:spPr>
            <a:xfrm>
              <a:off x="2967038" y="6462713"/>
              <a:ext cx="1140618" cy="45481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5374760B-C0F6-51E0-EFA5-70A077F145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6862" y="6788148"/>
              <a:ext cx="0" cy="13890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08000867-8E96-9A2D-8FB4-7DD10F1F8949}"/>
                </a:ext>
              </a:extLst>
            </p:cNvPr>
            <p:cNvCxnSpPr>
              <a:cxnSpLocks/>
            </p:cNvCxnSpPr>
            <p:nvPr/>
          </p:nvCxnSpPr>
          <p:spPr>
            <a:xfrm>
              <a:off x="2967038" y="6338888"/>
              <a:ext cx="1140618" cy="45481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F8A5E86F-F35E-9CC9-0FAF-7673F8295A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9419" y="6266657"/>
              <a:ext cx="168275" cy="7620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1C7337B0-B3B8-7735-1C72-0F940CDB1190}"/>
                </a:ext>
              </a:extLst>
            </p:cNvPr>
            <p:cNvCxnSpPr>
              <a:cxnSpLocks/>
            </p:cNvCxnSpPr>
            <p:nvPr/>
          </p:nvCxnSpPr>
          <p:spPr>
            <a:xfrm>
              <a:off x="3138487" y="6272210"/>
              <a:ext cx="330994" cy="1333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3852FB8C-7B51-3911-9B01-011563878D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4401" y="6343650"/>
              <a:ext cx="169862" cy="6667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DD702687-0314-4350-8C00-7E38A2113378}"/>
                </a:ext>
              </a:extLst>
            </p:cNvPr>
            <p:cNvCxnSpPr>
              <a:cxnSpLocks/>
            </p:cNvCxnSpPr>
            <p:nvPr/>
          </p:nvCxnSpPr>
          <p:spPr>
            <a:xfrm>
              <a:off x="3619499" y="6338885"/>
              <a:ext cx="659607" cy="25955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2E67183B-9223-46C2-2BB3-F0ED977E66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5931" y="6471441"/>
              <a:ext cx="0" cy="13890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74D62677-BA6C-4CD0-7EED-A45AA581D2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4263" y="6224588"/>
              <a:ext cx="644526" cy="25002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19FF2860-70FB-AD2C-EA4E-A348A3F76E80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4" y="5895975"/>
              <a:ext cx="176212" cy="7381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B7605513-178E-C405-F751-39413C1CCB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4401" y="6226969"/>
              <a:ext cx="169862" cy="6667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E16F9043-C7B5-F357-E2F7-511425F37375}"/>
                </a:ext>
              </a:extLst>
            </p:cNvPr>
            <p:cNvCxnSpPr>
              <a:cxnSpLocks/>
            </p:cNvCxnSpPr>
            <p:nvPr/>
          </p:nvCxnSpPr>
          <p:spPr>
            <a:xfrm>
              <a:off x="3121818" y="6157910"/>
              <a:ext cx="330994" cy="1333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C3FBC5DA-EF7A-4DE3-AC69-0BF21D472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8168" y="5900738"/>
              <a:ext cx="0" cy="26431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7E241620-2A28-278B-57AA-87AFC99F80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4382" y="5961858"/>
              <a:ext cx="0" cy="13176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C015C856-606A-3878-F98B-12618E286155}"/>
                </a:ext>
              </a:extLst>
            </p:cNvPr>
            <p:cNvCxnSpPr>
              <a:cxnSpLocks/>
            </p:cNvCxnSpPr>
            <p:nvPr/>
          </p:nvCxnSpPr>
          <p:spPr>
            <a:xfrm>
              <a:off x="3305175" y="6088856"/>
              <a:ext cx="161925" cy="6667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464A8644-384E-2A9E-746F-0527B0FE2F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1544" y="6019008"/>
              <a:ext cx="0" cy="13176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6D3EA40A-6484-4B99-6093-AED86118CB5C}"/>
                </a:ext>
              </a:extLst>
            </p:cNvPr>
            <p:cNvCxnSpPr>
              <a:cxnSpLocks/>
            </p:cNvCxnSpPr>
            <p:nvPr/>
          </p:nvCxnSpPr>
          <p:spPr>
            <a:xfrm>
              <a:off x="3462338" y="6022181"/>
              <a:ext cx="976312" cy="37861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15705019-A836-180F-1A0B-A7BCA3D71E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7857" y="6271420"/>
              <a:ext cx="0" cy="13176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247BB6E1-B0CE-4928-BF54-AA104A67A891}"/>
                </a:ext>
              </a:extLst>
            </p:cNvPr>
            <p:cNvCxnSpPr>
              <a:cxnSpLocks/>
            </p:cNvCxnSpPr>
            <p:nvPr/>
          </p:nvCxnSpPr>
          <p:spPr>
            <a:xfrm>
              <a:off x="4102893" y="6143623"/>
              <a:ext cx="330994" cy="1333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CBC49CA3-A9A5-7BCA-2F0A-BF84C9061A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9244" y="6074569"/>
              <a:ext cx="169862" cy="6667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99D18BBF-AFEA-5C7D-9D89-96F74A27B69A}"/>
                </a:ext>
              </a:extLst>
            </p:cNvPr>
            <p:cNvCxnSpPr>
              <a:cxnSpLocks/>
            </p:cNvCxnSpPr>
            <p:nvPr/>
          </p:nvCxnSpPr>
          <p:spPr>
            <a:xfrm>
              <a:off x="3469481" y="5757863"/>
              <a:ext cx="797718" cy="31432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EBB6D4BA-5014-E5F0-3BC9-B6213B5EE9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6307" y="5621339"/>
              <a:ext cx="0" cy="13176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1958BA37-D185-B93B-DB94-B2B19335F388}"/>
                </a:ext>
              </a:extLst>
            </p:cNvPr>
            <p:cNvCxnSpPr>
              <a:cxnSpLocks/>
            </p:cNvCxnSpPr>
            <p:nvPr/>
          </p:nvCxnSpPr>
          <p:spPr>
            <a:xfrm>
              <a:off x="3307556" y="5567362"/>
              <a:ext cx="161925" cy="6667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3DA835BE-A508-11A0-65D3-162FF81105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8944" y="5559426"/>
              <a:ext cx="325438" cy="1317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00ADF125-7A00-3AB4-1C57-048A428F46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2913" y="5692777"/>
              <a:ext cx="0" cy="13176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F9F12A59-D2A4-8135-9836-759F7DBB08A7}"/>
                </a:ext>
              </a:extLst>
            </p:cNvPr>
            <p:cNvCxnSpPr>
              <a:cxnSpLocks/>
            </p:cNvCxnSpPr>
            <p:nvPr/>
          </p:nvCxnSpPr>
          <p:spPr>
            <a:xfrm>
              <a:off x="2817019" y="5757863"/>
              <a:ext cx="154781" cy="6429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B584A184-F664-5119-92B1-7C25CBA41D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188" y="5757070"/>
              <a:ext cx="168275" cy="7620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F9DAAB22-F2EF-F47B-F227-5C8302272A00}"/>
                </a:ext>
              </a:extLst>
            </p:cNvPr>
            <p:cNvCxnSpPr>
              <a:cxnSpLocks/>
            </p:cNvCxnSpPr>
            <p:nvPr/>
          </p:nvCxnSpPr>
          <p:spPr>
            <a:xfrm>
              <a:off x="2473324" y="5762624"/>
              <a:ext cx="177007" cy="7143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543267AD-23C1-F03B-3BB1-B50BB56A9B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0470" y="5638008"/>
              <a:ext cx="0" cy="13176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15AB8545-CDB1-9F06-892A-1E346A3AC349}"/>
                </a:ext>
              </a:extLst>
            </p:cNvPr>
            <p:cNvCxnSpPr>
              <a:cxnSpLocks/>
            </p:cNvCxnSpPr>
            <p:nvPr/>
          </p:nvCxnSpPr>
          <p:spPr>
            <a:xfrm>
              <a:off x="2480468" y="5636418"/>
              <a:ext cx="177007" cy="7143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20E92A-7D02-644F-7F9B-F017A7E8DD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7476" y="5628482"/>
              <a:ext cx="168275" cy="7620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416DD201-529C-F2BD-E245-9846C153383A}"/>
                </a:ext>
              </a:extLst>
            </p:cNvPr>
            <p:cNvCxnSpPr>
              <a:cxnSpLocks/>
            </p:cNvCxnSpPr>
            <p:nvPr/>
          </p:nvCxnSpPr>
          <p:spPr>
            <a:xfrm>
              <a:off x="2664619" y="5572126"/>
              <a:ext cx="154781" cy="6429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BB49A0B4-B921-3439-7071-1347352B55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9382" y="5376863"/>
              <a:ext cx="457199" cy="19208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CCEAE4B2-52AC-CBB9-9DDC-236C37F4E3A5}"/>
                </a:ext>
              </a:extLst>
            </p:cNvPr>
            <p:cNvCxnSpPr>
              <a:cxnSpLocks/>
            </p:cNvCxnSpPr>
            <p:nvPr/>
          </p:nvCxnSpPr>
          <p:spPr>
            <a:xfrm>
              <a:off x="3131344" y="5376863"/>
              <a:ext cx="340519" cy="13096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27784919-7FC9-B5F5-62E8-C696D0D446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7138" y="5300663"/>
              <a:ext cx="178593" cy="809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623">
              <a:extLst>
                <a:ext uri="{FF2B5EF4-FFF2-40B4-BE49-F238E27FC236}">
                  <a16:creationId xmlns:a16="http://schemas.microsoft.com/office/drawing/2014/main" id="{4F73FC8B-5F46-E8F6-1A3E-EA4E6B8243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6938" y="3380581"/>
              <a:ext cx="158749" cy="7937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2E266C6C-B345-7641-7D1B-44D12838BC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1225" y="2812256"/>
              <a:ext cx="142080" cy="635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627">
              <a:extLst>
                <a:ext uri="{FF2B5EF4-FFF2-40B4-BE49-F238E27FC236}">
                  <a16:creationId xmlns:a16="http://schemas.microsoft.com/office/drawing/2014/main" id="{B4400A83-C2A3-91BF-FC2D-F271C02A71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8524" y="2933700"/>
              <a:ext cx="0" cy="39052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629">
              <a:extLst>
                <a:ext uri="{FF2B5EF4-FFF2-40B4-BE49-F238E27FC236}">
                  <a16:creationId xmlns:a16="http://schemas.microsoft.com/office/drawing/2014/main" id="{8C17D65A-E65D-1FC5-7E0C-804C9FCC74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2631" y="2614613"/>
              <a:ext cx="153987" cy="682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631">
              <a:extLst>
                <a:ext uri="{FF2B5EF4-FFF2-40B4-BE49-F238E27FC236}">
                  <a16:creationId xmlns:a16="http://schemas.microsoft.com/office/drawing/2014/main" id="{6B32976D-9F86-68B7-3DD4-FB518CA48D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1163" y="2614613"/>
              <a:ext cx="153987" cy="682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632">
              <a:extLst>
                <a:ext uri="{FF2B5EF4-FFF2-40B4-BE49-F238E27FC236}">
                  <a16:creationId xmlns:a16="http://schemas.microsoft.com/office/drawing/2014/main" id="{41FAE834-EC68-1F71-9F1C-670E0398F1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3088" y="2607469"/>
              <a:ext cx="164306" cy="762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634">
              <a:extLst>
                <a:ext uri="{FF2B5EF4-FFF2-40B4-BE49-F238E27FC236}">
                  <a16:creationId xmlns:a16="http://schemas.microsoft.com/office/drawing/2014/main" id="{FA5372B7-4CA2-0DD0-D2CD-26CB00333A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3224" y="2607469"/>
              <a:ext cx="0" cy="12541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C7A331B1-0421-D462-577B-83E50A0CF2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3544" y="2738438"/>
              <a:ext cx="153987" cy="682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636">
              <a:extLst>
                <a:ext uri="{FF2B5EF4-FFF2-40B4-BE49-F238E27FC236}">
                  <a16:creationId xmlns:a16="http://schemas.microsoft.com/office/drawing/2014/main" id="{B1E41F09-4EAE-2DAA-2399-D55DB13D17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5469" y="2731294"/>
              <a:ext cx="164306" cy="762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45577B0B-054F-8B8D-7A84-715F8E9DF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8980" y="2728913"/>
              <a:ext cx="0" cy="2714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4B258BDA-8B88-03D6-7635-17D3E16A89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1163" y="2867025"/>
              <a:ext cx="330993" cy="14287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9400A180-DDB7-C80B-6767-7978A13863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5130" y="2874170"/>
              <a:ext cx="0" cy="12541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644">
              <a:extLst>
                <a:ext uri="{FF2B5EF4-FFF2-40B4-BE49-F238E27FC236}">
                  <a16:creationId xmlns:a16="http://schemas.microsoft.com/office/drawing/2014/main" id="{7D0DF0BB-C2D8-56EF-9AFC-4311F697D8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8306" y="2993232"/>
              <a:ext cx="153987" cy="682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CD0CE883-41F4-C349-B58B-22DDE9597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7530" y="3057526"/>
              <a:ext cx="0" cy="5262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647">
              <a:extLst>
                <a:ext uri="{FF2B5EF4-FFF2-40B4-BE49-F238E27FC236}">
                  <a16:creationId xmlns:a16="http://schemas.microsoft.com/office/drawing/2014/main" id="{E2C196EB-49EF-9493-BCD5-BB275F7C2F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9256" y="3580607"/>
              <a:ext cx="165893" cy="6270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8902BADD-1970-491F-48D5-5D11D3F93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7986" y="3124201"/>
              <a:ext cx="0" cy="5262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650">
              <a:extLst>
                <a:ext uri="{FF2B5EF4-FFF2-40B4-BE49-F238E27FC236}">
                  <a16:creationId xmlns:a16="http://schemas.microsoft.com/office/drawing/2014/main" id="{FC958637-8DAE-77BD-6D55-6BA243C9BF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6856" y="3121819"/>
              <a:ext cx="164306" cy="762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04982D76-4B90-4F98-B120-BF7900AA89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8442" y="3200402"/>
              <a:ext cx="0" cy="25479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116CC45C-2ABD-8711-3996-57BEFE6769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2076" y="3393282"/>
              <a:ext cx="153987" cy="682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654">
              <a:extLst>
                <a:ext uri="{FF2B5EF4-FFF2-40B4-BE49-F238E27FC236}">
                  <a16:creationId xmlns:a16="http://schemas.microsoft.com/office/drawing/2014/main" id="{D1898294-8887-54FF-01A3-667ACF5983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8899" y="2750344"/>
              <a:ext cx="0" cy="63341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656">
              <a:extLst>
                <a:ext uri="{FF2B5EF4-FFF2-40B4-BE49-F238E27FC236}">
                  <a16:creationId xmlns:a16="http://schemas.microsoft.com/office/drawing/2014/main" id="{EF44BA2A-AC58-333A-7BA2-79F499B7CC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3006" y="2733675"/>
              <a:ext cx="164306" cy="762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ECB1ECD3-70DF-80AC-911A-8F879564B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6973" y="2817020"/>
              <a:ext cx="0" cy="50958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B4572A6F-1A83-8C5B-C61A-8726EA1C8B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5370" y="3255169"/>
              <a:ext cx="153987" cy="682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661">
              <a:extLst>
                <a:ext uri="{FF2B5EF4-FFF2-40B4-BE49-F238E27FC236}">
                  <a16:creationId xmlns:a16="http://schemas.microsoft.com/office/drawing/2014/main" id="{E1D328EE-F055-3BEF-CF9A-01F71FAF7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430" y="3131344"/>
              <a:ext cx="0" cy="12541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662">
              <a:extLst>
                <a:ext uri="{FF2B5EF4-FFF2-40B4-BE49-F238E27FC236}">
                  <a16:creationId xmlns:a16="http://schemas.microsoft.com/office/drawing/2014/main" id="{C5CB4CF5-EC66-2160-A5E1-ADF8D0BFCB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6301" y="3067050"/>
              <a:ext cx="153987" cy="682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EF2F2785-9FD8-F40E-E8BD-8A53199F22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742" y="3059907"/>
              <a:ext cx="0" cy="12541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664">
              <a:extLst>
                <a:ext uri="{FF2B5EF4-FFF2-40B4-BE49-F238E27FC236}">
                  <a16:creationId xmlns:a16="http://schemas.microsoft.com/office/drawing/2014/main" id="{DD004B3D-393B-7766-92E1-EED77F03A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088" y="3183731"/>
              <a:ext cx="164306" cy="762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665">
              <a:extLst>
                <a:ext uri="{FF2B5EF4-FFF2-40B4-BE49-F238E27FC236}">
                  <a16:creationId xmlns:a16="http://schemas.microsoft.com/office/drawing/2014/main" id="{E88140E6-9DA0-7968-69F4-AB3A425894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470" y="3255169"/>
              <a:ext cx="664368" cy="26193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667">
              <a:extLst>
                <a:ext uri="{FF2B5EF4-FFF2-40B4-BE49-F238E27FC236}">
                  <a16:creationId xmlns:a16="http://schemas.microsoft.com/office/drawing/2014/main" id="{27B8E70F-D27F-53A6-FECB-D5F570310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1280" y="3509963"/>
              <a:ext cx="0" cy="12541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668">
              <a:extLst>
                <a:ext uri="{FF2B5EF4-FFF2-40B4-BE49-F238E27FC236}">
                  <a16:creationId xmlns:a16="http://schemas.microsoft.com/office/drawing/2014/main" id="{2D3A2FBA-8413-E663-F1ED-5736159B5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2945" y="3381375"/>
              <a:ext cx="664368" cy="26193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669">
              <a:extLst>
                <a:ext uri="{FF2B5EF4-FFF2-40B4-BE49-F238E27FC236}">
                  <a16:creationId xmlns:a16="http://schemas.microsoft.com/office/drawing/2014/main" id="{A5196FF9-6918-7F00-211E-DBDC64114E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57" y="3378993"/>
              <a:ext cx="164306" cy="762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670">
              <a:extLst>
                <a:ext uri="{FF2B5EF4-FFF2-40B4-BE49-F238E27FC236}">
                  <a16:creationId xmlns:a16="http://schemas.microsoft.com/office/drawing/2014/main" id="{E4968647-2E12-AD63-B607-1ECF3AB7E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01" y="3459956"/>
              <a:ext cx="0" cy="12620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672">
              <a:extLst>
                <a:ext uri="{FF2B5EF4-FFF2-40B4-BE49-F238E27FC236}">
                  <a16:creationId xmlns:a16="http://schemas.microsoft.com/office/drawing/2014/main" id="{0938EF8E-D08C-65CA-41BE-32CB9F64D8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1019" y="3514724"/>
              <a:ext cx="164306" cy="762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673">
              <a:extLst>
                <a:ext uri="{FF2B5EF4-FFF2-40B4-BE49-F238E27FC236}">
                  <a16:creationId xmlns:a16="http://schemas.microsoft.com/office/drawing/2014/main" id="{598C3E78-E6B8-1451-71DC-18FEC78F16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564" y="3507582"/>
              <a:ext cx="664368" cy="26193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674">
              <a:extLst>
                <a:ext uri="{FF2B5EF4-FFF2-40B4-BE49-F238E27FC236}">
                  <a16:creationId xmlns:a16="http://schemas.microsoft.com/office/drawing/2014/main" id="{C27BE4A3-AB7B-8A08-4258-851C7661F7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1755" y="3764757"/>
              <a:ext cx="0" cy="12541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675">
              <a:extLst>
                <a:ext uri="{FF2B5EF4-FFF2-40B4-BE49-F238E27FC236}">
                  <a16:creationId xmlns:a16="http://schemas.microsoft.com/office/drawing/2014/main" id="{B80102FA-CC4E-A3B9-DB64-7DB5F44B4A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802" y="3633789"/>
              <a:ext cx="664368" cy="26193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676">
              <a:extLst>
                <a:ext uri="{FF2B5EF4-FFF2-40B4-BE49-F238E27FC236}">
                  <a16:creationId xmlns:a16="http://schemas.microsoft.com/office/drawing/2014/main" id="{2F6BDC66-DC11-4791-3FCB-FDB276A4D3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2014" y="3829050"/>
              <a:ext cx="0" cy="12620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677">
              <a:extLst>
                <a:ext uri="{FF2B5EF4-FFF2-40B4-BE49-F238E27FC236}">
                  <a16:creationId xmlns:a16="http://schemas.microsoft.com/office/drawing/2014/main" id="{CC3FFB84-02BD-F3B7-713D-99CB1AF746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400" y="3750468"/>
              <a:ext cx="164306" cy="762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678">
              <a:extLst>
                <a:ext uri="{FF2B5EF4-FFF2-40B4-BE49-F238E27FC236}">
                  <a16:creationId xmlns:a16="http://schemas.microsoft.com/office/drawing/2014/main" id="{4FBC0668-C58E-E361-610A-4C1D77A089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8164" y="3829050"/>
              <a:ext cx="153987" cy="682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679">
              <a:extLst>
                <a:ext uri="{FF2B5EF4-FFF2-40B4-BE49-F238E27FC236}">
                  <a16:creationId xmlns:a16="http://schemas.microsoft.com/office/drawing/2014/main" id="{CD2440EC-13C0-5811-95C0-22B8148BC3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469" y="3824286"/>
              <a:ext cx="164306" cy="762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680">
              <a:extLst>
                <a:ext uri="{FF2B5EF4-FFF2-40B4-BE49-F238E27FC236}">
                  <a16:creationId xmlns:a16="http://schemas.microsoft.com/office/drawing/2014/main" id="{95FE132B-B590-158C-8FF2-794BAF9128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708" y="3638550"/>
              <a:ext cx="0" cy="12620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681">
              <a:extLst>
                <a:ext uri="{FF2B5EF4-FFF2-40B4-BE49-F238E27FC236}">
                  <a16:creationId xmlns:a16="http://schemas.microsoft.com/office/drawing/2014/main" id="{A243F4E6-1F45-0462-EF6D-273A3845CE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944" y="3943348"/>
              <a:ext cx="164306" cy="762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682">
              <a:extLst>
                <a:ext uri="{FF2B5EF4-FFF2-40B4-BE49-F238E27FC236}">
                  <a16:creationId xmlns:a16="http://schemas.microsoft.com/office/drawing/2014/main" id="{EA7AEA7F-83C6-E222-BB0E-E61B4D7580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471" y="4024313"/>
              <a:ext cx="153987" cy="682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683">
              <a:extLst>
                <a:ext uri="{FF2B5EF4-FFF2-40B4-BE49-F238E27FC236}">
                  <a16:creationId xmlns:a16="http://schemas.microsoft.com/office/drawing/2014/main" id="{061A82CA-D26F-0374-A011-A9A2D6199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395" y="4095750"/>
              <a:ext cx="0" cy="12620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684">
              <a:extLst>
                <a:ext uri="{FF2B5EF4-FFF2-40B4-BE49-F238E27FC236}">
                  <a16:creationId xmlns:a16="http://schemas.microsoft.com/office/drawing/2014/main" id="{D8C3FD70-E96A-EEEB-D448-FC7AC869D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75" y="4152898"/>
              <a:ext cx="164306" cy="762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685">
              <a:extLst>
                <a:ext uri="{FF2B5EF4-FFF2-40B4-BE49-F238E27FC236}">
                  <a16:creationId xmlns:a16="http://schemas.microsoft.com/office/drawing/2014/main" id="{0B253CF8-BD21-AF33-F350-B93845D133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320" y="3890963"/>
              <a:ext cx="0" cy="26193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687">
              <a:extLst>
                <a:ext uri="{FF2B5EF4-FFF2-40B4-BE49-F238E27FC236}">
                  <a16:creationId xmlns:a16="http://schemas.microsoft.com/office/drawing/2014/main" id="{F07579E0-668C-9443-DB3D-DC38C69561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1084" y="3895725"/>
              <a:ext cx="153987" cy="682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688">
              <a:extLst>
                <a:ext uri="{FF2B5EF4-FFF2-40B4-BE49-F238E27FC236}">
                  <a16:creationId xmlns:a16="http://schemas.microsoft.com/office/drawing/2014/main" id="{8192FBAB-10C4-7BC5-58B6-4E37C9A50C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3007" y="3974306"/>
              <a:ext cx="0" cy="50244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690">
              <a:extLst>
                <a:ext uri="{FF2B5EF4-FFF2-40B4-BE49-F238E27FC236}">
                  <a16:creationId xmlns:a16="http://schemas.microsoft.com/office/drawing/2014/main" id="{58C3B370-B1BF-6ECB-B05D-147DA5C4C3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7771" y="4476750"/>
              <a:ext cx="153987" cy="682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691">
              <a:extLst>
                <a:ext uri="{FF2B5EF4-FFF2-40B4-BE49-F238E27FC236}">
                  <a16:creationId xmlns:a16="http://schemas.microsoft.com/office/drawing/2014/main" id="{88E318C8-24BF-C78A-DF24-DA31FADA30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0169" y="4045744"/>
              <a:ext cx="0" cy="50244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692">
              <a:extLst>
                <a:ext uri="{FF2B5EF4-FFF2-40B4-BE49-F238E27FC236}">
                  <a16:creationId xmlns:a16="http://schemas.microsoft.com/office/drawing/2014/main" id="{3A43680E-28F7-0468-8C2B-C5B78BBEB0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4932" y="3957638"/>
              <a:ext cx="169068" cy="8334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694">
              <a:extLst>
                <a:ext uri="{FF2B5EF4-FFF2-40B4-BE49-F238E27FC236}">
                  <a16:creationId xmlns:a16="http://schemas.microsoft.com/office/drawing/2014/main" id="{5C001B2E-BC66-0D0E-C9BE-FEF8AB29F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8443" y="3957639"/>
              <a:ext cx="0" cy="26908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696">
              <a:extLst>
                <a:ext uri="{FF2B5EF4-FFF2-40B4-BE49-F238E27FC236}">
                  <a16:creationId xmlns:a16="http://schemas.microsoft.com/office/drawing/2014/main" id="{0870FE9A-6829-503B-B05D-85EF2C7F9E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2095" y="4150519"/>
              <a:ext cx="169068" cy="8334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697">
              <a:extLst>
                <a:ext uri="{FF2B5EF4-FFF2-40B4-BE49-F238E27FC236}">
                  <a16:creationId xmlns:a16="http://schemas.microsoft.com/office/drawing/2014/main" id="{27404DC9-2393-1AD2-612C-82F035088E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0368" y="4148139"/>
              <a:ext cx="0" cy="77628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699">
              <a:extLst>
                <a:ext uri="{FF2B5EF4-FFF2-40B4-BE49-F238E27FC236}">
                  <a16:creationId xmlns:a16="http://schemas.microsoft.com/office/drawing/2014/main" id="{817CBE5E-B185-47B3-0CEB-3FC702EE97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8309" y="4924425"/>
              <a:ext cx="153987" cy="682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700">
              <a:extLst>
                <a:ext uri="{FF2B5EF4-FFF2-40B4-BE49-F238E27FC236}">
                  <a16:creationId xmlns:a16="http://schemas.microsoft.com/office/drawing/2014/main" id="{D6D4214B-AA27-0F08-0881-4CA11F3902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0707" y="4922044"/>
              <a:ext cx="169068" cy="8334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701">
              <a:extLst>
                <a:ext uri="{FF2B5EF4-FFF2-40B4-BE49-F238E27FC236}">
                  <a16:creationId xmlns:a16="http://schemas.microsoft.com/office/drawing/2014/main" id="{0F877ED5-FEF4-1C99-AFBA-E39DF894D4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850" y="4867275"/>
              <a:ext cx="162717" cy="6270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>
              <a:extLst>
                <a:ext uri="{FF2B5EF4-FFF2-40B4-BE49-F238E27FC236}">
                  <a16:creationId xmlns:a16="http://schemas.microsoft.com/office/drawing/2014/main" id="{8D16F8F8-82D3-34F6-D7A1-0D7377902A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5944" y="4788694"/>
              <a:ext cx="169068" cy="8334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705">
              <a:extLst>
                <a:ext uri="{FF2B5EF4-FFF2-40B4-BE49-F238E27FC236}">
                  <a16:creationId xmlns:a16="http://schemas.microsoft.com/office/drawing/2014/main" id="{BA3C4E55-6D3C-F693-E9AA-5ABA039129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3087" y="4733925"/>
              <a:ext cx="162717" cy="6270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706">
              <a:extLst>
                <a:ext uri="{FF2B5EF4-FFF2-40B4-BE49-F238E27FC236}">
                  <a16:creationId xmlns:a16="http://schemas.microsoft.com/office/drawing/2014/main" id="{2B883F6E-0452-CEDA-B400-B9677D1818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3088" y="4655344"/>
              <a:ext cx="169068" cy="8334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707">
              <a:extLst>
                <a:ext uri="{FF2B5EF4-FFF2-40B4-BE49-F238E27FC236}">
                  <a16:creationId xmlns:a16="http://schemas.microsoft.com/office/drawing/2014/main" id="{CF3548E4-EC29-8903-D4C0-FA3BF4DE5F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5468" y="4610100"/>
              <a:ext cx="162717" cy="6270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708">
              <a:extLst>
                <a:ext uri="{FF2B5EF4-FFF2-40B4-BE49-F238E27FC236}">
                  <a16:creationId xmlns:a16="http://schemas.microsoft.com/office/drawing/2014/main" id="{A4CD4B6F-6C3F-A3E2-0854-6C652BFF1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5945" y="4538663"/>
              <a:ext cx="169068" cy="8334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709">
              <a:extLst>
                <a:ext uri="{FF2B5EF4-FFF2-40B4-BE49-F238E27FC236}">
                  <a16:creationId xmlns:a16="http://schemas.microsoft.com/office/drawing/2014/main" id="{D480AAC8-396A-1789-179B-3F9FC92B2B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2157" y="3643313"/>
              <a:ext cx="162717" cy="6270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id="{AC537C22-7233-E66B-8223-5B51CB194A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7055" y="3969544"/>
              <a:ext cx="0" cy="51673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712">
              <a:extLst>
                <a:ext uri="{FF2B5EF4-FFF2-40B4-BE49-F238E27FC236}">
                  <a16:creationId xmlns:a16="http://schemas.microsoft.com/office/drawing/2014/main" id="{D55D6C14-362C-CEE4-C520-F2CADDCB9A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7852" y="3890963"/>
              <a:ext cx="169068" cy="8334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713">
              <a:extLst>
                <a:ext uri="{FF2B5EF4-FFF2-40B4-BE49-F238E27FC236}">
                  <a16:creationId xmlns:a16="http://schemas.microsoft.com/office/drawing/2014/main" id="{F2D9421A-0C6E-221E-ABE1-D1654C4581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1362" y="3767138"/>
              <a:ext cx="0" cy="12541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714">
              <a:extLst>
                <a:ext uri="{FF2B5EF4-FFF2-40B4-BE49-F238E27FC236}">
                  <a16:creationId xmlns:a16="http://schemas.microsoft.com/office/drawing/2014/main" id="{41A78492-E44D-8722-C955-DD839DA2E7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1163" y="3762376"/>
              <a:ext cx="328613" cy="14287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716">
              <a:extLst>
                <a:ext uri="{FF2B5EF4-FFF2-40B4-BE49-F238E27FC236}">
                  <a16:creationId xmlns:a16="http://schemas.microsoft.com/office/drawing/2014/main" id="{5473AB3F-8090-F303-450B-1AB296287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5131" y="3776663"/>
              <a:ext cx="0" cy="12541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717">
              <a:extLst>
                <a:ext uri="{FF2B5EF4-FFF2-40B4-BE49-F238E27FC236}">
                  <a16:creationId xmlns:a16="http://schemas.microsoft.com/office/drawing/2014/main" id="{95FEBDB3-77E9-0D00-4F62-C275EF8D47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5926" y="3636170"/>
              <a:ext cx="328613" cy="14287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8A8E647B-390B-B264-08A0-EF27D65D1D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3287" y="3464720"/>
              <a:ext cx="0" cy="24764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721">
              <a:extLst>
                <a:ext uri="{FF2B5EF4-FFF2-40B4-BE49-F238E27FC236}">
                  <a16:creationId xmlns:a16="http://schemas.microsoft.com/office/drawing/2014/main" id="{86814857-E111-96F6-35DE-4FFF0D6F75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5468" y="4486275"/>
              <a:ext cx="162717" cy="6270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3AE7AC49-A862-EA44-16E1-23DC6E522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2392" y="3128962"/>
              <a:ext cx="0" cy="12541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723">
              <a:extLst>
                <a:ext uri="{FF2B5EF4-FFF2-40B4-BE49-F238E27FC236}">
                  <a16:creationId xmlns:a16="http://schemas.microsoft.com/office/drawing/2014/main" id="{6F4A16A0-CB87-193D-84ED-7C042B7906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862" y="2993231"/>
              <a:ext cx="311944" cy="14049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725">
              <a:extLst>
                <a:ext uri="{FF2B5EF4-FFF2-40B4-BE49-F238E27FC236}">
                  <a16:creationId xmlns:a16="http://schemas.microsoft.com/office/drawing/2014/main" id="{E6D6239E-4F35-14E9-B860-CC3C571EF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8525" y="2874168"/>
              <a:ext cx="164304" cy="6588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727">
              <a:extLst>
                <a:ext uri="{FF2B5EF4-FFF2-40B4-BE49-F238E27FC236}">
                  <a16:creationId xmlns:a16="http://schemas.microsoft.com/office/drawing/2014/main" id="{80A1BD6A-4AA8-951C-2068-1E641930A2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6502" y="3248025"/>
              <a:ext cx="169068" cy="8334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728">
              <a:extLst>
                <a:ext uri="{FF2B5EF4-FFF2-40B4-BE49-F238E27FC236}">
                  <a16:creationId xmlns:a16="http://schemas.microsoft.com/office/drawing/2014/main" id="{324F4DA8-8E6D-76F8-D6AE-0E506FDC8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7612" y="3321845"/>
              <a:ext cx="0" cy="26590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731">
              <a:extLst>
                <a:ext uri="{FF2B5EF4-FFF2-40B4-BE49-F238E27FC236}">
                  <a16:creationId xmlns:a16="http://schemas.microsoft.com/office/drawing/2014/main" id="{75913176-0699-1998-706C-5598DF6832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3368" y="3459957"/>
              <a:ext cx="0" cy="24764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3317C644-1B63-D51E-AFBB-723D5ADE3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1699" y="2686844"/>
              <a:ext cx="0" cy="12541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68225C9A-9508-9A40-2B49-AE3BDA140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8525" y="3261518"/>
              <a:ext cx="164304" cy="6588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97F62712-EDF4-D662-BF7E-0EBA1F979C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0449" y="2997994"/>
              <a:ext cx="0" cy="25955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59A59320-5652-F40F-00A7-0FA6FB9A4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91582" y="3586163"/>
              <a:ext cx="162717" cy="6270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8745C97C-E074-AACD-D714-7C9491FA71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9200" y="3647281"/>
              <a:ext cx="166687" cy="6429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2388150F-6D4C-B0EE-855D-794AE4C62A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97932" y="3713163"/>
              <a:ext cx="162717" cy="6270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AABDADDF-8765-FE79-3B4A-470B4A3C80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2850" y="3844925"/>
              <a:ext cx="0" cy="37465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2A3FA430-343B-C6EC-C2BB-699519A939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6025" y="3774281"/>
              <a:ext cx="166687" cy="6429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758AF5BD-066F-524F-28F9-AB1770FAED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2850" y="4164806"/>
              <a:ext cx="166687" cy="6429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1250">
              <a:extLst>
                <a:ext uri="{FF2B5EF4-FFF2-40B4-BE49-F238E27FC236}">
                  <a16:creationId xmlns:a16="http://schemas.microsoft.com/office/drawing/2014/main" id="{78CB7E80-DA84-A676-ABF3-0F402A487B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4775" y="3898900"/>
              <a:ext cx="0" cy="26987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195F0EB9-2A45-3E59-5A46-B20429E17939}"/>
              </a:ext>
            </a:extLst>
          </p:cNvPr>
          <p:cNvGrpSpPr/>
          <p:nvPr/>
        </p:nvGrpSpPr>
        <p:grpSpPr>
          <a:xfrm>
            <a:off x="5239703" y="2609373"/>
            <a:ext cx="4066222" cy="4767740"/>
            <a:chOff x="5239703" y="2609373"/>
            <a:chExt cx="4066222" cy="4767740"/>
          </a:xfrm>
        </p:grpSpPr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EDEA27F1-75F8-F763-ED4B-52B52F8457AD}"/>
                </a:ext>
              </a:extLst>
            </p:cNvPr>
            <p:cNvCxnSpPr>
              <a:cxnSpLocks/>
            </p:cNvCxnSpPr>
            <p:nvPr/>
          </p:nvCxnSpPr>
          <p:spPr>
            <a:xfrm>
              <a:off x="6711314" y="5238272"/>
              <a:ext cx="0" cy="14573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695AF685-F1F2-4CAD-6BEA-A2A8B6F420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5125" y="5312569"/>
              <a:ext cx="152400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680F768E-6F5D-3CB2-2BC3-FCF907954C6B}"/>
                </a:ext>
              </a:extLst>
            </p:cNvPr>
            <p:cNvCxnSpPr>
              <a:cxnSpLocks/>
            </p:cNvCxnSpPr>
            <p:nvPr/>
          </p:nvCxnSpPr>
          <p:spPr>
            <a:xfrm>
              <a:off x="6867525" y="5312569"/>
              <a:ext cx="161925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677A693C-DCF0-3CAC-195D-3BE1AEFDF262}"/>
                </a:ext>
              </a:extLst>
            </p:cNvPr>
            <p:cNvCxnSpPr>
              <a:cxnSpLocks/>
            </p:cNvCxnSpPr>
            <p:nvPr/>
          </p:nvCxnSpPr>
          <p:spPr>
            <a:xfrm>
              <a:off x="7028021" y="5374003"/>
              <a:ext cx="0" cy="13621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6361112C-45B1-11EE-9EC8-CF3BFAD0C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5600" y="5503069"/>
              <a:ext cx="323850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98E27DF7-5F37-2D43-FCC4-BCF7019B3A27}"/>
                </a:ext>
              </a:extLst>
            </p:cNvPr>
            <p:cNvCxnSpPr>
              <a:cxnSpLocks/>
            </p:cNvCxnSpPr>
            <p:nvPr/>
          </p:nvCxnSpPr>
          <p:spPr>
            <a:xfrm>
              <a:off x="6708933" y="5624034"/>
              <a:ext cx="0" cy="14573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AACCA3D7-B7D7-84EC-0900-16D66642E8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0363" y="5562600"/>
              <a:ext cx="490537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9216FF3E-CBE8-9C05-429C-EC49CE7C30C5}"/>
                </a:ext>
              </a:extLst>
            </p:cNvPr>
            <p:cNvCxnSpPr>
              <a:cxnSpLocks/>
            </p:cNvCxnSpPr>
            <p:nvPr/>
          </p:nvCxnSpPr>
          <p:spPr>
            <a:xfrm>
              <a:off x="7201852" y="5552596"/>
              <a:ext cx="0" cy="14573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7ADBB425-BE85-98B7-5DE7-045FAB901403}"/>
                </a:ext>
              </a:extLst>
            </p:cNvPr>
            <p:cNvCxnSpPr>
              <a:cxnSpLocks/>
            </p:cNvCxnSpPr>
            <p:nvPr/>
          </p:nvCxnSpPr>
          <p:spPr>
            <a:xfrm>
              <a:off x="7196137" y="5695950"/>
              <a:ext cx="166688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ECF7ECEC-0125-529C-EA72-9B254F2A0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3757" y="5757863"/>
              <a:ext cx="152400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CDE9CAD9-FAFB-2D0D-A086-EC9009A395F5}"/>
                </a:ext>
              </a:extLst>
            </p:cNvPr>
            <p:cNvCxnSpPr>
              <a:cxnSpLocks/>
            </p:cNvCxnSpPr>
            <p:nvPr/>
          </p:nvCxnSpPr>
          <p:spPr>
            <a:xfrm>
              <a:off x="7197090" y="5821677"/>
              <a:ext cx="0" cy="14573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4B667CF8-FD1B-BF01-AD94-87A09F3C53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36594" y="5957888"/>
              <a:ext cx="152400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7E32B37E-40BB-C15E-D652-2552FE00912D}"/>
                </a:ext>
              </a:extLst>
            </p:cNvPr>
            <p:cNvCxnSpPr>
              <a:cxnSpLocks/>
            </p:cNvCxnSpPr>
            <p:nvPr/>
          </p:nvCxnSpPr>
          <p:spPr>
            <a:xfrm>
              <a:off x="7039928" y="5765006"/>
              <a:ext cx="0" cy="2690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5C23E27E-1A01-5010-B3B5-D0B6E1330A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6575" y="5755482"/>
              <a:ext cx="152400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369BF7CD-74CB-D9F2-3429-2AF508B9177D}"/>
                </a:ext>
              </a:extLst>
            </p:cNvPr>
            <p:cNvCxnSpPr>
              <a:cxnSpLocks/>
            </p:cNvCxnSpPr>
            <p:nvPr/>
          </p:nvCxnSpPr>
          <p:spPr>
            <a:xfrm>
              <a:off x="6878004" y="5822155"/>
              <a:ext cx="0" cy="2690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6289DA77-2ED8-C94A-52FC-D11880E627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7507" y="6084094"/>
              <a:ext cx="152400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5181F971-FF4E-8F7F-E433-43554A9F610F}"/>
                </a:ext>
              </a:extLst>
            </p:cNvPr>
            <p:cNvCxnSpPr>
              <a:cxnSpLocks/>
            </p:cNvCxnSpPr>
            <p:nvPr/>
          </p:nvCxnSpPr>
          <p:spPr>
            <a:xfrm>
              <a:off x="6711317" y="5898355"/>
              <a:ext cx="0" cy="2690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6EC36A80-F8BE-D981-54B1-55105619A0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0818" y="5893594"/>
              <a:ext cx="152400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8011C6F2-FA04-7E44-8E0F-8F9F908BB85A}"/>
                </a:ext>
              </a:extLst>
            </p:cNvPr>
            <p:cNvCxnSpPr>
              <a:cxnSpLocks/>
            </p:cNvCxnSpPr>
            <p:nvPr/>
          </p:nvCxnSpPr>
          <p:spPr>
            <a:xfrm>
              <a:off x="6549392" y="5965030"/>
              <a:ext cx="0" cy="5024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8B53BB64-EC3B-AB92-B61F-2620DC5ED0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6057" y="6205538"/>
              <a:ext cx="642937" cy="2714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695C01EF-F85B-ADB5-41CA-99B0B9FF916A}"/>
                </a:ext>
              </a:extLst>
            </p:cNvPr>
            <p:cNvCxnSpPr>
              <a:cxnSpLocks/>
            </p:cNvCxnSpPr>
            <p:nvPr/>
          </p:nvCxnSpPr>
          <p:spPr>
            <a:xfrm>
              <a:off x="7192327" y="6195533"/>
              <a:ext cx="0" cy="14573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F4DE5394-206E-F1E9-0434-6523D18D44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6057" y="6324600"/>
              <a:ext cx="642937" cy="2714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E6C9B897-7E29-F5C1-32F9-556C914943B4}"/>
                </a:ext>
              </a:extLst>
            </p:cNvPr>
            <p:cNvCxnSpPr>
              <a:cxnSpLocks/>
            </p:cNvCxnSpPr>
            <p:nvPr/>
          </p:nvCxnSpPr>
          <p:spPr>
            <a:xfrm>
              <a:off x="6547009" y="6593203"/>
              <a:ext cx="0" cy="14573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4AE118AF-22BC-EAE9-EFD7-1C21912EE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6532" y="6462713"/>
              <a:ext cx="657224" cy="2714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E9E813DC-486F-7A49-033A-F31D2E731FFA}"/>
                </a:ext>
              </a:extLst>
            </p:cNvPr>
            <p:cNvCxnSpPr>
              <a:cxnSpLocks/>
            </p:cNvCxnSpPr>
            <p:nvPr/>
          </p:nvCxnSpPr>
          <p:spPr>
            <a:xfrm>
              <a:off x="7198519" y="6474619"/>
              <a:ext cx="159544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7ABEA163-55D4-5AA6-1541-E5EC71F23D51}"/>
                </a:ext>
              </a:extLst>
            </p:cNvPr>
            <p:cNvCxnSpPr>
              <a:cxnSpLocks/>
            </p:cNvCxnSpPr>
            <p:nvPr/>
          </p:nvCxnSpPr>
          <p:spPr>
            <a:xfrm>
              <a:off x="7361396" y="6538433"/>
              <a:ext cx="0" cy="1290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154D9829-A869-85B9-B781-AC13DA3D51AB}"/>
                </a:ext>
              </a:extLst>
            </p:cNvPr>
            <p:cNvCxnSpPr>
              <a:cxnSpLocks/>
            </p:cNvCxnSpPr>
            <p:nvPr/>
          </p:nvCxnSpPr>
          <p:spPr>
            <a:xfrm>
              <a:off x="7196138" y="6596063"/>
              <a:ext cx="164306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71D09BCA-CC5E-E4D3-8003-BA9393B581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36594" y="6596063"/>
              <a:ext cx="159544" cy="666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97B4F88-228D-8E77-F6D1-F8CAD4D4CB4C}"/>
                </a:ext>
              </a:extLst>
            </p:cNvPr>
            <p:cNvCxnSpPr>
              <a:cxnSpLocks/>
            </p:cNvCxnSpPr>
            <p:nvPr/>
          </p:nvCxnSpPr>
          <p:spPr>
            <a:xfrm>
              <a:off x="7032784" y="6657496"/>
              <a:ext cx="325279" cy="13382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4432F0DA-A628-76BB-F4BA-B1CAA43E8B44}"/>
                </a:ext>
              </a:extLst>
            </p:cNvPr>
            <p:cNvCxnSpPr>
              <a:cxnSpLocks/>
            </p:cNvCxnSpPr>
            <p:nvPr/>
          </p:nvCxnSpPr>
          <p:spPr>
            <a:xfrm>
              <a:off x="7359015" y="6800370"/>
              <a:ext cx="0" cy="1290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AF20770B-D65A-6ABC-B47D-4174AAF9F22D}"/>
                </a:ext>
              </a:extLst>
            </p:cNvPr>
            <p:cNvCxnSpPr>
              <a:cxnSpLocks/>
            </p:cNvCxnSpPr>
            <p:nvPr/>
          </p:nvCxnSpPr>
          <p:spPr>
            <a:xfrm>
              <a:off x="7023259" y="6783702"/>
              <a:ext cx="325279" cy="13382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9FCD6135-5212-C863-6A17-BB8562204B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0381" y="6784182"/>
              <a:ext cx="159544" cy="666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6A13B2FD-9FEB-E2B4-5BAE-A7988B6F19F5}"/>
                </a:ext>
              </a:extLst>
            </p:cNvPr>
            <p:cNvCxnSpPr>
              <a:cxnSpLocks/>
            </p:cNvCxnSpPr>
            <p:nvPr/>
          </p:nvCxnSpPr>
          <p:spPr>
            <a:xfrm>
              <a:off x="6873240" y="6850377"/>
              <a:ext cx="325279" cy="13382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BC14319F-6F12-1DD1-4443-B36BB1DCC230}"/>
                </a:ext>
              </a:extLst>
            </p:cNvPr>
            <p:cNvCxnSpPr>
              <a:cxnSpLocks/>
            </p:cNvCxnSpPr>
            <p:nvPr/>
          </p:nvCxnSpPr>
          <p:spPr>
            <a:xfrm>
              <a:off x="7197090" y="6983727"/>
              <a:ext cx="0" cy="2695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47D90D96-2535-5C03-6EA6-48CA5B9314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2306" y="7246144"/>
              <a:ext cx="16668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9FDE1AAB-3E56-855D-FB34-2A61BF89ADD9}"/>
                </a:ext>
              </a:extLst>
            </p:cNvPr>
            <p:cNvCxnSpPr>
              <a:cxnSpLocks/>
            </p:cNvCxnSpPr>
            <p:nvPr/>
          </p:nvCxnSpPr>
          <p:spPr>
            <a:xfrm>
              <a:off x="7030402" y="7043258"/>
              <a:ext cx="0" cy="2695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6676AFC3-5A3B-8372-11B7-46FB0AEBF3C6}"/>
                </a:ext>
              </a:extLst>
            </p:cNvPr>
            <p:cNvCxnSpPr>
              <a:cxnSpLocks/>
            </p:cNvCxnSpPr>
            <p:nvPr/>
          </p:nvCxnSpPr>
          <p:spPr>
            <a:xfrm>
              <a:off x="6865144" y="6981826"/>
              <a:ext cx="159544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68890BA1-577A-A6CC-9329-C45E86334ABF}"/>
                </a:ext>
              </a:extLst>
            </p:cNvPr>
            <p:cNvCxnSpPr>
              <a:cxnSpLocks/>
            </p:cNvCxnSpPr>
            <p:nvPr/>
          </p:nvCxnSpPr>
          <p:spPr>
            <a:xfrm>
              <a:off x="6868477" y="6976583"/>
              <a:ext cx="0" cy="400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E4FA4EAD-639F-B54B-DAD2-E1996FAE1190}"/>
                </a:ext>
              </a:extLst>
            </p:cNvPr>
            <p:cNvCxnSpPr>
              <a:cxnSpLocks/>
            </p:cNvCxnSpPr>
            <p:nvPr/>
          </p:nvCxnSpPr>
          <p:spPr>
            <a:xfrm>
              <a:off x="6712744" y="7305676"/>
              <a:ext cx="159544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BD50BF27-20DB-8633-543F-DF170B0FA861}"/>
                </a:ext>
              </a:extLst>
            </p:cNvPr>
            <p:cNvCxnSpPr>
              <a:cxnSpLocks/>
            </p:cNvCxnSpPr>
            <p:nvPr/>
          </p:nvCxnSpPr>
          <p:spPr>
            <a:xfrm>
              <a:off x="6713696" y="6902764"/>
              <a:ext cx="0" cy="400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7DD1ACD8-A2AA-A715-1CAD-D81E603A1E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3675" y="6903245"/>
              <a:ext cx="159544" cy="666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0BDD3662-2CD5-4BE2-E438-33955700958E}"/>
                </a:ext>
              </a:extLst>
            </p:cNvPr>
            <p:cNvCxnSpPr>
              <a:cxnSpLocks/>
            </p:cNvCxnSpPr>
            <p:nvPr/>
          </p:nvCxnSpPr>
          <p:spPr>
            <a:xfrm>
              <a:off x="6549390" y="6974202"/>
              <a:ext cx="0" cy="4005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0B6ADA5D-E23A-BD94-0578-DDD787560135}"/>
                </a:ext>
              </a:extLst>
            </p:cNvPr>
            <p:cNvCxnSpPr>
              <a:cxnSpLocks/>
            </p:cNvCxnSpPr>
            <p:nvPr/>
          </p:nvCxnSpPr>
          <p:spPr>
            <a:xfrm>
              <a:off x="6386512" y="7298533"/>
              <a:ext cx="159544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2FAEA49E-0182-5DA1-24F1-0AEF6AC06894}"/>
                </a:ext>
              </a:extLst>
            </p:cNvPr>
            <p:cNvCxnSpPr>
              <a:cxnSpLocks/>
            </p:cNvCxnSpPr>
            <p:nvPr/>
          </p:nvCxnSpPr>
          <p:spPr>
            <a:xfrm>
              <a:off x="6389845" y="7038496"/>
              <a:ext cx="0" cy="2695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B52F9C65-E10A-605D-DBC8-0352F0B21BD8}"/>
                </a:ext>
              </a:extLst>
            </p:cNvPr>
            <p:cNvCxnSpPr>
              <a:cxnSpLocks/>
            </p:cNvCxnSpPr>
            <p:nvPr/>
          </p:nvCxnSpPr>
          <p:spPr>
            <a:xfrm>
              <a:off x="6224587" y="6977064"/>
              <a:ext cx="159544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E05756E-B8F6-8DF9-EFFD-5CA28BC82B1B}"/>
                </a:ext>
              </a:extLst>
            </p:cNvPr>
            <p:cNvCxnSpPr>
              <a:cxnSpLocks/>
            </p:cNvCxnSpPr>
            <p:nvPr/>
          </p:nvCxnSpPr>
          <p:spPr>
            <a:xfrm>
              <a:off x="6230302" y="6969440"/>
              <a:ext cx="0" cy="2695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0F689E-10FD-AD76-0145-029FDEC5AB2F}"/>
                </a:ext>
              </a:extLst>
            </p:cNvPr>
            <p:cNvCxnSpPr>
              <a:cxnSpLocks/>
            </p:cNvCxnSpPr>
            <p:nvPr/>
          </p:nvCxnSpPr>
          <p:spPr>
            <a:xfrm>
              <a:off x="5891213" y="7105650"/>
              <a:ext cx="330993" cy="1381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95C5D09E-5147-CD96-07EC-8BE0CD233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8831" y="7048501"/>
              <a:ext cx="159544" cy="666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C6022CBF-D504-6021-BC1D-FFFFD31B1367}"/>
                </a:ext>
              </a:extLst>
            </p:cNvPr>
            <p:cNvCxnSpPr>
              <a:cxnSpLocks/>
            </p:cNvCxnSpPr>
            <p:nvPr/>
          </p:nvCxnSpPr>
          <p:spPr>
            <a:xfrm>
              <a:off x="5893593" y="6984208"/>
              <a:ext cx="159544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71A337C8-B790-30B4-A6AE-116693FDF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3594" y="6788944"/>
              <a:ext cx="478631" cy="2024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33CFF66D-125E-52DC-0B14-A2C7680293B5}"/>
                </a:ext>
              </a:extLst>
            </p:cNvPr>
            <p:cNvCxnSpPr>
              <a:cxnSpLocks/>
            </p:cNvCxnSpPr>
            <p:nvPr/>
          </p:nvCxnSpPr>
          <p:spPr>
            <a:xfrm>
              <a:off x="6380321" y="6662257"/>
              <a:ext cx="0" cy="1290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736E9B42-DDAD-0B52-BB83-0207CE2630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525" y="6660356"/>
              <a:ext cx="652462" cy="2595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A9CF9394-0FB0-FDCD-3AAC-EAB377168F76}"/>
                </a:ext>
              </a:extLst>
            </p:cNvPr>
            <p:cNvCxnSpPr>
              <a:cxnSpLocks/>
            </p:cNvCxnSpPr>
            <p:nvPr/>
          </p:nvCxnSpPr>
          <p:spPr>
            <a:xfrm>
              <a:off x="5730240" y="6800370"/>
              <a:ext cx="0" cy="1290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A896C9CE-9E3E-A2A6-F124-4120E9005F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6431" y="6536531"/>
              <a:ext cx="652462" cy="2595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25F5F116-0409-8B3A-1C88-BD1EA6CECDAB}"/>
                </a:ext>
              </a:extLst>
            </p:cNvPr>
            <p:cNvCxnSpPr>
              <a:cxnSpLocks/>
            </p:cNvCxnSpPr>
            <p:nvPr/>
          </p:nvCxnSpPr>
          <p:spPr>
            <a:xfrm>
              <a:off x="6385084" y="6026944"/>
              <a:ext cx="0" cy="5000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D431200A-04C5-C498-828A-4838325895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6968" y="6017419"/>
              <a:ext cx="152400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5675C940-D5C6-F7E8-50E7-8CECD1C97CD2}"/>
                </a:ext>
              </a:extLst>
            </p:cNvPr>
            <p:cNvCxnSpPr>
              <a:cxnSpLocks/>
            </p:cNvCxnSpPr>
            <p:nvPr/>
          </p:nvCxnSpPr>
          <p:spPr>
            <a:xfrm>
              <a:off x="6232684" y="6093138"/>
              <a:ext cx="0" cy="3767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28CCC566-1022-1A86-9948-5FFC7AC4DBEB}"/>
                </a:ext>
              </a:extLst>
            </p:cNvPr>
            <p:cNvCxnSpPr>
              <a:cxnSpLocks/>
            </p:cNvCxnSpPr>
            <p:nvPr/>
          </p:nvCxnSpPr>
          <p:spPr>
            <a:xfrm>
              <a:off x="6065043" y="6393658"/>
              <a:ext cx="159544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9233A2F4-9F6D-7DB3-93EF-E0D58D24A441}"/>
                </a:ext>
              </a:extLst>
            </p:cNvPr>
            <p:cNvCxnSpPr>
              <a:cxnSpLocks/>
            </p:cNvCxnSpPr>
            <p:nvPr/>
          </p:nvCxnSpPr>
          <p:spPr>
            <a:xfrm>
              <a:off x="6063614" y="6150769"/>
              <a:ext cx="0" cy="2405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987C719F-257C-9179-91C9-D163419FC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499" y="6143625"/>
              <a:ext cx="152400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AD6D4AE7-3A90-EEF5-27B6-93D77DDD6D6D}"/>
                </a:ext>
              </a:extLst>
            </p:cNvPr>
            <p:cNvCxnSpPr>
              <a:cxnSpLocks/>
            </p:cNvCxnSpPr>
            <p:nvPr/>
          </p:nvCxnSpPr>
          <p:spPr>
            <a:xfrm>
              <a:off x="5901690" y="6212201"/>
              <a:ext cx="0" cy="1290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D33E275C-058C-C0A8-576D-47B2E737EF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3574" y="6336506"/>
              <a:ext cx="152400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245C20CB-5942-2E02-7586-6793FF16BD12}"/>
                </a:ext>
              </a:extLst>
            </p:cNvPr>
            <p:cNvCxnSpPr>
              <a:cxnSpLocks/>
            </p:cNvCxnSpPr>
            <p:nvPr/>
          </p:nvCxnSpPr>
          <p:spPr>
            <a:xfrm>
              <a:off x="5735003" y="6407464"/>
              <a:ext cx="0" cy="1290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00FA79F6-4D05-5586-C8F7-262A1C8761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7363" y="6529387"/>
              <a:ext cx="169067" cy="785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0884B763-4C9F-CD8B-19D2-5A4DC9F6CBFA}"/>
                </a:ext>
              </a:extLst>
            </p:cNvPr>
            <p:cNvCxnSpPr>
              <a:cxnSpLocks/>
            </p:cNvCxnSpPr>
            <p:nvPr/>
          </p:nvCxnSpPr>
          <p:spPr>
            <a:xfrm>
              <a:off x="5241131" y="6469856"/>
              <a:ext cx="321469" cy="1381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2EDCA3B3-627A-56E9-701B-8CC7DB60D9E4}"/>
                </a:ext>
              </a:extLst>
            </p:cNvPr>
            <p:cNvCxnSpPr>
              <a:cxnSpLocks/>
            </p:cNvCxnSpPr>
            <p:nvPr/>
          </p:nvCxnSpPr>
          <p:spPr>
            <a:xfrm>
              <a:off x="5239703" y="6338408"/>
              <a:ext cx="0" cy="1290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E82A32E2-FFC5-595F-A493-39A9FC153650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2" y="6338887"/>
              <a:ext cx="321469" cy="1381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D21AC13A-5034-86B0-23E3-C409F506E696}"/>
                </a:ext>
              </a:extLst>
            </p:cNvPr>
            <p:cNvCxnSpPr>
              <a:cxnSpLocks/>
            </p:cNvCxnSpPr>
            <p:nvPr/>
          </p:nvCxnSpPr>
          <p:spPr>
            <a:xfrm>
              <a:off x="5563553" y="6352695"/>
              <a:ext cx="0" cy="1290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72A6EFA9-1650-D0F7-2C02-9769203F87BD}"/>
                </a:ext>
              </a:extLst>
            </p:cNvPr>
            <p:cNvCxnSpPr>
              <a:cxnSpLocks/>
            </p:cNvCxnSpPr>
            <p:nvPr/>
          </p:nvCxnSpPr>
          <p:spPr>
            <a:xfrm>
              <a:off x="5393531" y="6279356"/>
              <a:ext cx="169069" cy="6667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5F7F58B2-3BAF-6924-2479-26258D532F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0676" y="6207918"/>
              <a:ext cx="169067" cy="785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E00C7542-99B8-20F5-553B-ED7C01BAC7AA}"/>
                </a:ext>
              </a:extLst>
            </p:cNvPr>
            <p:cNvCxnSpPr>
              <a:cxnSpLocks/>
            </p:cNvCxnSpPr>
            <p:nvPr/>
          </p:nvCxnSpPr>
          <p:spPr>
            <a:xfrm>
              <a:off x="5572125" y="6212681"/>
              <a:ext cx="169069" cy="6667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B159EA5A-7070-87C5-8C63-67B11B2FBCAE}"/>
                </a:ext>
              </a:extLst>
            </p:cNvPr>
            <p:cNvCxnSpPr>
              <a:cxnSpLocks/>
            </p:cNvCxnSpPr>
            <p:nvPr/>
          </p:nvCxnSpPr>
          <p:spPr>
            <a:xfrm>
              <a:off x="5737385" y="6157433"/>
              <a:ext cx="0" cy="1290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5C28CC9B-EA55-B577-6CAD-80EE3B26BD23}"/>
                </a:ext>
              </a:extLst>
            </p:cNvPr>
            <p:cNvCxnSpPr>
              <a:cxnSpLocks/>
            </p:cNvCxnSpPr>
            <p:nvPr/>
          </p:nvCxnSpPr>
          <p:spPr>
            <a:xfrm>
              <a:off x="5569744" y="6086475"/>
              <a:ext cx="169069" cy="6667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031334B7-F716-7E4F-2132-A5265BDBF6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5894" y="6076949"/>
              <a:ext cx="328611" cy="1404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675D551F-5D8E-2003-1E95-471F36E4362F}"/>
                </a:ext>
              </a:extLst>
            </p:cNvPr>
            <p:cNvCxnSpPr>
              <a:cxnSpLocks/>
            </p:cNvCxnSpPr>
            <p:nvPr/>
          </p:nvCxnSpPr>
          <p:spPr>
            <a:xfrm>
              <a:off x="5246846" y="6076471"/>
              <a:ext cx="0" cy="1290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84C2932A-F0AA-F046-80A5-525DED0BA7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1131" y="5559425"/>
              <a:ext cx="1299369" cy="524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F8B4C993-D26F-B253-D2C4-09AC3AFF29A8}"/>
                </a:ext>
              </a:extLst>
            </p:cNvPr>
            <p:cNvCxnSpPr>
              <a:cxnSpLocks/>
            </p:cNvCxnSpPr>
            <p:nvPr/>
          </p:nvCxnSpPr>
          <p:spPr>
            <a:xfrm>
              <a:off x="5733414" y="5254625"/>
              <a:ext cx="0" cy="3746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733">
              <a:extLst>
                <a:ext uri="{FF2B5EF4-FFF2-40B4-BE49-F238E27FC236}">
                  <a16:creationId xmlns:a16="http://schemas.microsoft.com/office/drawing/2014/main" id="{CB4DD45D-0D63-E5A4-FE07-E230366C5A81}"/>
                </a:ext>
              </a:extLst>
            </p:cNvPr>
            <p:cNvCxnSpPr>
              <a:cxnSpLocks/>
            </p:cNvCxnSpPr>
            <p:nvPr/>
          </p:nvCxnSpPr>
          <p:spPr>
            <a:xfrm>
              <a:off x="6868476" y="3638072"/>
              <a:ext cx="0" cy="25527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735">
              <a:extLst>
                <a:ext uri="{FF2B5EF4-FFF2-40B4-BE49-F238E27FC236}">
                  <a16:creationId xmlns:a16="http://schemas.microsoft.com/office/drawing/2014/main" id="{C9F1A75E-6F66-B951-33B1-15EAD7047F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9888" y="3581400"/>
              <a:ext cx="147637" cy="571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739">
              <a:extLst>
                <a:ext uri="{FF2B5EF4-FFF2-40B4-BE49-F238E27FC236}">
                  <a16:creationId xmlns:a16="http://schemas.microsoft.com/office/drawing/2014/main" id="{F7340E1D-89EF-5F36-FEBC-4E000AD432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0363" y="3895725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741">
              <a:extLst>
                <a:ext uri="{FF2B5EF4-FFF2-40B4-BE49-F238E27FC236}">
                  <a16:creationId xmlns:a16="http://schemas.microsoft.com/office/drawing/2014/main" id="{738C5C57-481B-3A72-2F37-6A7634527E39}"/>
                </a:ext>
              </a:extLst>
            </p:cNvPr>
            <p:cNvCxnSpPr>
              <a:cxnSpLocks/>
            </p:cNvCxnSpPr>
            <p:nvPr/>
          </p:nvCxnSpPr>
          <p:spPr>
            <a:xfrm>
              <a:off x="6713695" y="3952397"/>
              <a:ext cx="0" cy="15287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743">
              <a:extLst>
                <a:ext uri="{FF2B5EF4-FFF2-40B4-BE49-F238E27FC236}">
                  <a16:creationId xmlns:a16="http://schemas.microsoft.com/office/drawing/2014/main" id="{0D7D0051-3EB0-1F9C-8D24-AB222D6C0D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0363" y="4019550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744">
              <a:extLst>
                <a:ext uri="{FF2B5EF4-FFF2-40B4-BE49-F238E27FC236}">
                  <a16:creationId xmlns:a16="http://schemas.microsoft.com/office/drawing/2014/main" id="{161AEA9B-8D2D-A10F-3FD8-6E6E93DAF994}"/>
                </a:ext>
              </a:extLst>
            </p:cNvPr>
            <p:cNvCxnSpPr>
              <a:cxnSpLocks/>
            </p:cNvCxnSpPr>
            <p:nvPr/>
          </p:nvCxnSpPr>
          <p:spPr>
            <a:xfrm>
              <a:off x="6866095" y="4014310"/>
              <a:ext cx="172880" cy="8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746">
              <a:extLst>
                <a:ext uri="{FF2B5EF4-FFF2-40B4-BE49-F238E27FC236}">
                  <a16:creationId xmlns:a16="http://schemas.microsoft.com/office/drawing/2014/main" id="{94DDDD33-579E-F8A7-F17C-2B915E0BA879}"/>
                </a:ext>
              </a:extLst>
            </p:cNvPr>
            <p:cNvCxnSpPr>
              <a:cxnSpLocks/>
            </p:cNvCxnSpPr>
            <p:nvPr/>
          </p:nvCxnSpPr>
          <p:spPr>
            <a:xfrm>
              <a:off x="7035164" y="4097654"/>
              <a:ext cx="0" cy="38147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748">
              <a:extLst>
                <a:ext uri="{FF2B5EF4-FFF2-40B4-BE49-F238E27FC236}">
                  <a16:creationId xmlns:a16="http://schemas.microsoft.com/office/drawing/2014/main" id="{49DF5F1E-5B1D-C999-3B88-888AEA9BE9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36594" y="4417219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749">
              <a:extLst>
                <a:ext uri="{FF2B5EF4-FFF2-40B4-BE49-F238E27FC236}">
                  <a16:creationId xmlns:a16="http://schemas.microsoft.com/office/drawing/2014/main" id="{51A6405B-300B-CB2F-8A60-EAD6CBC57826}"/>
                </a:ext>
              </a:extLst>
            </p:cNvPr>
            <p:cNvCxnSpPr>
              <a:cxnSpLocks/>
            </p:cNvCxnSpPr>
            <p:nvPr/>
          </p:nvCxnSpPr>
          <p:spPr>
            <a:xfrm>
              <a:off x="7192326" y="3962400"/>
              <a:ext cx="0" cy="457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751">
              <a:extLst>
                <a:ext uri="{FF2B5EF4-FFF2-40B4-BE49-F238E27FC236}">
                  <a16:creationId xmlns:a16="http://schemas.microsoft.com/office/drawing/2014/main" id="{18390845-E69C-DA04-FC56-95480D6FEFD5}"/>
                </a:ext>
              </a:extLst>
            </p:cNvPr>
            <p:cNvCxnSpPr>
              <a:cxnSpLocks/>
            </p:cNvCxnSpPr>
            <p:nvPr/>
          </p:nvCxnSpPr>
          <p:spPr>
            <a:xfrm>
              <a:off x="7192326" y="3517106"/>
              <a:ext cx="0" cy="3262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753">
              <a:extLst>
                <a:ext uri="{FF2B5EF4-FFF2-40B4-BE49-F238E27FC236}">
                  <a16:creationId xmlns:a16="http://schemas.microsoft.com/office/drawing/2014/main" id="{49F3D1C8-E4DD-0005-310C-67B518C609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86613" y="3381375"/>
              <a:ext cx="326231" cy="1333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755">
              <a:extLst>
                <a:ext uri="{FF2B5EF4-FFF2-40B4-BE49-F238E27FC236}">
                  <a16:creationId xmlns:a16="http://schemas.microsoft.com/office/drawing/2014/main" id="{AB03B7A3-9309-75E0-3844-7589B09ACA44}"/>
                </a:ext>
              </a:extLst>
            </p:cNvPr>
            <p:cNvCxnSpPr>
              <a:cxnSpLocks/>
            </p:cNvCxnSpPr>
            <p:nvPr/>
          </p:nvCxnSpPr>
          <p:spPr>
            <a:xfrm>
              <a:off x="7511414" y="3269456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756">
              <a:extLst>
                <a:ext uri="{FF2B5EF4-FFF2-40B4-BE49-F238E27FC236}">
                  <a16:creationId xmlns:a16="http://schemas.microsoft.com/office/drawing/2014/main" id="{13E84B05-50AE-23D9-EE85-543CAA79BBA6}"/>
                </a:ext>
              </a:extLst>
            </p:cNvPr>
            <p:cNvCxnSpPr>
              <a:cxnSpLocks/>
            </p:cNvCxnSpPr>
            <p:nvPr/>
          </p:nvCxnSpPr>
          <p:spPr>
            <a:xfrm>
              <a:off x="7344726" y="3188016"/>
              <a:ext cx="172880" cy="83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849">
              <a:extLst>
                <a:ext uri="{FF2B5EF4-FFF2-40B4-BE49-F238E27FC236}">
                  <a16:creationId xmlns:a16="http://schemas.microsoft.com/office/drawing/2014/main" id="{C7A83534-29C8-D893-3BD6-B08106355CBC}"/>
                </a:ext>
              </a:extLst>
            </p:cNvPr>
            <p:cNvCxnSpPr>
              <a:cxnSpLocks/>
            </p:cNvCxnSpPr>
            <p:nvPr/>
          </p:nvCxnSpPr>
          <p:spPr>
            <a:xfrm>
              <a:off x="7354251" y="2817019"/>
              <a:ext cx="0" cy="3738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852">
              <a:extLst>
                <a:ext uri="{FF2B5EF4-FFF2-40B4-BE49-F238E27FC236}">
                  <a16:creationId xmlns:a16="http://schemas.microsoft.com/office/drawing/2014/main" id="{A4767447-D3E0-82AD-7CEE-E50FFA5C8E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5682" y="2612231"/>
              <a:ext cx="485775" cy="195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854">
              <a:extLst>
                <a:ext uri="{FF2B5EF4-FFF2-40B4-BE49-F238E27FC236}">
                  <a16:creationId xmlns:a16="http://schemas.microsoft.com/office/drawing/2014/main" id="{47D77901-79D1-B927-FACA-53B9005B5AA9}"/>
                </a:ext>
              </a:extLst>
            </p:cNvPr>
            <p:cNvCxnSpPr>
              <a:cxnSpLocks/>
            </p:cNvCxnSpPr>
            <p:nvPr/>
          </p:nvCxnSpPr>
          <p:spPr>
            <a:xfrm>
              <a:off x="7840026" y="2609373"/>
              <a:ext cx="160974" cy="790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856">
              <a:extLst>
                <a:ext uri="{FF2B5EF4-FFF2-40B4-BE49-F238E27FC236}">
                  <a16:creationId xmlns:a16="http://schemas.microsoft.com/office/drawing/2014/main" id="{CE7C3F2A-F0F5-49E5-1A4E-79E517175F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15225" y="2686050"/>
              <a:ext cx="481014" cy="1857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858">
              <a:extLst>
                <a:ext uri="{FF2B5EF4-FFF2-40B4-BE49-F238E27FC236}">
                  <a16:creationId xmlns:a16="http://schemas.microsoft.com/office/drawing/2014/main" id="{053F5030-6036-5FA6-8F1A-2911F9BE764E}"/>
                </a:ext>
              </a:extLst>
            </p:cNvPr>
            <p:cNvCxnSpPr>
              <a:cxnSpLocks/>
            </p:cNvCxnSpPr>
            <p:nvPr/>
          </p:nvCxnSpPr>
          <p:spPr>
            <a:xfrm>
              <a:off x="7525701" y="2869406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Straight Connector 859">
              <a:extLst>
                <a:ext uri="{FF2B5EF4-FFF2-40B4-BE49-F238E27FC236}">
                  <a16:creationId xmlns:a16="http://schemas.microsoft.com/office/drawing/2014/main" id="{39716A4D-37B7-3E41-6543-865E850D60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12844" y="2805113"/>
              <a:ext cx="481014" cy="1857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860">
              <a:extLst>
                <a:ext uri="{FF2B5EF4-FFF2-40B4-BE49-F238E27FC236}">
                  <a16:creationId xmlns:a16="http://schemas.microsoft.com/office/drawing/2014/main" id="{6D48A05A-C351-FA81-5337-2887477D051E}"/>
                </a:ext>
              </a:extLst>
            </p:cNvPr>
            <p:cNvCxnSpPr>
              <a:cxnSpLocks/>
            </p:cNvCxnSpPr>
            <p:nvPr/>
          </p:nvCxnSpPr>
          <p:spPr>
            <a:xfrm>
              <a:off x="7999570" y="2809875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861">
              <a:extLst>
                <a:ext uri="{FF2B5EF4-FFF2-40B4-BE49-F238E27FC236}">
                  <a16:creationId xmlns:a16="http://schemas.microsoft.com/office/drawing/2014/main" id="{4E994A11-E555-2BD7-9304-E6D6FB6941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9075" y="2924175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Straight Connector 862">
              <a:extLst>
                <a:ext uri="{FF2B5EF4-FFF2-40B4-BE49-F238E27FC236}">
                  <a16:creationId xmlns:a16="http://schemas.microsoft.com/office/drawing/2014/main" id="{440489B1-85A3-79C0-10A1-4451FB00EE70}"/>
                </a:ext>
              </a:extLst>
            </p:cNvPr>
            <p:cNvCxnSpPr>
              <a:cxnSpLocks/>
            </p:cNvCxnSpPr>
            <p:nvPr/>
          </p:nvCxnSpPr>
          <p:spPr>
            <a:xfrm>
              <a:off x="7835264" y="2999897"/>
              <a:ext cx="170499" cy="6953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863">
              <a:extLst>
                <a:ext uri="{FF2B5EF4-FFF2-40B4-BE49-F238E27FC236}">
                  <a16:creationId xmlns:a16="http://schemas.microsoft.com/office/drawing/2014/main" id="{4765F8AF-914A-7C8C-B271-95C6AEF7E2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1456" y="3069431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864">
              <a:extLst>
                <a:ext uri="{FF2B5EF4-FFF2-40B4-BE49-F238E27FC236}">
                  <a16:creationId xmlns:a16="http://schemas.microsoft.com/office/drawing/2014/main" id="{95A83FEF-7EAD-2201-FF25-65A5984FA76E}"/>
                </a:ext>
              </a:extLst>
            </p:cNvPr>
            <p:cNvCxnSpPr>
              <a:cxnSpLocks/>
            </p:cNvCxnSpPr>
            <p:nvPr/>
          </p:nvCxnSpPr>
          <p:spPr>
            <a:xfrm>
              <a:off x="7842407" y="3133247"/>
              <a:ext cx="156212" cy="6953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6" name="Straight Connector 865">
              <a:extLst>
                <a:ext uri="{FF2B5EF4-FFF2-40B4-BE49-F238E27FC236}">
                  <a16:creationId xmlns:a16="http://schemas.microsoft.com/office/drawing/2014/main" id="{BCA60965-FF2C-C420-FF93-8C3D26E9B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9074" y="3198019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866">
              <a:extLst>
                <a:ext uri="{FF2B5EF4-FFF2-40B4-BE49-F238E27FC236}">
                  <a16:creationId xmlns:a16="http://schemas.microsoft.com/office/drawing/2014/main" id="{D99A684B-2013-C538-EFAA-12CB6346816E}"/>
                </a:ext>
              </a:extLst>
            </p:cNvPr>
            <p:cNvCxnSpPr>
              <a:cxnSpLocks/>
            </p:cNvCxnSpPr>
            <p:nvPr/>
          </p:nvCxnSpPr>
          <p:spPr>
            <a:xfrm>
              <a:off x="7837644" y="3257071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870">
              <a:extLst>
                <a:ext uri="{FF2B5EF4-FFF2-40B4-BE49-F238E27FC236}">
                  <a16:creationId xmlns:a16="http://schemas.microsoft.com/office/drawing/2014/main" id="{54CCD058-0958-0C69-263E-683995505D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1930" y="3326606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Straight Connector 871">
              <a:extLst>
                <a:ext uri="{FF2B5EF4-FFF2-40B4-BE49-F238E27FC236}">
                  <a16:creationId xmlns:a16="http://schemas.microsoft.com/office/drawing/2014/main" id="{5F15EA06-2116-7AF8-0C7E-1A8EDFCA3D3E}"/>
                </a:ext>
              </a:extLst>
            </p:cNvPr>
            <p:cNvCxnSpPr>
              <a:cxnSpLocks/>
            </p:cNvCxnSpPr>
            <p:nvPr/>
          </p:nvCxnSpPr>
          <p:spPr>
            <a:xfrm>
              <a:off x="7854313" y="3395184"/>
              <a:ext cx="318137" cy="12192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873">
              <a:extLst>
                <a:ext uri="{FF2B5EF4-FFF2-40B4-BE49-F238E27FC236}">
                  <a16:creationId xmlns:a16="http://schemas.microsoft.com/office/drawing/2014/main" id="{AF0CB2EE-3575-9917-81B6-F4A68A2FF350}"/>
                </a:ext>
              </a:extLst>
            </p:cNvPr>
            <p:cNvCxnSpPr>
              <a:cxnSpLocks/>
            </p:cNvCxnSpPr>
            <p:nvPr/>
          </p:nvCxnSpPr>
          <p:spPr>
            <a:xfrm>
              <a:off x="8163877" y="3267075"/>
              <a:ext cx="0" cy="2595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875">
              <a:extLst>
                <a:ext uri="{FF2B5EF4-FFF2-40B4-BE49-F238E27FC236}">
                  <a16:creationId xmlns:a16="http://schemas.microsoft.com/office/drawing/2014/main" id="{250843C2-AC0E-86DC-72B4-3727082F38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2449" y="3195637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876">
              <a:extLst>
                <a:ext uri="{FF2B5EF4-FFF2-40B4-BE49-F238E27FC236}">
                  <a16:creationId xmlns:a16="http://schemas.microsoft.com/office/drawing/2014/main" id="{1951D27C-0579-66D5-F0C3-E0B6130FB9FF}"/>
                </a:ext>
              </a:extLst>
            </p:cNvPr>
            <p:cNvCxnSpPr>
              <a:cxnSpLocks/>
            </p:cNvCxnSpPr>
            <p:nvPr/>
          </p:nvCxnSpPr>
          <p:spPr>
            <a:xfrm>
              <a:off x="8335327" y="2938463"/>
              <a:ext cx="0" cy="2595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877">
              <a:extLst>
                <a:ext uri="{FF2B5EF4-FFF2-40B4-BE49-F238E27FC236}">
                  <a16:creationId xmlns:a16="http://schemas.microsoft.com/office/drawing/2014/main" id="{690C3EF0-EAC3-1204-04BB-C639F3E3D350}"/>
                </a:ext>
              </a:extLst>
            </p:cNvPr>
            <p:cNvCxnSpPr>
              <a:cxnSpLocks/>
            </p:cNvCxnSpPr>
            <p:nvPr/>
          </p:nvCxnSpPr>
          <p:spPr>
            <a:xfrm>
              <a:off x="8332944" y="2940364"/>
              <a:ext cx="320519" cy="1314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879">
              <a:extLst>
                <a:ext uri="{FF2B5EF4-FFF2-40B4-BE49-F238E27FC236}">
                  <a16:creationId xmlns:a16="http://schemas.microsoft.com/office/drawing/2014/main" id="{9A51B176-A48E-556C-C2C8-C8113F5E29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77249" y="3071813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1" name="Straight Connector 880">
              <a:extLst>
                <a:ext uri="{FF2B5EF4-FFF2-40B4-BE49-F238E27FC236}">
                  <a16:creationId xmlns:a16="http://schemas.microsoft.com/office/drawing/2014/main" id="{6C97B539-A9B4-826A-B17A-ABAC3D476E42}"/>
                </a:ext>
              </a:extLst>
            </p:cNvPr>
            <p:cNvCxnSpPr>
              <a:cxnSpLocks/>
            </p:cNvCxnSpPr>
            <p:nvPr/>
          </p:nvCxnSpPr>
          <p:spPr>
            <a:xfrm>
              <a:off x="8485344" y="3130865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881">
              <a:extLst>
                <a:ext uri="{FF2B5EF4-FFF2-40B4-BE49-F238E27FC236}">
                  <a16:creationId xmlns:a16="http://schemas.microsoft.com/office/drawing/2014/main" id="{C4130083-4F8B-B7E6-EA9E-4C225635C1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2469" y="3195638"/>
              <a:ext cx="321467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4" name="Straight Connector 883">
              <a:extLst>
                <a:ext uri="{FF2B5EF4-FFF2-40B4-BE49-F238E27FC236}">
                  <a16:creationId xmlns:a16="http://schemas.microsoft.com/office/drawing/2014/main" id="{F41CCD6D-E90C-912F-3438-43AF90E3872C}"/>
                </a:ext>
              </a:extLst>
            </p:cNvPr>
            <p:cNvCxnSpPr>
              <a:cxnSpLocks/>
            </p:cNvCxnSpPr>
            <p:nvPr/>
          </p:nvCxnSpPr>
          <p:spPr>
            <a:xfrm>
              <a:off x="8323420" y="3321844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5" name="Straight Connector 884">
              <a:extLst>
                <a:ext uri="{FF2B5EF4-FFF2-40B4-BE49-F238E27FC236}">
                  <a16:creationId xmlns:a16="http://schemas.microsoft.com/office/drawing/2014/main" id="{FF4321A3-0EBE-21E5-FE2C-DC7403C931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2469" y="3314701"/>
              <a:ext cx="321467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885">
              <a:extLst>
                <a:ext uri="{FF2B5EF4-FFF2-40B4-BE49-F238E27FC236}">
                  <a16:creationId xmlns:a16="http://schemas.microsoft.com/office/drawing/2014/main" id="{3BC013C6-4A26-1AC7-EB73-F83156B1DDE6}"/>
                </a:ext>
              </a:extLst>
            </p:cNvPr>
            <p:cNvCxnSpPr>
              <a:cxnSpLocks/>
            </p:cNvCxnSpPr>
            <p:nvPr/>
          </p:nvCxnSpPr>
          <p:spPr>
            <a:xfrm>
              <a:off x="8654413" y="3321365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7" name="Straight Connector 886">
              <a:extLst>
                <a:ext uri="{FF2B5EF4-FFF2-40B4-BE49-F238E27FC236}">
                  <a16:creationId xmlns:a16="http://schemas.microsoft.com/office/drawing/2014/main" id="{804FBCB0-2108-C5E5-B5F9-CA510E509F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15387" y="3324225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887">
              <a:extLst>
                <a:ext uri="{FF2B5EF4-FFF2-40B4-BE49-F238E27FC236}">
                  <a16:creationId xmlns:a16="http://schemas.microsoft.com/office/drawing/2014/main" id="{1FFC8CDE-DAEA-53E9-3ADC-05864D82D403}"/>
                </a:ext>
              </a:extLst>
            </p:cNvPr>
            <p:cNvCxnSpPr>
              <a:cxnSpLocks/>
            </p:cNvCxnSpPr>
            <p:nvPr/>
          </p:nvCxnSpPr>
          <p:spPr>
            <a:xfrm>
              <a:off x="8975882" y="3328987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007A8E55-77D2-BB1E-BFB2-2FE35DD15978}"/>
                </a:ext>
              </a:extLst>
            </p:cNvPr>
            <p:cNvCxnSpPr>
              <a:cxnSpLocks/>
            </p:cNvCxnSpPr>
            <p:nvPr/>
          </p:nvCxnSpPr>
          <p:spPr>
            <a:xfrm>
              <a:off x="8975882" y="3440427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889">
              <a:extLst>
                <a:ext uri="{FF2B5EF4-FFF2-40B4-BE49-F238E27FC236}">
                  <a16:creationId xmlns:a16="http://schemas.microsoft.com/office/drawing/2014/main" id="{1FE182A6-A80D-470F-981A-8EE0E8C6570F}"/>
                </a:ext>
              </a:extLst>
            </p:cNvPr>
            <p:cNvCxnSpPr>
              <a:cxnSpLocks/>
            </p:cNvCxnSpPr>
            <p:nvPr/>
          </p:nvCxnSpPr>
          <p:spPr>
            <a:xfrm>
              <a:off x="9137807" y="3505200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AF96A5E0-FF40-FD1A-D273-4D5800A5764C}"/>
                </a:ext>
              </a:extLst>
            </p:cNvPr>
            <p:cNvCxnSpPr>
              <a:cxnSpLocks/>
            </p:cNvCxnSpPr>
            <p:nvPr/>
          </p:nvCxnSpPr>
          <p:spPr>
            <a:xfrm>
              <a:off x="9142569" y="3635690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891">
              <a:extLst>
                <a:ext uri="{FF2B5EF4-FFF2-40B4-BE49-F238E27FC236}">
                  <a16:creationId xmlns:a16="http://schemas.microsoft.com/office/drawing/2014/main" id="{4E2F98D9-A204-560F-FC10-B2B5ADC167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6381" y="3702843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3" name="Straight Connector 892">
              <a:extLst>
                <a:ext uri="{FF2B5EF4-FFF2-40B4-BE49-F238E27FC236}">
                  <a16:creationId xmlns:a16="http://schemas.microsoft.com/office/drawing/2014/main" id="{9E152FE8-C60C-6D6A-AF8C-9511FD7D859A}"/>
                </a:ext>
              </a:extLst>
            </p:cNvPr>
            <p:cNvCxnSpPr>
              <a:cxnSpLocks/>
            </p:cNvCxnSpPr>
            <p:nvPr/>
          </p:nvCxnSpPr>
          <p:spPr>
            <a:xfrm>
              <a:off x="9142569" y="3767137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00F985E3-08AC-6060-43ED-BECB9EB760CB}"/>
                </a:ext>
              </a:extLst>
            </p:cNvPr>
            <p:cNvCxnSpPr>
              <a:cxnSpLocks/>
            </p:cNvCxnSpPr>
            <p:nvPr/>
          </p:nvCxnSpPr>
          <p:spPr>
            <a:xfrm>
              <a:off x="9142569" y="3878578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AAC27271-0B50-9A1A-AD15-0ECA58118D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6856" y="3960018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800DA098-8D3A-6534-9843-986D13B170B7}"/>
                </a:ext>
              </a:extLst>
            </p:cNvPr>
            <p:cNvCxnSpPr>
              <a:cxnSpLocks/>
            </p:cNvCxnSpPr>
            <p:nvPr/>
          </p:nvCxnSpPr>
          <p:spPr>
            <a:xfrm>
              <a:off x="9142569" y="4038600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6E30B91D-6CEA-E594-8A83-7185CCEE84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7313" y="4160043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897">
              <a:extLst>
                <a:ext uri="{FF2B5EF4-FFF2-40B4-BE49-F238E27FC236}">
                  <a16:creationId xmlns:a16="http://schemas.microsoft.com/office/drawing/2014/main" id="{1687712B-9873-F99A-669B-CF23B916A182}"/>
                </a:ext>
              </a:extLst>
            </p:cNvPr>
            <p:cNvCxnSpPr>
              <a:cxnSpLocks/>
            </p:cNvCxnSpPr>
            <p:nvPr/>
          </p:nvCxnSpPr>
          <p:spPr>
            <a:xfrm>
              <a:off x="8980644" y="4233863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898">
              <a:extLst>
                <a:ext uri="{FF2B5EF4-FFF2-40B4-BE49-F238E27FC236}">
                  <a16:creationId xmlns:a16="http://schemas.microsoft.com/office/drawing/2014/main" id="{E7E5A0BB-E1E1-785C-EA0B-2577206DF754}"/>
                </a:ext>
              </a:extLst>
            </p:cNvPr>
            <p:cNvCxnSpPr>
              <a:cxnSpLocks/>
            </p:cNvCxnSpPr>
            <p:nvPr/>
          </p:nvCxnSpPr>
          <p:spPr>
            <a:xfrm>
              <a:off x="8804431" y="4283391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899">
              <a:extLst>
                <a:ext uri="{FF2B5EF4-FFF2-40B4-BE49-F238E27FC236}">
                  <a16:creationId xmlns:a16="http://schemas.microsoft.com/office/drawing/2014/main" id="{C5807AFD-165A-A28C-B05D-23AEF65186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10626" y="4095749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Straight Connector 900">
              <a:extLst>
                <a:ext uri="{FF2B5EF4-FFF2-40B4-BE49-F238E27FC236}">
                  <a16:creationId xmlns:a16="http://schemas.microsoft.com/office/drawing/2014/main" id="{80CF22AE-8102-EFFD-F114-EEB18BEA1ED5}"/>
                </a:ext>
              </a:extLst>
            </p:cNvPr>
            <p:cNvCxnSpPr>
              <a:cxnSpLocks/>
            </p:cNvCxnSpPr>
            <p:nvPr/>
          </p:nvCxnSpPr>
          <p:spPr>
            <a:xfrm>
              <a:off x="8806813" y="4162425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901">
              <a:extLst>
                <a:ext uri="{FF2B5EF4-FFF2-40B4-BE49-F238E27FC236}">
                  <a16:creationId xmlns:a16="http://schemas.microsoft.com/office/drawing/2014/main" id="{E463F6D7-DB04-26C3-F45F-CD1AD929F6A2}"/>
                </a:ext>
              </a:extLst>
            </p:cNvPr>
            <p:cNvCxnSpPr>
              <a:cxnSpLocks/>
            </p:cNvCxnSpPr>
            <p:nvPr/>
          </p:nvCxnSpPr>
          <p:spPr>
            <a:xfrm>
              <a:off x="8968738" y="3559969"/>
              <a:ext cx="0" cy="5381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903">
              <a:extLst>
                <a:ext uri="{FF2B5EF4-FFF2-40B4-BE49-F238E27FC236}">
                  <a16:creationId xmlns:a16="http://schemas.microsoft.com/office/drawing/2014/main" id="{72063B9D-C1E0-9D15-9E8E-D620D3BA11B8}"/>
                </a:ext>
              </a:extLst>
            </p:cNvPr>
            <p:cNvCxnSpPr>
              <a:cxnSpLocks/>
            </p:cNvCxnSpPr>
            <p:nvPr/>
          </p:nvCxnSpPr>
          <p:spPr>
            <a:xfrm>
              <a:off x="8802050" y="3502340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Straight Connector 904">
              <a:extLst>
                <a:ext uri="{FF2B5EF4-FFF2-40B4-BE49-F238E27FC236}">
                  <a16:creationId xmlns:a16="http://schemas.microsoft.com/office/drawing/2014/main" id="{C63047C3-DC16-0CEC-637D-274F509E61A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720" y="3507581"/>
              <a:ext cx="0" cy="5334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BF10EF55-2239-55A9-B975-48C64D6349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58226" y="4033837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BC8EB63D-C109-E972-3D9A-A7BE49FED89E}"/>
                </a:ext>
              </a:extLst>
            </p:cNvPr>
            <p:cNvCxnSpPr>
              <a:cxnSpLocks/>
            </p:cNvCxnSpPr>
            <p:nvPr/>
          </p:nvCxnSpPr>
          <p:spPr>
            <a:xfrm>
              <a:off x="8649651" y="4093369"/>
              <a:ext cx="0" cy="516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Straight Connector 910">
              <a:extLst>
                <a:ext uri="{FF2B5EF4-FFF2-40B4-BE49-F238E27FC236}">
                  <a16:creationId xmlns:a16="http://schemas.microsoft.com/office/drawing/2014/main" id="{CC36F3A8-7407-224B-9778-C09E2B5D20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7231" y="4610099"/>
              <a:ext cx="316707" cy="1381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3" name="Straight Connector 912">
              <a:extLst>
                <a:ext uri="{FF2B5EF4-FFF2-40B4-BE49-F238E27FC236}">
                  <a16:creationId xmlns:a16="http://schemas.microsoft.com/office/drawing/2014/main" id="{9D09C5F7-8F0A-46B1-AD85-245E4B759054}"/>
                </a:ext>
              </a:extLst>
            </p:cNvPr>
            <p:cNvCxnSpPr>
              <a:cxnSpLocks/>
            </p:cNvCxnSpPr>
            <p:nvPr/>
          </p:nvCxnSpPr>
          <p:spPr>
            <a:xfrm>
              <a:off x="8325800" y="4619625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913">
              <a:extLst>
                <a:ext uri="{FF2B5EF4-FFF2-40B4-BE49-F238E27FC236}">
                  <a16:creationId xmlns:a16="http://schemas.microsoft.com/office/drawing/2014/main" id="{87762290-D8D9-008D-3BA4-88330519CC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31995" y="4550567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611BC3DE-9095-7CD6-E416-9632B6375540}"/>
                </a:ext>
              </a:extLst>
            </p:cNvPr>
            <p:cNvCxnSpPr>
              <a:cxnSpLocks/>
            </p:cNvCxnSpPr>
            <p:nvPr/>
          </p:nvCxnSpPr>
          <p:spPr>
            <a:xfrm>
              <a:off x="8502014" y="4031457"/>
              <a:ext cx="0" cy="516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915">
              <a:extLst>
                <a:ext uri="{FF2B5EF4-FFF2-40B4-BE49-F238E27FC236}">
                  <a16:creationId xmlns:a16="http://schemas.microsoft.com/office/drawing/2014/main" id="{60D95F9F-08FE-307A-0436-E2ABD55FB1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8683" y="3964781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7" name="Straight Connector 916">
              <a:extLst>
                <a:ext uri="{FF2B5EF4-FFF2-40B4-BE49-F238E27FC236}">
                  <a16:creationId xmlns:a16="http://schemas.microsoft.com/office/drawing/2014/main" id="{1EEE62EE-B465-F9C5-2C91-3FCCB0C8E30D}"/>
                </a:ext>
              </a:extLst>
            </p:cNvPr>
            <p:cNvCxnSpPr>
              <a:cxnSpLocks/>
            </p:cNvCxnSpPr>
            <p:nvPr/>
          </p:nvCxnSpPr>
          <p:spPr>
            <a:xfrm>
              <a:off x="8649652" y="3431381"/>
              <a:ext cx="0" cy="5334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917">
              <a:extLst>
                <a:ext uri="{FF2B5EF4-FFF2-40B4-BE49-F238E27FC236}">
                  <a16:creationId xmlns:a16="http://schemas.microsoft.com/office/drawing/2014/main" id="{D3AA526A-D4B3-26C9-41EA-9FE8E5EA4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2469" y="3433763"/>
              <a:ext cx="321467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BCAA9D4E-D29B-E987-6279-476995237170}"/>
                </a:ext>
              </a:extLst>
            </p:cNvPr>
            <p:cNvCxnSpPr>
              <a:cxnSpLocks/>
            </p:cNvCxnSpPr>
            <p:nvPr/>
          </p:nvCxnSpPr>
          <p:spPr>
            <a:xfrm>
              <a:off x="8337706" y="3566635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Straight Connector 919">
              <a:extLst>
                <a:ext uri="{FF2B5EF4-FFF2-40B4-BE49-F238E27FC236}">
                  <a16:creationId xmlns:a16="http://schemas.microsoft.com/office/drawing/2014/main" id="{1C8DBD73-B3BC-09F7-0C97-9B175FC65F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39139" y="3636167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A981BAC0-53BD-C6D3-C2A3-06757B214DC3}"/>
                </a:ext>
              </a:extLst>
            </p:cNvPr>
            <p:cNvCxnSpPr>
              <a:cxnSpLocks/>
            </p:cNvCxnSpPr>
            <p:nvPr/>
          </p:nvCxnSpPr>
          <p:spPr>
            <a:xfrm>
              <a:off x="8330562" y="3697604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Straight Connector 921">
              <a:extLst>
                <a:ext uri="{FF2B5EF4-FFF2-40B4-BE49-F238E27FC236}">
                  <a16:creationId xmlns:a16="http://schemas.microsoft.com/office/drawing/2014/main" id="{7966F8FC-6D2C-A738-4746-4ADDEC928E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31995" y="3767136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922">
              <a:extLst>
                <a:ext uri="{FF2B5EF4-FFF2-40B4-BE49-F238E27FC236}">
                  <a16:creationId xmlns:a16="http://schemas.microsoft.com/office/drawing/2014/main" id="{99C0CE5B-BE15-F823-B10C-ABEB809FFF78}"/>
                </a:ext>
              </a:extLst>
            </p:cNvPr>
            <p:cNvCxnSpPr>
              <a:cxnSpLocks/>
            </p:cNvCxnSpPr>
            <p:nvPr/>
          </p:nvCxnSpPr>
          <p:spPr>
            <a:xfrm>
              <a:off x="8328181" y="3838097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" name="Straight Connector 923">
              <a:extLst>
                <a:ext uri="{FF2B5EF4-FFF2-40B4-BE49-F238E27FC236}">
                  <a16:creationId xmlns:a16="http://schemas.microsoft.com/office/drawing/2014/main" id="{C098D7E9-20E7-450D-8ADE-819935A1ED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4" y="3907629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5498D22C-AC5B-719C-1173-86B75EA9B9C8}"/>
                </a:ext>
              </a:extLst>
            </p:cNvPr>
            <p:cNvCxnSpPr>
              <a:cxnSpLocks/>
            </p:cNvCxnSpPr>
            <p:nvPr/>
          </p:nvCxnSpPr>
          <p:spPr>
            <a:xfrm>
              <a:off x="8330564" y="3964782"/>
              <a:ext cx="0" cy="516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Straight Connector 925">
              <a:extLst>
                <a:ext uri="{FF2B5EF4-FFF2-40B4-BE49-F238E27FC236}">
                  <a16:creationId xmlns:a16="http://schemas.microsoft.com/office/drawing/2014/main" id="{EF4FE2EB-2301-97C0-2FD4-2F87673D89D5}"/>
                </a:ext>
              </a:extLst>
            </p:cNvPr>
            <p:cNvCxnSpPr>
              <a:cxnSpLocks/>
            </p:cNvCxnSpPr>
            <p:nvPr/>
          </p:nvCxnSpPr>
          <p:spPr>
            <a:xfrm>
              <a:off x="8161493" y="4409597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926">
              <a:extLst>
                <a:ext uri="{FF2B5EF4-FFF2-40B4-BE49-F238E27FC236}">
                  <a16:creationId xmlns:a16="http://schemas.microsoft.com/office/drawing/2014/main" id="{CC636B19-A646-4CC5-9BE8-DE2C467CF47F}"/>
                </a:ext>
              </a:extLst>
            </p:cNvPr>
            <p:cNvCxnSpPr>
              <a:cxnSpLocks/>
            </p:cNvCxnSpPr>
            <p:nvPr/>
          </p:nvCxnSpPr>
          <p:spPr>
            <a:xfrm>
              <a:off x="8166256" y="4160044"/>
              <a:ext cx="0" cy="247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46F72993-1673-1AD0-A337-F9C07F13989D}"/>
                </a:ext>
              </a:extLst>
            </p:cNvPr>
            <p:cNvCxnSpPr>
              <a:cxnSpLocks/>
            </p:cNvCxnSpPr>
            <p:nvPr/>
          </p:nvCxnSpPr>
          <p:spPr>
            <a:xfrm>
              <a:off x="8001950" y="4083366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F139E47B-A707-B0FB-9576-3A9F58E32A33}"/>
                </a:ext>
              </a:extLst>
            </p:cNvPr>
            <p:cNvCxnSpPr>
              <a:cxnSpLocks/>
            </p:cNvCxnSpPr>
            <p:nvPr/>
          </p:nvCxnSpPr>
          <p:spPr>
            <a:xfrm>
              <a:off x="8006712" y="3574256"/>
              <a:ext cx="0" cy="502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7DEEBF27-0EBC-05BE-B409-AD05E5D7619C}"/>
                </a:ext>
              </a:extLst>
            </p:cNvPr>
            <p:cNvCxnSpPr>
              <a:cxnSpLocks/>
            </p:cNvCxnSpPr>
            <p:nvPr/>
          </p:nvCxnSpPr>
          <p:spPr>
            <a:xfrm>
              <a:off x="7840025" y="3507104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03F35E96-0C5F-586C-6B2E-FE27972003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24750" y="3509960"/>
              <a:ext cx="314326" cy="13811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95603299-1F8C-3878-8378-988CB0BA727B}"/>
                </a:ext>
              </a:extLst>
            </p:cNvPr>
            <p:cNvCxnSpPr>
              <a:cxnSpLocks/>
            </p:cNvCxnSpPr>
            <p:nvPr/>
          </p:nvCxnSpPr>
          <p:spPr>
            <a:xfrm>
              <a:off x="7523319" y="3650456"/>
              <a:ext cx="0" cy="3810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9D834D85-BC39-1634-5919-DCF346E770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17608" y="3962398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3A56DFDD-0ACB-4EA6-6C30-B9B53C0BAA9C}"/>
                </a:ext>
              </a:extLst>
            </p:cNvPr>
            <p:cNvCxnSpPr>
              <a:cxnSpLocks/>
            </p:cNvCxnSpPr>
            <p:nvPr/>
          </p:nvCxnSpPr>
          <p:spPr>
            <a:xfrm>
              <a:off x="7673338" y="3702844"/>
              <a:ext cx="0" cy="2643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18322812-399D-4FA9-D424-06D94BB9CA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81914" y="3633786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00F4FB6F-B083-88AA-A789-78BB36FCD020}"/>
                </a:ext>
              </a:extLst>
            </p:cNvPr>
            <p:cNvCxnSpPr>
              <a:cxnSpLocks/>
            </p:cNvCxnSpPr>
            <p:nvPr/>
          </p:nvCxnSpPr>
          <p:spPr>
            <a:xfrm>
              <a:off x="7842407" y="3636169"/>
              <a:ext cx="0" cy="659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7309D382-39CA-A804-C98B-D5BBDE87B5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0983" y="4217192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943">
              <a:extLst>
                <a:ext uri="{FF2B5EF4-FFF2-40B4-BE49-F238E27FC236}">
                  <a16:creationId xmlns:a16="http://schemas.microsoft.com/office/drawing/2014/main" id="{78F5D32A-B305-18EA-141C-88A72BF0F677}"/>
                </a:ext>
              </a:extLst>
            </p:cNvPr>
            <p:cNvCxnSpPr>
              <a:cxnSpLocks/>
            </p:cNvCxnSpPr>
            <p:nvPr/>
          </p:nvCxnSpPr>
          <p:spPr>
            <a:xfrm>
              <a:off x="8011475" y="4212432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D77F3B8A-4ABF-9C95-9232-65214ECE21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2" y="4333874"/>
              <a:ext cx="157162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B7E9499A-98C9-D1E0-84A6-17BBBC86E5D5}"/>
                </a:ext>
              </a:extLst>
            </p:cNvPr>
            <p:cNvCxnSpPr>
              <a:cxnSpLocks/>
            </p:cNvCxnSpPr>
            <p:nvPr/>
          </p:nvCxnSpPr>
          <p:spPr>
            <a:xfrm>
              <a:off x="7847169" y="4402932"/>
              <a:ext cx="0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F4FF63C2-4CFC-BB88-8731-01D34BA60995}"/>
                </a:ext>
              </a:extLst>
            </p:cNvPr>
            <p:cNvCxnSpPr>
              <a:cxnSpLocks/>
            </p:cNvCxnSpPr>
            <p:nvPr/>
          </p:nvCxnSpPr>
          <p:spPr>
            <a:xfrm>
              <a:off x="7844786" y="4531041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F7D2F7F7-506E-F972-21CE-4250BA455C7F}"/>
                </a:ext>
              </a:extLst>
            </p:cNvPr>
            <p:cNvCxnSpPr>
              <a:cxnSpLocks/>
            </p:cNvCxnSpPr>
            <p:nvPr/>
          </p:nvCxnSpPr>
          <p:spPr>
            <a:xfrm>
              <a:off x="8009094" y="4605339"/>
              <a:ext cx="0" cy="50482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D266E4D7-E725-6E1B-9673-0F6F73357BC5}"/>
                </a:ext>
              </a:extLst>
            </p:cNvPr>
            <p:cNvCxnSpPr>
              <a:cxnSpLocks/>
            </p:cNvCxnSpPr>
            <p:nvPr/>
          </p:nvCxnSpPr>
          <p:spPr>
            <a:xfrm>
              <a:off x="7842405" y="5050154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79E31560-AA98-DD8E-FCA2-00199752CBDC}"/>
                </a:ext>
              </a:extLst>
            </p:cNvPr>
            <p:cNvCxnSpPr>
              <a:cxnSpLocks/>
            </p:cNvCxnSpPr>
            <p:nvPr/>
          </p:nvCxnSpPr>
          <p:spPr>
            <a:xfrm>
              <a:off x="7847169" y="4664869"/>
              <a:ext cx="0" cy="3857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Straight Connector 952">
              <a:extLst>
                <a:ext uri="{FF2B5EF4-FFF2-40B4-BE49-F238E27FC236}">
                  <a16:creationId xmlns:a16="http://schemas.microsoft.com/office/drawing/2014/main" id="{78CC482E-2556-1F94-65E3-EC75C0495DA8}"/>
                </a:ext>
              </a:extLst>
            </p:cNvPr>
            <p:cNvCxnSpPr>
              <a:cxnSpLocks/>
            </p:cNvCxnSpPr>
            <p:nvPr/>
          </p:nvCxnSpPr>
          <p:spPr>
            <a:xfrm>
              <a:off x="7678098" y="4597716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Straight Connector 953">
              <a:extLst>
                <a:ext uri="{FF2B5EF4-FFF2-40B4-BE49-F238E27FC236}">
                  <a16:creationId xmlns:a16="http://schemas.microsoft.com/office/drawing/2014/main" id="{A2818A44-C752-904F-FDEB-D09562A8B3D8}"/>
                </a:ext>
              </a:extLst>
            </p:cNvPr>
            <p:cNvCxnSpPr>
              <a:cxnSpLocks/>
            </p:cNvCxnSpPr>
            <p:nvPr/>
          </p:nvCxnSpPr>
          <p:spPr>
            <a:xfrm>
              <a:off x="7682862" y="4600576"/>
              <a:ext cx="0" cy="257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955">
              <a:extLst>
                <a:ext uri="{FF2B5EF4-FFF2-40B4-BE49-F238E27FC236}">
                  <a16:creationId xmlns:a16="http://schemas.microsoft.com/office/drawing/2014/main" id="{D1B440F3-A90C-B3E3-268B-1498C30CB2A0}"/>
                </a:ext>
              </a:extLst>
            </p:cNvPr>
            <p:cNvCxnSpPr>
              <a:cxnSpLocks/>
            </p:cNvCxnSpPr>
            <p:nvPr/>
          </p:nvCxnSpPr>
          <p:spPr>
            <a:xfrm>
              <a:off x="7518554" y="4795360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681B3B91-84CE-C86B-4E3E-4D927FBCAEA2}"/>
                </a:ext>
              </a:extLst>
            </p:cNvPr>
            <p:cNvCxnSpPr>
              <a:cxnSpLocks/>
            </p:cNvCxnSpPr>
            <p:nvPr/>
          </p:nvCxnSpPr>
          <p:spPr>
            <a:xfrm>
              <a:off x="7520937" y="4669631"/>
              <a:ext cx="0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61021879-8524-90FB-4D96-2EE419423317}"/>
                </a:ext>
              </a:extLst>
            </p:cNvPr>
            <p:cNvCxnSpPr>
              <a:cxnSpLocks/>
            </p:cNvCxnSpPr>
            <p:nvPr/>
          </p:nvCxnSpPr>
          <p:spPr>
            <a:xfrm>
              <a:off x="7351866" y="4597716"/>
              <a:ext cx="163356" cy="71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6" name="Straight Connector 1255">
              <a:extLst>
                <a:ext uri="{FF2B5EF4-FFF2-40B4-BE49-F238E27FC236}">
                  <a16:creationId xmlns:a16="http://schemas.microsoft.com/office/drawing/2014/main" id="{F5B7B9D1-3AC6-2094-0055-6687E8938211}"/>
                </a:ext>
              </a:extLst>
            </p:cNvPr>
            <p:cNvCxnSpPr>
              <a:cxnSpLocks/>
            </p:cNvCxnSpPr>
            <p:nvPr/>
          </p:nvCxnSpPr>
          <p:spPr>
            <a:xfrm>
              <a:off x="6384925" y="5257800"/>
              <a:ext cx="0" cy="111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8" name="Straight Connector 1257">
              <a:extLst>
                <a:ext uri="{FF2B5EF4-FFF2-40B4-BE49-F238E27FC236}">
                  <a16:creationId xmlns:a16="http://schemas.microsoft.com/office/drawing/2014/main" id="{F9F4D7F8-58F9-D784-3978-C3DD0E55D2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9669" y="5241926"/>
              <a:ext cx="146050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0" name="Straight Connector 1259">
              <a:extLst>
                <a:ext uri="{FF2B5EF4-FFF2-40B4-BE49-F238E27FC236}">
                  <a16:creationId xmlns:a16="http://schemas.microsoft.com/office/drawing/2014/main" id="{071D2179-4D68-5A67-D648-FF808E81685D}"/>
                </a:ext>
              </a:extLst>
            </p:cNvPr>
            <p:cNvCxnSpPr>
              <a:cxnSpLocks/>
            </p:cNvCxnSpPr>
            <p:nvPr/>
          </p:nvCxnSpPr>
          <p:spPr>
            <a:xfrm>
              <a:off x="6229350" y="5303044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1" name="Straight Connector 1260">
              <a:extLst>
                <a:ext uri="{FF2B5EF4-FFF2-40B4-BE49-F238E27FC236}">
                  <a16:creationId xmlns:a16="http://schemas.microsoft.com/office/drawing/2014/main" id="{D38D0F11-2425-DFE9-F4AD-E08FDF6BD84D}"/>
                </a:ext>
              </a:extLst>
            </p:cNvPr>
            <p:cNvCxnSpPr>
              <a:cxnSpLocks/>
            </p:cNvCxnSpPr>
            <p:nvPr/>
          </p:nvCxnSpPr>
          <p:spPr>
            <a:xfrm>
              <a:off x="6061075" y="5378450"/>
              <a:ext cx="168275" cy="571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3" name="Straight Connector 1262">
              <a:extLst>
                <a:ext uri="{FF2B5EF4-FFF2-40B4-BE49-F238E27FC236}">
                  <a16:creationId xmlns:a16="http://schemas.microsoft.com/office/drawing/2014/main" id="{EA369E1F-800F-DE7C-0B00-59A539FE4FBD}"/>
                </a:ext>
              </a:extLst>
            </p:cNvPr>
            <p:cNvCxnSpPr>
              <a:cxnSpLocks/>
            </p:cNvCxnSpPr>
            <p:nvPr/>
          </p:nvCxnSpPr>
          <p:spPr>
            <a:xfrm>
              <a:off x="6063614" y="5371622"/>
              <a:ext cx="0" cy="14573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4" name="Straight Connector 1263">
              <a:extLst>
                <a:ext uri="{FF2B5EF4-FFF2-40B4-BE49-F238E27FC236}">
                  <a16:creationId xmlns:a16="http://schemas.microsoft.com/office/drawing/2014/main" id="{851A9813-7CB6-54EF-DBF4-84FEAE1191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7225" y="5505450"/>
              <a:ext cx="32385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B39F7619-9717-3A46-C26B-F845FC41F987}"/>
              </a:ext>
            </a:extLst>
          </p:cNvPr>
          <p:cNvGrpSpPr/>
          <p:nvPr/>
        </p:nvGrpSpPr>
        <p:grpSpPr>
          <a:xfrm>
            <a:off x="2155031" y="92869"/>
            <a:ext cx="5370670" cy="2514600"/>
            <a:chOff x="2150269" y="100013"/>
            <a:chExt cx="5370670" cy="2514600"/>
          </a:xfrm>
        </p:grpSpPr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02D7671F-776F-1B21-E7EF-E6A205E51DAD}"/>
                </a:ext>
              </a:extLst>
            </p:cNvPr>
            <p:cNvCxnSpPr>
              <a:cxnSpLocks/>
            </p:cNvCxnSpPr>
            <p:nvPr/>
          </p:nvCxnSpPr>
          <p:spPr>
            <a:xfrm>
              <a:off x="5244466" y="1466374"/>
              <a:ext cx="1134903" cy="4433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F5660526-21C2-80A3-2A0C-077E7E69D5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002" y="1407319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457D8ADE-98CD-050F-DC0C-07FAB2DF05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1235" y="2050256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E81C6780-F441-EEF0-4543-17A45563D786}"/>
                </a:ext>
              </a:extLst>
            </p:cNvPr>
            <p:cNvCxnSpPr>
              <a:cxnSpLocks/>
            </p:cNvCxnSpPr>
            <p:nvPr/>
          </p:nvCxnSpPr>
          <p:spPr>
            <a:xfrm>
              <a:off x="5729288" y="1528763"/>
              <a:ext cx="976313" cy="388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561D12AF-AB27-3DB6-1172-25507D0B0A83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1212057"/>
              <a:ext cx="492918" cy="197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07B8812F-DDB3-E57F-1282-E084939B6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6846" y="1092994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9229DA83-AEDA-9A12-3D2E-AFECC5B34CB0}"/>
                </a:ext>
              </a:extLst>
            </p:cNvPr>
            <p:cNvCxnSpPr>
              <a:cxnSpLocks/>
            </p:cNvCxnSpPr>
            <p:nvPr/>
          </p:nvCxnSpPr>
          <p:spPr>
            <a:xfrm>
              <a:off x="5245894" y="1085851"/>
              <a:ext cx="1293019" cy="511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60B08854-7900-15AA-BAAA-48676D1AD7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7484" y="1471613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CFCBF81F-846E-330C-0E9F-B5DCB5559F14}"/>
                </a:ext>
              </a:extLst>
            </p:cNvPr>
            <p:cNvCxnSpPr>
              <a:cxnSpLocks/>
            </p:cNvCxnSpPr>
            <p:nvPr/>
          </p:nvCxnSpPr>
          <p:spPr>
            <a:xfrm>
              <a:off x="5236369" y="962026"/>
              <a:ext cx="1293019" cy="511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8E6ECEE6-B2D6-8AB9-35AD-2386F71C93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9703" y="888207"/>
              <a:ext cx="168116" cy="733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64D9A586-117F-6A10-C4D7-F4CEF9134178}"/>
                </a:ext>
              </a:extLst>
            </p:cNvPr>
            <p:cNvCxnSpPr>
              <a:cxnSpLocks/>
            </p:cNvCxnSpPr>
            <p:nvPr/>
          </p:nvCxnSpPr>
          <p:spPr>
            <a:xfrm>
              <a:off x="5400675" y="888207"/>
              <a:ext cx="1135857" cy="450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669DB8D9-6483-B569-B8AE-235E495862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9865" y="1223962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E14385DD-91CA-4ED0-74D2-6D3B0563C3CF}"/>
                </a:ext>
              </a:extLst>
            </p:cNvPr>
            <p:cNvCxnSpPr>
              <a:cxnSpLocks/>
            </p:cNvCxnSpPr>
            <p:nvPr/>
          </p:nvCxnSpPr>
          <p:spPr>
            <a:xfrm>
              <a:off x="6376988" y="1150144"/>
              <a:ext cx="161925" cy="666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58894B75-329C-08ED-CDB8-7AE9AA490A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0322" y="1088232"/>
              <a:ext cx="163354" cy="685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EA9817EA-37F0-0456-AE66-4535C8CAADFA}"/>
                </a:ext>
              </a:extLst>
            </p:cNvPr>
            <p:cNvCxnSpPr>
              <a:cxnSpLocks/>
            </p:cNvCxnSpPr>
            <p:nvPr/>
          </p:nvCxnSpPr>
          <p:spPr>
            <a:xfrm>
              <a:off x="5562601" y="695325"/>
              <a:ext cx="978693" cy="390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E25E4734-36B2-374D-A8E2-FC1B8F5962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1172" y="628651"/>
              <a:ext cx="168116" cy="733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636C3867-9DEE-A16B-0208-D2355393B156}"/>
                </a:ext>
              </a:extLst>
            </p:cNvPr>
            <p:cNvCxnSpPr>
              <a:cxnSpLocks/>
            </p:cNvCxnSpPr>
            <p:nvPr/>
          </p:nvCxnSpPr>
          <p:spPr>
            <a:xfrm>
              <a:off x="5726907" y="626269"/>
              <a:ext cx="819149" cy="3357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B385A378-3B04-6168-4381-31B69CFD65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4628" y="695325"/>
              <a:ext cx="0" cy="2733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854900D8-7E62-A5DD-2C59-AB2EEF9BCABB}"/>
                </a:ext>
              </a:extLst>
            </p:cNvPr>
            <p:cNvCxnSpPr>
              <a:cxnSpLocks/>
            </p:cNvCxnSpPr>
            <p:nvPr/>
          </p:nvCxnSpPr>
          <p:spPr>
            <a:xfrm>
              <a:off x="5900738" y="564357"/>
              <a:ext cx="492919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BC138704-2F22-855E-985C-AFAA29843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6453" y="497682"/>
              <a:ext cx="153829" cy="6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339148B8-6B0A-B933-D136-95B224E84F91}"/>
                </a:ext>
              </a:extLst>
            </p:cNvPr>
            <p:cNvCxnSpPr>
              <a:cxnSpLocks/>
            </p:cNvCxnSpPr>
            <p:nvPr/>
          </p:nvCxnSpPr>
          <p:spPr>
            <a:xfrm>
              <a:off x="6060282" y="502444"/>
              <a:ext cx="319087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2F40154E-FFF7-B41D-BF3F-178755E453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465" y="688182"/>
              <a:ext cx="163354" cy="685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3C498E9B-6E4F-2A15-5F11-B73B306D5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2702" y="521493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D0A16E9F-7C6B-A8B1-977A-56AEE0A95820}"/>
                </a:ext>
              </a:extLst>
            </p:cNvPr>
            <p:cNvCxnSpPr>
              <a:cxnSpLocks/>
            </p:cNvCxnSpPr>
            <p:nvPr/>
          </p:nvCxnSpPr>
          <p:spPr>
            <a:xfrm>
              <a:off x="6065045" y="376238"/>
              <a:ext cx="319087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18F4F8EC-6AEF-7713-3C38-CE8B00FE41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4091" y="235744"/>
              <a:ext cx="332422" cy="140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AB2A7D14-8F0A-99CA-88AC-C34184AF74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0321" y="242886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9764ADC0-0D97-A098-9D6E-7A645C05F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0321" y="114300"/>
              <a:ext cx="649130" cy="2590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4732321A-F9C9-41EE-856F-511B0F72D2D8}"/>
                </a:ext>
              </a:extLst>
            </p:cNvPr>
            <p:cNvCxnSpPr>
              <a:cxnSpLocks/>
            </p:cNvCxnSpPr>
            <p:nvPr/>
          </p:nvCxnSpPr>
          <p:spPr>
            <a:xfrm>
              <a:off x="7022307" y="114300"/>
              <a:ext cx="161925" cy="666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1D08D19A-C8E5-32CE-8436-B0D862F7CB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7959" y="180975"/>
              <a:ext cx="649130" cy="2590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DAE52819-E74C-940C-F863-7C15AFC13295}"/>
                </a:ext>
              </a:extLst>
            </p:cNvPr>
            <p:cNvCxnSpPr>
              <a:cxnSpLocks/>
            </p:cNvCxnSpPr>
            <p:nvPr/>
          </p:nvCxnSpPr>
          <p:spPr>
            <a:xfrm>
              <a:off x="6534150" y="440531"/>
              <a:ext cx="161925" cy="666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920C4D9B-6A7E-92EB-EF8C-310CF2C9C8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7503" y="297657"/>
              <a:ext cx="511016" cy="2066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D844E5EE-DE5E-B522-E111-94E464164ADF}"/>
                </a:ext>
              </a:extLst>
            </p:cNvPr>
            <p:cNvCxnSpPr>
              <a:cxnSpLocks/>
            </p:cNvCxnSpPr>
            <p:nvPr/>
          </p:nvCxnSpPr>
          <p:spPr>
            <a:xfrm>
              <a:off x="7198519" y="302419"/>
              <a:ext cx="161925" cy="666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78ECAB49-A72F-7441-37FB-CE41452BC0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2284" y="361950"/>
              <a:ext cx="511016" cy="2066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C803C865-9C13-BFED-BA8F-8F7D74E92E35}"/>
                </a:ext>
              </a:extLst>
            </p:cNvPr>
            <p:cNvCxnSpPr>
              <a:cxnSpLocks/>
            </p:cNvCxnSpPr>
            <p:nvPr/>
          </p:nvCxnSpPr>
          <p:spPr>
            <a:xfrm>
              <a:off x="6858000" y="566737"/>
              <a:ext cx="161925" cy="666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BB9397F0-F9F7-F2D2-3A8A-4B96BCA15D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8497" y="492919"/>
              <a:ext cx="339566" cy="1423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10781A8C-A323-B32D-F995-A0E2E0343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9015" y="500062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C8E64716-6BDC-3ED2-8DA7-E0ED13E3AF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9946" y="626270"/>
              <a:ext cx="163354" cy="685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41AAB23C-CAD0-9B8A-BDA1-11C690103D12}"/>
                </a:ext>
              </a:extLst>
            </p:cNvPr>
            <p:cNvCxnSpPr>
              <a:cxnSpLocks/>
            </p:cNvCxnSpPr>
            <p:nvPr/>
          </p:nvCxnSpPr>
          <p:spPr>
            <a:xfrm>
              <a:off x="7188994" y="692944"/>
              <a:ext cx="326232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2B8E816C-ADC9-65A8-A307-1F6D4772B7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8558" y="816769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5BFFA634-413E-FF05-47F3-7D887B9EF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1871" y="952501"/>
              <a:ext cx="163354" cy="685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8453D9B9-A7DE-872C-081C-3DB7B0243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1870" y="904876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AC06357D-DAD4-6ED2-BC65-11933FC55580}"/>
                </a:ext>
              </a:extLst>
            </p:cNvPr>
            <p:cNvCxnSpPr>
              <a:cxnSpLocks/>
            </p:cNvCxnSpPr>
            <p:nvPr/>
          </p:nvCxnSpPr>
          <p:spPr>
            <a:xfrm>
              <a:off x="7198518" y="833437"/>
              <a:ext cx="161925" cy="666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088C31FE-C324-CE89-0513-298696D930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7089" y="828676"/>
              <a:ext cx="0" cy="3881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520">
              <a:extLst>
                <a:ext uri="{FF2B5EF4-FFF2-40B4-BE49-F238E27FC236}">
                  <a16:creationId xmlns:a16="http://schemas.microsoft.com/office/drawing/2014/main" id="{0EB8023E-7E8D-CF06-96E7-E015F65A9A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37546" y="1212057"/>
              <a:ext cx="163354" cy="685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F4AE688A-3DFD-3EA1-BB81-7DB60E2FB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37546" y="900114"/>
              <a:ext cx="0" cy="3881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6F37E4B8-808C-39E8-828E-DB5E4E8231DF}"/>
                </a:ext>
              </a:extLst>
            </p:cNvPr>
            <p:cNvCxnSpPr>
              <a:cxnSpLocks/>
            </p:cNvCxnSpPr>
            <p:nvPr/>
          </p:nvCxnSpPr>
          <p:spPr>
            <a:xfrm>
              <a:off x="6703219" y="762000"/>
              <a:ext cx="328611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524">
              <a:extLst>
                <a:ext uri="{FF2B5EF4-FFF2-40B4-BE49-F238E27FC236}">
                  <a16:creationId xmlns:a16="http://schemas.microsoft.com/office/drawing/2014/main" id="{9935A69E-27C4-049E-FFD1-3FD60E975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1314" y="764383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7D507676-5BA8-DE75-D938-3401D640001F}"/>
                </a:ext>
              </a:extLst>
            </p:cNvPr>
            <p:cNvCxnSpPr>
              <a:cxnSpLocks/>
            </p:cNvCxnSpPr>
            <p:nvPr/>
          </p:nvCxnSpPr>
          <p:spPr>
            <a:xfrm>
              <a:off x="6710361" y="888206"/>
              <a:ext cx="161925" cy="666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8284FC3A-C4F8-E72A-3AD2-3A3090F83B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3239" y="947739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>
              <a:extLst>
                <a:ext uri="{FF2B5EF4-FFF2-40B4-BE49-F238E27FC236}">
                  <a16:creationId xmlns:a16="http://schemas.microsoft.com/office/drawing/2014/main" id="{E40198CA-0C20-1866-32C7-723C9B34C8B0}"/>
                </a:ext>
              </a:extLst>
            </p:cNvPr>
            <p:cNvCxnSpPr>
              <a:cxnSpLocks/>
            </p:cNvCxnSpPr>
            <p:nvPr/>
          </p:nvCxnSpPr>
          <p:spPr>
            <a:xfrm>
              <a:off x="6705599" y="1009649"/>
              <a:ext cx="161925" cy="666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>
              <a:extLst>
                <a:ext uri="{FF2B5EF4-FFF2-40B4-BE49-F238E27FC236}">
                  <a16:creationId xmlns:a16="http://schemas.microsoft.com/office/drawing/2014/main" id="{A6B2FF44-4D9E-93B4-2A21-A5A94A6079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933" y="1004889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>
              <a:extLst>
                <a:ext uri="{FF2B5EF4-FFF2-40B4-BE49-F238E27FC236}">
                  <a16:creationId xmlns:a16="http://schemas.microsoft.com/office/drawing/2014/main" id="{FF88FBD9-6283-1955-4F55-33DAB7BD61E7}"/>
                </a:ext>
              </a:extLst>
            </p:cNvPr>
            <p:cNvCxnSpPr>
              <a:cxnSpLocks/>
            </p:cNvCxnSpPr>
            <p:nvPr/>
          </p:nvCxnSpPr>
          <p:spPr>
            <a:xfrm>
              <a:off x="6703219" y="1138236"/>
              <a:ext cx="161925" cy="666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4591599E-4162-C9F7-D1C6-07F0D533E4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4647" y="1204913"/>
              <a:ext cx="163354" cy="685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D64B3D43-6D86-943A-428E-A0C0D4DCCF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08" y="1266826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>
              <a:extLst>
                <a:ext uri="{FF2B5EF4-FFF2-40B4-BE49-F238E27FC236}">
                  <a16:creationId xmlns:a16="http://schemas.microsoft.com/office/drawing/2014/main" id="{C436404B-2435-BA35-F5D4-8550B5890E94}"/>
                </a:ext>
              </a:extLst>
            </p:cNvPr>
            <p:cNvCxnSpPr>
              <a:cxnSpLocks/>
            </p:cNvCxnSpPr>
            <p:nvPr/>
          </p:nvCxnSpPr>
          <p:spPr>
            <a:xfrm>
              <a:off x="6691313" y="1404938"/>
              <a:ext cx="333375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8FB42BFE-8ACC-4D92-5B14-0FAFA6467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8497" y="1400175"/>
              <a:ext cx="334804" cy="1447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536">
              <a:extLst>
                <a:ext uri="{FF2B5EF4-FFF2-40B4-BE49-F238E27FC236}">
                  <a16:creationId xmlns:a16="http://schemas.microsoft.com/office/drawing/2014/main" id="{3D667943-81B8-941E-CD36-1E9D25991F8E}"/>
                </a:ext>
              </a:extLst>
            </p:cNvPr>
            <p:cNvCxnSpPr>
              <a:cxnSpLocks/>
            </p:cNvCxnSpPr>
            <p:nvPr/>
          </p:nvCxnSpPr>
          <p:spPr>
            <a:xfrm>
              <a:off x="7353300" y="1402555"/>
              <a:ext cx="161925" cy="666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C2D18F5E-4AA8-93A7-A2D1-5C0E48595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6176" y="1471614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0B8C8FE9-04B7-68F6-0986-A45F92BD133B}"/>
                </a:ext>
              </a:extLst>
            </p:cNvPr>
            <p:cNvCxnSpPr>
              <a:cxnSpLocks/>
            </p:cNvCxnSpPr>
            <p:nvPr/>
          </p:nvCxnSpPr>
          <p:spPr>
            <a:xfrm>
              <a:off x="7350919" y="1526380"/>
              <a:ext cx="161925" cy="666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96B2AF39-C187-5251-4CF7-CFBC60810F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7090" y="1526381"/>
              <a:ext cx="163354" cy="685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2A80F4E3-4318-587B-5A1D-1936C46476AA}"/>
                </a:ext>
              </a:extLst>
            </p:cNvPr>
            <p:cNvCxnSpPr>
              <a:cxnSpLocks/>
            </p:cNvCxnSpPr>
            <p:nvPr/>
          </p:nvCxnSpPr>
          <p:spPr>
            <a:xfrm>
              <a:off x="7196138" y="1595436"/>
              <a:ext cx="321469" cy="13573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Straight Connector 542">
              <a:extLst>
                <a:ext uri="{FF2B5EF4-FFF2-40B4-BE49-F238E27FC236}">
                  <a16:creationId xmlns:a16="http://schemas.microsoft.com/office/drawing/2014/main" id="{3BC21EF0-B858-5F56-7E37-8B2F0FDCA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0939" y="1731170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543">
              <a:extLst>
                <a:ext uri="{FF2B5EF4-FFF2-40B4-BE49-F238E27FC236}">
                  <a16:creationId xmlns:a16="http://schemas.microsoft.com/office/drawing/2014/main" id="{5E79513E-5537-8159-20D5-1D5C7FCAD4F9}"/>
                </a:ext>
              </a:extLst>
            </p:cNvPr>
            <p:cNvCxnSpPr>
              <a:cxnSpLocks/>
            </p:cNvCxnSpPr>
            <p:nvPr/>
          </p:nvCxnSpPr>
          <p:spPr>
            <a:xfrm>
              <a:off x="6691313" y="1528763"/>
              <a:ext cx="828675" cy="3262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545">
              <a:extLst>
                <a:ext uri="{FF2B5EF4-FFF2-40B4-BE49-F238E27FC236}">
                  <a16:creationId xmlns:a16="http://schemas.microsoft.com/office/drawing/2014/main" id="{C3ED41D5-3859-E1E7-373C-BD32708F77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2265" y="1524001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546">
              <a:extLst>
                <a:ext uri="{FF2B5EF4-FFF2-40B4-BE49-F238E27FC236}">
                  <a16:creationId xmlns:a16="http://schemas.microsoft.com/office/drawing/2014/main" id="{A59D8BFF-6249-EBB4-12A6-AB7EC3D31815}"/>
                </a:ext>
              </a:extLst>
            </p:cNvPr>
            <p:cNvCxnSpPr>
              <a:cxnSpLocks/>
            </p:cNvCxnSpPr>
            <p:nvPr/>
          </p:nvCxnSpPr>
          <p:spPr>
            <a:xfrm>
              <a:off x="6681788" y="1645444"/>
              <a:ext cx="681038" cy="278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614">
              <a:extLst>
                <a:ext uri="{FF2B5EF4-FFF2-40B4-BE49-F238E27FC236}">
                  <a16:creationId xmlns:a16="http://schemas.microsoft.com/office/drawing/2014/main" id="{4FF85134-BC8F-D5A0-A52B-CA87F295C2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1395" y="1924051"/>
              <a:ext cx="0" cy="12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26DB5A5A-B572-FD38-A858-89DA37CFC52A}"/>
                </a:ext>
              </a:extLst>
            </p:cNvPr>
            <p:cNvCxnSpPr>
              <a:cxnSpLocks/>
            </p:cNvCxnSpPr>
            <p:nvPr/>
          </p:nvCxnSpPr>
          <p:spPr>
            <a:xfrm>
              <a:off x="6862763" y="1847850"/>
              <a:ext cx="495301" cy="1928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B7256496-DF76-37CD-94FB-BB262FC45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7525" y="1845468"/>
              <a:ext cx="0" cy="1365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619">
              <a:extLst>
                <a:ext uri="{FF2B5EF4-FFF2-40B4-BE49-F238E27FC236}">
                  <a16:creationId xmlns:a16="http://schemas.microsoft.com/office/drawing/2014/main" id="{94023EC2-1102-5D76-2D8D-E8E795FD5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7939" y="2178844"/>
              <a:ext cx="0" cy="1190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621">
              <a:extLst>
                <a:ext uri="{FF2B5EF4-FFF2-40B4-BE49-F238E27FC236}">
                  <a16:creationId xmlns:a16="http://schemas.microsoft.com/office/drawing/2014/main" id="{15BCFDDA-7207-D93C-283C-104B2D094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4070" y="2295524"/>
              <a:ext cx="485774" cy="2047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84789A0B-D251-2DAE-76CA-28A86E9D5682}"/>
                </a:ext>
              </a:extLst>
            </p:cNvPr>
            <p:cNvCxnSpPr>
              <a:cxnSpLocks/>
            </p:cNvCxnSpPr>
            <p:nvPr/>
          </p:nvCxnSpPr>
          <p:spPr>
            <a:xfrm>
              <a:off x="3462338" y="1781176"/>
              <a:ext cx="142875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3" name="Straight Connector 962">
              <a:extLst>
                <a:ext uri="{FF2B5EF4-FFF2-40B4-BE49-F238E27FC236}">
                  <a16:creationId xmlns:a16="http://schemas.microsoft.com/office/drawing/2014/main" id="{0165F67D-2577-1794-5372-17479D3E6F0E}"/>
                </a:ext>
              </a:extLst>
            </p:cNvPr>
            <p:cNvCxnSpPr>
              <a:cxnSpLocks/>
            </p:cNvCxnSpPr>
            <p:nvPr/>
          </p:nvCxnSpPr>
          <p:spPr>
            <a:xfrm>
              <a:off x="3462338" y="1664495"/>
              <a:ext cx="0" cy="1333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2AF426F8-18CA-2028-71C1-2254D55E654E}"/>
                </a:ext>
              </a:extLst>
            </p:cNvPr>
            <p:cNvCxnSpPr>
              <a:cxnSpLocks/>
            </p:cNvCxnSpPr>
            <p:nvPr/>
          </p:nvCxnSpPr>
          <p:spPr>
            <a:xfrm>
              <a:off x="3464718" y="1657351"/>
              <a:ext cx="142875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965">
              <a:extLst>
                <a:ext uri="{FF2B5EF4-FFF2-40B4-BE49-F238E27FC236}">
                  <a16:creationId xmlns:a16="http://schemas.microsoft.com/office/drawing/2014/main" id="{E5BD377C-6C9A-791F-80FD-92ECA1035F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9500" y="1595438"/>
              <a:ext cx="328613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967">
              <a:extLst>
                <a:ext uri="{FF2B5EF4-FFF2-40B4-BE49-F238E27FC236}">
                  <a16:creationId xmlns:a16="http://schemas.microsoft.com/office/drawing/2014/main" id="{CBAB25E2-A981-8BF0-4CED-AEFA322FA3B5}"/>
                </a:ext>
              </a:extLst>
            </p:cNvPr>
            <p:cNvCxnSpPr>
              <a:cxnSpLocks/>
            </p:cNvCxnSpPr>
            <p:nvPr/>
          </p:nvCxnSpPr>
          <p:spPr>
            <a:xfrm>
              <a:off x="3945732" y="1343025"/>
              <a:ext cx="0" cy="2405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2700677A-D195-8B75-63D1-EC50AD1BE7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5731" y="1135857"/>
              <a:ext cx="502445" cy="2143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966D81D0-43E9-6FF2-2A2C-D96E1C085C76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1" y="759619"/>
              <a:ext cx="0" cy="3857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A1460313-7FE2-337D-3719-3A6A57D68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7201" y="747713"/>
              <a:ext cx="169068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Straight Connector 976">
              <a:extLst>
                <a:ext uri="{FF2B5EF4-FFF2-40B4-BE49-F238E27FC236}">
                  <a16:creationId xmlns:a16="http://schemas.microsoft.com/office/drawing/2014/main" id="{F37AEB3B-16C3-8805-EB2C-60877079D2B9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6" y="831056"/>
              <a:ext cx="0" cy="2405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EA6B39E3-32EB-807E-6B68-1DD5CA6B8F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14801" y="1071563"/>
              <a:ext cx="169068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>
              <a:extLst>
                <a:ext uri="{FF2B5EF4-FFF2-40B4-BE49-F238E27FC236}">
                  <a16:creationId xmlns:a16="http://schemas.microsoft.com/office/drawing/2014/main" id="{3C5A31FC-CA65-73E2-170F-BED558007666}"/>
                </a:ext>
              </a:extLst>
            </p:cNvPr>
            <p:cNvCxnSpPr>
              <a:cxnSpLocks/>
            </p:cNvCxnSpPr>
            <p:nvPr/>
          </p:nvCxnSpPr>
          <p:spPr>
            <a:xfrm>
              <a:off x="4112419" y="892969"/>
              <a:ext cx="0" cy="2643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203E6875-C2A3-ACEF-6564-079BB66CD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8589" y="885826"/>
              <a:ext cx="169068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03EAF646-1078-D586-6725-DD298AD14CC5}"/>
                </a:ext>
              </a:extLst>
            </p:cNvPr>
            <p:cNvCxnSpPr>
              <a:cxnSpLocks/>
            </p:cNvCxnSpPr>
            <p:nvPr/>
          </p:nvCxnSpPr>
          <p:spPr>
            <a:xfrm>
              <a:off x="3943350" y="957263"/>
              <a:ext cx="0" cy="2619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8A98118E-052D-6CE9-5EC9-88A05C9123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8963" y="1214438"/>
              <a:ext cx="807243" cy="3214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76D17DFE-C41D-E237-943E-4BCE3D4FDF21}"/>
                </a:ext>
              </a:extLst>
            </p:cNvPr>
            <p:cNvCxnSpPr>
              <a:cxnSpLocks/>
            </p:cNvCxnSpPr>
            <p:nvPr/>
          </p:nvCxnSpPr>
          <p:spPr>
            <a:xfrm>
              <a:off x="2971801" y="1469232"/>
              <a:ext cx="154781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914E511E-3C75-9EEA-0C4F-EC1F05F6D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2276" y="1143000"/>
              <a:ext cx="812006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>
              <a:extLst>
                <a:ext uri="{FF2B5EF4-FFF2-40B4-BE49-F238E27FC236}">
                  <a16:creationId xmlns:a16="http://schemas.microsoft.com/office/drawing/2014/main" id="{C09B00A8-1D8E-74BD-4381-D0AE5E7D14CE}"/>
                </a:ext>
              </a:extLst>
            </p:cNvPr>
            <p:cNvCxnSpPr>
              <a:cxnSpLocks/>
            </p:cNvCxnSpPr>
            <p:nvPr/>
          </p:nvCxnSpPr>
          <p:spPr>
            <a:xfrm>
              <a:off x="3619501" y="1081088"/>
              <a:ext cx="164304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7C1BCE58-F8D7-A22C-E496-6A49C318CA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5195" y="1078708"/>
              <a:ext cx="169068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991">
              <a:extLst>
                <a:ext uri="{FF2B5EF4-FFF2-40B4-BE49-F238E27FC236}">
                  <a16:creationId xmlns:a16="http://schemas.microsoft.com/office/drawing/2014/main" id="{E7A02308-A61F-1A0F-04BB-3688AC46BF41}"/>
                </a:ext>
              </a:extLst>
            </p:cNvPr>
            <p:cNvCxnSpPr>
              <a:cxnSpLocks/>
            </p:cNvCxnSpPr>
            <p:nvPr/>
          </p:nvCxnSpPr>
          <p:spPr>
            <a:xfrm>
              <a:off x="3457575" y="890588"/>
              <a:ext cx="0" cy="2619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992">
              <a:extLst>
                <a:ext uri="{FF2B5EF4-FFF2-40B4-BE49-F238E27FC236}">
                  <a16:creationId xmlns:a16="http://schemas.microsoft.com/office/drawing/2014/main" id="{3951F8C2-7422-6B2B-064F-D56FEF5E56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7576" y="564357"/>
              <a:ext cx="812006" cy="32861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994">
              <a:extLst>
                <a:ext uri="{FF2B5EF4-FFF2-40B4-BE49-F238E27FC236}">
                  <a16:creationId xmlns:a16="http://schemas.microsoft.com/office/drawing/2014/main" id="{27450132-8B4D-0317-C26C-A92EDF92F419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76" y="507206"/>
              <a:ext cx="164304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995">
              <a:extLst>
                <a:ext uri="{FF2B5EF4-FFF2-40B4-BE49-F238E27FC236}">
                  <a16:creationId xmlns:a16="http://schemas.microsoft.com/office/drawing/2014/main" id="{D1E04FA0-ED0D-599E-FA92-EC76491CA3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7576" y="511969"/>
              <a:ext cx="657225" cy="257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8" name="Straight Connector 997">
              <a:extLst>
                <a:ext uri="{FF2B5EF4-FFF2-40B4-BE49-F238E27FC236}">
                  <a16:creationId xmlns:a16="http://schemas.microsoft.com/office/drawing/2014/main" id="{8E6CC411-8E05-096A-E356-BF517198B977}"/>
                </a:ext>
              </a:extLst>
            </p:cNvPr>
            <p:cNvCxnSpPr>
              <a:cxnSpLocks/>
            </p:cNvCxnSpPr>
            <p:nvPr/>
          </p:nvCxnSpPr>
          <p:spPr>
            <a:xfrm>
              <a:off x="3459956" y="621507"/>
              <a:ext cx="0" cy="1500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Straight Connector 999">
              <a:extLst>
                <a:ext uri="{FF2B5EF4-FFF2-40B4-BE49-F238E27FC236}">
                  <a16:creationId xmlns:a16="http://schemas.microsoft.com/office/drawing/2014/main" id="{FF8A5253-15E2-258A-8304-972682372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5196" y="557214"/>
              <a:ext cx="169068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1000">
              <a:extLst>
                <a:ext uri="{FF2B5EF4-FFF2-40B4-BE49-F238E27FC236}">
                  <a16:creationId xmlns:a16="http://schemas.microsoft.com/office/drawing/2014/main" id="{94C3434F-FC16-A947-8E15-39400F09F174}"/>
                </a:ext>
              </a:extLst>
            </p:cNvPr>
            <p:cNvCxnSpPr>
              <a:cxnSpLocks/>
            </p:cNvCxnSpPr>
            <p:nvPr/>
          </p:nvCxnSpPr>
          <p:spPr>
            <a:xfrm>
              <a:off x="3457576" y="500062"/>
              <a:ext cx="164304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1001">
              <a:extLst>
                <a:ext uri="{FF2B5EF4-FFF2-40B4-BE49-F238E27FC236}">
                  <a16:creationId xmlns:a16="http://schemas.microsoft.com/office/drawing/2014/main" id="{D1CD230C-4F0F-7C64-FB51-83EFE4A8B5E1}"/>
                </a:ext>
              </a:extLst>
            </p:cNvPr>
            <p:cNvCxnSpPr>
              <a:cxnSpLocks/>
            </p:cNvCxnSpPr>
            <p:nvPr/>
          </p:nvCxnSpPr>
          <p:spPr>
            <a:xfrm>
              <a:off x="3455193" y="366713"/>
              <a:ext cx="0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3" name="Straight Connector 1002">
              <a:extLst>
                <a:ext uri="{FF2B5EF4-FFF2-40B4-BE49-F238E27FC236}">
                  <a16:creationId xmlns:a16="http://schemas.microsoft.com/office/drawing/2014/main" id="{13063B7F-BBA9-9CFE-05EB-83A05F0830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6127" y="369095"/>
              <a:ext cx="169068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5" name="Straight Connector 1004">
              <a:extLst>
                <a:ext uri="{FF2B5EF4-FFF2-40B4-BE49-F238E27FC236}">
                  <a16:creationId xmlns:a16="http://schemas.microsoft.com/office/drawing/2014/main" id="{F55C620E-4DFD-2265-414B-C8C6D5F88BA0}"/>
                </a:ext>
              </a:extLst>
            </p:cNvPr>
            <p:cNvCxnSpPr>
              <a:cxnSpLocks/>
            </p:cNvCxnSpPr>
            <p:nvPr/>
          </p:nvCxnSpPr>
          <p:spPr>
            <a:xfrm>
              <a:off x="3293268" y="304800"/>
              <a:ext cx="0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6" name="Straight Connector 1005">
              <a:extLst>
                <a:ext uri="{FF2B5EF4-FFF2-40B4-BE49-F238E27FC236}">
                  <a16:creationId xmlns:a16="http://schemas.microsoft.com/office/drawing/2014/main" id="{08D6F2C5-B913-2DB2-D1EF-CD7D56F42F9C}"/>
                </a:ext>
              </a:extLst>
            </p:cNvPr>
            <p:cNvCxnSpPr>
              <a:cxnSpLocks/>
            </p:cNvCxnSpPr>
            <p:nvPr/>
          </p:nvCxnSpPr>
          <p:spPr>
            <a:xfrm>
              <a:off x="3126582" y="238125"/>
              <a:ext cx="164304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7" name="Straight Connector 1006">
              <a:extLst>
                <a:ext uri="{FF2B5EF4-FFF2-40B4-BE49-F238E27FC236}">
                  <a16:creationId xmlns:a16="http://schemas.microsoft.com/office/drawing/2014/main" id="{7B0447AA-7F37-C5EF-1B55-BA8F628AE75C}"/>
                </a:ext>
              </a:extLst>
            </p:cNvPr>
            <p:cNvCxnSpPr>
              <a:cxnSpLocks/>
            </p:cNvCxnSpPr>
            <p:nvPr/>
          </p:nvCxnSpPr>
          <p:spPr>
            <a:xfrm>
              <a:off x="3133725" y="233363"/>
              <a:ext cx="0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8" name="Straight Connector 1007">
              <a:extLst>
                <a:ext uri="{FF2B5EF4-FFF2-40B4-BE49-F238E27FC236}">
                  <a16:creationId xmlns:a16="http://schemas.microsoft.com/office/drawing/2014/main" id="{194BB894-3D9C-B7BD-2AC1-55F8D5FAF4FC}"/>
                </a:ext>
              </a:extLst>
            </p:cNvPr>
            <p:cNvCxnSpPr>
              <a:cxnSpLocks/>
            </p:cNvCxnSpPr>
            <p:nvPr/>
          </p:nvCxnSpPr>
          <p:spPr>
            <a:xfrm>
              <a:off x="2474119" y="111919"/>
              <a:ext cx="664367" cy="2563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1009">
              <a:extLst>
                <a:ext uri="{FF2B5EF4-FFF2-40B4-BE49-F238E27FC236}">
                  <a16:creationId xmlns:a16="http://schemas.microsoft.com/office/drawing/2014/main" id="{34295AF8-B517-AD40-06FC-FEAC07788EE6}"/>
                </a:ext>
              </a:extLst>
            </p:cNvPr>
            <p:cNvCxnSpPr>
              <a:cxnSpLocks/>
            </p:cNvCxnSpPr>
            <p:nvPr/>
          </p:nvCxnSpPr>
          <p:spPr>
            <a:xfrm>
              <a:off x="2474119" y="100013"/>
              <a:ext cx="0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1" name="Straight Connector 1010">
              <a:extLst>
                <a:ext uri="{FF2B5EF4-FFF2-40B4-BE49-F238E27FC236}">
                  <a16:creationId xmlns:a16="http://schemas.microsoft.com/office/drawing/2014/main" id="{6E36D15D-A34E-A91B-4819-32039C1DB8C2}"/>
                </a:ext>
              </a:extLst>
            </p:cNvPr>
            <p:cNvCxnSpPr>
              <a:cxnSpLocks/>
            </p:cNvCxnSpPr>
            <p:nvPr/>
          </p:nvCxnSpPr>
          <p:spPr>
            <a:xfrm>
              <a:off x="2474120" y="228600"/>
              <a:ext cx="507206" cy="197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3" name="Straight Connector 1012">
              <a:extLst>
                <a:ext uri="{FF2B5EF4-FFF2-40B4-BE49-F238E27FC236}">
                  <a16:creationId xmlns:a16="http://schemas.microsoft.com/office/drawing/2014/main" id="{950B2CB0-A16C-E4BD-B3F7-0ACAD38053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2258" y="421482"/>
              <a:ext cx="169068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1013">
              <a:extLst>
                <a:ext uri="{FF2B5EF4-FFF2-40B4-BE49-F238E27FC236}">
                  <a16:creationId xmlns:a16="http://schemas.microsoft.com/office/drawing/2014/main" id="{B7DE26D9-EF70-00AA-7F7F-59FFE271E64F}"/>
                </a:ext>
              </a:extLst>
            </p:cNvPr>
            <p:cNvCxnSpPr>
              <a:cxnSpLocks/>
            </p:cNvCxnSpPr>
            <p:nvPr/>
          </p:nvCxnSpPr>
          <p:spPr>
            <a:xfrm>
              <a:off x="2309814" y="302419"/>
              <a:ext cx="507206" cy="197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1014">
              <a:extLst>
                <a:ext uri="{FF2B5EF4-FFF2-40B4-BE49-F238E27FC236}">
                  <a16:creationId xmlns:a16="http://schemas.microsoft.com/office/drawing/2014/main" id="{E0F2F3EA-4EF6-75AD-4E88-603D0707F3E0}"/>
                </a:ext>
              </a:extLst>
            </p:cNvPr>
            <p:cNvCxnSpPr>
              <a:cxnSpLocks/>
            </p:cNvCxnSpPr>
            <p:nvPr/>
          </p:nvCxnSpPr>
          <p:spPr>
            <a:xfrm>
              <a:off x="2321719" y="300038"/>
              <a:ext cx="0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1015">
              <a:extLst>
                <a:ext uri="{FF2B5EF4-FFF2-40B4-BE49-F238E27FC236}">
                  <a16:creationId xmlns:a16="http://schemas.microsoft.com/office/drawing/2014/main" id="{B09096AA-C860-96F4-B3CD-D438CC9D8B0F}"/>
                </a:ext>
              </a:extLst>
            </p:cNvPr>
            <p:cNvCxnSpPr>
              <a:cxnSpLocks/>
            </p:cNvCxnSpPr>
            <p:nvPr/>
          </p:nvCxnSpPr>
          <p:spPr>
            <a:xfrm>
              <a:off x="2326482" y="438150"/>
              <a:ext cx="328612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1017">
              <a:extLst>
                <a:ext uri="{FF2B5EF4-FFF2-40B4-BE49-F238E27FC236}">
                  <a16:creationId xmlns:a16="http://schemas.microsoft.com/office/drawing/2014/main" id="{C63E64FF-3472-FFF9-040D-E32EADFA2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6027" y="557213"/>
              <a:ext cx="169068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9" name="Straight Connector 1018">
              <a:extLst>
                <a:ext uri="{FF2B5EF4-FFF2-40B4-BE49-F238E27FC236}">
                  <a16:creationId xmlns:a16="http://schemas.microsoft.com/office/drawing/2014/main" id="{24793419-4714-9DD4-FE38-FAF07CCF5E24}"/>
                </a:ext>
              </a:extLst>
            </p:cNvPr>
            <p:cNvCxnSpPr>
              <a:cxnSpLocks/>
            </p:cNvCxnSpPr>
            <p:nvPr/>
          </p:nvCxnSpPr>
          <p:spPr>
            <a:xfrm>
              <a:off x="2326482" y="569119"/>
              <a:ext cx="164304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1019">
              <a:extLst>
                <a:ext uri="{FF2B5EF4-FFF2-40B4-BE49-F238E27FC236}">
                  <a16:creationId xmlns:a16="http://schemas.microsoft.com/office/drawing/2014/main" id="{7B512FA6-009B-FB34-83EC-86BF5D41DF25}"/>
                </a:ext>
              </a:extLst>
            </p:cNvPr>
            <p:cNvCxnSpPr>
              <a:cxnSpLocks/>
            </p:cNvCxnSpPr>
            <p:nvPr/>
          </p:nvCxnSpPr>
          <p:spPr>
            <a:xfrm>
              <a:off x="2324100" y="557213"/>
              <a:ext cx="0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1020">
              <a:extLst>
                <a:ext uri="{FF2B5EF4-FFF2-40B4-BE49-F238E27FC236}">
                  <a16:creationId xmlns:a16="http://schemas.microsoft.com/office/drawing/2014/main" id="{4CF224EB-4127-B53D-2E72-E89A467FA1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19339" y="690563"/>
              <a:ext cx="171449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1021">
              <a:extLst>
                <a:ext uri="{FF2B5EF4-FFF2-40B4-BE49-F238E27FC236}">
                  <a16:creationId xmlns:a16="http://schemas.microsoft.com/office/drawing/2014/main" id="{C7C33F3F-83E8-FA9D-63D3-D5DD2D1DECBB}"/>
                </a:ext>
              </a:extLst>
            </p:cNvPr>
            <p:cNvCxnSpPr>
              <a:cxnSpLocks/>
            </p:cNvCxnSpPr>
            <p:nvPr/>
          </p:nvCxnSpPr>
          <p:spPr>
            <a:xfrm>
              <a:off x="2157412" y="750094"/>
              <a:ext cx="0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1022">
              <a:extLst>
                <a:ext uri="{FF2B5EF4-FFF2-40B4-BE49-F238E27FC236}">
                  <a16:creationId xmlns:a16="http://schemas.microsoft.com/office/drawing/2014/main" id="{9C830A54-1103-25DB-8BE9-756CC910F9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2194" y="742950"/>
              <a:ext cx="176213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20661F20-408A-9FF0-37A0-5F97AABCAF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55033" y="762000"/>
              <a:ext cx="171449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1027">
              <a:extLst>
                <a:ext uri="{FF2B5EF4-FFF2-40B4-BE49-F238E27FC236}">
                  <a16:creationId xmlns:a16="http://schemas.microsoft.com/office/drawing/2014/main" id="{6F8CD899-C202-6BF0-74DD-177A86913B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62177" y="888207"/>
              <a:ext cx="171449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44B6196E-963A-7A31-AAA8-EE032D8D2E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63" y="571500"/>
              <a:ext cx="969169" cy="3786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01D23345-95CB-8D2D-5E04-766B79E0104B}"/>
                </a:ext>
              </a:extLst>
            </p:cNvPr>
            <p:cNvCxnSpPr>
              <a:cxnSpLocks/>
            </p:cNvCxnSpPr>
            <p:nvPr/>
          </p:nvCxnSpPr>
          <p:spPr>
            <a:xfrm>
              <a:off x="3298031" y="566738"/>
              <a:ext cx="0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ACC88AD3-D309-58A2-0AF3-D26563AF0D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625" y="690563"/>
              <a:ext cx="969169" cy="3786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327735FB-0F91-6CE9-8947-04216A727D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3627" y="1076325"/>
              <a:ext cx="321467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20C75683-9D53-0E97-76E7-5CC24531D782}"/>
                </a:ext>
              </a:extLst>
            </p:cNvPr>
            <p:cNvCxnSpPr>
              <a:cxnSpLocks/>
            </p:cNvCxnSpPr>
            <p:nvPr/>
          </p:nvCxnSpPr>
          <p:spPr>
            <a:xfrm>
              <a:off x="2652712" y="1073944"/>
              <a:ext cx="0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FE20245C-0ECC-3A30-C63A-EFC8F2A5A8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7950" y="831057"/>
              <a:ext cx="652463" cy="252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D461F00A-82A4-2314-BE3F-3B2F2F130EEF}"/>
                </a:ext>
              </a:extLst>
            </p:cNvPr>
            <p:cNvCxnSpPr>
              <a:cxnSpLocks/>
            </p:cNvCxnSpPr>
            <p:nvPr/>
          </p:nvCxnSpPr>
          <p:spPr>
            <a:xfrm>
              <a:off x="3300412" y="823912"/>
              <a:ext cx="0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E30AE12E-71FA-1CFE-DF62-1EF0743E1D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0351" y="947738"/>
              <a:ext cx="507206" cy="2024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1" name="Straight Connector 1160">
              <a:extLst>
                <a:ext uri="{FF2B5EF4-FFF2-40B4-BE49-F238E27FC236}">
                  <a16:creationId xmlns:a16="http://schemas.microsoft.com/office/drawing/2014/main" id="{7AB788B3-1805-A5EA-D8E9-B710AAE351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02733" y="1150144"/>
              <a:ext cx="171449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2" name="Straight Connector 1161">
              <a:extLst>
                <a:ext uri="{FF2B5EF4-FFF2-40B4-BE49-F238E27FC236}">
                  <a16:creationId xmlns:a16="http://schemas.microsoft.com/office/drawing/2014/main" id="{9401E882-A6D8-1165-C2C4-E9FF82BC66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2275" y="1073944"/>
              <a:ext cx="347663" cy="1452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4" name="Straight Connector 1163">
              <a:extLst>
                <a:ext uri="{FF2B5EF4-FFF2-40B4-BE49-F238E27FC236}">
                  <a16:creationId xmlns:a16="http://schemas.microsoft.com/office/drawing/2014/main" id="{57FA9C55-3A8E-368A-7A4B-230580E6F630}"/>
                </a:ext>
              </a:extLst>
            </p:cNvPr>
            <p:cNvCxnSpPr>
              <a:cxnSpLocks/>
            </p:cNvCxnSpPr>
            <p:nvPr/>
          </p:nvCxnSpPr>
          <p:spPr>
            <a:xfrm>
              <a:off x="3309937" y="1069181"/>
              <a:ext cx="0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5" name="Straight Connector 1164">
              <a:extLst>
                <a:ext uri="{FF2B5EF4-FFF2-40B4-BE49-F238E27FC236}">
                  <a16:creationId xmlns:a16="http://schemas.microsoft.com/office/drawing/2014/main" id="{F42A9278-F195-CB91-4E57-5D9A060C7D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6482" y="1212056"/>
              <a:ext cx="983456" cy="397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7" name="Straight Connector 1166">
              <a:extLst>
                <a:ext uri="{FF2B5EF4-FFF2-40B4-BE49-F238E27FC236}">
                  <a16:creationId xmlns:a16="http://schemas.microsoft.com/office/drawing/2014/main" id="{54C391EF-C063-765B-641F-D6A1D66D0696}"/>
                </a:ext>
              </a:extLst>
            </p:cNvPr>
            <p:cNvCxnSpPr>
              <a:cxnSpLocks/>
            </p:cNvCxnSpPr>
            <p:nvPr/>
          </p:nvCxnSpPr>
          <p:spPr>
            <a:xfrm>
              <a:off x="2326482" y="1485901"/>
              <a:ext cx="0" cy="1333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8" name="Straight Connector 1167">
              <a:extLst>
                <a:ext uri="{FF2B5EF4-FFF2-40B4-BE49-F238E27FC236}">
                  <a16:creationId xmlns:a16="http://schemas.microsoft.com/office/drawing/2014/main" id="{DBCCF822-23D8-AA68-9B82-87C04CCA73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1719" y="1402557"/>
              <a:ext cx="176213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9" name="Straight Connector 1168">
              <a:extLst>
                <a:ext uri="{FF2B5EF4-FFF2-40B4-BE49-F238E27FC236}">
                  <a16:creationId xmlns:a16="http://schemas.microsoft.com/office/drawing/2014/main" id="{3E6598E8-A561-E397-6DE9-11C6C28762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6483" y="1335881"/>
              <a:ext cx="171449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0" name="Straight Connector 1169">
              <a:extLst>
                <a:ext uri="{FF2B5EF4-FFF2-40B4-BE49-F238E27FC236}">
                  <a16:creationId xmlns:a16="http://schemas.microsoft.com/office/drawing/2014/main" id="{2ED46474-B677-AC7D-C62A-525C251EF4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0269" y="1333501"/>
              <a:ext cx="176213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1" name="Straight Connector 1170">
              <a:extLst>
                <a:ext uri="{FF2B5EF4-FFF2-40B4-BE49-F238E27FC236}">
                  <a16:creationId xmlns:a16="http://schemas.microsoft.com/office/drawing/2014/main" id="{6994E005-C570-336A-C38D-4804161D2D62}"/>
                </a:ext>
              </a:extLst>
            </p:cNvPr>
            <p:cNvCxnSpPr>
              <a:cxnSpLocks/>
            </p:cNvCxnSpPr>
            <p:nvPr/>
          </p:nvCxnSpPr>
          <p:spPr>
            <a:xfrm>
              <a:off x="2157413" y="1412083"/>
              <a:ext cx="0" cy="3762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5" name="Straight Connector 1174">
              <a:extLst>
                <a:ext uri="{FF2B5EF4-FFF2-40B4-BE49-F238E27FC236}">
                  <a16:creationId xmlns:a16="http://schemas.microsoft.com/office/drawing/2014/main" id="{5DC95AEB-4AE8-F125-7562-6BED97AE40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413" y="1519238"/>
              <a:ext cx="659606" cy="2690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7" name="Straight Connector 1176">
              <a:extLst>
                <a:ext uri="{FF2B5EF4-FFF2-40B4-BE49-F238E27FC236}">
                  <a16:creationId xmlns:a16="http://schemas.microsoft.com/office/drawing/2014/main" id="{E5A853A8-9C29-D6D8-236A-DA64A5E0A1B6}"/>
                </a:ext>
              </a:extLst>
            </p:cNvPr>
            <p:cNvCxnSpPr>
              <a:cxnSpLocks/>
            </p:cNvCxnSpPr>
            <p:nvPr/>
          </p:nvCxnSpPr>
          <p:spPr>
            <a:xfrm>
              <a:off x="2814638" y="1516857"/>
              <a:ext cx="0" cy="1333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8" name="Straight Connector 1177">
              <a:extLst>
                <a:ext uri="{FF2B5EF4-FFF2-40B4-BE49-F238E27FC236}">
                  <a16:creationId xmlns:a16="http://schemas.microsoft.com/office/drawing/2014/main" id="{35FFC19B-3F4B-4D4C-693C-D9450A239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9338" y="1643063"/>
              <a:ext cx="500062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0" name="Straight Connector 1179">
              <a:extLst>
                <a:ext uri="{FF2B5EF4-FFF2-40B4-BE49-F238E27FC236}">
                  <a16:creationId xmlns:a16="http://schemas.microsoft.com/office/drawing/2014/main" id="{B227703F-0F75-6381-D04E-455F435F05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19339" y="1854994"/>
              <a:ext cx="171449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1" name="Straight Connector 1180">
              <a:extLst>
                <a:ext uri="{FF2B5EF4-FFF2-40B4-BE49-F238E27FC236}">
                  <a16:creationId xmlns:a16="http://schemas.microsoft.com/office/drawing/2014/main" id="{263658BB-2182-DD23-6061-16F5DD7FB5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6500" y="1714501"/>
              <a:ext cx="500062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2" name="Straight Connector 1181">
              <a:extLst>
                <a:ext uri="{FF2B5EF4-FFF2-40B4-BE49-F238E27FC236}">
                  <a16:creationId xmlns:a16="http://schemas.microsoft.com/office/drawing/2014/main" id="{AE971E81-F5EA-674B-0238-B80EAC6E1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3251" y="1793082"/>
              <a:ext cx="645318" cy="2547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4" name="Straight Connector 1183">
              <a:extLst>
                <a:ext uri="{FF2B5EF4-FFF2-40B4-BE49-F238E27FC236}">
                  <a16:creationId xmlns:a16="http://schemas.microsoft.com/office/drawing/2014/main" id="{D60E6DAF-D1FA-E329-A462-63D7DA9C32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9044" y="1924051"/>
              <a:ext cx="328613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5" name="Straight Connector 1184">
              <a:extLst>
                <a:ext uri="{FF2B5EF4-FFF2-40B4-BE49-F238E27FC236}">
                  <a16:creationId xmlns:a16="http://schemas.microsoft.com/office/drawing/2014/main" id="{D65CB094-70E3-B610-6533-E646D77783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3806" y="2055019"/>
              <a:ext cx="328613" cy="1285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1185">
              <a:extLst>
                <a:ext uri="{FF2B5EF4-FFF2-40B4-BE49-F238E27FC236}">
                  <a16:creationId xmlns:a16="http://schemas.microsoft.com/office/drawing/2014/main" id="{F98AD84B-D2BE-E5F8-3EB6-EB26127C2A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7575" y="2043114"/>
              <a:ext cx="328612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8" name="Straight Connector 1187">
              <a:extLst>
                <a:ext uri="{FF2B5EF4-FFF2-40B4-BE49-F238E27FC236}">
                  <a16:creationId xmlns:a16="http://schemas.microsoft.com/office/drawing/2014/main" id="{5BBF3414-882F-175C-E99B-B4C299E7F6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3745" y="2038352"/>
              <a:ext cx="176213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9" name="Straight Connector 1188">
              <a:extLst>
                <a:ext uri="{FF2B5EF4-FFF2-40B4-BE49-F238E27FC236}">
                  <a16:creationId xmlns:a16="http://schemas.microsoft.com/office/drawing/2014/main" id="{9FADCCCC-BEAF-9DC0-043A-91F826D175F9}"/>
                </a:ext>
              </a:extLst>
            </p:cNvPr>
            <p:cNvCxnSpPr>
              <a:cxnSpLocks/>
            </p:cNvCxnSpPr>
            <p:nvPr/>
          </p:nvCxnSpPr>
          <p:spPr>
            <a:xfrm>
              <a:off x="3290888" y="2109788"/>
              <a:ext cx="0" cy="1333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0" name="Straight Connector 1189">
              <a:extLst>
                <a:ext uri="{FF2B5EF4-FFF2-40B4-BE49-F238E27FC236}">
                  <a16:creationId xmlns:a16="http://schemas.microsoft.com/office/drawing/2014/main" id="{94A313F7-DAB8-AE33-D4C4-8AA682C7DB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93268" y="2235995"/>
              <a:ext cx="342901" cy="1262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2" name="Straight Connector 1191">
              <a:extLst>
                <a:ext uri="{FF2B5EF4-FFF2-40B4-BE49-F238E27FC236}">
                  <a16:creationId xmlns:a16="http://schemas.microsoft.com/office/drawing/2014/main" id="{FDEFB39E-623E-B6F2-010E-3C0EC1763B0F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2366963"/>
              <a:ext cx="0" cy="247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6" name="Straight Connector 1195">
              <a:extLst>
                <a:ext uri="{FF2B5EF4-FFF2-40B4-BE49-F238E27FC236}">
                  <a16:creationId xmlns:a16="http://schemas.microsoft.com/office/drawing/2014/main" id="{A7B65557-2957-68FF-544B-B5843B4E5D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3497" y="2112169"/>
              <a:ext cx="148272" cy="773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5" name="Straight Connector 1204">
              <a:extLst>
                <a:ext uri="{FF2B5EF4-FFF2-40B4-BE49-F238E27FC236}">
                  <a16:creationId xmlns:a16="http://schemas.microsoft.com/office/drawing/2014/main" id="{0BD061BC-599C-D1A9-53A6-9FE7994FE8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0339" y="2107407"/>
              <a:ext cx="0" cy="2500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7" name="Straight Connector 1206">
              <a:extLst>
                <a:ext uri="{FF2B5EF4-FFF2-40B4-BE49-F238E27FC236}">
                  <a16:creationId xmlns:a16="http://schemas.microsoft.com/office/drawing/2014/main" id="{D600893D-C2F7-41D2-58C2-25F89F88C5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8734" y="2357438"/>
              <a:ext cx="148272" cy="773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0" name="Straight Connector 1209">
              <a:extLst>
                <a:ext uri="{FF2B5EF4-FFF2-40B4-BE49-F238E27FC236}">
                  <a16:creationId xmlns:a16="http://schemas.microsoft.com/office/drawing/2014/main" id="{C0C53E3A-1929-B6ED-5CF0-34DD5D489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7803" y="2302669"/>
              <a:ext cx="491173" cy="2035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3" name="Straight Connector 1212">
              <a:extLst>
                <a:ext uri="{FF2B5EF4-FFF2-40B4-BE49-F238E27FC236}">
                  <a16:creationId xmlns:a16="http://schemas.microsoft.com/office/drawing/2014/main" id="{9A49A248-13E6-B7ED-4A0F-499BD887CC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0838" y="2238375"/>
              <a:ext cx="159543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5" name="Straight Connector 1214">
              <a:extLst>
                <a:ext uri="{FF2B5EF4-FFF2-40B4-BE49-F238E27FC236}">
                  <a16:creationId xmlns:a16="http://schemas.microsoft.com/office/drawing/2014/main" id="{56FB00A8-3779-FD50-9710-8AF947D73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1789" y="2055020"/>
              <a:ext cx="0" cy="2500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6" name="Straight Connector 1215">
              <a:extLst>
                <a:ext uri="{FF2B5EF4-FFF2-40B4-BE49-F238E27FC236}">
                  <a16:creationId xmlns:a16="http://schemas.microsoft.com/office/drawing/2014/main" id="{00D10602-7797-B704-9BC2-01E1B758D5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4491" y="1981200"/>
              <a:ext cx="148272" cy="773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8" name="Straight Connector 1217">
              <a:extLst>
                <a:ext uri="{FF2B5EF4-FFF2-40B4-BE49-F238E27FC236}">
                  <a16:creationId xmlns:a16="http://schemas.microsoft.com/office/drawing/2014/main" id="{B64BD241-27EF-6065-87CB-C5F921F4FD31}"/>
                </a:ext>
              </a:extLst>
            </p:cNvPr>
            <p:cNvCxnSpPr>
              <a:cxnSpLocks/>
            </p:cNvCxnSpPr>
            <p:nvPr/>
          </p:nvCxnSpPr>
          <p:spPr>
            <a:xfrm>
              <a:off x="2971801" y="1714501"/>
              <a:ext cx="0" cy="2547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Straight Connector 1219">
              <a:extLst>
                <a:ext uri="{FF2B5EF4-FFF2-40B4-BE49-F238E27FC236}">
                  <a16:creationId xmlns:a16="http://schemas.microsoft.com/office/drawing/2014/main" id="{83B05AC7-26BC-6565-7DE2-9A0EF5A22A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0350" y="1966913"/>
              <a:ext cx="176213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1" name="Straight Connector 1220">
              <a:extLst>
                <a:ext uri="{FF2B5EF4-FFF2-40B4-BE49-F238E27FC236}">
                  <a16:creationId xmlns:a16="http://schemas.microsoft.com/office/drawing/2014/main" id="{580196D1-AB3D-CAB8-1EBE-9C2D4EC27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33664" y="1983581"/>
              <a:ext cx="171449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Straight Connector 1221">
              <a:extLst>
                <a:ext uri="{FF2B5EF4-FFF2-40B4-BE49-F238E27FC236}">
                  <a16:creationId xmlns:a16="http://schemas.microsoft.com/office/drawing/2014/main" id="{0270BB4E-8BF3-F489-A693-9F7CA89D3544}"/>
                </a:ext>
              </a:extLst>
            </p:cNvPr>
            <p:cNvCxnSpPr>
              <a:cxnSpLocks/>
            </p:cNvCxnSpPr>
            <p:nvPr/>
          </p:nvCxnSpPr>
          <p:spPr>
            <a:xfrm>
              <a:off x="2647951" y="1976438"/>
              <a:ext cx="0" cy="1333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3" name="Straight Connector 1222">
              <a:extLst>
                <a:ext uri="{FF2B5EF4-FFF2-40B4-BE49-F238E27FC236}">
                  <a16:creationId xmlns:a16="http://schemas.microsoft.com/office/drawing/2014/main" id="{904A4227-C43D-A4A4-4D57-AFC85D1B15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45570" y="2102644"/>
              <a:ext cx="504824" cy="200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5" name="Straight Connector 1224">
              <a:extLst>
                <a:ext uri="{FF2B5EF4-FFF2-40B4-BE49-F238E27FC236}">
                  <a16:creationId xmlns:a16="http://schemas.microsoft.com/office/drawing/2014/main" id="{717ADDAF-FBB4-3B6A-D838-8715BFB88A55}"/>
                </a:ext>
              </a:extLst>
            </p:cNvPr>
            <p:cNvCxnSpPr>
              <a:cxnSpLocks/>
            </p:cNvCxnSpPr>
            <p:nvPr/>
          </p:nvCxnSpPr>
          <p:spPr>
            <a:xfrm>
              <a:off x="3148014" y="2178844"/>
              <a:ext cx="0" cy="1333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6" name="Straight Connector 1225">
              <a:extLst>
                <a:ext uri="{FF2B5EF4-FFF2-40B4-BE49-F238E27FC236}">
                  <a16:creationId xmlns:a16="http://schemas.microsoft.com/office/drawing/2014/main" id="{61C89434-56C7-A131-CD28-83A9387FD8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4182" y="2116931"/>
              <a:ext cx="171449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7" name="Straight Connector 1226">
              <a:extLst>
                <a:ext uri="{FF2B5EF4-FFF2-40B4-BE49-F238E27FC236}">
                  <a16:creationId xmlns:a16="http://schemas.microsoft.com/office/drawing/2014/main" id="{259AAB26-3683-3D8E-D3C2-5B49F48CAE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9418" y="2035969"/>
              <a:ext cx="176213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8" name="Straight Connector 1227">
              <a:extLst>
                <a:ext uri="{FF2B5EF4-FFF2-40B4-BE49-F238E27FC236}">
                  <a16:creationId xmlns:a16="http://schemas.microsoft.com/office/drawing/2014/main" id="{203F6546-1510-FDFE-464D-C2398931E781}"/>
                </a:ext>
              </a:extLst>
            </p:cNvPr>
            <p:cNvCxnSpPr>
              <a:cxnSpLocks/>
            </p:cNvCxnSpPr>
            <p:nvPr/>
          </p:nvCxnSpPr>
          <p:spPr>
            <a:xfrm>
              <a:off x="3138489" y="1783557"/>
              <a:ext cx="0" cy="2547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1273">
              <a:extLst>
                <a:ext uri="{FF2B5EF4-FFF2-40B4-BE49-F238E27FC236}">
                  <a16:creationId xmlns:a16="http://schemas.microsoft.com/office/drawing/2014/main" id="{83B90D54-637A-B9C7-C240-C5CAEE94442E}"/>
                </a:ext>
              </a:extLst>
            </p:cNvPr>
            <p:cNvCxnSpPr>
              <a:cxnSpLocks/>
            </p:cNvCxnSpPr>
            <p:nvPr/>
          </p:nvCxnSpPr>
          <p:spPr>
            <a:xfrm>
              <a:off x="4431507" y="1407319"/>
              <a:ext cx="788194" cy="523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647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4000" r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42" y="0"/>
            <a:ext cx="9933678" cy="7451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A90BA8-170C-B608-C78A-C33A7C7AE9BB}"/>
              </a:ext>
            </a:extLst>
          </p:cNvPr>
          <p:cNvCxnSpPr>
            <a:cxnSpLocks/>
          </p:cNvCxnSpPr>
          <p:nvPr/>
        </p:nvCxnSpPr>
        <p:spPr>
          <a:xfrm flipH="1">
            <a:off x="4961736" y="3583782"/>
            <a:ext cx="477039" cy="19815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AFF5BAA-87FD-7AA3-9D95-FA9643ADB8D1}"/>
              </a:ext>
            </a:extLst>
          </p:cNvPr>
          <p:cNvGrpSpPr/>
          <p:nvPr/>
        </p:nvGrpSpPr>
        <p:grpSpPr>
          <a:xfrm>
            <a:off x="2365358" y="3331369"/>
            <a:ext cx="5028424" cy="2697955"/>
            <a:chOff x="2071086" y="1500127"/>
            <a:chExt cx="9009062" cy="483372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9E107F-0D49-F842-9579-E864A4A818AE}"/>
                </a:ext>
              </a:extLst>
            </p:cNvPr>
            <p:cNvCxnSpPr>
              <a:cxnSpLocks/>
            </p:cNvCxnSpPr>
            <p:nvPr/>
          </p:nvCxnSpPr>
          <p:spPr>
            <a:xfrm>
              <a:off x="2071086" y="1589719"/>
              <a:ext cx="0" cy="188144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5C8ACE1-9C1A-AD7B-3A3E-0293985BC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8814" y="2671656"/>
              <a:ext cx="0" cy="90616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82DF2A2-582C-7188-BF56-1DF12E8C48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2753" y="1504393"/>
              <a:ext cx="887395" cy="34983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A4B8B53-AD99-C3E5-9469-8534B2D8C1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8227" y="3454097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DCE77D4-7C99-57A2-CA6C-FEB6F60A9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7006" y="3539423"/>
              <a:ext cx="0" cy="26877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4D9F20D-AF74-5F66-EBBC-9B0B7068A1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4206" y="3791134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BDF4322-BD00-4C19-7DF2-D873B7B7B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3149" y="4810783"/>
              <a:ext cx="0" cy="24744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020FB51-1B66-CA76-F09F-BCED0F26B7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23149" y="5041164"/>
              <a:ext cx="563153" cy="24318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AD60487-80DD-E184-437D-8D0C3FB5A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6302" y="5288609"/>
              <a:ext cx="0" cy="43089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2CCBE8B-F10C-E69F-A79B-C75D23019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3504" y="5723774"/>
              <a:ext cx="1446278" cy="5759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0CE4AFE-ACCD-A28E-38A0-91DBEF980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6848" y="6197335"/>
              <a:ext cx="290109" cy="13652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4A61C8E-0389-7246-3B3A-0AEF5CC8F4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0082" y="5962687"/>
              <a:ext cx="285843" cy="1194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05B17D3-C561-BD0C-2DCC-998CA71728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5790" y="5958420"/>
              <a:ext cx="268778" cy="1407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C119EB8-A101-E416-897C-04113865D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0301" y="5258746"/>
              <a:ext cx="2009435" cy="83619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E72E048-1B75-EDBA-1648-67DE8A959B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4000" y="4815048"/>
              <a:ext cx="0" cy="45223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812F6BA-DC6C-BC2E-7ACD-B59A50E21D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08266" y="4584670"/>
              <a:ext cx="584486" cy="22184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2AA9311-0FAF-2E4A-FA6D-37C3515166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2970" y="3556488"/>
              <a:ext cx="294379" cy="14931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79B5008-87A3-3277-4FBA-E61D27F79E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2426" y="1760372"/>
              <a:ext cx="296083" cy="11604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F81DB9D-00A6-2A2E-21DA-BFFA079F02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1502" y="3705808"/>
              <a:ext cx="0" cy="18345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943171B8-50B6-2E85-C49E-D74595CCA4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0240" y="4699859"/>
              <a:ext cx="294377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AE79444-A710-565C-B054-0AC5A2A469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19519" y="1747572"/>
              <a:ext cx="290109" cy="11092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EB5F013-2756-B126-2EA0-5EE2ABC8CA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15948" y="1724536"/>
              <a:ext cx="302909" cy="14505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E0A184F-7CCB-88B1-1ABB-C35E2CC996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9095" y="1736480"/>
              <a:ext cx="276457" cy="11348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5664B73-966B-18C7-102A-ECF60E72E8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1599" y="1504393"/>
              <a:ext cx="290109" cy="11945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153CF0B-60F8-DB98-5F13-CB3531F02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0240" y="1500127"/>
              <a:ext cx="1732124" cy="69114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CF01236-E27B-4604-63E4-10D4B501B4BD}"/>
                </a:ext>
              </a:extLst>
            </p:cNvPr>
            <p:cNvCxnSpPr>
              <a:cxnSpLocks/>
            </p:cNvCxnSpPr>
            <p:nvPr/>
          </p:nvCxnSpPr>
          <p:spPr>
            <a:xfrm>
              <a:off x="3038147" y="2709199"/>
              <a:ext cx="473559" cy="18174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10D3807-63ED-9977-DEE4-9D2F072B01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7333" y="2423356"/>
              <a:ext cx="281576" cy="16212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F3DB103-65FF-09C8-0B51-CD1E931A9246}"/>
                </a:ext>
              </a:extLst>
            </p:cNvPr>
            <p:cNvCxnSpPr>
              <a:cxnSpLocks/>
            </p:cNvCxnSpPr>
            <p:nvPr/>
          </p:nvCxnSpPr>
          <p:spPr>
            <a:xfrm>
              <a:off x="2952821" y="2178471"/>
              <a:ext cx="546086" cy="23038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B9E9E48-5219-C4D1-8B41-E6E2AF06A254}"/>
                </a:ext>
              </a:extLst>
            </p:cNvPr>
            <p:cNvCxnSpPr>
              <a:cxnSpLocks/>
            </p:cNvCxnSpPr>
            <p:nvPr/>
          </p:nvCxnSpPr>
          <p:spPr>
            <a:xfrm>
              <a:off x="3221599" y="2596569"/>
              <a:ext cx="0" cy="17918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EC9C4A-8003-34C0-074B-B14E0F685126}"/>
              </a:ext>
            </a:extLst>
          </p:cNvPr>
          <p:cNvCxnSpPr>
            <a:cxnSpLocks/>
          </p:cNvCxnSpPr>
          <p:nvPr/>
        </p:nvCxnSpPr>
        <p:spPr>
          <a:xfrm flipV="1">
            <a:off x="5755481" y="3538538"/>
            <a:ext cx="473869" cy="185737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9ADAE8E0-783A-42C5-3509-2F0D8CB3E06D}"/>
              </a:ext>
            </a:extLst>
          </p:cNvPr>
          <p:cNvSpPr txBox="1"/>
          <p:nvPr/>
        </p:nvSpPr>
        <p:spPr>
          <a:xfrm>
            <a:off x="4533900" y="204216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14.05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61DCAB-572E-A7E6-8063-2D3028DB343C}"/>
              </a:ext>
            </a:extLst>
          </p:cNvPr>
          <p:cNvCxnSpPr>
            <a:cxnSpLocks/>
          </p:cNvCxnSpPr>
          <p:nvPr/>
        </p:nvCxnSpPr>
        <p:spPr>
          <a:xfrm flipH="1" flipV="1">
            <a:off x="6088857" y="3450431"/>
            <a:ext cx="159543" cy="83344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4199E53-E80A-04CF-DF3F-A450D78C77BE}"/>
              </a:ext>
            </a:extLst>
          </p:cNvPr>
          <p:cNvCxnSpPr>
            <a:cxnSpLocks/>
          </p:cNvCxnSpPr>
          <p:nvPr/>
        </p:nvCxnSpPr>
        <p:spPr>
          <a:xfrm>
            <a:off x="5453061" y="5124449"/>
            <a:ext cx="146050" cy="666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D1C9E66-28D3-4EE9-9242-FD29FF9A9FC9}"/>
              </a:ext>
            </a:extLst>
          </p:cNvPr>
          <p:cNvCxnSpPr>
            <a:cxnSpLocks/>
          </p:cNvCxnSpPr>
          <p:nvPr/>
        </p:nvCxnSpPr>
        <p:spPr>
          <a:xfrm flipV="1">
            <a:off x="5295899" y="5117306"/>
            <a:ext cx="152401" cy="6191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ED9FDA2-3B4B-E3A7-7044-DDD3D65586F6}"/>
              </a:ext>
            </a:extLst>
          </p:cNvPr>
          <p:cNvCxnSpPr>
            <a:cxnSpLocks/>
          </p:cNvCxnSpPr>
          <p:nvPr/>
        </p:nvCxnSpPr>
        <p:spPr>
          <a:xfrm>
            <a:off x="3978275" y="4806949"/>
            <a:ext cx="0" cy="25479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B626FD9-A051-78BE-A4F0-67F7070E90C6}"/>
              </a:ext>
            </a:extLst>
          </p:cNvPr>
          <p:cNvCxnSpPr>
            <a:cxnSpLocks/>
          </p:cNvCxnSpPr>
          <p:nvPr/>
        </p:nvCxnSpPr>
        <p:spPr>
          <a:xfrm flipV="1">
            <a:off x="3975100" y="4610100"/>
            <a:ext cx="508000" cy="206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773769F-F779-86DD-6D67-0BCE08A04050}"/>
              </a:ext>
            </a:extLst>
          </p:cNvPr>
          <p:cNvCxnSpPr>
            <a:cxnSpLocks/>
          </p:cNvCxnSpPr>
          <p:nvPr/>
        </p:nvCxnSpPr>
        <p:spPr>
          <a:xfrm>
            <a:off x="4476750" y="4610100"/>
            <a:ext cx="146050" cy="666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2482744-C373-8976-CD10-2A88D0C532C5}"/>
              </a:ext>
            </a:extLst>
          </p:cNvPr>
          <p:cNvCxnSpPr>
            <a:cxnSpLocks/>
          </p:cNvCxnSpPr>
          <p:nvPr/>
        </p:nvCxnSpPr>
        <p:spPr>
          <a:xfrm>
            <a:off x="4466431" y="4224338"/>
            <a:ext cx="0" cy="25558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988F624-BAA6-DD77-BF9D-31B4827415E9}"/>
              </a:ext>
            </a:extLst>
          </p:cNvPr>
          <p:cNvCxnSpPr>
            <a:cxnSpLocks/>
          </p:cNvCxnSpPr>
          <p:nvPr/>
        </p:nvCxnSpPr>
        <p:spPr>
          <a:xfrm>
            <a:off x="4495800" y="1390650"/>
            <a:ext cx="121446" cy="1750218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  <a:prstDash val="dash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D11C1ED-88D0-2ED5-70FC-0869789F5FFC}"/>
              </a:ext>
            </a:extLst>
          </p:cNvPr>
          <p:cNvSpPr/>
          <p:nvPr/>
        </p:nvSpPr>
        <p:spPr>
          <a:xfrm>
            <a:off x="3779010" y="5564484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9EE8E60-3C55-D38B-37A9-B429B930D30C}"/>
              </a:ext>
            </a:extLst>
          </p:cNvPr>
          <p:cNvSpPr/>
          <p:nvPr/>
        </p:nvSpPr>
        <p:spPr>
          <a:xfrm>
            <a:off x="4702935" y="1192510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1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7EC219E-CACC-C3F9-DA74-67382A8199B9}"/>
              </a:ext>
            </a:extLst>
          </p:cNvPr>
          <p:cNvSpPr/>
          <p:nvPr/>
        </p:nvSpPr>
        <p:spPr>
          <a:xfrm>
            <a:off x="2374073" y="2078334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2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DE3E889-4A8F-EF37-83D7-27693EEECD4B}"/>
              </a:ext>
            </a:extLst>
          </p:cNvPr>
          <p:cNvSpPr/>
          <p:nvPr/>
        </p:nvSpPr>
        <p:spPr>
          <a:xfrm>
            <a:off x="4217160" y="1997373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1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5BBA1B03-DA33-F9BC-5B7E-FA67A8E3F6FF}"/>
              </a:ext>
            </a:extLst>
          </p:cNvPr>
          <p:cNvCxnSpPr>
            <a:cxnSpLocks/>
          </p:cNvCxnSpPr>
          <p:nvPr/>
        </p:nvCxnSpPr>
        <p:spPr>
          <a:xfrm flipV="1">
            <a:off x="7058024" y="3476625"/>
            <a:ext cx="0" cy="360045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672538D1-0C07-94C7-B528-43ED3787C9D6}"/>
              </a:ext>
            </a:extLst>
          </p:cNvPr>
          <p:cNvCxnSpPr>
            <a:cxnSpLocks/>
          </p:cNvCxnSpPr>
          <p:nvPr/>
        </p:nvCxnSpPr>
        <p:spPr>
          <a:xfrm flipH="1" flipV="1">
            <a:off x="7059930" y="3829050"/>
            <a:ext cx="306705" cy="13954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863264-5C60-E5F6-03DE-EEE866D9BD40}"/>
              </a:ext>
            </a:extLst>
          </p:cNvPr>
          <p:cNvCxnSpPr>
            <a:cxnSpLocks/>
          </p:cNvCxnSpPr>
          <p:nvPr/>
        </p:nvCxnSpPr>
        <p:spPr>
          <a:xfrm flipH="1" flipV="1">
            <a:off x="5441156" y="3588544"/>
            <a:ext cx="321469" cy="138112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C82F0A-35D6-C098-12DA-8681719A3D92}"/>
              </a:ext>
            </a:extLst>
          </p:cNvPr>
          <p:cNvCxnSpPr>
            <a:cxnSpLocks/>
          </p:cNvCxnSpPr>
          <p:nvPr/>
        </p:nvCxnSpPr>
        <p:spPr>
          <a:xfrm>
            <a:off x="5437186" y="4757737"/>
            <a:ext cx="0" cy="24288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30398B-C375-F2A9-0AEB-9BB5A3595CF8}"/>
              </a:ext>
            </a:extLst>
          </p:cNvPr>
          <p:cNvCxnSpPr>
            <a:cxnSpLocks/>
          </p:cNvCxnSpPr>
          <p:nvPr/>
        </p:nvCxnSpPr>
        <p:spPr>
          <a:xfrm>
            <a:off x="5283992" y="4681536"/>
            <a:ext cx="146050" cy="666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1EBB5FE-5956-6376-E344-30D21187EA6E}"/>
              </a:ext>
            </a:extLst>
          </p:cNvPr>
          <p:cNvCxnSpPr>
            <a:cxnSpLocks/>
          </p:cNvCxnSpPr>
          <p:nvPr/>
        </p:nvCxnSpPr>
        <p:spPr>
          <a:xfrm>
            <a:off x="5287167" y="4307681"/>
            <a:ext cx="0" cy="36433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755951-8C00-3C4D-275C-C646BE027B7A}"/>
              </a:ext>
            </a:extLst>
          </p:cNvPr>
          <p:cNvCxnSpPr>
            <a:cxnSpLocks/>
          </p:cNvCxnSpPr>
          <p:nvPr/>
        </p:nvCxnSpPr>
        <p:spPr>
          <a:xfrm>
            <a:off x="5433223" y="2709863"/>
            <a:ext cx="0" cy="86967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B044825-B52B-76B5-33F0-E6C2DD850A53}"/>
              </a:ext>
            </a:extLst>
          </p:cNvPr>
          <p:cNvCxnSpPr>
            <a:cxnSpLocks/>
          </p:cNvCxnSpPr>
          <p:nvPr/>
        </p:nvCxnSpPr>
        <p:spPr>
          <a:xfrm flipH="1" flipV="1">
            <a:off x="5276850" y="2616994"/>
            <a:ext cx="157163" cy="857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1BE100-98EE-A8A0-F54A-DB14981B00C2}"/>
              </a:ext>
            </a:extLst>
          </p:cNvPr>
          <p:cNvCxnSpPr>
            <a:cxnSpLocks/>
          </p:cNvCxnSpPr>
          <p:nvPr/>
        </p:nvCxnSpPr>
        <p:spPr>
          <a:xfrm flipV="1">
            <a:off x="5279232" y="2486026"/>
            <a:ext cx="326231" cy="14287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3F97DD6-046E-3E30-1984-81A7DD4FB52E}"/>
              </a:ext>
            </a:extLst>
          </p:cNvPr>
          <p:cNvCxnSpPr>
            <a:cxnSpLocks/>
          </p:cNvCxnSpPr>
          <p:nvPr/>
        </p:nvCxnSpPr>
        <p:spPr>
          <a:xfrm flipV="1">
            <a:off x="5610225" y="2359819"/>
            <a:ext cx="0" cy="12858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F59581B-0A50-3A01-7ABF-A732BFD2BBA7}"/>
              </a:ext>
            </a:extLst>
          </p:cNvPr>
          <p:cNvCxnSpPr>
            <a:cxnSpLocks/>
          </p:cNvCxnSpPr>
          <p:nvPr/>
        </p:nvCxnSpPr>
        <p:spPr>
          <a:xfrm flipV="1">
            <a:off x="5607845" y="2286000"/>
            <a:ext cx="154780" cy="78582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A682782-C41C-9133-CB56-8F61995337B6}"/>
              </a:ext>
            </a:extLst>
          </p:cNvPr>
          <p:cNvCxnSpPr>
            <a:cxnSpLocks/>
          </p:cNvCxnSpPr>
          <p:nvPr/>
        </p:nvCxnSpPr>
        <p:spPr>
          <a:xfrm flipV="1">
            <a:off x="5762625" y="2050256"/>
            <a:ext cx="0" cy="226219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6C1F771-C3D1-91FB-6873-EA98F87BA53C}"/>
              </a:ext>
            </a:extLst>
          </p:cNvPr>
          <p:cNvCxnSpPr>
            <a:cxnSpLocks/>
          </p:cNvCxnSpPr>
          <p:nvPr/>
        </p:nvCxnSpPr>
        <p:spPr>
          <a:xfrm flipV="1">
            <a:off x="5767389" y="1931194"/>
            <a:ext cx="319086" cy="130969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CB2240B-ED67-38CE-0395-CC94A34293FA}"/>
              </a:ext>
            </a:extLst>
          </p:cNvPr>
          <p:cNvCxnSpPr>
            <a:cxnSpLocks/>
          </p:cNvCxnSpPr>
          <p:nvPr/>
        </p:nvCxnSpPr>
        <p:spPr>
          <a:xfrm flipH="1" flipV="1">
            <a:off x="5119688" y="1543050"/>
            <a:ext cx="962024" cy="38100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BDD0BB-F110-FD9F-D510-D8232F18044E}"/>
              </a:ext>
            </a:extLst>
          </p:cNvPr>
          <p:cNvCxnSpPr>
            <a:cxnSpLocks/>
          </p:cNvCxnSpPr>
          <p:nvPr/>
        </p:nvCxnSpPr>
        <p:spPr>
          <a:xfrm flipV="1">
            <a:off x="3652838" y="1471613"/>
            <a:ext cx="985837" cy="37385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74F75CB-F1FD-4073-6A5C-2E1F081C3E2A}"/>
              </a:ext>
            </a:extLst>
          </p:cNvPr>
          <p:cNvCxnSpPr>
            <a:cxnSpLocks/>
          </p:cNvCxnSpPr>
          <p:nvPr/>
        </p:nvCxnSpPr>
        <p:spPr>
          <a:xfrm flipV="1">
            <a:off x="4140995" y="1987550"/>
            <a:ext cx="154780" cy="78582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A6EFFE8-912C-922D-3B55-11CF7962B82B}"/>
              </a:ext>
            </a:extLst>
          </p:cNvPr>
          <p:cNvCxnSpPr>
            <a:cxnSpLocks/>
          </p:cNvCxnSpPr>
          <p:nvPr/>
        </p:nvCxnSpPr>
        <p:spPr>
          <a:xfrm>
            <a:off x="4144170" y="1926432"/>
            <a:ext cx="310355" cy="10874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2095AF5-87C3-59D0-9D12-54DBB834ADED}"/>
              </a:ext>
            </a:extLst>
          </p:cNvPr>
          <p:cNvCxnSpPr>
            <a:cxnSpLocks/>
          </p:cNvCxnSpPr>
          <p:nvPr/>
        </p:nvCxnSpPr>
        <p:spPr>
          <a:xfrm>
            <a:off x="3645695" y="2618582"/>
            <a:ext cx="173830" cy="8969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3327848-7970-A6FC-F465-8CD1EE8CDE88}"/>
              </a:ext>
            </a:extLst>
          </p:cNvPr>
          <p:cNvCxnSpPr>
            <a:cxnSpLocks/>
          </p:cNvCxnSpPr>
          <p:nvPr/>
        </p:nvCxnSpPr>
        <p:spPr>
          <a:xfrm flipV="1">
            <a:off x="3820320" y="2720975"/>
            <a:ext cx="0" cy="97632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DBD9A86-14A1-E833-DF8F-4DB6FC5FA272}"/>
              </a:ext>
            </a:extLst>
          </p:cNvPr>
          <p:cNvCxnSpPr>
            <a:cxnSpLocks/>
          </p:cNvCxnSpPr>
          <p:nvPr/>
        </p:nvCxnSpPr>
        <p:spPr>
          <a:xfrm flipV="1">
            <a:off x="3826670" y="2686050"/>
            <a:ext cx="323055" cy="135732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72A5E89-BA7B-6133-1C07-2B16568EE249}"/>
              </a:ext>
            </a:extLst>
          </p:cNvPr>
          <p:cNvCxnSpPr>
            <a:cxnSpLocks/>
          </p:cNvCxnSpPr>
          <p:nvPr/>
        </p:nvCxnSpPr>
        <p:spPr>
          <a:xfrm flipV="1">
            <a:off x="4144170" y="2695575"/>
            <a:ext cx="0" cy="24765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C186D3D-869F-D67D-9AC6-2EAEB8C87CB3}"/>
              </a:ext>
            </a:extLst>
          </p:cNvPr>
          <p:cNvCxnSpPr>
            <a:cxnSpLocks/>
          </p:cNvCxnSpPr>
          <p:nvPr/>
        </p:nvCxnSpPr>
        <p:spPr>
          <a:xfrm>
            <a:off x="4144170" y="2936082"/>
            <a:ext cx="475455" cy="18811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1B8FCA6-37C3-1CEB-CF40-CE3A3931D645}"/>
              </a:ext>
            </a:extLst>
          </p:cNvPr>
          <p:cNvCxnSpPr>
            <a:cxnSpLocks/>
          </p:cNvCxnSpPr>
          <p:nvPr/>
        </p:nvCxnSpPr>
        <p:spPr>
          <a:xfrm flipV="1">
            <a:off x="5926931" y="2612231"/>
            <a:ext cx="0" cy="12858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CF33FF5-326C-2CAF-DD2B-0D7AEEE955A4}"/>
              </a:ext>
            </a:extLst>
          </p:cNvPr>
          <p:cNvCxnSpPr>
            <a:cxnSpLocks/>
          </p:cNvCxnSpPr>
          <p:nvPr/>
        </p:nvCxnSpPr>
        <p:spPr>
          <a:xfrm flipH="1" flipV="1">
            <a:off x="5912644" y="2726531"/>
            <a:ext cx="157163" cy="857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A940621-F67D-2B9C-D9B1-A7A6C19822E2}"/>
              </a:ext>
            </a:extLst>
          </p:cNvPr>
          <p:cNvSpPr/>
          <p:nvPr/>
        </p:nvSpPr>
        <p:spPr>
          <a:xfrm>
            <a:off x="5964998" y="5473996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853AAA3-667E-1A38-EA09-58D8D7EEE9CA}"/>
              </a:ext>
            </a:extLst>
          </p:cNvPr>
          <p:cNvSpPr/>
          <p:nvPr/>
        </p:nvSpPr>
        <p:spPr>
          <a:xfrm>
            <a:off x="2912235" y="4002384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F887530-224F-F298-3EA4-AB953A04B5D6}"/>
              </a:ext>
            </a:extLst>
          </p:cNvPr>
          <p:cNvCxnSpPr>
            <a:cxnSpLocks/>
          </p:cNvCxnSpPr>
          <p:nvPr/>
        </p:nvCxnSpPr>
        <p:spPr>
          <a:xfrm flipV="1">
            <a:off x="2333625" y="3681412"/>
            <a:ext cx="1762126" cy="93821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F6E24AA0-FA7E-5F07-A4F8-9A96F8C1A779}"/>
              </a:ext>
            </a:extLst>
          </p:cNvPr>
          <p:cNvSpPr/>
          <p:nvPr/>
        </p:nvSpPr>
        <p:spPr>
          <a:xfrm>
            <a:off x="2521710" y="4759621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CEBF181-94DA-79A4-8BF1-13DF35BC6BA9}"/>
              </a:ext>
            </a:extLst>
          </p:cNvPr>
          <p:cNvSpPr/>
          <p:nvPr/>
        </p:nvSpPr>
        <p:spPr>
          <a:xfrm>
            <a:off x="7401685" y="4000796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5EAC2A2-9031-22EB-9266-550F42059960}"/>
              </a:ext>
            </a:extLst>
          </p:cNvPr>
          <p:cNvSpPr/>
          <p:nvPr/>
        </p:nvSpPr>
        <p:spPr>
          <a:xfrm>
            <a:off x="7033385" y="4819946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D205976-4972-E5F6-086F-00F631739316}"/>
              </a:ext>
            </a:extLst>
          </p:cNvPr>
          <p:cNvCxnSpPr>
            <a:cxnSpLocks/>
          </p:cNvCxnSpPr>
          <p:nvPr/>
        </p:nvCxnSpPr>
        <p:spPr>
          <a:xfrm flipH="1" flipV="1">
            <a:off x="6134101" y="3455194"/>
            <a:ext cx="602455" cy="128587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B502DCB4-036F-0957-E650-E10F8AC1D8E5}"/>
              </a:ext>
            </a:extLst>
          </p:cNvPr>
          <p:cNvCxnSpPr>
            <a:cxnSpLocks/>
          </p:cNvCxnSpPr>
          <p:nvPr/>
        </p:nvCxnSpPr>
        <p:spPr>
          <a:xfrm>
            <a:off x="4470400" y="4479925"/>
            <a:ext cx="146050" cy="666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A98A20A2-86D6-9CB8-0E06-5604AF65355D}"/>
              </a:ext>
            </a:extLst>
          </p:cNvPr>
          <p:cNvCxnSpPr>
            <a:cxnSpLocks/>
          </p:cNvCxnSpPr>
          <p:nvPr/>
        </p:nvCxnSpPr>
        <p:spPr>
          <a:xfrm>
            <a:off x="4631531" y="4552950"/>
            <a:ext cx="0" cy="13970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4E80A17-EE1E-4592-9A40-C9CF8FE03A89}"/>
              </a:ext>
            </a:extLst>
          </p:cNvPr>
          <p:cNvCxnSpPr>
            <a:cxnSpLocks/>
          </p:cNvCxnSpPr>
          <p:nvPr/>
        </p:nvCxnSpPr>
        <p:spPr>
          <a:xfrm flipV="1">
            <a:off x="5286374" y="4990306"/>
            <a:ext cx="152401" cy="6191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3748691A-7F81-20FE-E4BC-54DC0524F54F}"/>
              </a:ext>
            </a:extLst>
          </p:cNvPr>
          <p:cNvCxnSpPr>
            <a:cxnSpLocks/>
          </p:cNvCxnSpPr>
          <p:nvPr/>
        </p:nvCxnSpPr>
        <p:spPr>
          <a:xfrm>
            <a:off x="5287961" y="5049837"/>
            <a:ext cx="0" cy="15081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936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2000" t="-42000" r="2000" b="-4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42" y="0"/>
            <a:ext cx="9933678" cy="7451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F59FB29-6BE4-F18C-5CDA-E9EB34FBA79A}"/>
              </a:ext>
            </a:extLst>
          </p:cNvPr>
          <p:cNvGrpSpPr/>
          <p:nvPr/>
        </p:nvGrpSpPr>
        <p:grpSpPr>
          <a:xfrm>
            <a:off x="2013075" y="1184890"/>
            <a:ext cx="5657911" cy="5115956"/>
            <a:chOff x="2013075" y="1184890"/>
            <a:chExt cx="5657911" cy="511595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2A90BA8-170C-B608-C78A-C33A7C7AE9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351" y="3576162"/>
              <a:ext cx="477039" cy="1981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AFF5BAA-87FD-7AA3-9D95-FA9643ADB8D1}"/>
                </a:ext>
              </a:extLst>
            </p:cNvPr>
            <p:cNvGrpSpPr/>
            <p:nvPr/>
          </p:nvGrpSpPr>
          <p:grpSpPr>
            <a:xfrm>
              <a:off x="2159794" y="1452563"/>
              <a:ext cx="5192077" cy="4570412"/>
              <a:chOff x="1769347" y="-1852339"/>
              <a:chExt cx="9302268" cy="8188471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99E107F-0D49-F842-9579-E864A4A818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1086" y="710290"/>
                <a:ext cx="0" cy="2760871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5C8ACE1-9C1A-AD7B-3A3E-0293985BCB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8814" y="2671656"/>
                <a:ext cx="0" cy="1120333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7A4B8B53-AD99-C3E5-9469-8534B2D8C1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78227" y="3454097"/>
                <a:ext cx="290109" cy="12799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DCE77D4-7C99-57A2-CA6C-FEB6F60A9B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47006" y="3588628"/>
                <a:ext cx="0" cy="219573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4D9F20D-AF74-5F66-EBBC-9B0B7068A1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34206" y="3791134"/>
                <a:ext cx="290109" cy="12799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BBDF4322-BD00-4C19-7DF2-D873B7B7BB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23149" y="4810783"/>
                <a:ext cx="0" cy="247447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7020FB51-1B66-CA76-F09F-BCED0F26B7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23149" y="5041164"/>
                <a:ext cx="563153" cy="243181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3AD60487-80DD-E184-437D-8D0C3FB5AD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6302" y="5288609"/>
                <a:ext cx="0" cy="430899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02CCBE8B-F10C-E69F-A79B-C75D230194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73505" y="5723774"/>
                <a:ext cx="1467327" cy="612358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40CE4AFE-ACCD-A28E-38A0-91DBEF9807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6848" y="6197335"/>
                <a:ext cx="290109" cy="13652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84A61C8E-0389-7246-3B3A-0AEF5CC8F4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10082" y="5962687"/>
                <a:ext cx="285843" cy="119455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A05B17D3-C561-BD0C-2DCC-998CA71728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25790" y="5958420"/>
                <a:ext cx="268778" cy="14079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5C119EB8-A101-E416-897C-04113865D5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0301" y="5258746"/>
                <a:ext cx="2009435" cy="836195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1E72E048-1B75-EDBA-1648-67DE8A959B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04000" y="4815048"/>
                <a:ext cx="0" cy="45223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8812F6BA-DC6C-BC2E-7ACD-B59A50E21D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08266" y="4584670"/>
                <a:ext cx="584486" cy="221845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F2AA9311-0FAF-2E4A-FA6D-37C3515166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777236" y="3774070"/>
                <a:ext cx="294379" cy="149318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943171B8-50B6-2E85-C49E-D74595CCA4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20240" y="4699859"/>
                <a:ext cx="294377" cy="12799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5664B73-966B-18C7-102A-ECF60E72E8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72447" y="1504393"/>
                <a:ext cx="539262" cy="231234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153CF0B-60F8-DB98-5F13-CB3531F026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20240" y="1500127"/>
                <a:ext cx="1732124" cy="691141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CF01236-E27B-4604-63E4-10D4B501B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5518" y="2661417"/>
                <a:ext cx="586188" cy="229527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C10D3807-63ED-9977-DEE4-9D2F072B01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17333" y="2423356"/>
                <a:ext cx="281576" cy="162121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8F3DB103-65FF-09C8-0B51-CD1E931A92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52821" y="2178471"/>
                <a:ext cx="546086" cy="230380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B9E9E48-5219-C4D1-8B41-E6E2AF06A2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1599" y="2596569"/>
                <a:ext cx="0" cy="179186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7E042A39-DDBD-F28B-9AB1-2DD9A5FEE2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9347" y="562391"/>
                <a:ext cx="321676" cy="135669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1182DD2-1DD8-FD3C-B210-0BECDF2ADA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586" y="369555"/>
                <a:ext cx="0" cy="179186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B50189E-13F6-5E70-5C0E-92753D47E4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8118" y="213406"/>
                <a:ext cx="281576" cy="162121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D7451BA-3BFA-DAA8-7C0A-02F56455CE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01625" y="-1852339"/>
                <a:ext cx="3253492" cy="1289278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DB1A938-0D39-1C77-A481-DA1D5A30DC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29710" y="-1698752"/>
                <a:ext cx="1736390" cy="678342"/>
              </a:xfrm>
              <a:prstGeom prst="line">
                <a:avLst/>
              </a:prstGeom>
              <a:ln w="12700">
                <a:solidFill>
                  <a:schemeClr val="accent5">
                    <a:lumMod val="20000"/>
                    <a:lumOff val="80000"/>
                  </a:schemeClr>
                </a:solidFill>
              </a:ln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ADAE8E0-783A-42C5-3509-2F0D8CB3E06D}"/>
                </a:ext>
              </a:extLst>
            </p:cNvPr>
            <p:cNvSpPr txBox="1"/>
            <p:nvPr/>
          </p:nvSpPr>
          <p:spPr>
            <a:xfrm>
              <a:off x="4501515" y="2034540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14.06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361DCAB-572E-A7E6-8063-2D3028DB34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0756" y="3386138"/>
              <a:ext cx="502444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4199E53-E80A-04CF-DF3F-A450D78C77BE}"/>
                </a:ext>
              </a:extLst>
            </p:cNvPr>
            <p:cNvCxnSpPr>
              <a:cxnSpLocks/>
            </p:cNvCxnSpPr>
            <p:nvPr/>
          </p:nvCxnSpPr>
          <p:spPr>
            <a:xfrm>
              <a:off x="5415913" y="5116829"/>
              <a:ext cx="327662" cy="1282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D1C9E66-28D3-4EE9-9242-FD29FF9A9F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8751" y="5109686"/>
              <a:ext cx="152401" cy="619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ED9FDA2-3B4B-E3A7-7044-DDD3D65586F6}"/>
                </a:ext>
              </a:extLst>
            </p:cNvPr>
            <p:cNvCxnSpPr>
              <a:cxnSpLocks/>
            </p:cNvCxnSpPr>
            <p:nvPr/>
          </p:nvCxnSpPr>
          <p:spPr>
            <a:xfrm>
              <a:off x="3945890" y="4799329"/>
              <a:ext cx="0" cy="4918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B626FD9-A051-78BE-A4F0-67F7070E90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2715" y="4602480"/>
              <a:ext cx="508000" cy="2063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773769F-F779-86DD-6D67-0BCE08A04050}"/>
                </a:ext>
              </a:extLst>
            </p:cNvPr>
            <p:cNvCxnSpPr>
              <a:cxnSpLocks/>
            </p:cNvCxnSpPr>
            <p:nvPr/>
          </p:nvCxnSpPr>
          <p:spPr>
            <a:xfrm>
              <a:off x="4444365" y="4602480"/>
              <a:ext cx="1460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2482744-C373-8976-CD10-2A88D0C532C5}"/>
                </a:ext>
              </a:extLst>
            </p:cNvPr>
            <p:cNvCxnSpPr>
              <a:cxnSpLocks/>
            </p:cNvCxnSpPr>
            <p:nvPr/>
          </p:nvCxnSpPr>
          <p:spPr>
            <a:xfrm>
              <a:off x="4434046" y="4216718"/>
              <a:ext cx="0" cy="2555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BBA1B03-DA33-F9BC-5B7E-FA67A8E3F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5639" y="3576638"/>
              <a:ext cx="0" cy="25241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72538D1-0C07-94C7-B528-43ED3787C9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7545" y="3821430"/>
              <a:ext cx="306705" cy="13954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C82F0A-35D6-C098-12DA-8681719A3D92}"/>
                </a:ext>
              </a:extLst>
            </p:cNvPr>
            <p:cNvCxnSpPr>
              <a:cxnSpLocks/>
            </p:cNvCxnSpPr>
            <p:nvPr/>
          </p:nvCxnSpPr>
          <p:spPr>
            <a:xfrm>
              <a:off x="5406388" y="4750117"/>
              <a:ext cx="0" cy="2428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530398B-C375-F2A9-0AEB-9BB5A3595CF8}"/>
                </a:ext>
              </a:extLst>
            </p:cNvPr>
            <p:cNvCxnSpPr>
              <a:cxnSpLocks/>
            </p:cNvCxnSpPr>
            <p:nvPr/>
          </p:nvCxnSpPr>
          <p:spPr>
            <a:xfrm>
              <a:off x="5246844" y="4670741"/>
              <a:ext cx="146050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EBB5FE-5956-6376-E344-30D21187EA6E}"/>
                </a:ext>
              </a:extLst>
            </p:cNvPr>
            <p:cNvCxnSpPr>
              <a:cxnSpLocks/>
            </p:cNvCxnSpPr>
            <p:nvPr/>
          </p:nvCxnSpPr>
          <p:spPr>
            <a:xfrm>
              <a:off x="5250019" y="4300061"/>
              <a:ext cx="0" cy="3643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74F75CB-F1FD-4073-6A5C-2E1F081C3E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8610" y="1979930"/>
              <a:ext cx="154780" cy="785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A6EFFE8-912C-922D-3B55-11CF7962B82B}"/>
                </a:ext>
              </a:extLst>
            </p:cNvPr>
            <p:cNvCxnSpPr>
              <a:cxnSpLocks/>
            </p:cNvCxnSpPr>
            <p:nvPr/>
          </p:nvCxnSpPr>
          <p:spPr>
            <a:xfrm>
              <a:off x="4111785" y="1918812"/>
              <a:ext cx="310355" cy="1087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2095AF5-87C3-59D0-9D12-54DBB834ADED}"/>
                </a:ext>
              </a:extLst>
            </p:cNvPr>
            <p:cNvCxnSpPr>
              <a:cxnSpLocks/>
            </p:cNvCxnSpPr>
            <p:nvPr/>
          </p:nvCxnSpPr>
          <p:spPr>
            <a:xfrm>
              <a:off x="3613310" y="2610962"/>
              <a:ext cx="173830" cy="896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3327848-7970-A6FC-F465-8CD1EE8CDE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7935" y="2713355"/>
              <a:ext cx="0" cy="976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DBD9A86-14A1-E833-DF8F-4DB6FC5FA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4285" y="2678430"/>
              <a:ext cx="323055" cy="1357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72A5E89-BA7B-6133-1C07-2B16568EE2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11785" y="2687955"/>
              <a:ext cx="0" cy="247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C186D3D-869F-D67D-9AC6-2EAEB8C87CB3}"/>
                </a:ext>
              </a:extLst>
            </p:cNvPr>
            <p:cNvCxnSpPr>
              <a:cxnSpLocks/>
            </p:cNvCxnSpPr>
            <p:nvPr/>
          </p:nvCxnSpPr>
          <p:spPr>
            <a:xfrm>
              <a:off x="4111785" y="2928462"/>
              <a:ext cx="475455" cy="1881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52E3B0B5-070C-8C29-E152-584E0057D481}"/>
                </a:ext>
              </a:extLst>
            </p:cNvPr>
            <p:cNvGrpSpPr/>
            <p:nvPr/>
          </p:nvGrpSpPr>
          <p:grpSpPr>
            <a:xfrm>
              <a:off x="2013075" y="1184890"/>
              <a:ext cx="5657911" cy="5115956"/>
              <a:chOff x="2013075" y="1184890"/>
              <a:chExt cx="5657911" cy="5115956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FD11C1ED-88D0-2ED5-70FC-0869789F5FFC}"/>
                  </a:ext>
                </a:extLst>
              </p:cNvPr>
              <p:cNvSpPr/>
              <p:nvPr/>
            </p:nvSpPr>
            <p:spPr>
              <a:xfrm>
                <a:off x="3420394" y="5454471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89EE8E60-3C55-D38B-37A9-B429B930D30C}"/>
                  </a:ext>
                </a:extLst>
              </p:cNvPr>
              <p:cNvSpPr/>
              <p:nvPr/>
            </p:nvSpPr>
            <p:spPr>
              <a:xfrm>
                <a:off x="4670550" y="1184890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E7EC219E-CACC-C3F9-DA74-67382A8199B9}"/>
                  </a:ext>
                </a:extLst>
              </p:cNvPr>
              <p:cNvSpPr/>
              <p:nvPr/>
            </p:nvSpPr>
            <p:spPr>
              <a:xfrm>
                <a:off x="2341688" y="2070714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2</a:t>
                </a: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EDE3E889-4A8F-EF37-83D7-27693EEECD4B}"/>
                  </a:ext>
                </a:extLst>
              </p:cNvPr>
              <p:cNvSpPr/>
              <p:nvPr/>
            </p:nvSpPr>
            <p:spPr>
              <a:xfrm>
                <a:off x="4184775" y="19897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3CEBF181-94DA-79A4-8BF1-13DF35BC6BA9}"/>
                  </a:ext>
                </a:extLst>
              </p:cNvPr>
              <p:cNvSpPr/>
              <p:nvPr/>
            </p:nvSpPr>
            <p:spPr>
              <a:xfrm>
                <a:off x="7369300" y="3993176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F5EAC2A2-9031-22EB-9266-550F42059960}"/>
                  </a:ext>
                </a:extLst>
              </p:cNvPr>
              <p:cNvSpPr/>
              <p:nvPr/>
            </p:nvSpPr>
            <p:spPr>
              <a:xfrm>
                <a:off x="7001000" y="4812326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</a:rPr>
                  <a:t>2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75E6ABAA-BC41-6072-A7AE-151796A68245}"/>
                  </a:ext>
                </a:extLst>
              </p:cNvPr>
              <p:cNvSpPr/>
              <p:nvPr/>
            </p:nvSpPr>
            <p:spPr>
              <a:xfrm>
                <a:off x="5440488" y="4812326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02123437-83A4-A26B-CB63-6DE7AAA3F7FA}"/>
                  </a:ext>
                </a:extLst>
              </p:cNvPr>
              <p:cNvSpPr/>
              <p:nvPr/>
            </p:nvSpPr>
            <p:spPr>
              <a:xfrm>
                <a:off x="4691188" y="5931514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</a:rPr>
                  <a:t>2</a:t>
                </a: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8E607DE8-AC3A-4335-02B5-1A4FF64E400C}"/>
                  </a:ext>
                </a:extLst>
              </p:cNvPr>
              <p:cNvSpPr/>
              <p:nvPr/>
            </p:nvSpPr>
            <p:spPr>
              <a:xfrm>
                <a:off x="4440363" y="4317026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1C3AD5FF-E912-D4D1-8081-7E91816E6231}"/>
                  </a:ext>
                </a:extLst>
              </p:cNvPr>
              <p:cNvSpPr/>
              <p:nvPr/>
            </p:nvSpPr>
            <p:spPr>
              <a:xfrm>
                <a:off x="5484938" y="2446952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2</a:t>
                </a: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4B122FDF-0982-603F-1EF4-CD4FDBC746B6}"/>
                  </a:ext>
                </a:extLst>
              </p:cNvPr>
              <p:cNvSpPr/>
              <p:nvPr/>
            </p:nvSpPr>
            <p:spPr>
              <a:xfrm>
                <a:off x="3146550" y="1642090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2A99E8A9-9CE3-13A8-D8E2-8C4F60AA372D}"/>
                  </a:ext>
                </a:extLst>
              </p:cNvPr>
              <p:cNvSpPr/>
              <p:nvPr/>
            </p:nvSpPr>
            <p:spPr>
              <a:xfrm>
                <a:off x="2679825" y="3951903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1</a:t>
                </a: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F9D32535-26F8-C263-7758-4B77AAC2E023}"/>
                  </a:ext>
                </a:extLst>
              </p:cNvPr>
              <p:cNvSpPr/>
              <p:nvPr/>
            </p:nvSpPr>
            <p:spPr>
              <a:xfrm>
                <a:off x="2013075" y="38185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b="1" cap="none" spc="0" dirty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1</a:t>
                </a:r>
              </a:p>
            </p:txBody>
          </p:sp>
        </p:grp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98A20A2-86D6-9CB8-0E06-5604AF65355D}"/>
                </a:ext>
              </a:extLst>
            </p:cNvPr>
            <p:cNvCxnSpPr>
              <a:cxnSpLocks/>
            </p:cNvCxnSpPr>
            <p:nvPr/>
          </p:nvCxnSpPr>
          <p:spPr>
            <a:xfrm>
              <a:off x="4441984" y="4497705"/>
              <a:ext cx="0" cy="139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748691A-7F81-20FE-E4BC-54DC0524F54F}"/>
                </a:ext>
              </a:extLst>
            </p:cNvPr>
            <p:cNvCxnSpPr>
              <a:cxnSpLocks/>
            </p:cNvCxnSpPr>
            <p:nvPr/>
          </p:nvCxnSpPr>
          <p:spPr>
            <a:xfrm>
              <a:off x="5409563" y="4981892"/>
              <a:ext cx="0" cy="1508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44D03ACB-8770-DF8D-641B-D84CCE859E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3220" y="3576676"/>
              <a:ext cx="321305" cy="1404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61E8F7B-FAA3-E5E0-E2FF-3C08E83A0F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4689" y="3571875"/>
              <a:ext cx="321305" cy="145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995ED50-86AE-1DB6-426F-884CE933F8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0818" y="3388519"/>
              <a:ext cx="478632" cy="1928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80B836A-4698-DDAD-EA9B-5D9E27630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4687" y="3450431"/>
              <a:ext cx="328613" cy="12858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26ABA09-45A5-EA22-2E1C-30B5690558C7}"/>
                </a:ext>
              </a:extLst>
            </p:cNvPr>
            <p:cNvCxnSpPr>
              <a:cxnSpLocks/>
            </p:cNvCxnSpPr>
            <p:nvPr/>
          </p:nvCxnSpPr>
          <p:spPr>
            <a:xfrm>
              <a:off x="7358062" y="3333751"/>
              <a:ext cx="0" cy="11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7226A36-20F3-7A9B-0D82-FED99E8B7CE6}"/>
                </a:ext>
              </a:extLst>
            </p:cNvPr>
            <p:cNvCxnSpPr>
              <a:cxnSpLocks/>
            </p:cNvCxnSpPr>
            <p:nvPr/>
          </p:nvCxnSpPr>
          <p:spPr>
            <a:xfrm>
              <a:off x="6055682" y="3429001"/>
              <a:ext cx="0" cy="147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9DCD83D-8929-1213-09DF-8CBB0D2240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6075" y="3184525"/>
              <a:ext cx="623094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61B7CB7-8ECD-F424-0EBA-7989F4A125C7}"/>
              </a:ext>
            </a:extLst>
          </p:cNvPr>
          <p:cNvCxnSpPr>
            <a:cxnSpLocks/>
          </p:cNvCxnSpPr>
          <p:nvPr/>
        </p:nvCxnSpPr>
        <p:spPr>
          <a:xfrm>
            <a:off x="5732462" y="2426493"/>
            <a:ext cx="168276" cy="73820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183F7AE-3179-96B6-5DDE-8CF3AD1741AF}"/>
              </a:ext>
            </a:extLst>
          </p:cNvPr>
          <p:cNvCxnSpPr>
            <a:cxnSpLocks/>
          </p:cNvCxnSpPr>
          <p:nvPr/>
        </p:nvCxnSpPr>
        <p:spPr>
          <a:xfrm>
            <a:off x="5569744" y="2350295"/>
            <a:ext cx="0" cy="138112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F90B05D-E8AD-BC35-ACC6-B8F076756A02}"/>
              </a:ext>
            </a:extLst>
          </p:cNvPr>
          <p:cNvCxnSpPr>
            <a:cxnSpLocks/>
          </p:cNvCxnSpPr>
          <p:nvPr/>
        </p:nvCxnSpPr>
        <p:spPr>
          <a:xfrm flipV="1">
            <a:off x="5250657" y="2431256"/>
            <a:ext cx="481012" cy="180975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82F2F5B-BD32-E365-0AA0-AD81E4B7449F}"/>
              </a:ext>
            </a:extLst>
          </p:cNvPr>
          <p:cNvCxnSpPr>
            <a:cxnSpLocks/>
          </p:cNvCxnSpPr>
          <p:nvPr/>
        </p:nvCxnSpPr>
        <p:spPr>
          <a:xfrm>
            <a:off x="5895975" y="2493170"/>
            <a:ext cx="0" cy="23574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4E41CCB-A6F5-6E67-7013-48427B3F2A51}"/>
              </a:ext>
            </a:extLst>
          </p:cNvPr>
          <p:cNvCxnSpPr>
            <a:cxnSpLocks/>
          </p:cNvCxnSpPr>
          <p:nvPr/>
        </p:nvCxnSpPr>
        <p:spPr>
          <a:xfrm>
            <a:off x="5913437" y="2736056"/>
            <a:ext cx="142083" cy="6429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254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4000" r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42" y="0"/>
            <a:ext cx="9933678" cy="7451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A90BA8-170C-B608-C78A-C33A7C7AE9BB}"/>
              </a:ext>
            </a:extLst>
          </p:cNvPr>
          <p:cNvCxnSpPr>
            <a:cxnSpLocks/>
          </p:cNvCxnSpPr>
          <p:nvPr/>
        </p:nvCxnSpPr>
        <p:spPr>
          <a:xfrm flipH="1">
            <a:off x="4961736" y="3583782"/>
            <a:ext cx="477039" cy="19815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AFF5BAA-87FD-7AA3-9D95-FA9643ADB8D1}"/>
              </a:ext>
            </a:extLst>
          </p:cNvPr>
          <p:cNvGrpSpPr/>
          <p:nvPr/>
        </p:nvGrpSpPr>
        <p:grpSpPr>
          <a:xfrm>
            <a:off x="2195513" y="1473994"/>
            <a:ext cx="5198269" cy="4555330"/>
            <a:chOff x="1766787" y="-1827595"/>
            <a:chExt cx="9313361" cy="816145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9E107F-0D49-F842-9579-E864A4A818AE}"/>
                </a:ext>
              </a:extLst>
            </p:cNvPr>
            <p:cNvCxnSpPr>
              <a:cxnSpLocks/>
            </p:cNvCxnSpPr>
            <p:nvPr/>
          </p:nvCxnSpPr>
          <p:spPr>
            <a:xfrm>
              <a:off x="2071086" y="698061"/>
              <a:ext cx="0" cy="27731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5C8ACE1-9C1A-AD7B-3A3E-0293985BC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8814" y="2671656"/>
              <a:ext cx="0" cy="90616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D39B489-BAE1-1EB3-0ABC-66A49675D7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6787" y="553005"/>
              <a:ext cx="302907" cy="15358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82DF2A2-582C-7188-BF56-1DF12E8C48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2753" y="1504393"/>
              <a:ext cx="887395" cy="34983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69AC579-078D-673F-1442-6316E17C61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441" y="361024"/>
              <a:ext cx="0" cy="21772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A4B8B53-AD99-C3E5-9469-8534B2D8C1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8227" y="3454097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DCE77D4-7C99-57A2-CA6C-FEB6F60A9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7006" y="3539423"/>
              <a:ext cx="0" cy="26877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4D9F20D-AF74-5F66-EBBC-9B0B7068A1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4206" y="3791134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BDF4322-BD00-4C19-7DF2-D873B7B7B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3149" y="4810783"/>
              <a:ext cx="0" cy="24744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020FB51-1B66-CA76-F09F-BCED0F26B7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23149" y="5041164"/>
              <a:ext cx="563153" cy="24318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AD60487-80DD-E184-437D-8D0C3FB5A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6302" y="5288609"/>
              <a:ext cx="0" cy="43089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2CCBE8B-F10C-E69F-A79B-C75D23019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3504" y="5723774"/>
              <a:ext cx="1446278" cy="5759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0CE4AFE-ACCD-A28E-38A0-91DBEF980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6848" y="6197335"/>
              <a:ext cx="290109" cy="13652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4A61C8E-0389-7246-3B3A-0AEF5CC8F4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0082" y="5962687"/>
              <a:ext cx="285843" cy="1194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05B17D3-C561-BD0C-2DCC-998CA71728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5790" y="5958420"/>
              <a:ext cx="268778" cy="1407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C119EB8-A101-E416-897C-04113865D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0301" y="5258746"/>
              <a:ext cx="2009435" cy="83619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E72E048-1B75-EDBA-1648-67DE8A959B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4000" y="4815048"/>
              <a:ext cx="0" cy="45223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812F6BA-DC6C-BC2E-7ACD-B59A50E21D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08266" y="4584670"/>
              <a:ext cx="584486" cy="22184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2AA9311-0FAF-2E4A-FA6D-37C3515166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2970" y="3556488"/>
              <a:ext cx="294379" cy="14931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03995EE-AC97-4CA2-8544-8B7AAD698C2C}"/>
                </a:ext>
              </a:extLst>
            </p:cNvPr>
            <p:cNvCxnSpPr>
              <a:cxnSpLocks/>
            </p:cNvCxnSpPr>
            <p:nvPr/>
          </p:nvCxnSpPr>
          <p:spPr>
            <a:xfrm>
              <a:off x="6997286" y="-1720938"/>
              <a:ext cx="1740656" cy="71247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941AE49-B97B-3C11-3731-B9C596055F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6978" y="-1827595"/>
              <a:ext cx="3438651" cy="139935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79B5008-87A3-3277-4FBA-E61D27F79E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2426" y="1760372"/>
              <a:ext cx="296083" cy="11604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F81DB9D-00A6-2A2E-21DA-BFFA079F02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1502" y="3705808"/>
              <a:ext cx="0" cy="18345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943171B8-50B6-2E85-C49E-D74595CCA4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0240" y="4699859"/>
              <a:ext cx="294377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AE79444-A710-565C-B054-0AC5A2A469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19519" y="1747572"/>
              <a:ext cx="290109" cy="11092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EB5F013-2756-B126-2EA0-5EE2ABC8CA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15948" y="1724536"/>
              <a:ext cx="302909" cy="14505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E0A184F-7CCB-88B1-1ABB-C35E2CC996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9095" y="1736480"/>
              <a:ext cx="276457" cy="11348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5664B73-966B-18C7-102A-ECF60E72E8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1599" y="1504393"/>
              <a:ext cx="290109" cy="11945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153CF0B-60F8-DB98-5F13-CB3531F02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0240" y="1500127"/>
              <a:ext cx="1732124" cy="69114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CF01236-E27B-4604-63E4-10D4B501B4BD}"/>
                </a:ext>
              </a:extLst>
            </p:cNvPr>
            <p:cNvCxnSpPr>
              <a:cxnSpLocks/>
            </p:cNvCxnSpPr>
            <p:nvPr/>
          </p:nvCxnSpPr>
          <p:spPr>
            <a:xfrm>
              <a:off x="3038147" y="2709199"/>
              <a:ext cx="473559" cy="18174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10D3807-63ED-9977-DEE4-9D2F072B01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7333" y="2423356"/>
              <a:ext cx="281576" cy="16212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F3DB103-65FF-09C8-0B51-CD1E931A9246}"/>
                </a:ext>
              </a:extLst>
            </p:cNvPr>
            <p:cNvCxnSpPr>
              <a:cxnSpLocks/>
            </p:cNvCxnSpPr>
            <p:nvPr/>
          </p:nvCxnSpPr>
          <p:spPr>
            <a:xfrm>
              <a:off x="2952821" y="2178471"/>
              <a:ext cx="546086" cy="23038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B9E9E48-5219-C4D1-8B41-E6E2AF06A254}"/>
                </a:ext>
              </a:extLst>
            </p:cNvPr>
            <p:cNvCxnSpPr>
              <a:cxnSpLocks/>
            </p:cNvCxnSpPr>
            <p:nvPr/>
          </p:nvCxnSpPr>
          <p:spPr>
            <a:xfrm>
              <a:off x="3221599" y="2596569"/>
              <a:ext cx="0" cy="17918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EC9C4A-8003-34C0-074B-B14E0F685126}"/>
              </a:ext>
            </a:extLst>
          </p:cNvPr>
          <p:cNvCxnSpPr>
            <a:cxnSpLocks/>
          </p:cNvCxnSpPr>
          <p:nvPr/>
        </p:nvCxnSpPr>
        <p:spPr>
          <a:xfrm flipV="1">
            <a:off x="5755481" y="3538538"/>
            <a:ext cx="473869" cy="185737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9ADAE8E0-783A-42C5-3509-2F0D8CB3E06D}"/>
              </a:ext>
            </a:extLst>
          </p:cNvPr>
          <p:cNvSpPr txBox="1"/>
          <p:nvPr/>
        </p:nvSpPr>
        <p:spPr>
          <a:xfrm>
            <a:off x="4533900" y="204216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14.04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61DCAB-572E-A7E6-8063-2D3028DB343C}"/>
              </a:ext>
            </a:extLst>
          </p:cNvPr>
          <p:cNvCxnSpPr>
            <a:cxnSpLocks/>
          </p:cNvCxnSpPr>
          <p:nvPr/>
        </p:nvCxnSpPr>
        <p:spPr>
          <a:xfrm flipH="1" flipV="1">
            <a:off x="6088857" y="3450431"/>
            <a:ext cx="159543" cy="83344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4199E53-E80A-04CF-DF3F-A450D78C77BE}"/>
              </a:ext>
            </a:extLst>
          </p:cNvPr>
          <p:cNvCxnSpPr>
            <a:cxnSpLocks/>
          </p:cNvCxnSpPr>
          <p:nvPr/>
        </p:nvCxnSpPr>
        <p:spPr>
          <a:xfrm>
            <a:off x="5453061" y="5124449"/>
            <a:ext cx="146050" cy="666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D1C9E66-28D3-4EE9-9242-FD29FF9A9FC9}"/>
              </a:ext>
            </a:extLst>
          </p:cNvPr>
          <p:cNvCxnSpPr>
            <a:cxnSpLocks/>
          </p:cNvCxnSpPr>
          <p:nvPr/>
        </p:nvCxnSpPr>
        <p:spPr>
          <a:xfrm flipV="1">
            <a:off x="5295899" y="5117306"/>
            <a:ext cx="152401" cy="61911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ED9FDA2-3B4B-E3A7-7044-DDD3D65586F6}"/>
              </a:ext>
            </a:extLst>
          </p:cNvPr>
          <p:cNvCxnSpPr>
            <a:cxnSpLocks/>
          </p:cNvCxnSpPr>
          <p:nvPr/>
        </p:nvCxnSpPr>
        <p:spPr>
          <a:xfrm>
            <a:off x="3978275" y="4806949"/>
            <a:ext cx="0" cy="25479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B626FD9-A051-78BE-A4F0-67F7070E90C6}"/>
              </a:ext>
            </a:extLst>
          </p:cNvPr>
          <p:cNvCxnSpPr>
            <a:cxnSpLocks/>
          </p:cNvCxnSpPr>
          <p:nvPr/>
        </p:nvCxnSpPr>
        <p:spPr>
          <a:xfrm flipV="1">
            <a:off x="3975100" y="4610100"/>
            <a:ext cx="508000" cy="2063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773769F-F779-86DD-6D67-0BCE08A04050}"/>
              </a:ext>
            </a:extLst>
          </p:cNvPr>
          <p:cNvCxnSpPr>
            <a:cxnSpLocks/>
          </p:cNvCxnSpPr>
          <p:nvPr/>
        </p:nvCxnSpPr>
        <p:spPr>
          <a:xfrm>
            <a:off x="4476750" y="4610100"/>
            <a:ext cx="146050" cy="666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2482744-C373-8976-CD10-2A88D0C532C5}"/>
              </a:ext>
            </a:extLst>
          </p:cNvPr>
          <p:cNvCxnSpPr>
            <a:cxnSpLocks/>
          </p:cNvCxnSpPr>
          <p:nvPr/>
        </p:nvCxnSpPr>
        <p:spPr>
          <a:xfrm>
            <a:off x="4466431" y="4224338"/>
            <a:ext cx="0" cy="38735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40CA413-C298-856D-364B-3A4EE5CC5565}"/>
              </a:ext>
            </a:extLst>
          </p:cNvPr>
          <p:cNvCxnSpPr>
            <a:cxnSpLocks/>
          </p:cNvCxnSpPr>
          <p:nvPr/>
        </p:nvCxnSpPr>
        <p:spPr>
          <a:xfrm>
            <a:off x="5924551" y="2512219"/>
            <a:ext cx="0" cy="235744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CE72557-9AC3-5B2D-6115-0F656283A505}"/>
              </a:ext>
            </a:extLst>
          </p:cNvPr>
          <p:cNvCxnSpPr>
            <a:cxnSpLocks/>
          </p:cNvCxnSpPr>
          <p:nvPr/>
        </p:nvCxnSpPr>
        <p:spPr>
          <a:xfrm>
            <a:off x="5938838" y="2747963"/>
            <a:ext cx="145258" cy="6429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D66B10C-7551-6900-4284-6FF60C246EB3}"/>
              </a:ext>
            </a:extLst>
          </p:cNvPr>
          <p:cNvCxnSpPr>
            <a:cxnSpLocks/>
          </p:cNvCxnSpPr>
          <p:nvPr/>
        </p:nvCxnSpPr>
        <p:spPr>
          <a:xfrm>
            <a:off x="5765800" y="2447925"/>
            <a:ext cx="142083" cy="6429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C6D05C2-5F10-DBC5-E906-A144D3372E94}"/>
              </a:ext>
            </a:extLst>
          </p:cNvPr>
          <p:cNvCxnSpPr>
            <a:cxnSpLocks/>
          </p:cNvCxnSpPr>
          <p:nvPr/>
        </p:nvCxnSpPr>
        <p:spPr>
          <a:xfrm>
            <a:off x="5600701" y="2364582"/>
            <a:ext cx="0" cy="138112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A45B023-564B-536B-2CAC-09152B6C0CAD}"/>
              </a:ext>
            </a:extLst>
          </p:cNvPr>
          <p:cNvCxnSpPr>
            <a:cxnSpLocks/>
          </p:cNvCxnSpPr>
          <p:nvPr/>
        </p:nvCxnSpPr>
        <p:spPr>
          <a:xfrm flipV="1">
            <a:off x="5281613" y="2447925"/>
            <a:ext cx="481012" cy="180975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E6A7B7C-FB44-90C5-431F-2CDC77999B84}"/>
              </a:ext>
            </a:extLst>
          </p:cNvPr>
          <p:cNvCxnSpPr>
            <a:cxnSpLocks/>
          </p:cNvCxnSpPr>
          <p:nvPr/>
        </p:nvCxnSpPr>
        <p:spPr>
          <a:xfrm flipV="1">
            <a:off x="3652838" y="2497931"/>
            <a:ext cx="0" cy="152400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D7F2F8D-23F0-867C-1A40-A4E2295CF4B0}"/>
              </a:ext>
            </a:extLst>
          </p:cNvPr>
          <p:cNvCxnSpPr>
            <a:cxnSpLocks/>
          </p:cNvCxnSpPr>
          <p:nvPr/>
        </p:nvCxnSpPr>
        <p:spPr>
          <a:xfrm flipV="1">
            <a:off x="3817144" y="2705100"/>
            <a:ext cx="0" cy="11906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ABFA40A-DF61-6BBF-0B1C-40E26A2F4AC2}"/>
              </a:ext>
            </a:extLst>
          </p:cNvPr>
          <p:cNvCxnSpPr>
            <a:cxnSpLocks/>
          </p:cNvCxnSpPr>
          <p:nvPr/>
        </p:nvCxnSpPr>
        <p:spPr>
          <a:xfrm flipH="1" flipV="1">
            <a:off x="3650456" y="2628899"/>
            <a:ext cx="161925" cy="7620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640EB57-F128-75D5-980E-AE677ED75A78}"/>
              </a:ext>
            </a:extLst>
          </p:cNvPr>
          <p:cNvCxnSpPr>
            <a:cxnSpLocks/>
          </p:cNvCxnSpPr>
          <p:nvPr/>
        </p:nvCxnSpPr>
        <p:spPr>
          <a:xfrm flipH="1">
            <a:off x="3821906" y="2693194"/>
            <a:ext cx="319088" cy="11906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846DEDC-198B-A195-73E6-E2F1995E27EC}"/>
              </a:ext>
            </a:extLst>
          </p:cNvPr>
          <p:cNvCxnSpPr>
            <a:cxnSpLocks/>
          </p:cNvCxnSpPr>
          <p:nvPr/>
        </p:nvCxnSpPr>
        <p:spPr>
          <a:xfrm flipV="1">
            <a:off x="4143375" y="2693193"/>
            <a:ext cx="0" cy="11906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4494985-ADFD-1FE4-5D03-AA286AFA974E}"/>
              </a:ext>
            </a:extLst>
          </p:cNvPr>
          <p:cNvCxnSpPr>
            <a:cxnSpLocks/>
          </p:cNvCxnSpPr>
          <p:nvPr/>
        </p:nvCxnSpPr>
        <p:spPr>
          <a:xfrm flipH="1" flipV="1">
            <a:off x="4150518" y="2824162"/>
            <a:ext cx="161925" cy="7620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7BFA742-B2BF-AD89-25F8-F9DC487BBBE1}"/>
              </a:ext>
            </a:extLst>
          </p:cNvPr>
          <p:cNvCxnSpPr>
            <a:cxnSpLocks/>
          </p:cNvCxnSpPr>
          <p:nvPr/>
        </p:nvCxnSpPr>
        <p:spPr>
          <a:xfrm flipV="1">
            <a:off x="4305300" y="2890837"/>
            <a:ext cx="0" cy="11906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B1C0EE5-C7AE-F44D-2E44-92FC440DE034}"/>
              </a:ext>
            </a:extLst>
          </p:cNvPr>
          <p:cNvCxnSpPr>
            <a:cxnSpLocks/>
          </p:cNvCxnSpPr>
          <p:nvPr/>
        </p:nvCxnSpPr>
        <p:spPr>
          <a:xfrm flipH="1" flipV="1">
            <a:off x="4310062" y="3005137"/>
            <a:ext cx="311944" cy="142876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6DCE5FC-A3CE-163B-96BA-9FD2A8322B25}"/>
              </a:ext>
            </a:extLst>
          </p:cNvPr>
          <p:cNvCxnSpPr>
            <a:cxnSpLocks/>
          </p:cNvCxnSpPr>
          <p:nvPr/>
        </p:nvCxnSpPr>
        <p:spPr>
          <a:xfrm flipH="1" flipV="1">
            <a:off x="5300663" y="4314825"/>
            <a:ext cx="457200" cy="158115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40C6330C-4D17-0AC3-49CA-4D2378FCBF6C}"/>
              </a:ext>
            </a:extLst>
          </p:cNvPr>
          <p:cNvCxnSpPr>
            <a:cxnSpLocks/>
          </p:cNvCxnSpPr>
          <p:nvPr/>
        </p:nvCxnSpPr>
        <p:spPr>
          <a:xfrm>
            <a:off x="5270500" y="1475740"/>
            <a:ext cx="811213" cy="1317466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  <a:prstDash val="dash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988F624-BAA6-DD77-BF9D-31B4827415E9}"/>
              </a:ext>
            </a:extLst>
          </p:cNvPr>
          <p:cNvCxnSpPr>
            <a:cxnSpLocks/>
          </p:cNvCxnSpPr>
          <p:nvPr/>
        </p:nvCxnSpPr>
        <p:spPr>
          <a:xfrm>
            <a:off x="2712720" y="2133600"/>
            <a:ext cx="1904526" cy="1007268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  <a:prstDash val="dash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E7CCB93-AF78-A8F3-C672-8BC4909DBFB6}"/>
              </a:ext>
            </a:extLst>
          </p:cNvPr>
          <p:cNvCxnSpPr>
            <a:cxnSpLocks/>
          </p:cNvCxnSpPr>
          <p:nvPr/>
        </p:nvCxnSpPr>
        <p:spPr>
          <a:xfrm flipH="1" flipV="1">
            <a:off x="4177506" y="1933574"/>
            <a:ext cx="264319" cy="10795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B722FA8C-025D-44DE-E948-210EFAF89A5E}"/>
              </a:ext>
            </a:extLst>
          </p:cNvPr>
          <p:cNvCxnSpPr>
            <a:cxnSpLocks/>
          </p:cNvCxnSpPr>
          <p:nvPr/>
        </p:nvCxnSpPr>
        <p:spPr>
          <a:xfrm flipV="1">
            <a:off x="4159250" y="1990725"/>
            <a:ext cx="149225" cy="63500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2251234-CA7E-0832-BF69-40BB858F2E72}"/>
              </a:ext>
            </a:extLst>
          </p:cNvPr>
          <p:cNvSpPr/>
          <p:nvPr/>
        </p:nvSpPr>
        <p:spPr>
          <a:xfrm>
            <a:off x="7174673" y="3792834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C91DEF7-5547-67A2-4186-727952AE8B9C}"/>
              </a:ext>
            </a:extLst>
          </p:cNvPr>
          <p:cNvSpPr/>
          <p:nvPr/>
        </p:nvSpPr>
        <p:spPr>
          <a:xfrm>
            <a:off x="6936548" y="4750096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28E9305-AF52-0A93-869D-28449C70C53B}"/>
              </a:ext>
            </a:extLst>
          </p:cNvPr>
          <p:cNvSpPr/>
          <p:nvPr/>
        </p:nvSpPr>
        <p:spPr>
          <a:xfrm>
            <a:off x="5426835" y="4826296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E1B29C5-15C2-6000-0FA2-3299B3DCC5B7}"/>
              </a:ext>
            </a:extLst>
          </p:cNvPr>
          <p:cNvSpPr/>
          <p:nvPr/>
        </p:nvSpPr>
        <p:spPr>
          <a:xfrm>
            <a:off x="4474335" y="5959771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D11C1ED-88D0-2ED5-70FC-0869789F5FFC}"/>
              </a:ext>
            </a:extLst>
          </p:cNvPr>
          <p:cNvSpPr/>
          <p:nvPr/>
        </p:nvSpPr>
        <p:spPr>
          <a:xfrm>
            <a:off x="3779010" y="5564484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D02DE1B-6EDA-CFED-74B3-272C3CB8C5FE}"/>
              </a:ext>
            </a:extLst>
          </p:cNvPr>
          <p:cNvSpPr/>
          <p:nvPr/>
        </p:nvSpPr>
        <p:spPr>
          <a:xfrm>
            <a:off x="4345748" y="4569122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E2B8EEE-80E3-E70A-41F5-8FCDF5A9C179}"/>
              </a:ext>
            </a:extLst>
          </p:cNvPr>
          <p:cNvSpPr/>
          <p:nvPr/>
        </p:nvSpPr>
        <p:spPr>
          <a:xfrm>
            <a:off x="5564948" y="2411709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9EE8E60-3C55-D38B-37A9-B429B930D30C}"/>
              </a:ext>
            </a:extLst>
          </p:cNvPr>
          <p:cNvSpPr/>
          <p:nvPr/>
        </p:nvSpPr>
        <p:spPr>
          <a:xfrm>
            <a:off x="4702935" y="1192510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EF06334-979D-2B61-C5A0-642CA262AC81}"/>
              </a:ext>
            </a:extLst>
          </p:cNvPr>
          <p:cNvSpPr/>
          <p:nvPr/>
        </p:nvSpPr>
        <p:spPr>
          <a:xfrm>
            <a:off x="3374198" y="1706860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1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7EC219E-CACC-C3F9-DA74-67382A8199B9}"/>
              </a:ext>
            </a:extLst>
          </p:cNvPr>
          <p:cNvSpPr/>
          <p:nvPr/>
        </p:nvSpPr>
        <p:spPr>
          <a:xfrm>
            <a:off x="2374073" y="2078334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2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CABDE9F-E228-61D8-7357-F7C522A1F2A5}"/>
              </a:ext>
            </a:extLst>
          </p:cNvPr>
          <p:cNvSpPr/>
          <p:nvPr/>
        </p:nvSpPr>
        <p:spPr>
          <a:xfrm>
            <a:off x="2269297" y="3421359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1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8CFACC0-44E9-A96C-ECDA-8C554AF67248}"/>
              </a:ext>
            </a:extLst>
          </p:cNvPr>
          <p:cNvSpPr/>
          <p:nvPr/>
        </p:nvSpPr>
        <p:spPr>
          <a:xfrm>
            <a:off x="2888422" y="4059534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1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DE3E889-4A8F-EF37-83D7-27693EEECD4B}"/>
              </a:ext>
            </a:extLst>
          </p:cNvPr>
          <p:cNvSpPr/>
          <p:nvPr/>
        </p:nvSpPr>
        <p:spPr>
          <a:xfrm>
            <a:off x="4226685" y="1997373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1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5BBA1B03-DA33-F9BC-5B7E-FA67A8E3F6FF}"/>
              </a:ext>
            </a:extLst>
          </p:cNvPr>
          <p:cNvCxnSpPr>
            <a:cxnSpLocks/>
          </p:cNvCxnSpPr>
          <p:nvPr/>
        </p:nvCxnSpPr>
        <p:spPr>
          <a:xfrm flipV="1">
            <a:off x="7058024" y="3476625"/>
            <a:ext cx="0" cy="360045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672538D1-0C07-94C7-B528-43ED3787C9D6}"/>
              </a:ext>
            </a:extLst>
          </p:cNvPr>
          <p:cNvCxnSpPr>
            <a:cxnSpLocks/>
          </p:cNvCxnSpPr>
          <p:nvPr/>
        </p:nvCxnSpPr>
        <p:spPr>
          <a:xfrm flipH="1" flipV="1">
            <a:off x="7059930" y="3829050"/>
            <a:ext cx="306705" cy="13954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863264-5C60-E5F6-03DE-EEE866D9BD40}"/>
              </a:ext>
            </a:extLst>
          </p:cNvPr>
          <p:cNvCxnSpPr>
            <a:cxnSpLocks/>
          </p:cNvCxnSpPr>
          <p:nvPr/>
        </p:nvCxnSpPr>
        <p:spPr>
          <a:xfrm flipH="1" flipV="1">
            <a:off x="5441156" y="3588544"/>
            <a:ext cx="321469" cy="138112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C82F0A-35D6-C098-12DA-8681719A3D92}"/>
              </a:ext>
            </a:extLst>
          </p:cNvPr>
          <p:cNvCxnSpPr>
            <a:cxnSpLocks/>
          </p:cNvCxnSpPr>
          <p:nvPr/>
        </p:nvCxnSpPr>
        <p:spPr>
          <a:xfrm>
            <a:off x="5437186" y="4757737"/>
            <a:ext cx="0" cy="36433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30398B-C375-F2A9-0AEB-9BB5A3595CF8}"/>
              </a:ext>
            </a:extLst>
          </p:cNvPr>
          <p:cNvCxnSpPr>
            <a:cxnSpLocks/>
          </p:cNvCxnSpPr>
          <p:nvPr/>
        </p:nvCxnSpPr>
        <p:spPr>
          <a:xfrm>
            <a:off x="5283992" y="4681536"/>
            <a:ext cx="146050" cy="666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1EBB5FE-5956-6376-E344-30D21187EA6E}"/>
              </a:ext>
            </a:extLst>
          </p:cNvPr>
          <p:cNvCxnSpPr>
            <a:cxnSpLocks/>
          </p:cNvCxnSpPr>
          <p:nvPr/>
        </p:nvCxnSpPr>
        <p:spPr>
          <a:xfrm>
            <a:off x="5287167" y="4307681"/>
            <a:ext cx="0" cy="36433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755951-8C00-3C4D-275C-C646BE027B7A}"/>
              </a:ext>
            </a:extLst>
          </p:cNvPr>
          <p:cNvCxnSpPr>
            <a:cxnSpLocks/>
          </p:cNvCxnSpPr>
          <p:nvPr/>
        </p:nvCxnSpPr>
        <p:spPr>
          <a:xfrm>
            <a:off x="5433223" y="3214688"/>
            <a:ext cx="0" cy="364846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85E8AD4-1521-D842-E1DC-BE1DEA568CF2}"/>
              </a:ext>
            </a:extLst>
          </p:cNvPr>
          <p:cNvSpPr/>
          <p:nvPr/>
        </p:nvSpPr>
        <p:spPr>
          <a:xfrm>
            <a:off x="6400766" y="3504703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2319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4000" r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42" y="0"/>
            <a:ext cx="9933678" cy="7451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25FB8E-264C-9FEE-37C9-362131047B3F}"/>
              </a:ext>
            </a:extLst>
          </p:cNvPr>
          <p:cNvGrpSpPr/>
          <p:nvPr/>
        </p:nvGrpSpPr>
        <p:grpSpPr>
          <a:xfrm>
            <a:off x="4961736" y="3781941"/>
            <a:ext cx="317495" cy="891660"/>
            <a:chOff x="-105432" y="4085133"/>
            <a:chExt cx="317495" cy="106033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2A90BA8-170C-B608-C78A-C33A7C7AE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05432" y="4085133"/>
              <a:ext cx="317495" cy="1636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D25FEA4D-52BD-2C59-561A-5E9A24798B13}"/>
                </a:ext>
              </a:extLst>
            </p:cNvPr>
            <p:cNvCxnSpPr>
              <a:cxnSpLocks/>
            </p:cNvCxnSpPr>
            <p:nvPr/>
          </p:nvCxnSpPr>
          <p:spPr>
            <a:xfrm>
              <a:off x="210851" y="4390909"/>
              <a:ext cx="0" cy="7545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FF5BAA-87FD-7AA3-9D95-FA9643ADB8D1}"/>
              </a:ext>
            </a:extLst>
          </p:cNvPr>
          <p:cNvGrpSpPr/>
          <p:nvPr/>
        </p:nvGrpSpPr>
        <p:grpSpPr>
          <a:xfrm>
            <a:off x="2195513" y="1473994"/>
            <a:ext cx="5198269" cy="4555330"/>
            <a:chOff x="1766787" y="-1827595"/>
            <a:chExt cx="9313361" cy="816145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9E107F-0D49-F842-9579-E864A4A818AE}"/>
                </a:ext>
              </a:extLst>
            </p:cNvPr>
            <p:cNvCxnSpPr>
              <a:cxnSpLocks/>
            </p:cNvCxnSpPr>
            <p:nvPr/>
          </p:nvCxnSpPr>
          <p:spPr>
            <a:xfrm>
              <a:off x="2071086" y="698061"/>
              <a:ext cx="0" cy="277310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5C8ACE1-9C1A-AD7B-3A3E-0293985BC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8814" y="2671656"/>
              <a:ext cx="0" cy="90616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D39B489-BAE1-1EB3-0ABC-66A49675D7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6787" y="553005"/>
              <a:ext cx="302907" cy="15358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82DF2A2-582C-7188-BF56-1DF12E8C48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2753" y="1504393"/>
              <a:ext cx="887395" cy="34983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69AC579-078D-673F-1442-6316E17C61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441" y="361024"/>
              <a:ext cx="0" cy="21772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A4B8B53-AD99-C3E5-9469-8534B2D8C1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8227" y="3454097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DCE77D4-7C99-57A2-CA6C-FEB6F60A9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7006" y="3539423"/>
              <a:ext cx="0" cy="26877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4D9F20D-AF74-5F66-EBBC-9B0B7068A1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4206" y="3791134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BDF4322-BD00-4C19-7DF2-D873B7B7B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3149" y="4810783"/>
              <a:ext cx="0" cy="24744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020FB51-1B66-CA76-F09F-BCED0F26B7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23149" y="5041164"/>
              <a:ext cx="563153" cy="24318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AD60487-80DD-E184-437D-8D0C3FB5A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6302" y="5288609"/>
              <a:ext cx="0" cy="43089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2CCBE8B-F10C-E69F-A79B-C75D23019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3504" y="5723774"/>
              <a:ext cx="1446278" cy="5759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0CE4AFE-ACCD-A28E-38A0-91DBEF980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6848" y="6197335"/>
              <a:ext cx="290109" cy="13652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4A61C8E-0389-7246-3B3A-0AEF5CC8F4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0082" y="5962687"/>
              <a:ext cx="285843" cy="1194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05B17D3-C561-BD0C-2DCC-998CA71728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5790" y="5958420"/>
              <a:ext cx="268778" cy="1407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C119EB8-A101-E416-897C-04113865D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0301" y="5258746"/>
              <a:ext cx="2009435" cy="83619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E72E048-1B75-EDBA-1648-67DE8A959B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4000" y="4815048"/>
              <a:ext cx="0" cy="45223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812F6BA-DC6C-BC2E-7ACD-B59A50E21D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08266" y="4584670"/>
              <a:ext cx="584486" cy="22184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2AA9311-0FAF-2E4A-FA6D-37C3515166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2970" y="3556488"/>
              <a:ext cx="294379" cy="14931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03995EE-AC97-4CA2-8544-8B7AAD698C2C}"/>
                </a:ext>
              </a:extLst>
            </p:cNvPr>
            <p:cNvCxnSpPr>
              <a:cxnSpLocks/>
            </p:cNvCxnSpPr>
            <p:nvPr/>
          </p:nvCxnSpPr>
          <p:spPr>
            <a:xfrm>
              <a:off x="6997286" y="-1720938"/>
              <a:ext cx="1740656" cy="71247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941AE49-B97B-3C11-3731-B9C596055F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6978" y="-1827595"/>
              <a:ext cx="3438651" cy="139935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79B5008-87A3-3277-4FBA-E61D27F79E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2426" y="1760372"/>
              <a:ext cx="296083" cy="11604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F81DB9D-00A6-2A2E-21DA-BFFA079F02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1502" y="3705808"/>
              <a:ext cx="0" cy="18345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943171B8-50B6-2E85-C49E-D74595CCA4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0240" y="4699859"/>
              <a:ext cx="294377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AE79444-A710-565C-B054-0AC5A2A469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19519" y="1747572"/>
              <a:ext cx="290109" cy="11092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EB5F013-2756-B126-2EA0-5EE2ABC8CA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15948" y="1724536"/>
              <a:ext cx="302909" cy="14505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E0A184F-7CCB-88B1-1ABB-C35E2CC996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9095" y="1736480"/>
              <a:ext cx="276457" cy="11348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5664B73-966B-18C7-102A-ECF60E72E8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1599" y="1504393"/>
              <a:ext cx="290109" cy="11945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153CF0B-60F8-DB98-5F13-CB3531F02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0240" y="1500127"/>
              <a:ext cx="1732124" cy="69114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CF01236-E27B-4604-63E4-10D4B501B4BD}"/>
                </a:ext>
              </a:extLst>
            </p:cNvPr>
            <p:cNvCxnSpPr>
              <a:cxnSpLocks/>
            </p:cNvCxnSpPr>
            <p:nvPr/>
          </p:nvCxnSpPr>
          <p:spPr>
            <a:xfrm>
              <a:off x="3038147" y="2709199"/>
              <a:ext cx="473559" cy="18174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10D3807-63ED-9977-DEE4-9D2F072B01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7333" y="2423356"/>
              <a:ext cx="281576" cy="16212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F3DB103-65FF-09C8-0B51-CD1E931A9246}"/>
                </a:ext>
              </a:extLst>
            </p:cNvPr>
            <p:cNvCxnSpPr>
              <a:cxnSpLocks/>
            </p:cNvCxnSpPr>
            <p:nvPr/>
          </p:nvCxnSpPr>
          <p:spPr>
            <a:xfrm>
              <a:off x="2952821" y="2178471"/>
              <a:ext cx="546086" cy="23038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B9E9E48-5219-C4D1-8B41-E6E2AF06A254}"/>
                </a:ext>
              </a:extLst>
            </p:cNvPr>
            <p:cNvCxnSpPr>
              <a:cxnSpLocks/>
            </p:cNvCxnSpPr>
            <p:nvPr/>
          </p:nvCxnSpPr>
          <p:spPr>
            <a:xfrm>
              <a:off x="3221599" y="2596569"/>
              <a:ext cx="0" cy="17918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EC9C4A-8003-34C0-074B-B14E0F685126}"/>
              </a:ext>
            </a:extLst>
          </p:cNvPr>
          <p:cNvCxnSpPr>
            <a:cxnSpLocks/>
          </p:cNvCxnSpPr>
          <p:nvPr/>
        </p:nvCxnSpPr>
        <p:spPr>
          <a:xfrm flipV="1">
            <a:off x="5434013" y="3538538"/>
            <a:ext cx="795337" cy="309563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9ADAE8E0-783A-42C5-3509-2F0D8CB3E06D}"/>
              </a:ext>
            </a:extLst>
          </p:cNvPr>
          <p:cNvSpPr txBox="1"/>
          <p:nvPr/>
        </p:nvSpPr>
        <p:spPr>
          <a:xfrm>
            <a:off x="4533900" y="204216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14.02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61DCAB-572E-A7E6-8063-2D3028DB343C}"/>
              </a:ext>
            </a:extLst>
          </p:cNvPr>
          <p:cNvCxnSpPr>
            <a:cxnSpLocks/>
          </p:cNvCxnSpPr>
          <p:nvPr/>
        </p:nvCxnSpPr>
        <p:spPr>
          <a:xfrm flipH="1" flipV="1">
            <a:off x="6088857" y="3450431"/>
            <a:ext cx="159543" cy="83344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4199E53-E80A-04CF-DF3F-A450D78C77BE}"/>
              </a:ext>
            </a:extLst>
          </p:cNvPr>
          <p:cNvCxnSpPr>
            <a:cxnSpLocks/>
          </p:cNvCxnSpPr>
          <p:nvPr/>
        </p:nvCxnSpPr>
        <p:spPr>
          <a:xfrm>
            <a:off x="5453061" y="5124449"/>
            <a:ext cx="146050" cy="666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D1C9E66-28D3-4EE9-9242-FD29FF9A9FC9}"/>
              </a:ext>
            </a:extLst>
          </p:cNvPr>
          <p:cNvCxnSpPr>
            <a:cxnSpLocks/>
          </p:cNvCxnSpPr>
          <p:nvPr/>
        </p:nvCxnSpPr>
        <p:spPr>
          <a:xfrm flipV="1">
            <a:off x="5295899" y="5117306"/>
            <a:ext cx="152401" cy="61911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ED9FDA2-3B4B-E3A7-7044-DDD3D65586F6}"/>
              </a:ext>
            </a:extLst>
          </p:cNvPr>
          <p:cNvCxnSpPr>
            <a:cxnSpLocks/>
          </p:cNvCxnSpPr>
          <p:nvPr/>
        </p:nvCxnSpPr>
        <p:spPr>
          <a:xfrm>
            <a:off x="3978275" y="4806949"/>
            <a:ext cx="0" cy="25479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B626FD9-A051-78BE-A4F0-67F7070E90C6}"/>
              </a:ext>
            </a:extLst>
          </p:cNvPr>
          <p:cNvCxnSpPr>
            <a:cxnSpLocks/>
          </p:cNvCxnSpPr>
          <p:nvPr/>
        </p:nvCxnSpPr>
        <p:spPr>
          <a:xfrm flipV="1">
            <a:off x="3975100" y="4610100"/>
            <a:ext cx="508000" cy="2063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773769F-F779-86DD-6D67-0BCE08A04050}"/>
              </a:ext>
            </a:extLst>
          </p:cNvPr>
          <p:cNvCxnSpPr>
            <a:cxnSpLocks/>
          </p:cNvCxnSpPr>
          <p:nvPr/>
        </p:nvCxnSpPr>
        <p:spPr>
          <a:xfrm>
            <a:off x="4476750" y="4610100"/>
            <a:ext cx="146050" cy="666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2482744-C373-8976-CD10-2A88D0C532C5}"/>
              </a:ext>
            </a:extLst>
          </p:cNvPr>
          <p:cNvCxnSpPr>
            <a:cxnSpLocks/>
          </p:cNvCxnSpPr>
          <p:nvPr/>
        </p:nvCxnSpPr>
        <p:spPr>
          <a:xfrm>
            <a:off x="4466431" y="4224338"/>
            <a:ext cx="0" cy="38735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40CA413-C298-856D-364B-3A4EE5CC5565}"/>
              </a:ext>
            </a:extLst>
          </p:cNvPr>
          <p:cNvCxnSpPr>
            <a:cxnSpLocks/>
          </p:cNvCxnSpPr>
          <p:nvPr/>
        </p:nvCxnSpPr>
        <p:spPr>
          <a:xfrm>
            <a:off x="5924551" y="2512219"/>
            <a:ext cx="0" cy="235744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CE72557-9AC3-5B2D-6115-0F656283A505}"/>
              </a:ext>
            </a:extLst>
          </p:cNvPr>
          <p:cNvCxnSpPr>
            <a:cxnSpLocks/>
          </p:cNvCxnSpPr>
          <p:nvPr/>
        </p:nvCxnSpPr>
        <p:spPr>
          <a:xfrm>
            <a:off x="5938838" y="2747963"/>
            <a:ext cx="145258" cy="6429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D66B10C-7551-6900-4284-6FF60C246EB3}"/>
              </a:ext>
            </a:extLst>
          </p:cNvPr>
          <p:cNvCxnSpPr>
            <a:cxnSpLocks/>
          </p:cNvCxnSpPr>
          <p:nvPr/>
        </p:nvCxnSpPr>
        <p:spPr>
          <a:xfrm>
            <a:off x="5765800" y="2447925"/>
            <a:ext cx="142083" cy="6429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C6D05C2-5F10-DBC5-E906-A144D3372E94}"/>
              </a:ext>
            </a:extLst>
          </p:cNvPr>
          <p:cNvCxnSpPr>
            <a:cxnSpLocks/>
          </p:cNvCxnSpPr>
          <p:nvPr/>
        </p:nvCxnSpPr>
        <p:spPr>
          <a:xfrm>
            <a:off x="5600701" y="2364582"/>
            <a:ext cx="0" cy="138112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A45B023-564B-536B-2CAC-09152B6C0CAD}"/>
              </a:ext>
            </a:extLst>
          </p:cNvPr>
          <p:cNvCxnSpPr>
            <a:cxnSpLocks/>
          </p:cNvCxnSpPr>
          <p:nvPr/>
        </p:nvCxnSpPr>
        <p:spPr>
          <a:xfrm flipV="1">
            <a:off x="5281613" y="2447925"/>
            <a:ext cx="481012" cy="180975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E6A7B7C-FB44-90C5-431F-2CDC77999B84}"/>
              </a:ext>
            </a:extLst>
          </p:cNvPr>
          <p:cNvCxnSpPr>
            <a:cxnSpLocks/>
          </p:cNvCxnSpPr>
          <p:nvPr/>
        </p:nvCxnSpPr>
        <p:spPr>
          <a:xfrm flipV="1">
            <a:off x="3652838" y="2497931"/>
            <a:ext cx="0" cy="152400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D7F2F8D-23F0-867C-1A40-A4E2295CF4B0}"/>
              </a:ext>
            </a:extLst>
          </p:cNvPr>
          <p:cNvCxnSpPr>
            <a:cxnSpLocks/>
          </p:cNvCxnSpPr>
          <p:nvPr/>
        </p:nvCxnSpPr>
        <p:spPr>
          <a:xfrm flipV="1">
            <a:off x="3817144" y="2705100"/>
            <a:ext cx="0" cy="11906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ABFA40A-DF61-6BBF-0B1C-40E26A2F4AC2}"/>
              </a:ext>
            </a:extLst>
          </p:cNvPr>
          <p:cNvCxnSpPr>
            <a:cxnSpLocks/>
          </p:cNvCxnSpPr>
          <p:nvPr/>
        </p:nvCxnSpPr>
        <p:spPr>
          <a:xfrm flipH="1" flipV="1">
            <a:off x="3650456" y="2628899"/>
            <a:ext cx="161925" cy="7620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640EB57-F128-75D5-980E-AE677ED75A78}"/>
              </a:ext>
            </a:extLst>
          </p:cNvPr>
          <p:cNvCxnSpPr>
            <a:cxnSpLocks/>
          </p:cNvCxnSpPr>
          <p:nvPr/>
        </p:nvCxnSpPr>
        <p:spPr>
          <a:xfrm flipH="1">
            <a:off x="3821906" y="2693194"/>
            <a:ext cx="319088" cy="11906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846DEDC-198B-A195-73E6-E2F1995E27EC}"/>
              </a:ext>
            </a:extLst>
          </p:cNvPr>
          <p:cNvCxnSpPr>
            <a:cxnSpLocks/>
          </p:cNvCxnSpPr>
          <p:nvPr/>
        </p:nvCxnSpPr>
        <p:spPr>
          <a:xfrm flipV="1">
            <a:off x="4143375" y="2693193"/>
            <a:ext cx="0" cy="11906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4494985-ADFD-1FE4-5D03-AA286AFA974E}"/>
              </a:ext>
            </a:extLst>
          </p:cNvPr>
          <p:cNvCxnSpPr>
            <a:cxnSpLocks/>
          </p:cNvCxnSpPr>
          <p:nvPr/>
        </p:nvCxnSpPr>
        <p:spPr>
          <a:xfrm flipH="1" flipV="1">
            <a:off x="4150518" y="2824162"/>
            <a:ext cx="161925" cy="7620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7BFA742-B2BF-AD89-25F8-F9DC487BBBE1}"/>
              </a:ext>
            </a:extLst>
          </p:cNvPr>
          <p:cNvCxnSpPr>
            <a:cxnSpLocks/>
          </p:cNvCxnSpPr>
          <p:nvPr/>
        </p:nvCxnSpPr>
        <p:spPr>
          <a:xfrm flipV="1">
            <a:off x="4305300" y="2890837"/>
            <a:ext cx="0" cy="11906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B1C0EE5-C7AE-F44D-2E44-92FC440DE034}"/>
              </a:ext>
            </a:extLst>
          </p:cNvPr>
          <p:cNvCxnSpPr>
            <a:cxnSpLocks/>
          </p:cNvCxnSpPr>
          <p:nvPr/>
        </p:nvCxnSpPr>
        <p:spPr>
          <a:xfrm flipH="1" flipV="1">
            <a:off x="4310062" y="3005137"/>
            <a:ext cx="311944" cy="142876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17B8BF4-07E8-7C27-8A8A-D525F20CF279}"/>
              </a:ext>
            </a:extLst>
          </p:cNvPr>
          <p:cNvCxnSpPr>
            <a:cxnSpLocks/>
          </p:cNvCxnSpPr>
          <p:nvPr/>
        </p:nvCxnSpPr>
        <p:spPr>
          <a:xfrm flipV="1">
            <a:off x="5613400" y="2751931"/>
            <a:ext cx="318296" cy="137319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56B586F-D096-8C3E-BED7-7E3CFF5C3740}"/>
              </a:ext>
            </a:extLst>
          </p:cNvPr>
          <p:cNvCxnSpPr>
            <a:cxnSpLocks/>
          </p:cNvCxnSpPr>
          <p:nvPr/>
        </p:nvCxnSpPr>
        <p:spPr>
          <a:xfrm>
            <a:off x="5603876" y="2886869"/>
            <a:ext cx="0" cy="235744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E7AF63F-5990-1F9A-9CFD-FCD47CA9466A}"/>
              </a:ext>
            </a:extLst>
          </p:cNvPr>
          <p:cNvCxnSpPr>
            <a:cxnSpLocks/>
          </p:cNvCxnSpPr>
          <p:nvPr/>
        </p:nvCxnSpPr>
        <p:spPr>
          <a:xfrm flipV="1">
            <a:off x="5426075" y="3123406"/>
            <a:ext cx="184946" cy="92869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6DCE5FC-A3CE-163B-96BA-9FD2A8322B25}"/>
              </a:ext>
            </a:extLst>
          </p:cNvPr>
          <p:cNvCxnSpPr>
            <a:cxnSpLocks/>
          </p:cNvCxnSpPr>
          <p:nvPr/>
        </p:nvCxnSpPr>
        <p:spPr>
          <a:xfrm flipH="1" flipV="1">
            <a:off x="5292725" y="5183981"/>
            <a:ext cx="465138" cy="71438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40C6330C-4D17-0AC3-49CA-4D2378FCBF6C}"/>
              </a:ext>
            </a:extLst>
          </p:cNvPr>
          <p:cNvCxnSpPr>
            <a:cxnSpLocks/>
          </p:cNvCxnSpPr>
          <p:nvPr/>
        </p:nvCxnSpPr>
        <p:spPr>
          <a:xfrm>
            <a:off x="5270500" y="1475740"/>
            <a:ext cx="146846" cy="1741328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  <a:prstDash val="dash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988F624-BAA6-DD77-BF9D-31B4827415E9}"/>
              </a:ext>
            </a:extLst>
          </p:cNvPr>
          <p:cNvCxnSpPr>
            <a:cxnSpLocks/>
          </p:cNvCxnSpPr>
          <p:nvPr/>
        </p:nvCxnSpPr>
        <p:spPr>
          <a:xfrm>
            <a:off x="2712720" y="2133600"/>
            <a:ext cx="1904526" cy="1007268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  <a:prstDash val="dash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E7CCB93-AF78-A8F3-C672-8BC4909DBFB6}"/>
              </a:ext>
            </a:extLst>
          </p:cNvPr>
          <p:cNvCxnSpPr>
            <a:cxnSpLocks/>
          </p:cNvCxnSpPr>
          <p:nvPr/>
        </p:nvCxnSpPr>
        <p:spPr>
          <a:xfrm flipH="1" flipV="1">
            <a:off x="4177506" y="1933574"/>
            <a:ext cx="264319" cy="10795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B722FA8C-025D-44DE-E948-210EFAF89A5E}"/>
              </a:ext>
            </a:extLst>
          </p:cNvPr>
          <p:cNvCxnSpPr>
            <a:cxnSpLocks/>
          </p:cNvCxnSpPr>
          <p:nvPr/>
        </p:nvCxnSpPr>
        <p:spPr>
          <a:xfrm flipV="1">
            <a:off x="4159250" y="1990725"/>
            <a:ext cx="149225" cy="63500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2251234-CA7E-0832-BF69-40BB858F2E72}"/>
              </a:ext>
            </a:extLst>
          </p:cNvPr>
          <p:cNvSpPr/>
          <p:nvPr/>
        </p:nvSpPr>
        <p:spPr>
          <a:xfrm>
            <a:off x="7174673" y="3792834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C91DEF7-5547-67A2-4186-727952AE8B9C}"/>
              </a:ext>
            </a:extLst>
          </p:cNvPr>
          <p:cNvSpPr/>
          <p:nvPr/>
        </p:nvSpPr>
        <p:spPr>
          <a:xfrm>
            <a:off x="6936548" y="4750096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28E9305-AF52-0A93-869D-28449C70C53B}"/>
              </a:ext>
            </a:extLst>
          </p:cNvPr>
          <p:cNvSpPr/>
          <p:nvPr/>
        </p:nvSpPr>
        <p:spPr>
          <a:xfrm>
            <a:off x="5426835" y="4826296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AF18785-B634-3FD7-748B-D8FEC06D8678}"/>
              </a:ext>
            </a:extLst>
          </p:cNvPr>
          <p:cNvSpPr/>
          <p:nvPr/>
        </p:nvSpPr>
        <p:spPr>
          <a:xfrm>
            <a:off x="5907848" y="5526384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E1B29C5-15C2-6000-0FA2-3299B3DCC5B7}"/>
              </a:ext>
            </a:extLst>
          </p:cNvPr>
          <p:cNvSpPr/>
          <p:nvPr/>
        </p:nvSpPr>
        <p:spPr>
          <a:xfrm>
            <a:off x="4474335" y="5959771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D11C1ED-88D0-2ED5-70FC-0869789F5FFC}"/>
              </a:ext>
            </a:extLst>
          </p:cNvPr>
          <p:cNvSpPr/>
          <p:nvPr/>
        </p:nvSpPr>
        <p:spPr>
          <a:xfrm>
            <a:off x="3779010" y="5564484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D02DE1B-6EDA-CFED-74B3-272C3CB8C5FE}"/>
              </a:ext>
            </a:extLst>
          </p:cNvPr>
          <p:cNvSpPr/>
          <p:nvPr/>
        </p:nvSpPr>
        <p:spPr>
          <a:xfrm>
            <a:off x="4345748" y="4569122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E2B8EEE-80E3-E70A-41F5-8FCDF5A9C179}"/>
              </a:ext>
            </a:extLst>
          </p:cNvPr>
          <p:cNvSpPr/>
          <p:nvPr/>
        </p:nvSpPr>
        <p:spPr>
          <a:xfrm>
            <a:off x="5564948" y="2411709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2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8A8964F-0E6D-2A48-BDD7-7D844AA3D5EE}"/>
              </a:ext>
            </a:extLst>
          </p:cNvPr>
          <p:cNvSpPr/>
          <p:nvPr/>
        </p:nvSpPr>
        <p:spPr>
          <a:xfrm>
            <a:off x="5926898" y="2749847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9EE8E60-3C55-D38B-37A9-B429B930D30C}"/>
              </a:ext>
            </a:extLst>
          </p:cNvPr>
          <p:cNvSpPr/>
          <p:nvPr/>
        </p:nvSpPr>
        <p:spPr>
          <a:xfrm>
            <a:off x="4702935" y="1192510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EF06334-979D-2B61-C5A0-642CA262AC81}"/>
              </a:ext>
            </a:extLst>
          </p:cNvPr>
          <p:cNvSpPr/>
          <p:nvPr/>
        </p:nvSpPr>
        <p:spPr>
          <a:xfrm>
            <a:off x="3374198" y="1706860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1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7EC219E-CACC-C3F9-DA74-67382A8199B9}"/>
              </a:ext>
            </a:extLst>
          </p:cNvPr>
          <p:cNvSpPr/>
          <p:nvPr/>
        </p:nvSpPr>
        <p:spPr>
          <a:xfrm>
            <a:off x="2374073" y="2078334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2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CABDE9F-E228-61D8-7357-F7C522A1F2A5}"/>
              </a:ext>
            </a:extLst>
          </p:cNvPr>
          <p:cNvSpPr/>
          <p:nvPr/>
        </p:nvSpPr>
        <p:spPr>
          <a:xfrm>
            <a:off x="2269297" y="3421359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1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8CFACC0-44E9-A96C-ECDA-8C554AF67248}"/>
              </a:ext>
            </a:extLst>
          </p:cNvPr>
          <p:cNvSpPr/>
          <p:nvPr/>
        </p:nvSpPr>
        <p:spPr>
          <a:xfrm>
            <a:off x="2888422" y="4059534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1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DE3E889-4A8F-EF37-83D7-27693EEECD4B}"/>
              </a:ext>
            </a:extLst>
          </p:cNvPr>
          <p:cNvSpPr/>
          <p:nvPr/>
        </p:nvSpPr>
        <p:spPr>
          <a:xfrm>
            <a:off x="4226685" y="1997373"/>
            <a:ext cx="3016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/>
              </a:rPr>
              <a:t>1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5BBA1B03-DA33-F9BC-5B7E-FA67A8E3F6FF}"/>
              </a:ext>
            </a:extLst>
          </p:cNvPr>
          <p:cNvCxnSpPr>
            <a:cxnSpLocks/>
          </p:cNvCxnSpPr>
          <p:nvPr/>
        </p:nvCxnSpPr>
        <p:spPr>
          <a:xfrm flipV="1">
            <a:off x="7058024" y="3476625"/>
            <a:ext cx="0" cy="360045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672538D1-0C07-94C7-B528-43ED3787C9D6}"/>
              </a:ext>
            </a:extLst>
          </p:cNvPr>
          <p:cNvCxnSpPr>
            <a:cxnSpLocks/>
          </p:cNvCxnSpPr>
          <p:nvPr/>
        </p:nvCxnSpPr>
        <p:spPr>
          <a:xfrm flipH="1" flipV="1">
            <a:off x="7059930" y="3829050"/>
            <a:ext cx="306705" cy="13954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080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4000" r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42" y="0"/>
            <a:ext cx="9933678" cy="7451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25FB8E-264C-9FEE-37C9-362131047B3F}"/>
              </a:ext>
            </a:extLst>
          </p:cNvPr>
          <p:cNvGrpSpPr/>
          <p:nvPr/>
        </p:nvGrpSpPr>
        <p:grpSpPr>
          <a:xfrm>
            <a:off x="4961736" y="1931195"/>
            <a:ext cx="1141408" cy="2742402"/>
            <a:chOff x="-105432" y="1884283"/>
            <a:chExt cx="1141408" cy="326118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2A90BA8-170C-B608-C78A-C33A7C7AE9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05432" y="3849487"/>
              <a:ext cx="474658" cy="2356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D25FEA4D-52BD-2C59-561A-5E9A24798B13}"/>
                </a:ext>
              </a:extLst>
            </p:cNvPr>
            <p:cNvCxnSpPr>
              <a:cxnSpLocks/>
            </p:cNvCxnSpPr>
            <p:nvPr/>
          </p:nvCxnSpPr>
          <p:spPr>
            <a:xfrm>
              <a:off x="210851" y="4390909"/>
              <a:ext cx="0" cy="7545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E687A00-ADB4-67E1-7B6D-08F1E250D8B7}"/>
                </a:ext>
              </a:extLst>
            </p:cNvPr>
            <p:cNvCxnSpPr>
              <a:cxnSpLocks/>
            </p:cNvCxnSpPr>
            <p:nvPr/>
          </p:nvCxnSpPr>
          <p:spPr>
            <a:xfrm>
              <a:off x="363251" y="3251997"/>
              <a:ext cx="0" cy="585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20F4F2E-E301-9AC1-2F89-CC615EB8F8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055" y="3155720"/>
              <a:ext cx="169858" cy="91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C03A748-7E3C-7286-52EE-B34694D31C6D}"/>
                </a:ext>
              </a:extLst>
            </p:cNvPr>
            <p:cNvCxnSpPr>
              <a:cxnSpLocks/>
            </p:cNvCxnSpPr>
            <p:nvPr/>
          </p:nvCxnSpPr>
          <p:spPr>
            <a:xfrm>
              <a:off x="537082" y="3022630"/>
              <a:ext cx="0" cy="1463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4F40701-44FA-0D4D-85A5-D503460F2D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886" y="2861225"/>
              <a:ext cx="317496" cy="1705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12A8E9-7189-AF33-94E1-682762D00FDA}"/>
                </a:ext>
              </a:extLst>
            </p:cNvPr>
            <p:cNvCxnSpPr>
              <a:cxnSpLocks/>
            </p:cNvCxnSpPr>
            <p:nvPr/>
          </p:nvCxnSpPr>
          <p:spPr>
            <a:xfrm>
              <a:off x="860932" y="2416645"/>
              <a:ext cx="0" cy="4464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93BD9F-3071-FF97-131A-2954ACED9A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8974" y="2323198"/>
              <a:ext cx="177002" cy="1025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669458C-6483-6FBF-9B6F-6C24ACAF00FD}"/>
                </a:ext>
              </a:extLst>
            </p:cNvPr>
            <p:cNvCxnSpPr>
              <a:cxnSpLocks/>
            </p:cNvCxnSpPr>
            <p:nvPr/>
          </p:nvCxnSpPr>
          <p:spPr>
            <a:xfrm>
              <a:off x="1030001" y="1884283"/>
              <a:ext cx="0" cy="4464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5A9AA72-55FC-8674-8E05-4C511962EF8E}"/>
                </a:ext>
              </a:extLst>
            </p:cNvPr>
            <p:cNvCxnSpPr>
              <a:cxnSpLocks/>
            </p:cNvCxnSpPr>
            <p:nvPr/>
          </p:nvCxnSpPr>
          <p:spPr>
            <a:xfrm>
              <a:off x="539464" y="2408149"/>
              <a:ext cx="0" cy="1463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D6F7D31-408F-849C-A875-408E9D436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130" y="2552566"/>
              <a:ext cx="329402" cy="15918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75AE18F-D1A7-41B3-E912-46566DF43E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95" y="2473278"/>
              <a:ext cx="138112" cy="849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63FE472-18CB-BC37-FC25-963804B099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1201" y="2886708"/>
              <a:ext cx="102393" cy="70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FF5BAA-87FD-7AA3-9D95-FA9643ADB8D1}"/>
              </a:ext>
            </a:extLst>
          </p:cNvPr>
          <p:cNvGrpSpPr/>
          <p:nvPr/>
        </p:nvGrpSpPr>
        <p:grpSpPr>
          <a:xfrm>
            <a:off x="2364581" y="1473994"/>
            <a:ext cx="5022057" cy="4112419"/>
            <a:chOff x="2069694" y="-1827595"/>
            <a:chExt cx="8997655" cy="7367919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9E107F-0D49-F842-9579-E864A4A818AE}"/>
                </a:ext>
              </a:extLst>
            </p:cNvPr>
            <p:cNvCxnSpPr>
              <a:cxnSpLocks/>
            </p:cNvCxnSpPr>
            <p:nvPr/>
          </p:nvCxnSpPr>
          <p:spPr>
            <a:xfrm>
              <a:off x="2071086" y="1598253"/>
              <a:ext cx="0" cy="187290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5C8ACE1-9C1A-AD7B-3A3E-0293985BC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8813" y="1487328"/>
              <a:ext cx="0" cy="209049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82DF2A2-582C-7188-BF56-1DF12E8C48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0065" y="1726241"/>
              <a:ext cx="588750" cy="25597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A4B8B53-AD99-C3E5-9469-8534B2D8C1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8227" y="3454097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DCE77D4-7C99-57A2-CA6C-FEB6F60A9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7006" y="3539423"/>
              <a:ext cx="0" cy="26877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4D9F20D-AF74-5F66-EBBC-9B0B7068A1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4206" y="3791134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BDF4322-BD00-4C19-7DF2-D873B7B7B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3149" y="4810783"/>
              <a:ext cx="0" cy="24744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020FB51-1B66-CA76-F09F-BCED0F26B7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23149" y="5041164"/>
              <a:ext cx="563153" cy="24318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AD60487-80DD-E184-437D-8D0C3FB5A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6302" y="5288609"/>
              <a:ext cx="0" cy="21758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C119EB8-A101-E416-897C-04113865D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2454" y="5258747"/>
              <a:ext cx="597284" cy="28157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E72E048-1B75-EDBA-1648-67DE8A959B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4000" y="4815048"/>
              <a:ext cx="0" cy="45223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812F6BA-DC6C-BC2E-7ACD-B59A50E21D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08266" y="4584670"/>
              <a:ext cx="584486" cy="22184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2AA9311-0FAF-2E4A-FA6D-37C3515166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2970" y="3556488"/>
              <a:ext cx="294379" cy="14931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03995EE-AC97-4CA2-8544-8B7AAD698C2C}"/>
                </a:ext>
              </a:extLst>
            </p:cNvPr>
            <p:cNvCxnSpPr>
              <a:cxnSpLocks/>
            </p:cNvCxnSpPr>
            <p:nvPr/>
          </p:nvCxnSpPr>
          <p:spPr>
            <a:xfrm>
              <a:off x="6997286" y="-1720938"/>
              <a:ext cx="1740656" cy="71247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941AE49-B97B-3C11-3731-B9C596055F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3367" y="-1827595"/>
              <a:ext cx="1702261" cy="68687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79B5008-87A3-3277-4FBA-E61D27F79E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2426" y="1760372"/>
              <a:ext cx="588752" cy="24317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F81DB9D-00A6-2A2E-21DA-BFFA079F02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1502" y="3705808"/>
              <a:ext cx="0" cy="18345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943171B8-50B6-2E85-C49E-D74595CCA4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0240" y="4699859"/>
              <a:ext cx="294377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EB5F013-2756-B126-2EA0-5EE2ABC8CA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85579" y="1854232"/>
              <a:ext cx="302909" cy="14505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E0A184F-7CCB-88B1-1ABB-C35E2CC996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84222" y="1841432"/>
              <a:ext cx="294375" cy="14505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5664B73-966B-18C7-102A-ECF60E72E8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1599" y="1504393"/>
              <a:ext cx="290109" cy="11945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153CF0B-60F8-DB98-5F13-CB3531F02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0240" y="1500127"/>
              <a:ext cx="1732124" cy="69114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CF01236-E27B-4604-63E4-10D4B501B4BD}"/>
                </a:ext>
              </a:extLst>
            </p:cNvPr>
            <p:cNvCxnSpPr>
              <a:cxnSpLocks/>
            </p:cNvCxnSpPr>
            <p:nvPr/>
          </p:nvCxnSpPr>
          <p:spPr>
            <a:xfrm>
              <a:off x="2965620" y="2660564"/>
              <a:ext cx="546086" cy="23038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10D3807-63ED-9977-DEE4-9D2F072B01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4399" y="2413117"/>
              <a:ext cx="281576" cy="16212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B9E9E48-5219-C4D1-8B41-E6E2AF06A254}"/>
                </a:ext>
              </a:extLst>
            </p:cNvPr>
            <p:cNvCxnSpPr>
              <a:cxnSpLocks/>
            </p:cNvCxnSpPr>
            <p:nvPr/>
          </p:nvCxnSpPr>
          <p:spPr>
            <a:xfrm>
              <a:off x="3221599" y="2596569"/>
              <a:ext cx="0" cy="17918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981EB88-1F71-B8F0-0B09-A86B9551CF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15251" y="1747574"/>
              <a:ext cx="302909" cy="14505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7E08C78-3884-9232-F6B7-5ACCFD8CE2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7832" y="1623850"/>
              <a:ext cx="554622" cy="26451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619BACA-BE8C-8802-43C5-FB967D465D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0304" y="1606785"/>
              <a:ext cx="853263" cy="33703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8A7DC2F-940B-922F-28F2-251156BF1C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364" y="1935290"/>
              <a:ext cx="584484" cy="28584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8AF3CE7-63C7-F09D-099F-0D705181782F}"/>
                </a:ext>
              </a:extLst>
            </p:cNvPr>
            <p:cNvCxnSpPr>
              <a:cxnSpLocks/>
            </p:cNvCxnSpPr>
            <p:nvPr/>
          </p:nvCxnSpPr>
          <p:spPr>
            <a:xfrm>
              <a:off x="5841114" y="1952357"/>
              <a:ext cx="827666" cy="35836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53A0EBA-7B20-CD22-27E7-09DDBB8CBC34}"/>
                </a:ext>
              </a:extLst>
            </p:cNvPr>
            <p:cNvCxnSpPr>
              <a:cxnSpLocks/>
            </p:cNvCxnSpPr>
            <p:nvPr/>
          </p:nvCxnSpPr>
          <p:spPr>
            <a:xfrm>
              <a:off x="2624315" y="1376405"/>
              <a:ext cx="588750" cy="23464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9F82687-2586-91C2-0A93-DC32B5802C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9694" y="1376403"/>
              <a:ext cx="550356" cy="22185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C720D89-4093-E7C3-0CC0-5C45184987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4788" y="2187003"/>
              <a:ext cx="1706525" cy="69256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9ADAE8E0-783A-42C5-3509-2F0D8CB3E06D}"/>
              </a:ext>
            </a:extLst>
          </p:cNvPr>
          <p:cNvSpPr txBox="1"/>
          <p:nvPr/>
        </p:nvSpPr>
        <p:spPr>
          <a:xfrm>
            <a:off x="4533900" y="204216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14.03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4199E53-E80A-04CF-DF3F-A450D78C77BE}"/>
              </a:ext>
            </a:extLst>
          </p:cNvPr>
          <p:cNvCxnSpPr>
            <a:cxnSpLocks/>
          </p:cNvCxnSpPr>
          <p:nvPr/>
        </p:nvCxnSpPr>
        <p:spPr>
          <a:xfrm>
            <a:off x="5453061" y="5124449"/>
            <a:ext cx="146050" cy="666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D1C9E66-28D3-4EE9-9242-FD29FF9A9FC9}"/>
              </a:ext>
            </a:extLst>
          </p:cNvPr>
          <p:cNvCxnSpPr>
            <a:cxnSpLocks/>
          </p:cNvCxnSpPr>
          <p:nvPr/>
        </p:nvCxnSpPr>
        <p:spPr>
          <a:xfrm flipV="1">
            <a:off x="5295899" y="5117306"/>
            <a:ext cx="152401" cy="61911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B626FD9-A051-78BE-A4F0-67F7070E90C6}"/>
              </a:ext>
            </a:extLst>
          </p:cNvPr>
          <p:cNvCxnSpPr>
            <a:cxnSpLocks/>
          </p:cNvCxnSpPr>
          <p:nvPr/>
        </p:nvCxnSpPr>
        <p:spPr>
          <a:xfrm flipV="1">
            <a:off x="3975100" y="4610100"/>
            <a:ext cx="508000" cy="2063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773769F-F779-86DD-6D67-0BCE08A04050}"/>
              </a:ext>
            </a:extLst>
          </p:cNvPr>
          <p:cNvCxnSpPr>
            <a:cxnSpLocks/>
          </p:cNvCxnSpPr>
          <p:nvPr/>
        </p:nvCxnSpPr>
        <p:spPr>
          <a:xfrm>
            <a:off x="4476750" y="4610100"/>
            <a:ext cx="146050" cy="666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2482744-C373-8976-CD10-2A88D0C532C5}"/>
              </a:ext>
            </a:extLst>
          </p:cNvPr>
          <p:cNvCxnSpPr>
            <a:cxnSpLocks/>
          </p:cNvCxnSpPr>
          <p:nvPr/>
        </p:nvCxnSpPr>
        <p:spPr>
          <a:xfrm>
            <a:off x="4466431" y="4224338"/>
            <a:ext cx="0" cy="38735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E6A7B7C-FB44-90C5-431F-2CDC77999B84}"/>
              </a:ext>
            </a:extLst>
          </p:cNvPr>
          <p:cNvCxnSpPr>
            <a:cxnSpLocks/>
          </p:cNvCxnSpPr>
          <p:nvPr/>
        </p:nvCxnSpPr>
        <p:spPr>
          <a:xfrm flipV="1">
            <a:off x="3652838" y="2497931"/>
            <a:ext cx="0" cy="152400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D7F2F8D-23F0-867C-1A40-A4E2295CF4B0}"/>
              </a:ext>
            </a:extLst>
          </p:cNvPr>
          <p:cNvCxnSpPr>
            <a:cxnSpLocks/>
          </p:cNvCxnSpPr>
          <p:nvPr/>
        </p:nvCxnSpPr>
        <p:spPr>
          <a:xfrm flipV="1">
            <a:off x="3817144" y="2705100"/>
            <a:ext cx="0" cy="11906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ABFA40A-DF61-6BBF-0B1C-40E26A2F4AC2}"/>
              </a:ext>
            </a:extLst>
          </p:cNvPr>
          <p:cNvCxnSpPr>
            <a:cxnSpLocks/>
          </p:cNvCxnSpPr>
          <p:nvPr/>
        </p:nvCxnSpPr>
        <p:spPr>
          <a:xfrm flipH="1" flipV="1">
            <a:off x="3650456" y="2628899"/>
            <a:ext cx="161925" cy="7620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640EB57-F128-75D5-980E-AE677ED75A78}"/>
              </a:ext>
            </a:extLst>
          </p:cNvPr>
          <p:cNvCxnSpPr>
            <a:cxnSpLocks/>
          </p:cNvCxnSpPr>
          <p:nvPr/>
        </p:nvCxnSpPr>
        <p:spPr>
          <a:xfrm flipH="1">
            <a:off x="3821906" y="2693194"/>
            <a:ext cx="319088" cy="11906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846DEDC-198B-A195-73E6-E2F1995E27EC}"/>
              </a:ext>
            </a:extLst>
          </p:cNvPr>
          <p:cNvCxnSpPr>
            <a:cxnSpLocks/>
          </p:cNvCxnSpPr>
          <p:nvPr/>
        </p:nvCxnSpPr>
        <p:spPr>
          <a:xfrm flipV="1">
            <a:off x="4143375" y="2693193"/>
            <a:ext cx="0" cy="11906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4494985-ADFD-1FE4-5D03-AA286AFA974E}"/>
              </a:ext>
            </a:extLst>
          </p:cNvPr>
          <p:cNvCxnSpPr>
            <a:cxnSpLocks/>
          </p:cNvCxnSpPr>
          <p:nvPr/>
        </p:nvCxnSpPr>
        <p:spPr>
          <a:xfrm flipH="1" flipV="1">
            <a:off x="4150518" y="2824162"/>
            <a:ext cx="161925" cy="7620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7BFA742-B2BF-AD89-25F8-F9DC487BBBE1}"/>
              </a:ext>
            </a:extLst>
          </p:cNvPr>
          <p:cNvCxnSpPr>
            <a:cxnSpLocks/>
          </p:cNvCxnSpPr>
          <p:nvPr/>
        </p:nvCxnSpPr>
        <p:spPr>
          <a:xfrm flipV="1">
            <a:off x="4305300" y="2890837"/>
            <a:ext cx="0" cy="119063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B1C0EE5-C7AE-F44D-2E44-92FC440DE034}"/>
              </a:ext>
            </a:extLst>
          </p:cNvPr>
          <p:cNvCxnSpPr>
            <a:cxnSpLocks/>
          </p:cNvCxnSpPr>
          <p:nvPr/>
        </p:nvCxnSpPr>
        <p:spPr>
          <a:xfrm flipH="1" flipV="1">
            <a:off x="4310062" y="3005137"/>
            <a:ext cx="311944" cy="142876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6DCE5FC-A3CE-163B-96BA-9FD2A8322B25}"/>
              </a:ext>
            </a:extLst>
          </p:cNvPr>
          <p:cNvCxnSpPr>
            <a:cxnSpLocks/>
          </p:cNvCxnSpPr>
          <p:nvPr/>
        </p:nvCxnSpPr>
        <p:spPr>
          <a:xfrm flipH="1">
            <a:off x="5292725" y="5041900"/>
            <a:ext cx="1606550" cy="142081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ED4491A-ED06-8AD4-31D0-26683AF89A6A}"/>
              </a:ext>
            </a:extLst>
          </p:cNvPr>
          <p:cNvCxnSpPr>
            <a:cxnSpLocks/>
          </p:cNvCxnSpPr>
          <p:nvPr/>
        </p:nvCxnSpPr>
        <p:spPr>
          <a:xfrm>
            <a:off x="3978275" y="4806949"/>
            <a:ext cx="0" cy="25479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CC4C7C5-90CA-05CE-4F8A-A0E90D4287E7}"/>
              </a:ext>
            </a:extLst>
          </p:cNvPr>
          <p:cNvCxnSpPr>
            <a:cxnSpLocks/>
          </p:cNvCxnSpPr>
          <p:nvPr/>
        </p:nvCxnSpPr>
        <p:spPr>
          <a:xfrm flipH="1" flipV="1">
            <a:off x="4177506" y="1933574"/>
            <a:ext cx="264319" cy="107951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C025225-347A-7B74-A5A6-904432326960}"/>
              </a:ext>
            </a:extLst>
          </p:cNvPr>
          <p:cNvCxnSpPr>
            <a:cxnSpLocks/>
          </p:cNvCxnSpPr>
          <p:nvPr/>
        </p:nvCxnSpPr>
        <p:spPr>
          <a:xfrm flipV="1">
            <a:off x="4159250" y="1990725"/>
            <a:ext cx="149225" cy="63500"/>
          </a:xfrm>
          <a:prstGeom prst="line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179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4000" r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42" y="0"/>
            <a:ext cx="9933678" cy="7451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25FB8E-264C-9FEE-37C9-362131047B3F}"/>
              </a:ext>
            </a:extLst>
          </p:cNvPr>
          <p:cNvGrpSpPr/>
          <p:nvPr/>
        </p:nvGrpSpPr>
        <p:grpSpPr>
          <a:xfrm>
            <a:off x="4469606" y="3781938"/>
            <a:ext cx="492130" cy="447160"/>
            <a:chOff x="-597562" y="4085133"/>
            <a:chExt cx="492130" cy="53175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8C7C5C4-595D-2C85-D83B-1C7A83F6C1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97562" y="4160987"/>
              <a:ext cx="163094" cy="855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2A90BA8-170C-B608-C78A-C33A7C7AE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40399" y="4085133"/>
              <a:ext cx="334967" cy="1579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D25FEA4D-52BD-2C59-561A-5E9A24798B13}"/>
                </a:ext>
              </a:extLst>
            </p:cNvPr>
            <p:cNvCxnSpPr>
              <a:cxnSpLocks/>
            </p:cNvCxnSpPr>
            <p:nvPr/>
          </p:nvCxnSpPr>
          <p:spPr>
            <a:xfrm>
              <a:off x="-596393" y="4328611"/>
              <a:ext cx="0" cy="28827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FF5BAA-87FD-7AA3-9D95-FA9643ADB8D1}"/>
              </a:ext>
            </a:extLst>
          </p:cNvPr>
          <p:cNvGrpSpPr/>
          <p:nvPr/>
        </p:nvGrpSpPr>
        <p:grpSpPr>
          <a:xfrm>
            <a:off x="2365358" y="1473994"/>
            <a:ext cx="5180824" cy="4555330"/>
            <a:chOff x="2071086" y="-1827595"/>
            <a:chExt cx="9282106" cy="816145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9E107F-0D49-F842-9579-E864A4A818AE}"/>
                </a:ext>
              </a:extLst>
            </p:cNvPr>
            <p:cNvCxnSpPr>
              <a:cxnSpLocks/>
            </p:cNvCxnSpPr>
            <p:nvPr/>
          </p:nvCxnSpPr>
          <p:spPr>
            <a:xfrm>
              <a:off x="2071086" y="1623993"/>
              <a:ext cx="0" cy="184716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5C8ACE1-9C1A-AD7B-3A3E-0293985BC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8813" y="591404"/>
              <a:ext cx="0" cy="298641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D39B489-BAE1-1EB3-0ABC-66A49675D7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1464" y="1623850"/>
              <a:ext cx="248836" cy="11533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82DF2A2-582C-7188-BF56-1DF12E8C48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2821" y="1611197"/>
              <a:ext cx="282966" cy="12784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69AC579-078D-673F-1442-6316E17C61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68337" y="1500127"/>
              <a:ext cx="564544" cy="24332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59FA412-80AC-864D-B568-1C022F32B6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8227" y="1504538"/>
              <a:ext cx="282966" cy="12784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A4B8B53-AD99-C3E5-9469-8534B2D8C1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8227" y="3454097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DCE77D4-7C99-57A2-CA6C-FEB6F60A9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7006" y="3539423"/>
              <a:ext cx="0" cy="26877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4D9F20D-AF74-5F66-EBBC-9B0B7068A1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4206" y="3791134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BDF4322-BD00-4C19-7DF2-D873B7B7B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3040" y="4708391"/>
              <a:ext cx="0" cy="24744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020FB51-1B66-CA76-F09F-BCED0F26B7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1573" y="4943040"/>
              <a:ext cx="844729" cy="34130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AD60487-80DD-E184-437D-8D0C3FB5A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6302" y="5288609"/>
              <a:ext cx="0" cy="43089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2CCBE8B-F10C-E69F-A79B-C75D23019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3504" y="5723774"/>
              <a:ext cx="1446278" cy="5759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0CE4AFE-ACCD-A28E-38A0-91DBEF980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6848" y="6197335"/>
              <a:ext cx="290109" cy="13652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4A61C8E-0389-7246-3B3A-0AEF5CC8F4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0082" y="5962687"/>
              <a:ext cx="285843" cy="1194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05B17D3-C561-BD0C-2DCC-998CA71728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5790" y="5958420"/>
              <a:ext cx="268778" cy="1407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C119EB8-A101-E416-897C-04113865D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0301" y="5258746"/>
              <a:ext cx="2009435" cy="83619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E72E048-1B75-EDBA-1648-67DE8A959B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4000" y="4815048"/>
              <a:ext cx="0" cy="45223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812F6BA-DC6C-BC2E-7ACD-B59A50E21D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08266" y="4584670"/>
              <a:ext cx="584486" cy="22184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2AA9311-0FAF-2E4A-FA6D-37C3515166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2970" y="3556488"/>
              <a:ext cx="294379" cy="14931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C7ABBE5-C35F-C8A2-D0A5-F6E0C0A197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8813" y="446348"/>
              <a:ext cx="294379" cy="14931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AFEEB540-4242-C611-6C62-D299B2207FA9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389" y="228765"/>
              <a:ext cx="0" cy="22184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11E9497-A33E-68D0-2575-344B05790B22}"/>
                </a:ext>
              </a:extLst>
            </p:cNvPr>
            <p:cNvCxnSpPr>
              <a:cxnSpLocks/>
            </p:cNvCxnSpPr>
            <p:nvPr/>
          </p:nvCxnSpPr>
          <p:spPr>
            <a:xfrm>
              <a:off x="10777239" y="-475176"/>
              <a:ext cx="273040" cy="1450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1A0D93E-FEEC-A404-2F08-20E219EDA4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57265" y="-479442"/>
              <a:ext cx="332773" cy="14932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03995EE-AC97-4CA2-8544-8B7AAD698C2C}"/>
                </a:ext>
              </a:extLst>
            </p:cNvPr>
            <p:cNvCxnSpPr>
              <a:cxnSpLocks/>
            </p:cNvCxnSpPr>
            <p:nvPr/>
          </p:nvCxnSpPr>
          <p:spPr>
            <a:xfrm>
              <a:off x="6997285" y="-1720938"/>
              <a:ext cx="3464242" cy="136948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941AE49-B97B-3C11-3731-B9C596055F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3503" y="-1827595"/>
              <a:ext cx="1732126" cy="70394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79B5008-87A3-3277-4FBA-E61D27F79E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6110" y="1606930"/>
              <a:ext cx="282966" cy="12784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F81DB9D-00A6-2A2E-21DA-BFFA079F02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1502" y="3705808"/>
              <a:ext cx="0" cy="18345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C2C7419-866E-6E73-E0F9-7431C79723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770" y="6918"/>
              <a:ext cx="0" cy="27304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42FF36F-C231-1D58-95A8-99C7D11DF6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146" y="378087"/>
              <a:ext cx="0" cy="21331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DEC36DF9-6D20-4AAE-4A9E-90D2C1F450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3503" y="241563"/>
              <a:ext cx="290109" cy="13652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5425F21E-E549-EDA7-85B9-4046DADF5A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0677" y="356756"/>
              <a:ext cx="571687" cy="21331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1AE6D26-3282-EE02-797E-C9FAFD8BBEE0}"/>
                </a:ext>
              </a:extLst>
            </p:cNvPr>
            <p:cNvCxnSpPr>
              <a:cxnSpLocks/>
            </p:cNvCxnSpPr>
            <p:nvPr/>
          </p:nvCxnSpPr>
          <p:spPr>
            <a:xfrm>
              <a:off x="8447834" y="32516"/>
              <a:ext cx="0" cy="42236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3521DFF1-34E4-D43D-959B-C3CF11D54214}"/>
                </a:ext>
              </a:extLst>
            </p:cNvPr>
            <p:cNvCxnSpPr>
              <a:cxnSpLocks/>
            </p:cNvCxnSpPr>
            <p:nvPr/>
          </p:nvCxnSpPr>
          <p:spPr>
            <a:xfrm>
              <a:off x="8473431" y="454882"/>
              <a:ext cx="260248" cy="11518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CDF37A7E-6885-052E-A62F-84A72372E719}"/>
                </a:ext>
              </a:extLst>
            </p:cNvPr>
            <p:cNvCxnSpPr>
              <a:cxnSpLocks/>
            </p:cNvCxnSpPr>
            <p:nvPr/>
          </p:nvCxnSpPr>
          <p:spPr>
            <a:xfrm>
              <a:off x="7876147" y="-227728"/>
              <a:ext cx="541824" cy="26024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E693A1A4-189B-BBAC-604C-0FF8A3F0E7B0}"/>
                </a:ext>
              </a:extLst>
            </p:cNvPr>
            <p:cNvCxnSpPr>
              <a:cxnSpLocks/>
            </p:cNvCxnSpPr>
            <p:nvPr/>
          </p:nvCxnSpPr>
          <p:spPr>
            <a:xfrm>
              <a:off x="7867615" y="-231994"/>
              <a:ext cx="0" cy="24744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80535696-9699-66BD-5A76-5F5FE4FFB8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5928" y="28249"/>
              <a:ext cx="563157" cy="21331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33782722-B4E5-1AFC-D182-8B01918EE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6630" y="356754"/>
              <a:ext cx="0" cy="21331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2E88458A-BFFC-496F-C049-B901CCDD56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9427" y="591402"/>
              <a:ext cx="290109" cy="13652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7C4C79D7-3B85-414A-06F3-5897F16786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6739" y="710858"/>
              <a:ext cx="0" cy="21331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7041BAAE-4112-19C0-CC80-94A33476E7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55271" y="915641"/>
              <a:ext cx="558887" cy="25598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860579E-5CB6-44F8-5770-E268A764DB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2425" y="1743307"/>
              <a:ext cx="563153" cy="20904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2E0505A0-3500-B701-C27F-9D53BAEAEA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53457" y="1747572"/>
              <a:ext cx="1160437" cy="45223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2E3DFB7-D102-DCA3-F822-5244D2F663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3238" y="1269746"/>
              <a:ext cx="1147638" cy="46076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B143B47-C3B0-7A3F-3786-87EB2541B57A}"/>
                </a:ext>
              </a:extLst>
            </p:cNvPr>
            <p:cNvCxnSpPr>
              <a:cxnSpLocks/>
            </p:cNvCxnSpPr>
            <p:nvPr/>
          </p:nvCxnSpPr>
          <p:spPr>
            <a:xfrm>
              <a:off x="4495520" y="-1424002"/>
              <a:ext cx="1635704" cy="260842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  <a:prstDash val="dash"/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D08A5D4-3F22-DB83-14BC-00D2D043F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8545" y="-850611"/>
              <a:ext cx="2214217" cy="112488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  <a:prstDash val="dash"/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EC9C4A-8003-34C0-074B-B14E0F685126}"/>
              </a:ext>
            </a:extLst>
          </p:cNvPr>
          <p:cNvCxnSpPr>
            <a:cxnSpLocks/>
          </p:cNvCxnSpPr>
          <p:nvPr/>
        </p:nvCxnSpPr>
        <p:spPr>
          <a:xfrm>
            <a:off x="3331369" y="3388519"/>
            <a:ext cx="985839" cy="402432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9ADAE8E0-783A-42C5-3509-2F0D8CB3E06D}"/>
              </a:ext>
            </a:extLst>
          </p:cNvPr>
          <p:cNvSpPr txBox="1"/>
          <p:nvPr/>
        </p:nvSpPr>
        <p:spPr>
          <a:xfrm>
            <a:off x="4533900" y="204216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14.01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BAE89F65-28EA-ECB3-1704-E4327925380C}"/>
              </a:ext>
            </a:extLst>
          </p:cNvPr>
          <p:cNvCxnSpPr>
            <a:cxnSpLocks/>
          </p:cNvCxnSpPr>
          <p:nvPr/>
        </p:nvCxnSpPr>
        <p:spPr>
          <a:xfrm flipH="1">
            <a:off x="2702719" y="3517106"/>
            <a:ext cx="302418" cy="135732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4374BC3-197E-BDEC-6F8F-E070CD3D74E4}"/>
              </a:ext>
            </a:extLst>
          </p:cNvPr>
          <p:cNvCxnSpPr>
            <a:cxnSpLocks/>
          </p:cNvCxnSpPr>
          <p:nvPr/>
        </p:nvCxnSpPr>
        <p:spPr>
          <a:xfrm>
            <a:off x="2686050" y="3657600"/>
            <a:ext cx="495300" cy="1905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642A743-42F2-A358-FDF3-6E0BA34F7891}"/>
              </a:ext>
            </a:extLst>
          </p:cNvPr>
          <p:cNvCxnSpPr>
            <a:cxnSpLocks/>
          </p:cNvCxnSpPr>
          <p:nvPr/>
        </p:nvCxnSpPr>
        <p:spPr>
          <a:xfrm>
            <a:off x="3171825" y="3838574"/>
            <a:ext cx="0" cy="25479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992E327-EABB-EAE3-82BD-721BAB7A6CDB}"/>
              </a:ext>
            </a:extLst>
          </p:cNvPr>
          <p:cNvCxnSpPr>
            <a:cxnSpLocks/>
          </p:cNvCxnSpPr>
          <p:nvPr/>
        </p:nvCxnSpPr>
        <p:spPr>
          <a:xfrm>
            <a:off x="2527300" y="3838575"/>
            <a:ext cx="639763" cy="2667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294F62D8-6794-7B7F-F4C8-4315803B8C04}"/>
              </a:ext>
            </a:extLst>
          </p:cNvPr>
          <p:cNvCxnSpPr>
            <a:cxnSpLocks/>
          </p:cNvCxnSpPr>
          <p:nvPr/>
        </p:nvCxnSpPr>
        <p:spPr>
          <a:xfrm>
            <a:off x="3978275" y="4806949"/>
            <a:ext cx="0" cy="25479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74E2730E-CCBF-F034-CDE8-63592FA08E35}"/>
              </a:ext>
            </a:extLst>
          </p:cNvPr>
          <p:cNvCxnSpPr>
            <a:cxnSpLocks/>
          </p:cNvCxnSpPr>
          <p:nvPr/>
        </p:nvCxnSpPr>
        <p:spPr>
          <a:xfrm flipV="1">
            <a:off x="3975100" y="4610100"/>
            <a:ext cx="508000" cy="2063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4EE5607D-4830-CDB7-BCE1-775DD27B3BC4}"/>
              </a:ext>
            </a:extLst>
          </p:cNvPr>
          <p:cNvCxnSpPr>
            <a:cxnSpLocks/>
          </p:cNvCxnSpPr>
          <p:nvPr/>
        </p:nvCxnSpPr>
        <p:spPr>
          <a:xfrm>
            <a:off x="4476750" y="4610100"/>
            <a:ext cx="146050" cy="666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E5854DF-8886-8B0F-5D63-983944D97F4A}"/>
              </a:ext>
            </a:extLst>
          </p:cNvPr>
          <p:cNvCxnSpPr>
            <a:cxnSpLocks/>
          </p:cNvCxnSpPr>
          <p:nvPr/>
        </p:nvCxnSpPr>
        <p:spPr>
          <a:xfrm>
            <a:off x="5453061" y="5124449"/>
            <a:ext cx="146050" cy="666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6F7773AD-758C-C0C7-5413-4407C2187D90}"/>
              </a:ext>
            </a:extLst>
          </p:cNvPr>
          <p:cNvCxnSpPr>
            <a:cxnSpLocks/>
          </p:cNvCxnSpPr>
          <p:nvPr/>
        </p:nvCxnSpPr>
        <p:spPr>
          <a:xfrm flipV="1">
            <a:off x="5295899" y="5117306"/>
            <a:ext cx="152401" cy="61911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C63FA015-7D96-7217-721D-EBF1A808493D}"/>
              </a:ext>
            </a:extLst>
          </p:cNvPr>
          <p:cNvCxnSpPr>
            <a:cxnSpLocks/>
          </p:cNvCxnSpPr>
          <p:nvPr/>
        </p:nvCxnSpPr>
        <p:spPr>
          <a:xfrm>
            <a:off x="5446711" y="4748213"/>
            <a:ext cx="0" cy="37385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645200FC-614C-8449-0085-049EFEB294D7}"/>
              </a:ext>
            </a:extLst>
          </p:cNvPr>
          <p:cNvCxnSpPr>
            <a:cxnSpLocks/>
          </p:cNvCxnSpPr>
          <p:nvPr/>
        </p:nvCxnSpPr>
        <p:spPr>
          <a:xfrm>
            <a:off x="5288755" y="4674393"/>
            <a:ext cx="146050" cy="6667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BB624F09-BC14-F7DB-C4F3-8A17471D85D6}"/>
              </a:ext>
            </a:extLst>
          </p:cNvPr>
          <p:cNvCxnSpPr>
            <a:cxnSpLocks/>
          </p:cNvCxnSpPr>
          <p:nvPr/>
        </p:nvCxnSpPr>
        <p:spPr>
          <a:xfrm flipH="1">
            <a:off x="3548063" y="4688681"/>
            <a:ext cx="1076325" cy="1100138"/>
          </a:xfrm>
          <a:prstGeom prst="line">
            <a:avLst/>
          </a:prstGeom>
          <a:ln w="12700">
            <a:solidFill>
              <a:schemeClr val="bg1"/>
            </a:solidFill>
            <a:prstDash val="lg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5005DE2F-0987-4FD8-0126-63CF18F895E7}"/>
              </a:ext>
            </a:extLst>
          </p:cNvPr>
          <p:cNvCxnSpPr>
            <a:cxnSpLocks/>
          </p:cNvCxnSpPr>
          <p:nvPr/>
        </p:nvCxnSpPr>
        <p:spPr>
          <a:xfrm>
            <a:off x="5287961" y="4297363"/>
            <a:ext cx="0" cy="37385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568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4000" r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42" y="0"/>
            <a:ext cx="9933678" cy="7451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25FB8E-264C-9FEE-37C9-362131047B3F}"/>
              </a:ext>
            </a:extLst>
          </p:cNvPr>
          <p:cNvGrpSpPr/>
          <p:nvPr/>
        </p:nvGrpSpPr>
        <p:grpSpPr>
          <a:xfrm>
            <a:off x="4469606" y="3781938"/>
            <a:ext cx="492130" cy="447160"/>
            <a:chOff x="-597562" y="4085133"/>
            <a:chExt cx="492130" cy="53175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8C7C5C4-595D-2C85-D83B-1C7A83F6C1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97562" y="4160987"/>
              <a:ext cx="163094" cy="855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2A90BA8-170C-B608-C78A-C33A7C7AE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40399" y="4085133"/>
              <a:ext cx="334967" cy="1579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D25FEA4D-52BD-2C59-561A-5E9A24798B13}"/>
                </a:ext>
              </a:extLst>
            </p:cNvPr>
            <p:cNvCxnSpPr>
              <a:cxnSpLocks/>
            </p:cNvCxnSpPr>
            <p:nvPr/>
          </p:nvCxnSpPr>
          <p:spPr>
            <a:xfrm>
              <a:off x="-596393" y="4328611"/>
              <a:ext cx="0" cy="28827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FF5BAA-87FD-7AA3-9D95-FA9643ADB8D1}"/>
              </a:ext>
            </a:extLst>
          </p:cNvPr>
          <p:cNvGrpSpPr/>
          <p:nvPr/>
        </p:nvGrpSpPr>
        <p:grpSpPr>
          <a:xfrm>
            <a:off x="2365358" y="1473994"/>
            <a:ext cx="5180824" cy="4555330"/>
            <a:chOff x="2071086" y="-1827595"/>
            <a:chExt cx="9282106" cy="816145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9E107F-0D49-F842-9579-E864A4A818AE}"/>
                </a:ext>
              </a:extLst>
            </p:cNvPr>
            <p:cNvCxnSpPr>
              <a:cxnSpLocks/>
            </p:cNvCxnSpPr>
            <p:nvPr/>
          </p:nvCxnSpPr>
          <p:spPr>
            <a:xfrm>
              <a:off x="2071086" y="1623993"/>
              <a:ext cx="0" cy="184716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5C8ACE1-9C1A-AD7B-3A3E-0293985BC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8813" y="591404"/>
              <a:ext cx="0" cy="298641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D39B489-BAE1-1EB3-0ABC-66A49675D7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1464" y="1623850"/>
              <a:ext cx="248836" cy="11533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82DF2A2-582C-7188-BF56-1DF12E8C48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2821" y="1611197"/>
              <a:ext cx="282966" cy="12784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69AC579-078D-673F-1442-6316E17C61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68337" y="1500127"/>
              <a:ext cx="564544" cy="24332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59FA412-80AC-864D-B568-1C022F32B6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8227" y="1504538"/>
              <a:ext cx="282966" cy="12784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A4B8B53-AD99-C3E5-9469-8534B2D8C1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8227" y="3454097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DCE77D4-7C99-57A2-CA6C-FEB6F60A9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7006" y="3539423"/>
              <a:ext cx="0" cy="26877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4D9F20D-AF74-5F66-EBBC-9B0B7068A1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4206" y="3791134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BDF4322-BD00-4C19-7DF2-D873B7B7B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3149" y="4810783"/>
              <a:ext cx="0" cy="24744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020FB51-1B66-CA76-F09F-BCED0F26B7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23149" y="5041164"/>
              <a:ext cx="563153" cy="24318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AD60487-80DD-E184-437D-8D0C3FB5A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6302" y="5288609"/>
              <a:ext cx="0" cy="43089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2CCBE8B-F10C-E69F-A79B-C75D23019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3504" y="5723774"/>
              <a:ext cx="1446278" cy="5759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0CE4AFE-ACCD-A28E-38A0-91DBEF980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6848" y="6197335"/>
              <a:ext cx="290109" cy="13652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4A61C8E-0389-7246-3B3A-0AEF5CC8F4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0082" y="5962687"/>
              <a:ext cx="285843" cy="1194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05B17D3-C561-BD0C-2DCC-998CA71728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5790" y="5958420"/>
              <a:ext cx="268778" cy="1407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C119EB8-A101-E416-897C-04113865D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0301" y="5258746"/>
              <a:ext cx="2009435" cy="83619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E72E048-1B75-EDBA-1648-67DE8A959B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4000" y="4815048"/>
              <a:ext cx="0" cy="45223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812F6BA-DC6C-BC2E-7ACD-B59A50E21D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08266" y="4584670"/>
              <a:ext cx="584486" cy="22184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2AA9311-0FAF-2E4A-FA6D-37C3515166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2970" y="3556488"/>
              <a:ext cx="294379" cy="14931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C7ABBE5-C35F-C8A2-D0A5-F6E0C0A197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8813" y="446348"/>
              <a:ext cx="294379" cy="14931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AFEEB540-4242-C611-6C62-D299B2207FA9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389" y="228765"/>
              <a:ext cx="0" cy="22184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11E9497-A33E-68D0-2575-344B05790B22}"/>
                </a:ext>
              </a:extLst>
            </p:cNvPr>
            <p:cNvCxnSpPr>
              <a:cxnSpLocks/>
            </p:cNvCxnSpPr>
            <p:nvPr/>
          </p:nvCxnSpPr>
          <p:spPr>
            <a:xfrm>
              <a:off x="10777239" y="-475176"/>
              <a:ext cx="273040" cy="1450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1A0D93E-FEEC-A404-2F08-20E219EDA4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57265" y="-479442"/>
              <a:ext cx="332773" cy="14932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03995EE-AC97-4CA2-8544-8B7AAD698C2C}"/>
                </a:ext>
              </a:extLst>
            </p:cNvPr>
            <p:cNvCxnSpPr>
              <a:cxnSpLocks/>
            </p:cNvCxnSpPr>
            <p:nvPr/>
          </p:nvCxnSpPr>
          <p:spPr>
            <a:xfrm>
              <a:off x="6997285" y="-1720938"/>
              <a:ext cx="3464242" cy="136948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941AE49-B97B-3C11-3731-B9C596055F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3503" y="-1827595"/>
              <a:ext cx="1732126" cy="70394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79B5008-87A3-3277-4FBA-E61D27F79E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6110" y="1606930"/>
              <a:ext cx="282966" cy="12784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F81DB9D-00A6-2A2E-21DA-BFFA079F02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1502" y="3705808"/>
              <a:ext cx="0" cy="18345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943171B8-50B6-2E85-C49E-D74595CCA4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0240" y="4699859"/>
              <a:ext cx="294377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EC9C4A-8003-34C0-074B-B14E0F685126}"/>
              </a:ext>
            </a:extLst>
          </p:cNvPr>
          <p:cNvCxnSpPr>
            <a:cxnSpLocks/>
          </p:cNvCxnSpPr>
          <p:nvPr/>
        </p:nvCxnSpPr>
        <p:spPr>
          <a:xfrm>
            <a:off x="3331369" y="3388519"/>
            <a:ext cx="985839" cy="402432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9ADAE8E0-783A-42C5-3509-2F0D8CB3E06D}"/>
              </a:ext>
            </a:extLst>
          </p:cNvPr>
          <p:cNvSpPr txBox="1"/>
          <p:nvPr/>
        </p:nvSpPr>
        <p:spPr>
          <a:xfrm>
            <a:off x="4533900" y="204216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14.00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BAE89F65-28EA-ECB3-1704-E4327925380C}"/>
              </a:ext>
            </a:extLst>
          </p:cNvPr>
          <p:cNvCxnSpPr>
            <a:cxnSpLocks/>
          </p:cNvCxnSpPr>
          <p:nvPr/>
        </p:nvCxnSpPr>
        <p:spPr>
          <a:xfrm flipH="1">
            <a:off x="2702719" y="3517106"/>
            <a:ext cx="302418" cy="135732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4374BC3-197E-BDEC-6F8F-E070CD3D74E4}"/>
              </a:ext>
            </a:extLst>
          </p:cNvPr>
          <p:cNvCxnSpPr>
            <a:cxnSpLocks/>
          </p:cNvCxnSpPr>
          <p:nvPr/>
        </p:nvCxnSpPr>
        <p:spPr>
          <a:xfrm>
            <a:off x="2686050" y="3657600"/>
            <a:ext cx="495300" cy="1905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642A743-42F2-A358-FDF3-6E0BA34F7891}"/>
              </a:ext>
            </a:extLst>
          </p:cNvPr>
          <p:cNvCxnSpPr>
            <a:cxnSpLocks/>
          </p:cNvCxnSpPr>
          <p:nvPr/>
        </p:nvCxnSpPr>
        <p:spPr>
          <a:xfrm>
            <a:off x="3171825" y="3838574"/>
            <a:ext cx="0" cy="25479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992E327-EABB-EAE3-82BD-721BAB7A6CDB}"/>
              </a:ext>
            </a:extLst>
          </p:cNvPr>
          <p:cNvCxnSpPr>
            <a:cxnSpLocks/>
          </p:cNvCxnSpPr>
          <p:nvPr/>
        </p:nvCxnSpPr>
        <p:spPr>
          <a:xfrm>
            <a:off x="2527300" y="3838575"/>
            <a:ext cx="639763" cy="2667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762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4000" r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42" y="0"/>
            <a:ext cx="9933678" cy="7451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25FB8E-264C-9FEE-37C9-362131047B3F}"/>
              </a:ext>
            </a:extLst>
          </p:cNvPr>
          <p:cNvGrpSpPr/>
          <p:nvPr/>
        </p:nvGrpSpPr>
        <p:grpSpPr>
          <a:xfrm>
            <a:off x="4469606" y="3781938"/>
            <a:ext cx="492130" cy="447160"/>
            <a:chOff x="-597562" y="4085133"/>
            <a:chExt cx="492130" cy="53175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8C7C5C4-595D-2C85-D83B-1C7A83F6C1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97562" y="4160987"/>
              <a:ext cx="163094" cy="855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2A90BA8-170C-B608-C78A-C33A7C7AE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40399" y="4085133"/>
              <a:ext cx="334967" cy="1579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D25FEA4D-52BD-2C59-561A-5E9A24798B13}"/>
                </a:ext>
              </a:extLst>
            </p:cNvPr>
            <p:cNvCxnSpPr>
              <a:cxnSpLocks/>
            </p:cNvCxnSpPr>
            <p:nvPr/>
          </p:nvCxnSpPr>
          <p:spPr>
            <a:xfrm>
              <a:off x="-596393" y="4328611"/>
              <a:ext cx="0" cy="28827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FF5BAA-87FD-7AA3-9D95-FA9643ADB8D1}"/>
              </a:ext>
            </a:extLst>
          </p:cNvPr>
          <p:cNvGrpSpPr/>
          <p:nvPr/>
        </p:nvGrpSpPr>
        <p:grpSpPr>
          <a:xfrm>
            <a:off x="2365358" y="1473994"/>
            <a:ext cx="5180824" cy="4555330"/>
            <a:chOff x="2071086" y="-1827595"/>
            <a:chExt cx="9282106" cy="816145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9E107F-0D49-F842-9579-E864A4A818AE}"/>
                </a:ext>
              </a:extLst>
            </p:cNvPr>
            <p:cNvCxnSpPr>
              <a:cxnSpLocks/>
            </p:cNvCxnSpPr>
            <p:nvPr/>
          </p:nvCxnSpPr>
          <p:spPr>
            <a:xfrm>
              <a:off x="2071086" y="1623993"/>
              <a:ext cx="0" cy="184716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5C8ACE1-9C1A-AD7B-3A3E-0293985BC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8813" y="591404"/>
              <a:ext cx="0" cy="298641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D39B489-BAE1-1EB3-0ABC-66A49675D7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1464" y="1623850"/>
              <a:ext cx="248836" cy="11533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82DF2A2-582C-7188-BF56-1DF12E8C48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2821" y="1611197"/>
              <a:ext cx="282966" cy="12784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69AC579-078D-673F-1442-6316E17C61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68337" y="1500127"/>
              <a:ext cx="564544" cy="24332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59FA412-80AC-864D-B568-1C022F32B6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8227" y="1504538"/>
              <a:ext cx="282966" cy="12784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A4B8B53-AD99-C3E5-9469-8534B2D8C1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8227" y="3454097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DCE77D4-7C99-57A2-CA6C-FEB6F60A9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7006" y="3539423"/>
              <a:ext cx="0" cy="26877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4D9F20D-AF74-5F66-EBBC-9B0B7068A1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4206" y="3791134"/>
              <a:ext cx="290109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BDF4322-BD00-4C19-7DF2-D873B7B7B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3149" y="4810783"/>
              <a:ext cx="0" cy="247447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020FB51-1B66-CA76-F09F-BCED0F26B7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23149" y="5041164"/>
              <a:ext cx="563153" cy="24318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AD60487-80DD-E184-437D-8D0C3FB5A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6302" y="5288609"/>
              <a:ext cx="0" cy="430899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2CCBE8B-F10C-E69F-A79B-C75D23019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3504" y="5723774"/>
              <a:ext cx="1446278" cy="5759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0CE4AFE-ACCD-A28E-38A0-91DBEF980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6848" y="6197335"/>
              <a:ext cx="290109" cy="13652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4A61C8E-0389-7246-3B3A-0AEF5CC8F4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0082" y="5962687"/>
              <a:ext cx="285843" cy="11945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05B17D3-C561-BD0C-2DCC-998CA71728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5790" y="5958420"/>
              <a:ext cx="268778" cy="1407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C119EB8-A101-E416-897C-04113865D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0301" y="5258746"/>
              <a:ext cx="2009435" cy="83619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E72E048-1B75-EDBA-1648-67DE8A959B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04000" y="4815048"/>
              <a:ext cx="0" cy="45223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812F6BA-DC6C-BC2E-7ACD-B59A50E21D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08266" y="4584670"/>
              <a:ext cx="584486" cy="221845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2AA9311-0FAF-2E4A-FA6D-37C3515166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2970" y="3556488"/>
              <a:ext cx="294379" cy="14931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C7ABBE5-C35F-C8A2-D0A5-F6E0C0A197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8813" y="446348"/>
              <a:ext cx="294379" cy="149318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AFEEB540-4242-C611-6C62-D299B2207FA9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389" y="228765"/>
              <a:ext cx="0" cy="221846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11E9497-A33E-68D0-2575-344B05790B22}"/>
                </a:ext>
              </a:extLst>
            </p:cNvPr>
            <p:cNvCxnSpPr>
              <a:cxnSpLocks/>
            </p:cNvCxnSpPr>
            <p:nvPr/>
          </p:nvCxnSpPr>
          <p:spPr>
            <a:xfrm>
              <a:off x="10777239" y="-475176"/>
              <a:ext cx="273040" cy="145052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1A0D93E-FEEC-A404-2F08-20E219EDA4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57265" y="-479442"/>
              <a:ext cx="332773" cy="14932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03995EE-AC97-4CA2-8544-8B7AAD698C2C}"/>
                </a:ext>
              </a:extLst>
            </p:cNvPr>
            <p:cNvCxnSpPr>
              <a:cxnSpLocks/>
            </p:cNvCxnSpPr>
            <p:nvPr/>
          </p:nvCxnSpPr>
          <p:spPr>
            <a:xfrm>
              <a:off x="6997285" y="-1720938"/>
              <a:ext cx="3464242" cy="136948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941AE49-B97B-3C11-3731-B9C596055F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3503" y="-1827595"/>
              <a:ext cx="1732126" cy="703941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79B5008-87A3-3277-4FBA-E61D27F79E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6110" y="1606930"/>
              <a:ext cx="282966" cy="127843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F81DB9D-00A6-2A2E-21DA-BFFA079F02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1502" y="3705808"/>
              <a:ext cx="0" cy="183454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943171B8-50B6-2E85-C49E-D74595CCA4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0240" y="4699859"/>
              <a:ext cx="294377" cy="127990"/>
            </a:xfrm>
            <a:prstGeom prst="line">
              <a:avLst/>
            </a:prstGeom>
            <a:ln w="1270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EC9C4A-8003-34C0-074B-B14E0F685126}"/>
              </a:ext>
            </a:extLst>
          </p:cNvPr>
          <p:cNvCxnSpPr>
            <a:cxnSpLocks/>
          </p:cNvCxnSpPr>
          <p:nvPr/>
        </p:nvCxnSpPr>
        <p:spPr>
          <a:xfrm>
            <a:off x="3331369" y="3388519"/>
            <a:ext cx="985839" cy="402432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9ADAE8E0-783A-42C5-3509-2F0D8CB3E06D}"/>
              </a:ext>
            </a:extLst>
          </p:cNvPr>
          <p:cNvSpPr txBox="1"/>
          <p:nvPr/>
        </p:nvSpPr>
        <p:spPr>
          <a:xfrm>
            <a:off x="4533900" y="204216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14.00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BAE89F65-28EA-ECB3-1704-E4327925380C}"/>
              </a:ext>
            </a:extLst>
          </p:cNvPr>
          <p:cNvCxnSpPr>
            <a:cxnSpLocks/>
          </p:cNvCxnSpPr>
          <p:nvPr/>
        </p:nvCxnSpPr>
        <p:spPr>
          <a:xfrm flipH="1">
            <a:off x="2702719" y="3517106"/>
            <a:ext cx="302418" cy="135732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4374BC3-197E-BDEC-6F8F-E070CD3D74E4}"/>
              </a:ext>
            </a:extLst>
          </p:cNvPr>
          <p:cNvCxnSpPr>
            <a:cxnSpLocks/>
          </p:cNvCxnSpPr>
          <p:nvPr/>
        </p:nvCxnSpPr>
        <p:spPr>
          <a:xfrm>
            <a:off x="2686050" y="3657600"/>
            <a:ext cx="495300" cy="1905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642A743-42F2-A358-FDF3-6E0BA34F7891}"/>
              </a:ext>
            </a:extLst>
          </p:cNvPr>
          <p:cNvCxnSpPr>
            <a:cxnSpLocks/>
          </p:cNvCxnSpPr>
          <p:nvPr/>
        </p:nvCxnSpPr>
        <p:spPr>
          <a:xfrm>
            <a:off x="3171825" y="3838574"/>
            <a:ext cx="0" cy="254795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992E327-EABB-EAE3-82BD-721BAB7A6CDB}"/>
              </a:ext>
            </a:extLst>
          </p:cNvPr>
          <p:cNvCxnSpPr>
            <a:cxnSpLocks/>
          </p:cNvCxnSpPr>
          <p:nvPr/>
        </p:nvCxnSpPr>
        <p:spPr>
          <a:xfrm>
            <a:off x="2527300" y="3838575"/>
            <a:ext cx="639763" cy="2667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314D175B-3E26-CDBE-2947-3B54ABA06E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4330" y="-667657"/>
            <a:ext cx="10121755" cy="853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38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270446</TotalTime>
  <Words>74</Words>
  <Application>Microsoft Office PowerPoint</Application>
  <PresentationFormat>Custom</PresentationFormat>
  <Paragraphs>74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1603</cp:revision>
  <cp:lastPrinted>2021-06-19T15:20:22Z</cp:lastPrinted>
  <dcterms:created xsi:type="dcterms:W3CDTF">2021-03-25T22:26:05Z</dcterms:created>
  <dcterms:modified xsi:type="dcterms:W3CDTF">2023-12-18T06:20:23Z</dcterms:modified>
</cp:coreProperties>
</file>