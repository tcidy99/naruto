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notesMasterIdLst>
    <p:notesMasterId r:id="rId8"/>
  </p:notesMasterIdLst>
  <p:sldIdLst>
    <p:sldId id="347" r:id="rId2"/>
    <p:sldId id="349" r:id="rId3"/>
    <p:sldId id="348" r:id="rId4"/>
    <p:sldId id="344" r:id="rId5"/>
    <p:sldId id="346" r:id="rId6"/>
    <p:sldId id="345" r:id="rId7"/>
  </p:sldIdLst>
  <p:sldSz cx="9936163" cy="7451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464352"/>
    <a:srgbClr val="FFFF00"/>
    <a:srgbClr val="4472C4"/>
    <a:srgbClr val="FFC000"/>
    <a:srgbClr val="FF99CC"/>
    <a:srgbClr val="D0CFD5"/>
    <a:srgbClr val="1E242D"/>
    <a:srgbClr val="000000"/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647" autoAdjust="0"/>
  </p:normalViewPr>
  <p:slideViewPr>
    <p:cSldViewPr snapToGrid="0">
      <p:cViewPr>
        <p:scale>
          <a:sx n="150" d="100"/>
          <a:sy n="150" d="100"/>
        </p:scale>
        <p:origin x="-840" y="-883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200" d="100"/>
        <a:sy n="200" d="100"/>
      </p:scale>
      <p:origin x="0" y="-11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9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3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8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2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7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2001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6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5212" y="1219531"/>
            <a:ext cx="8445739" cy="2594304"/>
          </a:xfrm>
        </p:spPr>
        <p:txBody>
          <a:bodyPr anchor="b"/>
          <a:lstStyle>
            <a:lvl1pPr algn="ctr"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2021" y="3913881"/>
            <a:ext cx="7452122" cy="1799108"/>
          </a:xfrm>
        </p:spPr>
        <p:txBody>
          <a:bodyPr/>
          <a:lstStyle>
            <a:lvl1pPr marL="0" indent="0" algn="ctr">
              <a:buNone/>
              <a:defRPr sz="2608"/>
            </a:lvl1pPr>
            <a:lvl2pPr marL="496794" indent="0" algn="ctr">
              <a:buNone/>
              <a:defRPr sz="2173"/>
            </a:lvl2pPr>
            <a:lvl3pPr marL="993587" indent="0" algn="ctr">
              <a:buNone/>
              <a:defRPr sz="1956"/>
            </a:lvl3pPr>
            <a:lvl4pPr marL="1490381" indent="0" algn="ctr">
              <a:buNone/>
              <a:defRPr sz="1739"/>
            </a:lvl4pPr>
            <a:lvl5pPr marL="1987174" indent="0" algn="ctr">
              <a:buNone/>
              <a:defRPr sz="1739"/>
            </a:lvl5pPr>
            <a:lvl6pPr marL="2483968" indent="0" algn="ctr">
              <a:buNone/>
              <a:defRPr sz="1739"/>
            </a:lvl6pPr>
            <a:lvl7pPr marL="2980761" indent="0" algn="ctr">
              <a:buNone/>
              <a:defRPr sz="1739"/>
            </a:lvl7pPr>
            <a:lvl8pPr marL="3477555" indent="0" algn="ctr">
              <a:buNone/>
              <a:defRPr sz="1739"/>
            </a:lvl8pPr>
            <a:lvl9pPr marL="3974348" indent="0" algn="ctr">
              <a:buNone/>
              <a:defRPr sz="173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6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10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936" y="1857759"/>
            <a:ext cx="8569941" cy="3099710"/>
          </a:xfrm>
        </p:spPr>
        <p:txBody>
          <a:bodyPr anchor="b"/>
          <a:lstStyle>
            <a:lvl1pPr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936" y="4986793"/>
            <a:ext cx="8569941" cy="1630064"/>
          </a:xfrm>
        </p:spPr>
        <p:txBody>
          <a:bodyPr/>
          <a:lstStyle>
            <a:lvl1pPr marL="0" indent="0">
              <a:buNone/>
              <a:defRPr sz="2608">
                <a:solidFill>
                  <a:schemeClr val="tx1"/>
                </a:solidFill>
              </a:defRPr>
            </a:lvl1pPr>
            <a:lvl2pPr marL="496794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2pPr>
            <a:lvl3pPr marL="993587" indent="0">
              <a:buNone/>
              <a:defRPr sz="1956">
                <a:solidFill>
                  <a:schemeClr val="tx1">
                    <a:tint val="75000"/>
                  </a:schemeClr>
                </a:solidFill>
              </a:defRPr>
            </a:lvl3pPr>
            <a:lvl4pPr marL="149038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4pPr>
            <a:lvl5pPr marL="1987174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5pPr>
            <a:lvl6pPr marL="248396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6pPr>
            <a:lvl7pPr marL="298076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7pPr>
            <a:lvl8pPr marL="3477555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8pPr>
            <a:lvl9pPr marL="397434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7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111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0183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3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396737"/>
            <a:ext cx="8569941" cy="14403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406" y="1826708"/>
            <a:ext cx="4203462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406" y="2721949"/>
            <a:ext cx="4203462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183" y="1826708"/>
            <a:ext cx="4224163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183" y="2721949"/>
            <a:ext cx="4224163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59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6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2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4163" y="1072912"/>
            <a:ext cx="5030183" cy="5295555"/>
          </a:xfrm>
        </p:spPr>
        <p:txBody>
          <a:bodyPr/>
          <a:lstStyle>
            <a:lvl1pPr>
              <a:defRPr sz="3477"/>
            </a:lvl1pPr>
            <a:lvl2pPr>
              <a:defRPr sz="3042"/>
            </a:lvl2pPr>
            <a:lvl3pPr>
              <a:defRPr sz="2608"/>
            </a:lvl3pPr>
            <a:lvl4pPr>
              <a:defRPr sz="2173"/>
            </a:lvl4pPr>
            <a:lvl5pPr>
              <a:defRPr sz="2173"/>
            </a:lvl5pPr>
            <a:lvl6pPr>
              <a:defRPr sz="2173"/>
            </a:lvl6pPr>
            <a:lvl7pPr>
              <a:defRPr sz="2173"/>
            </a:lvl7pPr>
            <a:lvl8pPr>
              <a:defRPr sz="2173"/>
            </a:lvl8pPr>
            <a:lvl9pPr>
              <a:defRPr sz="21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1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24163" y="1072912"/>
            <a:ext cx="5030183" cy="5295555"/>
          </a:xfrm>
        </p:spPr>
        <p:txBody>
          <a:bodyPr anchor="t"/>
          <a:lstStyle>
            <a:lvl1pPr marL="0" indent="0">
              <a:buNone/>
              <a:defRPr sz="3477"/>
            </a:lvl1pPr>
            <a:lvl2pPr marL="496794" indent="0">
              <a:buNone/>
              <a:defRPr sz="3042"/>
            </a:lvl2pPr>
            <a:lvl3pPr marL="993587" indent="0">
              <a:buNone/>
              <a:defRPr sz="2608"/>
            </a:lvl3pPr>
            <a:lvl4pPr marL="1490381" indent="0">
              <a:buNone/>
              <a:defRPr sz="2173"/>
            </a:lvl4pPr>
            <a:lvl5pPr marL="1987174" indent="0">
              <a:buNone/>
              <a:defRPr sz="2173"/>
            </a:lvl5pPr>
            <a:lvl6pPr marL="2483968" indent="0">
              <a:buNone/>
              <a:defRPr sz="2173"/>
            </a:lvl6pPr>
            <a:lvl7pPr marL="2980761" indent="0">
              <a:buNone/>
              <a:defRPr sz="2173"/>
            </a:lvl7pPr>
            <a:lvl8pPr marL="3477555" indent="0">
              <a:buNone/>
              <a:defRPr sz="2173"/>
            </a:lvl8pPr>
            <a:lvl9pPr marL="3974348" indent="0">
              <a:buNone/>
              <a:defRPr sz="217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8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50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0567" y="396736"/>
            <a:ext cx="2142485" cy="63149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3112" y="396736"/>
            <a:ext cx="6303253" cy="63149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9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3111" y="396737"/>
            <a:ext cx="8569941" cy="1440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3111" y="1983677"/>
            <a:ext cx="8569941" cy="4728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111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1354" y="6906647"/>
            <a:ext cx="3353455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7415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8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l" defTabSz="993587" rtl="0" eaLnBrk="1" latinLnBrk="0" hangingPunct="1">
        <a:lnSpc>
          <a:spcPct val="90000"/>
        </a:lnSpc>
        <a:spcBef>
          <a:spcPct val="0"/>
        </a:spcBef>
        <a:buNone/>
        <a:defRPr sz="47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8397" indent="-248397" algn="l" defTabSz="993587" rtl="0" eaLnBrk="1" latinLnBrk="0" hangingPunct="1">
        <a:lnSpc>
          <a:spcPct val="90000"/>
        </a:lnSpc>
        <a:spcBef>
          <a:spcPts val="1087"/>
        </a:spcBef>
        <a:buFont typeface="Arial" panose="020B0604020202020204" pitchFamily="34" charset="0"/>
        <a:buChar char="•"/>
        <a:defRPr sz="3042" kern="1200">
          <a:solidFill>
            <a:schemeClr val="tx1"/>
          </a:solidFill>
          <a:latin typeface="+mn-lt"/>
          <a:ea typeface="+mn-ea"/>
          <a:cs typeface="+mn-cs"/>
        </a:defRPr>
      </a:lvl1pPr>
      <a:lvl2pPr marL="745190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608" kern="1200">
          <a:solidFill>
            <a:schemeClr val="tx1"/>
          </a:solidFill>
          <a:latin typeface="+mn-lt"/>
          <a:ea typeface="+mn-ea"/>
          <a:cs typeface="+mn-cs"/>
        </a:defRPr>
      </a:lvl2pPr>
      <a:lvl3pPr marL="124198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738777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223557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73236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3229158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72595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4222745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1pPr>
      <a:lvl2pPr marL="49679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2pPr>
      <a:lvl3pPr marL="993587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3pPr>
      <a:lvl4pPr marL="149038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198717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48396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298076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477555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397434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9D18D52-DCD6-F5F6-3CE5-5F92FB368F23}"/>
              </a:ext>
            </a:extLst>
          </p:cNvPr>
          <p:cNvGrpSpPr/>
          <p:nvPr/>
        </p:nvGrpSpPr>
        <p:grpSpPr>
          <a:xfrm>
            <a:off x="5334791" y="6477000"/>
            <a:ext cx="313852" cy="727870"/>
            <a:chOff x="5334791" y="6477000"/>
            <a:chExt cx="313852" cy="727870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E9B8A58E-A903-8F08-49C4-B60DAFD890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4791" y="7124700"/>
              <a:ext cx="156372" cy="801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6427159-8FD9-DB44-3F9E-19ED775F7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097" y="6557962"/>
              <a:ext cx="0" cy="56594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068ECEB-969F-C036-AD1D-75F941B52F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2271" y="6477000"/>
              <a:ext cx="156372" cy="801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220A88-F408-E8E6-9FD7-DB77281B70FA}"/>
              </a:ext>
            </a:extLst>
          </p:cNvPr>
          <p:cNvGrpSpPr/>
          <p:nvPr/>
        </p:nvGrpSpPr>
        <p:grpSpPr>
          <a:xfrm>
            <a:off x="5601810" y="2738120"/>
            <a:ext cx="1603216" cy="3753166"/>
            <a:chOff x="5601810" y="2738120"/>
            <a:chExt cx="1603216" cy="375316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9235229D-6A82-729B-E6CD-B80BE9115998}"/>
                </a:ext>
              </a:extLst>
            </p:cNvPr>
            <p:cNvCxnSpPr>
              <a:cxnSpLocks/>
            </p:cNvCxnSpPr>
            <p:nvPr/>
          </p:nvCxnSpPr>
          <p:spPr>
            <a:xfrm>
              <a:off x="5650070" y="6119812"/>
              <a:ext cx="0" cy="3714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6BC4F6A-6B71-D2D2-B6AD-F159EF3AF6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50070" y="6053138"/>
              <a:ext cx="162561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BE9FF9D-2B04-6F1D-C1C3-F88B7A7EB5DA}"/>
                </a:ext>
              </a:extLst>
            </p:cNvPr>
            <p:cNvCxnSpPr>
              <a:cxnSpLocks/>
            </p:cNvCxnSpPr>
            <p:nvPr/>
          </p:nvCxnSpPr>
          <p:spPr>
            <a:xfrm>
              <a:off x="5807233" y="5330825"/>
              <a:ext cx="0" cy="7223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15F62D2-92C7-20E6-AD62-DDD11DF2A6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3900" y="4905375"/>
              <a:ext cx="1085056" cy="4381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064CABB-071A-D94C-40E9-580497EC16C5}"/>
                </a:ext>
              </a:extLst>
            </p:cNvPr>
            <p:cNvCxnSpPr>
              <a:cxnSpLocks/>
            </p:cNvCxnSpPr>
            <p:nvPr/>
          </p:nvCxnSpPr>
          <p:spPr>
            <a:xfrm>
              <a:off x="6893082" y="4767263"/>
              <a:ext cx="0" cy="1357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E9EE7CD-7E0E-B75C-28EC-334A4C2832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5463" y="4672012"/>
              <a:ext cx="295912" cy="109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8775410-1782-6985-3D00-12934B85EA26}"/>
                </a:ext>
              </a:extLst>
            </p:cNvPr>
            <p:cNvCxnSpPr>
              <a:cxnSpLocks/>
            </p:cNvCxnSpPr>
            <p:nvPr/>
          </p:nvCxnSpPr>
          <p:spPr>
            <a:xfrm>
              <a:off x="7053263" y="4605338"/>
              <a:ext cx="151763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C560B72-BFDF-647B-8047-03EBA6E425A9}"/>
                </a:ext>
              </a:extLst>
            </p:cNvPr>
            <p:cNvCxnSpPr>
              <a:cxnSpLocks/>
            </p:cNvCxnSpPr>
            <p:nvPr/>
          </p:nvCxnSpPr>
          <p:spPr>
            <a:xfrm>
              <a:off x="7052625" y="4110038"/>
              <a:ext cx="0" cy="492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761B493-F4D7-CEA5-CCBB-39911D7EAE8C}"/>
                </a:ext>
              </a:extLst>
            </p:cNvPr>
            <p:cNvCxnSpPr>
              <a:cxnSpLocks/>
            </p:cNvCxnSpPr>
            <p:nvPr/>
          </p:nvCxnSpPr>
          <p:spPr>
            <a:xfrm>
              <a:off x="6903244" y="4055269"/>
              <a:ext cx="151763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DFD246C-9CD6-2ECA-A24F-F988F11F4955}"/>
                </a:ext>
              </a:extLst>
            </p:cNvPr>
            <p:cNvCxnSpPr>
              <a:cxnSpLocks/>
            </p:cNvCxnSpPr>
            <p:nvPr/>
          </p:nvCxnSpPr>
          <p:spPr>
            <a:xfrm>
              <a:off x="6892446" y="2738120"/>
              <a:ext cx="0" cy="132413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CA79C51-B707-951A-4C86-D83582E575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01810" y="6480016"/>
              <a:ext cx="90330" cy="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473A8C-F204-DAE8-BB53-D21A321F66BF}"/>
              </a:ext>
            </a:extLst>
          </p:cNvPr>
          <p:cNvGrpSpPr/>
          <p:nvPr/>
        </p:nvGrpSpPr>
        <p:grpSpPr>
          <a:xfrm>
            <a:off x="3012281" y="2616677"/>
            <a:ext cx="2941797" cy="3195161"/>
            <a:chOff x="3012281" y="2616677"/>
            <a:chExt cx="2941797" cy="3195161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9CE231-2AE6-F391-C018-4015CDD4A1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2631" y="4841875"/>
              <a:ext cx="0" cy="3675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2B5B9CB-E701-5E22-5A71-5B8EE6CA2D8B}"/>
                </a:ext>
              </a:extLst>
            </p:cNvPr>
            <p:cNvCxnSpPr>
              <a:cxnSpLocks/>
            </p:cNvCxnSpPr>
            <p:nvPr/>
          </p:nvCxnSpPr>
          <p:spPr>
            <a:xfrm>
              <a:off x="5657850" y="4775200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31ADFE6-3BA5-2A8B-3D6E-5E47F923EE87}"/>
                </a:ext>
              </a:extLst>
            </p:cNvPr>
            <p:cNvCxnSpPr>
              <a:cxnSpLocks/>
            </p:cNvCxnSpPr>
            <p:nvPr/>
          </p:nvCxnSpPr>
          <p:spPr>
            <a:xfrm>
              <a:off x="5765800" y="5811838"/>
              <a:ext cx="80169" cy="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4918E1C-904A-67D6-119E-AC6EA6794D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9875" y="4765675"/>
              <a:ext cx="307181" cy="1460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FB2038F-FBEF-DAAE-1228-DBDF139D02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9081" y="4905375"/>
              <a:ext cx="0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630331F-672F-DC26-CF77-B035F93383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3625" y="5137150"/>
              <a:ext cx="475456" cy="190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7E11549-EE0F-AE74-2B62-4B501D16B7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5212" y="5336381"/>
              <a:ext cx="0" cy="3381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3169FF-FFDC-500C-3A53-425985D3DE2E}"/>
                </a:ext>
              </a:extLst>
            </p:cNvPr>
            <p:cNvCxnSpPr>
              <a:cxnSpLocks/>
            </p:cNvCxnSpPr>
            <p:nvPr/>
          </p:nvCxnSpPr>
          <p:spPr>
            <a:xfrm>
              <a:off x="4876800" y="5682455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E0D7417-68CF-5823-6D8B-19C7A23F4F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5731" y="5500688"/>
              <a:ext cx="473869" cy="1952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617F21F-08F5-8D1D-9C3B-CAF13401FC9C}"/>
                </a:ext>
              </a:extLst>
            </p:cNvPr>
            <p:cNvCxnSpPr>
              <a:cxnSpLocks/>
            </p:cNvCxnSpPr>
            <p:nvPr/>
          </p:nvCxnSpPr>
          <p:spPr>
            <a:xfrm>
              <a:off x="4421981" y="5505450"/>
              <a:ext cx="412750" cy="1658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B225283-B476-C926-C502-A037838A5C49}"/>
                </a:ext>
              </a:extLst>
            </p:cNvPr>
            <p:cNvCxnSpPr>
              <a:cxnSpLocks/>
            </p:cNvCxnSpPr>
            <p:nvPr/>
          </p:nvCxnSpPr>
          <p:spPr>
            <a:xfrm>
              <a:off x="3340100" y="5695950"/>
              <a:ext cx="148431" cy="738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77E5DA9-6E9E-7905-E30C-A8D63925DC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6606" y="5095875"/>
              <a:ext cx="0" cy="5937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36B35FB-117C-A170-9F47-AF001D20454F}"/>
                </a:ext>
              </a:extLst>
            </p:cNvPr>
            <p:cNvCxnSpPr>
              <a:cxnSpLocks/>
            </p:cNvCxnSpPr>
            <p:nvPr/>
          </p:nvCxnSpPr>
          <p:spPr>
            <a:xfrm>
              <a:off x="3168650" y="5010150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CC8132B-0467-4F44-B680-FCCB26ECC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4206" y="4421981"/>
              <a:ext cx="0" cy="5881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973C949-7F2E-55FF-8B9B-CC07834CF1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3412" y="4293394"/>
              <a:ext cx="307976" cy="1381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DE7CD6E-E58B-AB10-F170-70F4DD00C0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6150" y="4062413"/>
              <a:ext cx="0" cy="2285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40A53E4-3AF4-B4C5-712B-ED1F2E266014}"/>
                </a:ext>
              </a:extLst>
            </p:cNvPr>
            <p:cNvCxnSpPr>
              <a:cxnSpLocks/>
            </p:cNvCxnSpPr>
            <p:nvPr/>
          </p:nvCxnSpPr>
          <p:spPr>
            <a:xfrm>
              <a:off x="3328193" y="3998119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FB312A1-C07D-DA59-6E70-1B01718A3B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3750" y="3526631"/>
              <a:ext cx="0" cy="4762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678BF21-04F0-65F3-523A-7ACC23B99FF1}"/>
                </a:ext>
              </a:extLst>
            </p:cNvPr>
            <p:cNvCxnSpPr>
              <a:cxnSpLocks/>
            </p:cNvCxnSpPr>
            <p:nvPr/>
          </p:nvCxnSpPr>
          <p:spPr>
            <a:xfrm>
              <a:off x="3012281" y="3395663"/>
              <a:ext cx="324643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3498D8D-2404-089E-F132-B0532A25E2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5337" y="3445669"/>
              <a:ext cx="148432" cy="785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B3CA41A-44F5-3F64-1584-E97CB9F97782}"/>
                </a:ext>
              </a:extLst>
            </p:cNvPr>
            <p:cNvCxnSpPr>
              <a:cxnSpLocks/>
            </p:cNvCxnSpPr>
            <p:nvPr/>
          </p:nvCxnSpPr>
          <p:spPr>
            <a:xfrm>
              <a:off x="3471862" y="3445670"/>
              <a:ext cx="169069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6250DD8-4902-47F1-2041-D12B15286D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7756" y="3336131"/>
              <a:ext cx="465138" cy="1881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6780DE0-A66A-20CF-36A2-14EA50EDC204}"/>
                </a:ext>
              </a:extLst>
            </p:cNvPr>
            <p:cNvCxnSpPr>
              <a:cxnSpLocks/>
            </p:cNvCxnSpPr>
            <p:nvPr/>
          </p:nvCxnSpPr>
          <p:spPr>
            <a:xfrm>
              <a:off x="3936206" y="3267077"/>
              <a:ext cx="169069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A9C8661-647A-9611-33DE-DB8790D9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8113" y="3150394"/>
              <a:ext cx="0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5F0BA84-4D90-6F3D-DD31-33AD2A2500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2556" y="2788444"/>
              <a:ext cx="929482" cy="37147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E714107-4077-152B-BDCB-B546927291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2038" y="2669382"/>
              <a:ext cx="0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72370C26-67D2-E119-19F6-851D6A174DB0}"/>
                </a:ext>
              </a:extLst>
            </p:cNvPr>
            <p:cNvCxnSpPr>
              <a:cxnSpLocks/>
            </p:cNvCxnSpPr>
            <p:nvPr/>
          </p:nvCxnSpPr>
          <p:spPr>
            <a:xfrm>
              <a:off x="3790950" y="5618161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1EA636E-C9C8-80D6-F878-AFF4D79A21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3769" y="5619750"/>
              <a:ext cx="311943" cy="1428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584DE8DE-57CE-86E4-6931-62DFDBAF26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1938" y="2736057"/>
              <a:ext cx="0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449D29D3-01B1-8DC8-D2AA-1D7DC80BAD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4078" y="2616677"/>
              <a:ext cx="0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CA7F7CC9-D3C2-3B99-8406-3CA64D201D20}"/>
              </a:ext>
            </a:extLst>
          </p:cNvPr>
          <p:cNvSpPr txBox="1"/>
          <p:nvPr/>
        </p:nvSpPr>
        <p:spPr>
          <a:xfrm>
            <a:off x="4141686" y="637918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20.05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D06372B-C76C-B578-D4BF-4BCD441AE616}"/>
              </a:ext>
            </a:extLst>
          </p:cNvPr>
          <p:cNvGrpSpPr/>
          <p:nvPr/>
        </p:nvGrpSpPr>
        <p:grpSpPr>
          <a:xfrm>
            <a:off x="1933575" y="859631"/>
            <a:ext cx="5886450" cy="6099969"/>
            <a:chOff x="1933575" y="859631"/>
            <a:chExt cx="5886450" cy="6099969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E428A802-E5AD-BD65-5B22-31881BD544E2}"/>
                </a:ext>
              </a:extLst>
            </p:cNvPr>
            <p:cNvCxnSpPr>
              <a:cxnSpLocks/>
            </p:cNvCxnSpPr>
            <p:nvPr/>
          </p:nvCxnSpPr>
          <p:spPr>
            <a:xfrm>
              <a:off x="5644354" y="6592889"/>
              <a:ext cx="629446" cy="24923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9434867-16CC-B0A7-7CB5-92C4270224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5385" y="6597650"/>
              <a:ext cx="617540" cy="2476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28804F27-EED3-E7F0-9075-122E00522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4850" y="6360319"/>
              <a:ext cx="765175" cy="2944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4FC82156-992F-5672-9343-F0D6EA6B70C6}"/>
                </a:ext>
              </a:extLst>
            </p:cNvPr>
            <p:cNvCxnSpPr>
              <a:cxnSpLocks/>
            </p:cNvCxnSpPr>
            <p:nvPr/>
          </p:nvCxnSpPr>
          <p:spPr>
            <a:xfrm>
              <a:off x="6894510" y="6591300"/>
              <a:ext cx="150815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D8C9457-9234-FCB1-5973-D4C74C1222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3850" y="5865019"/>
              <a:ext cx="628650" cy="2468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078F8EBA-6A6B-3513-CE4B-5BAB73F61E73}"/>
                </a:ext>
              </a:extLst>
            </p:cNvPr>
            <p:cNvCxnSpPr>
              <a:cxnSpLocks/>
            </p:cNvCxnSpPr>
            <p:nvPr/>
          </p:nvCxnSpPr>
          <p:spPr>
            <a:xfrm>
              <a:off x="2863850" y="6105525"/>
              <a:ext cx="0" cy="139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72172759-7811-101E-D9BC-A19DB2821D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63850" y="6235700"/>
              <a:ext cx="149225" cy="730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C161AC48-7B31-E6EB-43A0-357167A6BFB2}"/>
                </a:ext>
              </a:extLst>
            </p:cNvPr>
            <p:cNvCxnSpPr>
              <a:cxnSpLocks/>
            </p:cNvCxnSpPr>
            <p:nvPr/>
          </p:nvCxnSpPr>
          <p:spPr>
            <a:xfrm>
              <a:off x="3013075" y="6308725"/>
              <a:ext cx="0" cy="2222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F54A517-B855-9A34-E1AB-11D4D025E9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3575" y="6537325"/>
              <a:ext cx="1079500" cy="4222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32BAB8F8-C37A-FA21-1F00-5203FC7FBC32}"/>
                </a:ext>
              </a:extLst>
            </p:cNvPr>
            <p:cNvCxnSpPr>
              <a:cxnSpLocks/>
            </p:cNvCxnSpPr>
            <p:nvPr/>
          </p:nvCxnSpPr>
          <p:spPr>
            <a:xfrm>
              <a:off x="4721225" y="1150144"/>
              <a:ext cx="0" cy="8596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F16DE143-B7D9-D1FE-6DFD-18BD301B0489}"/>
                </a:ext>
              </a:extLst>
            </p:cNvPr>
            <p:cNvCxnSpPr>
              <a:cxnSpLocks/>
            </p:cNvCxnSpPr>
            <p:nvPr/>
          </p:nvCxnSpPr>
          <p:spPr>
            <a:xfrm>
              <a:off x="4880768" y="1570831"/>
              <a:ext cx="0" cy="3746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7B418586-33F2-8F52-4C87-948544A230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3946" y="1947863"/>
              <a:ext cx="164305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9B9002EC-7D61-655C-CD85-BCAF6B7FDE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8251" y="1881188"/>
              <a:ext cx="290512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81B3A0C1-236D-983C-47FA-1CD3E28AD88D}"/>
                </a:ext>
              </a:extLst>
            </p:cNvPr>
            <p:cNvCxnSpPr>
              <a:cxnSpLocks/>
            </p:cNvCxnSpPr>
            <p:nvPr/>
          </p:nvCxnSpPr>
          <p:spPr>
            <a:xfrm>
              <a:off x="5659437" y="1518444"/>
              <a:ext cx="0" cy="1222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3D10407E-0883-9BD5-7B9D-63DD5290A1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5908" y="1640681"/>
              <a:ext cx="304798" cy="1143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B844A25E-4D32-C65C-0F7A-BDC352F0288A}"/>
                </a:ext>
              </a:extLst>
            </p:cNvPr>
            <p:cNvCxnSpPr>
              <a:cxnSpLocks/>
            </p:cNvCxnSpPr>
            <p:nvPr/>
          </p:nvCxnSpPr>
          <p:spPr>
            <a:xfrm>
              <a:off x="5340349" y="1744662"/>
              <a:ext cx="0" cy="1222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EA6245BA-04E7-D87C-C0E3-AF1ABD6075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50708" y="1393031"/>
              <a:ext cx="311942" cy="12858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0CF3A7C6-26F0-648A-A498-AC4F2BA6267F}"/>
                </a:ext>
              </a:extLst>
            </p:cNvPr>
            <p:cNvCxnSpPr>
              <a:cxnSpLocks/>
            </p:cNvCxnSpPr>
            <p:nvPr/>
          </p:nvCxnSpPr>
          <p:spPr>
            <a:xfrm>
              <a:off x="5968999" y="1270794"/>
              <a:ext cx="0" cy="1222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62BB106B-C0F0-9E56-63CC-08FF862855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2177" y="1214438"/>
              <a:ext cx="157161" cy="5714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C7970A53-03D4-0674-9179-1F94725B19AC}"/>
                </a:ext>
              </a:extLst>
            </p:cNvPr>
            <p:cNvCxnSpPr>
              <a:cxnSpLocks/>
            </p:cNvCxnSpPr>
            <p:nvPr/>
          </p:nvCxnSpPr>
          <p:spPr>
            <a:xfrm>
              <a:off x="6121399" y="1099344"/>
              <a:ext cx="0" cy="1222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4CABC790-9593-1091-863C-5A990884A7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24577" y="859631"/>
              <a:ext cx="623886" cy="24526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66FF40AB-1251-733D-4279-F4F04B0CF9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48464" y="859632"/>
              <a:ext cx="164305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A1A75C55-AC76-4292-DF82-75FE49D58131}"/>
                </a:ext>
              </a:extLst>
            </p:cNvPr>
            <p:cNvCxnSpPr>
              <a:cxnSpLocks/>
            </p:cNvCxnSpPr>
            <p:nvPr/>
          </p:nvCxnSpPr>
          <p:spPr>
            <a:xfrm>
              <a:off x="4257675" y="3406775"/>
              <a:ext cx="0" cy="3492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40137CD8-C262-4095-2F65-7A4EBCA5D24A}"/>
                </a:ext>
              </a:extLst>
            </p:cNvPr>
            <p:cNvCxnSpPr>
              <a:cxnSpLocks/>
            </p:cNvCxnSpPr>
            <p:nvPr/>
          </p:nvCxnSpPr>
          <p:spPr>
            <a:xfrm>
              <a:off x="4264025" y="3756025"/>
              <a:ext cx="146050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8D043BB0-CD50-B51D-3418-DBEC5B46A785}"/>
                </a:ext>
              </a:extLst>
            </p:cNvPr>
            <p:cNvCxnSpPr>
              <a:cxnSpLocks/>
            </p:cNvCxnSpPr>
            <p:nvPr/>
          </p:nvCxnSpPr>
          <p:spPr>
            <a:xfrm>
              <a:off x="4413250" y="3825875"/>
              <a:ext cx="0" cy="1111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5C87877-2645-8290-5AAB-EBDD11AC66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0850" y="3937000"/>
              <a:ext cx="155575" cy="66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43AF8AC-00EB-990E-6EAA-31965B12BA71}"/>
                </a:ext>
              </a:extLst>
            </p:cNvPr>
            <p:cNvCxnSpPr>
              <a:cxnSpLocks/>
            </p:cNvCxnSpPr>
            <p:nvPr/>
          </p:nvCxnSpPr>
          <p:spPr>
            <a:xfrm>
              <a:off x="3486150" y="3692525"/>
              <a:ext cx="777875" cy="3175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98EB7396-CE64-F18B-3FAD-765E49CC54C6}"/>
                </a:ext>
              </a:extLst>
            </p:cNvPr>
            <p:cNvCxnSpPr>
              <a:cxnSpLocks/>
            </p:cNvCxnSpPr>
            <p:nvPr/>
          </p:nvCxnSpPr>
          <p:spPr>
            <a:xfrm>
              <a:off x="3482975" y="3581400"/>
              <a:ext cx="0" cy="1111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23BC53E8-D25D-F0A4-68B2-96AD59F0E7A3}"/>
                </a:ext>
              </a:extLst>
            </p:cNvPr>
            <p:cNvCxnSpPr>
              <a:cxnSpLocks/>
            </p:cNvCxnSpPr>
            <p:nvPr/>
          </p:nvCxnSpPr>
          <p:spPr>
            <a:xfrm>
              <a:off x="2860675" y="3095625"/>
              <a:ext cx="0" cy="2349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293381C4-87AB-3E22-A472-5C63EC2FF5D8}"/>
                </a:ext>
              </a:extLst>
            </p:cNvPr>
            <p:cNvCxnSpPr>
              <a:cxnSpLocks/>
            </p:cNvCxnSpPr>
            <p:nvPr/>
          </p:nvCxnSpPr>
          <p:spPr>
            <a:xfrm>
              <a:off x="2714625" y="3022600"/>
              <a:ext cx="146050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65F10792-740F-4146-6A7E-EAE5CAC91916}"/>
              </a:ext>
            </a:extLst>
          </p:cNvPr>
          <p:cNvGrpSpPr/>
          <p:nvPr/>
        </p:nvGrpSpPr>
        <p:grpSpPr>
          <a:xfrm>
            <a:off x="6888956" y="2357438"/>
            <a:ext cx="1404938" cy="2493168"/>
            <a:chOff x="6888956" y="2357438"/>
            <a:chExt cx="1404938" cy="2493168"/>
          </a:xfrm>
        </p:grpSpPr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155F7C7F-8A3B-8E60-B290-75CDF15F5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8956" y="2657475"/>
              <a:ext cx="161926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1BB0A374-447D-2F93-02B7-E91335850426}"/>
                </a:ext>
              </a:extLst>
            </p:cNvPr>
            <p:cNvCxnSpPr>
              <a:cxnSpLocks/>
            </p:cNvCxnSpPr>
            <p:nvPr/>
          </p:nvCxnSpPr>
          <p:spPr>
            <a:xfrm>
              <a:off x="7055006" y="2538413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8D340DF7-0B2C-E969-90A0-DF054711DE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263" y="2476500"/>
              <a:ext cx="161926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1854CF1D-31CA-67FC-9B56-CAA47E64BF28}"/>
                </a:ext>
              </a:extLst>
            </p:cNvPr>
            <p:cNvCxnSpPr>
              <a:cxnSpLocks/>
            </p:cNvCxnSpPr>
            <p:nvPr/>
          </p:nvCxnSpPr>
          <p:spPr>
            <a:xfrm>
              <a:off x="7209787" y="2357438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F01E954B-2EC8-711C-8392-CB3DFB664C3D}"/>
                </a:ext>
              </a:extLst>
            </p:cNvPr>
            <p:cNvCxnSpPr>
              <a:cxnSpLocks/>
            </p:cNvCxnSpPr>
            <p:nvPr/>
          </p:nvCxnSpPr>
          <p:spPr>
            <a:xfrm>
              <a:off x="7043100" y="2781301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494AE3B2-7537-24B4-89C9-D1672F818ECB}"/>
                </a:ext>
              </a:extLst>
            </p:cNvPr>
            <p:cNvCxnSpPr>
              <a:cxnSpLocks/>
            </p:cNvCxnSpPr>
            <p:nvPr/>
          </p:nvCxnSpPr>
          <p:spPr>
            <a:xfrm>
              <a:off x="7050244" y="3159760"/>
              <a:ext cx="0" cy="4716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FE528013-E9A4-6671-49AA-02B24CAE49A2}"/>
                </a:ext>
              </a:extLst>
            </p:cNvPr>
            <p:cNvCxnSpPr>
              <a:cxnSpLocks/>
            </p:cNvCxnSpPr>
            <p:nvPr/>
          </p:nvCxnSpPr>
          <p:spPr>
            <a:xfrm>
              <a:off x="7058025" y="3626644"/>
              <a:ext cx="297656" cy="1285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BB16E753-292A-3CA8-1496-EF526C3EA0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5681" y="3629025"/>
              <a:ext cx="314325" cy="130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490C241E-088F-A906-1361-E343A5739AD3}"/>
                </a:ext>
              </a:extLst>
            </p:cNvPr>
            <p:cNvCxnSpPr>
              <a:cxnSpLocks/>
            </p:cNvCxnSpPr>
            <p:nvPr/>
          </p:nvCxnSpPr>
          <p:spPr>
            <a:xfrm>
              <a:off x="7674131" y="3162300"/>
              <a:ext cx="0" cy="4691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A4A1EEEE-5A98-5D0E-E3F9-B51AAB8162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0006" y="3098006"/>
              <a:ext cx="161926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B8064A3D-5DA6-2702-CD5F-C1AB0CBF6D2C}"/>
                </a:ext>
              </a:extLst>
            </p:cNvPr>
            <p:cNvCxnSpPr>
              <a:cxnSpLocks/>
            </p:cNvCxnSpPr>
            <p:nvPr/>
          </p:nvCxnSpPr>
          <p:spPr>
            <a:xfrm>
              <a:off x="7831294" y="2828925"/>
              <a:ext cx="0" cy="2643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521B54C5-B9C6-BFB6-F048-73612F542404}"/>
                </a:ext>
              </a:extLst>
            </p:cNvPr>
            <p:cNvCxnSpPr>
              <a:cxnSpLocks/>
            </p:cNvCxnSpPr>
            <p:nvPr/>
          </p:nvCxnSpPr>
          <p:spPr>
            <a:xfrm>
              <a:off x="7836693" y="3836193"/>
              <a:ext cx="15478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12EE96F7-3B85-F3C0-68EA-86CFB416AA3A}"/>
                </a:ext>
              </a:extLst>
            </p:cNvPr>
            <p:cNvCxnSpPr>
              <a:cxnSpLocks/>
            </p:cNvCxnSpPr>
            <p:nvPr/>
          </p:nvCxnSpPr>
          <p:spPr>
            <a:xfrm>
              <a:off x="7986075" y="3905250"/>
              <a:ext cx="0" cy="5643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76EA1845-DC2C-7137-E6B4-DB9D0F460629}"/>
                </a:ext>
              </a:extLst>
            </p:cNvPr>
            <p:cNvCxnSpPr>
              <a:cxnSpLocks/>
            </p:cNvCxnSpPr>
            <p:nvPr/>
          </p:nvCxnSpPr>
          <p:spPr>
            <a:xfrm>
              <a:off x="7977188" y="4469606"/>
              <a:ext cx="15478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3398CCA1-ED35-AD6F-AF7C-6B0E7559C573}"/>
                </a:ext>
              </a:extLst>
            </p:cNvPr>
            <p:cNvCxnSpPr>
              <a:cxnSpLocks/>
            </p:cNvCxnSpPr>
            <p:nvPr/>
          </p:nvCxnSpPr>
          <p:spPr>
            <a:xfrm>
              <a:off x="8133712" y="4531520"/>
              <a:ext cx="0" cy="259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70C4F04E-70EF-8B53-2806-14EE0893C1C5}"/>
                </a:ext>
              </a:extLst>
            </p:cNvPr>
            <p:cNvCxnSpPr>
              <a:cxnSpLocks/>
            </p:cNvCxnSpPr>
            <p:nvPr/>
          </p:nvCxnSpPr>
          <p:spPr>
            <a:xfrm>
              <a:off x="8139113" y="4783931"/>
              <a:ext cx="15478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41AA3141-EE9E-A387-8DC3-604BE2FA730C}"/>
                </a:ext>
              </a:extLst>
            </p:cNvPr>
            <p:cNvCxnSpPr>
              <a:cxnSpLocks/>
            </p:cNvCxnSpPr>
            <p:nvPr/>
          </p:nvCxnSpPr>
          <p:spPr>
            <a:xfrm>
              <a:off x="7826531" y="3214688"/>
              <a:ext cx="0" cy="6238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742FA67F-0FDB-208B-D183-1B0FAFC7C3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7644" y="3150393"/>
              <a:ext cx="161926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93BC285F-0444-E6E2-341F-061CF569D311}"/>
                </a:ext>
              </a:extLst>
            </p:cNvPr>
            <p:cNvCxnSpPr>
              <a:cxnSpLocks/>
            </p:cNvCxnSpPr>
            <p:nvPr/>
          </p:nvCxnSpPr>
          <p:spPr>
            <a:xfrm>
              <a:off x="7981313" y="2900363"/>
              <a:ext cx="0" cy="2492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6E37F8F4-A997-F8DF-8C71-C78BA0339C67}"/>
                </a:ext>
              </a:extLst>
            </p:cNvPr>
            <p:cNvCxnSpPr>
              <a:cxnSpLocks/>
            </p:cNvCxnSpPr>
            <p:nvPr/>
          </p:nvCxnSpPr>
          <p:spPr>
            <a:xfrm>
              <a:off x="7834312" y="2840831"/>
              <a:ext cx="15478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1" name="Arrow: Right 280">
            <a:extLst>
              <a:ext uri="{FF2B5EF4-FFF2-40B4-BE49-F238E27FC236}">
                <a16:creationId xmlns:a16="http://schemas.microsoft.com/office/drawing/2014/main" id="{9ACE4151-4C77-6E84-2B3D-87066D19AC29}"/>
              </a:ext>
            </a:extLst>
          </p:cNvPr>
          <p:cNvSpPr/>
          <p:nvPr/>
        </p:nvSpPr>
        <p:spPr>
          <a:xfrm rot="16047762">
            <a:off x="7969910" y="5338868"/>
            <a:ext cx="737251" cy="291434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Arrow: Right 283">
            <a:extLst>
              <a:ext uri="{FF2B5EF4-FFF2-40B4-BE49-F238E27FC236}">
                <a16:creationId xmlns:a16="http://schemas.microsoft.com/office/drawing/2014/main" id="{9DB409C8-D746-B71E-5903-6A377B11AF90}"/>
              </a:ext>
            </a:extLst>
          </p:cNvPr>
          <p:cNvSpPr/>
          <p:nvPr/>
        </p:nvSpPr>
        <p:spPr>
          <a:xfrm rot="8570629">
            <a:off x="7084084" y="404918"/>
            <a:ext cx="737251" cy="291434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Arrow: Right 284">
            <a:extLst>
              <a:ext uri="{FF2B5EF4-FFF2-40B4-BE49-F238E27FC236}">
                <a16:creationId xmlns:a16="http://schemas.microsoft.com/office/drawing/2014/main" id="{A6C4FC11-9019-B56B-8BEC-680DD61A3951}"/>
              </a:ext>
            </a:extLst>
          </p:cNvPr>
          <p:cNvSpPr/>
          <p:nvPr/>
        </p:nvSpPr>
        <p:spPr>
          <a:xfrm rot="8570629">
            <a:off x="3726522" y="1243117"/>
            <a:ext cx="737251" cy="291434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E9ADC107-C257-7527-FF05-764356BF18F1}"/>
              </a:ext>
            </a:extLst>
          </p:cNvPr>
          <p:cNvSpPr/>
          <p:nvPr/>
        </p:nvSpPr>
        <p:spPr>
          <a:xfrm>
            <a:off x="8318945" y="40833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3F8D9652-4A67-70D2-A76B-866E8E3A4BDF}"/>
              </a:ext>
            </a:extLst>
          </p:cNvPr>
          <p:cNvSpPr/>
          <p:nvPr/>
        </p:nvSpPr>
        <p:spPr>
          <a:xfrm>
            <a:off x="8118920" y="34356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sp>
        <p:nvSpPr>
          <p:cNvPr id="635" name="Rectangle 634">
            <a:extLst>
              <a:ext uri="{FF2B5EF4-FFF2-40B4-BE49-F238E27FC236}">
                <a16:creationId xmlns:a16="http://schemas.microsoft.com/office/drawing/2014/main" id="{93B9C408-7278-1EBF-1F79-64A2C4CE4083}"/>
              </a:ext>
            </a:extLst>
          </p:cNvPr>
          <p:cNvSpPr/>
          <p:nvPr/>
        </p:nvSpPr>
        <p:spPr>
          <a:xfrm>
            <a:off x="7345014" y="3604716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sp>
        <p:nvSpPr>
          <p:cNvPr id="693" name="Rectangle 692">
            <a:extLst>
              <a:ext uri="{FF2B5EF4-FFF2-40B4-BE49-F238E27FC236}">
                <a16:creationId xmlns:a16="http://schemas.microsoft.com/office/drawing/2014/main" id="{58A22E56-2212-44EF-A783-856C549F611E}"/>
              </a:ext>
            </a:extLst>
          </p:cNvPr>
          <p:cNvSpPr/>
          <p:nvPr/>
        </p:nvSpPr>
        <p:spPr>
          <a:xfrm>
            <a:off x="7014020" y="4173835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694" name="Rectangle 693">
            <a:extLst>
              <a:ext uri="{FF2B5EF4-FFF2-40B4-BE49-F238E27FC236}">
                <a16:creationId xmlns:a16="http://schemas.microsoft.com/office/drawing/2014/main" id="{CF56B9E1-C8AC-77F9-4EC2-AEFC3085A1F3}"/>
              </a:ext>
            </a:extLst>
          </p:cNvPr>
          <p:cNvSpPr/>
          <p:nvPr/>
        </p:nvSpPr>
        <p:spPr>
          <a:xfrm>
            <a:off x="6919564" y="1725116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1</a:t>
            </a:r>
          </a:p>
        </p:txBody>
      </p:sp>
      <p:sp>
        <p:nvSpPr>
          <p:cNvPr id="695" name="Rectangle 694">
            <a:extLst>
              <a:ext uri="{FF2B5EF4-FFF2-40B4-BE49-F238E27FC236}">
                <a16:creationId xmlns:a16="http://schemas.microsoft.com/office/drawing/2014/main" id="{2EB7F8F3-BFB9-D64A-E38E-F0A48DA90670}"/>
              </a:ext>
            </a:extLst>
          </p:cNvPr>
          <p:cNvSpPr/>
          <p:nvPr/>
        </p:nvSpPr>
        <p:spPr>
          <a:xfrm>
            <a:off x="5998814" y="1252041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2</a:t>
            </a:r>
          </a:p>
        </p:txBody>
      </p:sp>
      <p:sp>
        <p:nvSpPr>
          <p:cNvPr id="697" name="Rectangle 696">
            <a:extLst>
              <a:ext uri="{FF2B5EF4-FFF2-40B4-BE49-F238E27FC236}">
                <a16:creationId xmlns:a16="http://schemas.microsoft.com/office/drawing/2014/main" id="{6F47A56C-5667-F2F7-DED8-2E1E6F7E1535}"/>
              </a:ext>
            </a:extLst>
          </p:cNvPr>
          <p:cNvSpPr/>
          <p:nvPr/>
        </p:nvSpPr>
        <p:spPr>
          <a:xfrm>
            <a:off x="3309589" y="5219204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1</a:t>
            </a:r>
          </a:p>
        </p:txBody>
      </p:sp>
      <p:sp>
        <p:nvSpPr>
          <p:cNvPr id="698" name="Rectangle 697">
            <a:extLst>
              <a:ext uri="{FF2B5EF4-FFF2-40B4-BE49-F238E27FC236}">
                <a16:creationId xmlns:a16="http://schemas.microsoft.com/office/drawing/2014/main" id="{0B1C297D-E561-5A53-FF3C-339DD6EF9A7C}"/>
              </a:ext>
            </a:extLst>
          </p:cNvPr>
          <p:cNvSpPr/>
          <p:nvPr/>
        </p:nvSpPr>
        <p:spPr>
          <a:xfrm>
            <a:off x="6278214" y="2436316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1</a:t>
            </a:r>
          </a:p>
        </p:txBody>
      </p:sp>
      <p:sp>
        <p:nvSpPr>
          <p:cNvPr id="750" name="Rectangle 749">
            <a:extLst>
              <a:ext uri="{FF2B5EF4-FFF2-40B4-BE49-F238E27FC236}">
                <a16:creationId xmlns:a16="http://schemas.microsoft.com/office/drawing/2014/main" id="{14910026-9831-D121-D302-192E56BD19A8}"/>
              </a:ext>
            </a:extLst>
          </p:cNvPr>
          <p:cNvSpPr/>
          <p:nvPr/>
        </p:nvSpPr>
        <p:spPr>
          <a:xfrm>
            <a:off x="4333527" y="544304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1</a:t>
            </a:r>
          </a:p>
        </p:txBody>
      </p:sp>
      <p:sp>
        <p:nvSpPr>
          <p:cNvPr id="752" name="Rectangle 751">
            <a:extLst>
              <a:ext uri="{FF2B5EF4-FFF2-40B4-BE49-F238E27FC236}">
                <a16:creationId xmlns:a16="http://schemas.microsoft.com/office/drawing/2014/main" id="{9D49F8A8-E6D2-7615-9CFF-AB9E6FB47BD2}"/>
              </a:ext>
            </a:extLst>
          </p:cNvPr>
          <p:cNvSpPr/>
          <p:nvPr/>
        </p:nvSpPr>
        <p:spPr>
          <a:xfrm>
            <a:off x="3134170" y="4202410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1</a:t>
            </a:r>
          </a:p>
        </p:txBody>
      </p:sp>
      <p:sp>
        <p:nvSpPr>
          <p:cNvPr id="756" name="Rectangle 755">
            <a:extLst>
              <a:ext uri="{FF2B5EF4-FFF2-40B4-BE49-F238E27FC236}">
                <a16:creationId xmlns:a16="http://schemas.microsoft.com/office/drawing/2014/main" id="{17B5E060-B026-D9A2-35AC-4DA57BE31DB7}"/>
              </a:ext>
            </a:extLst>
          </p:cNvPr>
          <p:cNvSpPr/>
          <p:nvPr/>
        </p:nvSpPr>
        <p:spPr>
          <a:xfrm>
            <a:off x="4830572" y="3309125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1</a:t>
            </a:r>
          </a:p>
        </p:txBody>
      </p:sp>
      <p:sp>
        <p:nvSpPr>
          <p:cNvPr id="757" name="Rectangle 756">
            <a:extLst>
              <a:ext uri="{FF2B5EF4-FFF2-40B4-BE49-F238E27FC236}">
                <a16:creationId xmlns:a16="http://schemas.microsoft.com/office/drawing/2014/main" id="{D769A1F1-8E7B-2A18-B7BB-AD7D0C90BCA8}"/>
              </a:ext>
            </a:extLst>
          </p:cNvPr>
          <p:cNvSpPr/>
          <p:nvPr/>
        </p:nvSpPr>
        <p:spPr>
          <a:xfrm>
            <a:off x="2691257" y="1623518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1</a:t>
            </a:r>
          </a:p>
        </p:txBody>
      </p:sp>
      <p:sp>
        <p:nvSpPr>
          <p:cNvPr id="758" name="Rectangle 757">
            <a:extLst>
              <a:ext uri="{FF2B5EF4-FFF2-40B4-BE49-F238E27FC236}">
                <a16:creationId xmlns:a16="http://schemas.microsoft.com/office/drawing/2014/main" id="{A94AD60D-B771-E5B7-C7BE-4C428F7F6784}"/>
              </a:ext>
            </a:extLst>
          </p:cNvPr>
          <p:cNvSpPr/>
          <p:nvPr/>
        </p:nvSpPr>
        <p:spPr>
          <a:xfrm>
            <a:off x="1938782" y="2047381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2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8C4A6F3-46D2-7BD4-4353-5D5E4DFAF9A1}"/>
              </a:ext>
            </a:extLst>
          </p:cNvPr>
          <p:cNvSpPr/>
          <p:nvPr/>
        </p:nvSpPr>
        <p:spPr>
          <a:xfrm>
            <a:off x="5673694" y="4295596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7DA4F5C-1ADA-CCB5-14D6-22D8077269E2}"/>
              </a:ext>
            </a:extLst>
          </p:cNvPr>
          <p:cNvGrpSpPr/>
          <p:nvPr/>
        </p:nvGrpSpPr>
        <p:grpSpPr>
          <a:xfrm>
            <a:off x="4885531" y="2301875"/>
            <a:ext cx="1851819" cy="741680"/>
            <a:chOff x="4885531" y="2301875"/>
            <a:chExt cx="1851819" cy="741680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48F6D416-C066-0939-BE68-AC75E7260A24}"/>
                </a:ext>
              </a:extLst>
            </p:cNvPr>
            <p:cNvCxnSpPr>
              <a:cxnSpLocks/>
            </p:cNvCxnSpPr>
            <p:nvPr/>
          </p:nvCxnSpPr>
          <p:spPr>
            <a:xfrm>
              <a:off x="4885531" y="2661445"/>
              <a:ext cx="150019" cy="849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2E5CB94E-9980-9C4C-0168-8B26EA5583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1900" y="2670175"/>
              <a:ext cx="14922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95FF4AA5-D17B-EF50-87DF-2A0A1FECAFEF}"/>
                </a:ext>
              </a:extLst>
            </p:cNvPr>
            <p:cNvCxnSpPr>
              <a:cxnSpLocks/>
            </p:cNvCxnSpPr>
            <p:nvPr/>
          </p:nvCxnSpPr>
          <p:spPr>
            <a:xfrm>
              <a:off x="5187156" y="2670970"/>
              <a:ext cx="156369" cy="658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1232AEDF-00E3-477F-1C47-A028B06095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9500" y="2857500"/>
              <a:ext cx="457200" cy="1682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A100091F-8FD7-3655-6329-39CD03D93E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3760" y="2301875"/>
              <a:ext cx="783590" cy="32448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5D76EC4E-DF34-7341-ED28-BCBF23A0D7CF}"/>
                </a:ext>
              </a:extLst>
            </p:cNvPr>
            <p:cNvCxnSpPr>
              <a:cxnSpLocks/>
            </p:cNvCxnSpPr>
            <p:nvPr/>
          </p:nvCxnSpPr>
          <p:spPr>
            <a:xfrm>
              <a:off x="5035391" y="2958625"/>
              <a:ext cx="150019" cy="849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4025A6CA-2A11-B2D8-D8C2-A6C1EECD9B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8900" y="2730500"/>
              <a:ext cx="789940" cy="31051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517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9D18D52-DCD6-F5F6-3CE5-5F92FB368F23}"/>
              </a:ext>
            </a:extLst>
          </p:cNvPr>
          <p:cNvGrpSpPr/>
          <p:nvPr/>
        </p:nvGrpSpPr>
        <p:grpSpPr>
          <a:xfrm>
            <a:off x="5334791" y="6477000"/>
            <a:ext cx="313852" cy="727870"/>
            <a:chOff x="5334791" y="6477000"/>
            <a:chExt cx="313852" cy="727870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E9B8A58E-A903-8F08-49C4-B60DAFD890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4791" y="7124700"/>
              <a:ext cx="156372" cy="801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6427159-8FD9-DB44-3F9E-19ED775F7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097" y="6557962"/>
              <a:ext cx="0" cy="56594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068ECEB-969F-C036-AD1D-75F941B52F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2271" y="6477000"/>
              <a:ext cx="156372" cy="801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220A88-F408-E8E6-9FD7-DB77281B70FA}"/>
              </a:ext>
            </a:extLst>
          </p:cNvPr>
          <p:cNvGrpSpPr/>
          <p:nvPr/>
        </p:nvGrpSpPr>
        <p:grpSpPr>
          <a:xfrm>
            <a:off x="5601810" y="3350419"/>
            <a:ext cx="1603216" cy="3140867"/>
            <a:chOff x="5601810" y="3350419"/>
            <a:chExt cx="1603216" cy="3140867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9235229D-6A82-729B-E6CD-B80BE9115998}"/>
                </a:ext>
              </a:extLst>
            </p:cNvPr>
            <p:cNvCxnSpPr>
              <a:cxnSpLocks/>
            </p:cNvCxnSpPr>
            <p:nvPr/>
          </p:nvCxnSpPr>
          <p:spPr>
            <a:xfrm>
              <a:off x="5650070" y="6119812"/>
              <a:ext cx="0" cy="3714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6BC4F6A-6B71-D2D2-B6AD-F159EF3AF6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50070" y="6053138"/>
              <a:ext cx="162561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BE9FF9D-2B04-6F1D-C1C3-F88B7A7EB5DA}"/>
                </a:ext>
              </a:extLst>
            </p:cNvPr>
            <p:cNvCxnSpPr>
              <a:cxnSpLocks/>
            </p:cNvCxnSpPr>
            <p:nvPr/>
          </p:nvCxnSpPr>
          <p:spPr>
            <a:xfrm>
              <a:off x="5807233" y="5330825"/>
              <a:ext cx="0" cy="7223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15F62D2-92C7-20E6-AD62-DDD11DF2A6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3900" y="4905375"/>
              <a:ext cx="1085056" cy="4381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064CABB-071A-D94C-40E9-580497EC16C5}"/>
                </a:ext>
              </a:extLst>
            </p:cNvPr>
            <p:cNvCxnSpPr>
              <a:cxnSpLocks/>
            </p:cNvCxnSpPr>
            <p:nvPr/>
          </p:nvCxnSpPr>
          <p:spPr>
            <a:xfrm>
              <a:off x="6893082" y="4767263"/>
              <a:ext cx="0" cy="1357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E9EE7CD-7E0E-B75C-28EC-334A4C2832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5463" y="4672012"/>
              <a:ext cx="295912" cy="109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8775410-1782-6985-3D00-12934B85EA26}"/>
                </a:ext>
              </a:extLst>
            </p:cNvPr>
            <p:cNvCxnSpPr>
              <a:cxnSpLocks/>
            </p:cNvCxnSpPr>
            <p:nvPr/>
          </p:nvCxnSpPr>
          <p:spPr>
            <a:xfrm>
              <a:off x="7053263" y="4605338"/>
              <a:ext cx="151763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C560B72-BFDF-647B-8047-03EBA6E425A9}"/>
                </a:ext>
              </a:extLst>
            </p:cNvPr>
            <p:cNvCxnSpPr>
              <a:cxnSpLocks/>
            </p:cNvCxnSpPr>
            <p:nvPr/>
          </p:nvCxnSpPr>
          <p:spPr>
            <a:xfrm>
              <a:off x="7052625" y="4110038"/>
              <a:ext cx="0" cy="492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761B493-F4D7-CEA5-CCBB-39911D7EAE8C}"/>
                </a:ext>
              </a:extLst>
            </p:cNvPr>
            <p:cNvCxnSpPr>
              <a:cxnSpLocks/>
            </p:cNvCxnSpPr>
            <p:nvPr/>
          </p:nvCxnSpPr>
          <p:spPr>
            <a:xfrm>
              <a:off x="6903244" y="4055269"/>
              <a:ext cx="151763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DFD246C-9CD6-2ECA-A24F-F988F11F4955}"/>
                </a:ext>
              </a:extLst>
            </p:cNvPr>
            <p:cNvCxnSpPr>
              <a:cxnSpLocks/>
            </p:cNvCxnSpPr>
            <p:nvPr/>
          </p:nvCxnSpPr>
          <p:spPr>
            <a:xfrm>
              <a:off x="6902606" y="3350419"/>
              <a:ext cx="0" cy="7143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CA79C51-B707-951A-4C86-D83582E575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01810" y="6480016"/>
              <a:ext cx="90330" cy="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473A8C-F204-DAE8-BB53-D21A321F66BF}"/>
              </a:ext>
            </a:extLst>
          </p:cNvPr>
          <p:cNvGrpSpPr/>
          <p:nvPr/>
        </p:nvGrpSpPr>
        <p:grpSpPr>
          <a:xfrm>
            <a:off x="3012281" y="2669382"/>
            <a:ext cx="2833688" cy="3142456"/>
            <a:chOff x="3012281" y="2669382"/>
            <a:chExt cx="2833688" cy="314245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9CE231-2AE6-F391-C018-4015CDD4A1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2631" y="4841875"/>
              <a:ext cx="0" cy="3675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2B5B9CB-E701-5E22-5A71-5B8EE6CA2D8B}"/>
                </a:ext>
              </a:extLst>
            </p:cNvPr>
            <p:cNvCxnSpPr>
              <a:cxnSpLocks/>
            </p:cNvCxnSpPr>
            <p:nvPr/>
          </p:nvCxnSpPr>
          <p:spPr>
            <a:xfrm>
              <a:off x="5657850" y="4775200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31ADFE6-3BA5-2A8B-3D6E-5E47F923EE87}"/>
                </a:ext>
              </a:extLst>
            </p:cNvPr>
            <p:cNvCxnSpPr>
              <a:cxnSpLocks/>
            </p:cNvCxnSpPr>
            <p:nvPr/>
          </p:nvCxnSpPr>
          <p:spPr>
            <a:xfrm>
              <a:off x="5765800" y="5811838"/>
              <a:ext cx="80169" cy="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4918E1C-904A-67D6-119E-AC6EA6794D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9875" y="4765675"/>
              <a:ext cx="307181" cy="1460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FB2038F-FBEF-DAAE-1228-DBDF139D02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9081" y="4905375"/>
              <a:ext cx="0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630331F-672F-DC26-CF77-B035F93383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3625" y="5137150"/>
              <a:ext cx="475456" cy="190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7E11549-EE0F-AE74-2B62-4B501D16B7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5212" y="5336381"/>
              <a:ext cx="0" cy="3381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3169FF-FFDC-500C-3A53-425985D3DE2E}"/>
                </a:ext>
              </a:extLst>
            </p:cNvPr>
            <p:cNvCxnSpPr>
              <a:cxnSpLocks/>
            </p:cNvCxnSpPr>
            <p:nvPr/>
          </p:nvCxnSpPr>
          <p:spPr>
            <a:xfrm>
              <a:off x="4876800" y="5682455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E0D7417-68CF-5823-6D8B-19C7A23F4F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5731" y="5500688"/>
              <a:ext cx="473869" cy="1952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617F21F-08F5-8D1D-9C3B-CAF13401FC9C}"/>
                </a:ext>
              </a:extLst>
            </p:cNvPr>
            <p:cNvCxnSpPr>
              <a:cxnSpLocks/>
            </p:cNvCxnSpPr>
            <p:nvPr/>
          </p:nvCxnSpPr>
          <p:spPr>
            <a:xfrm>
              <a:off x="4421981" y="5505450"/>
              <a:ext cx="412750" cy="1658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B225283-B476-C926-C502-A037838A5C49}"/>
                </a:ext>
              </a:extLst>
            </p:cNvPr>
            <p:cNvCxnSpPr>
              <a:cxnSpLocks/>
            </p:cNvCxnSpPr>
            <p:nvPr/>
          </p:nvCxnSpPr>
          <p:spPr>
            <a:xfrm>
              <a:off x="3340100" y="5695950"/>
              <a:ext cx="148431" cy="738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77E5DA9-6E9E-7905-E30C-A8D63925DC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6606" y="5095875"/>
              <a:ext cx="0" cy="5937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36B35FB-117C-A170-9F47-AF001D20454F}"/>
                </a:ext>
              </a:extLst>
            </p:cNvPr>
            <p:cNvCxnSpPr>
              <a:cxnSpLocks/>
            </p:cNvCxnSpPr>
            <p:nvPr/>
          </p:nvCxnSpPr>
          <p:spPr>
            <a:xfrm>
              <a:off x="3168650" y="5010150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CC8132B-0467-4F44-B680-FCCB26ECC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4206" y="4421981"/>
              <a:ext cx="0" cy="5881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973C949-7F2E-55FF-8B9B-CC07834CF1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3412" y="4293394"/>
              <a:ext cx="307976" cy="1381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DE7CD6E-E58B-AB10-F170-70F4DD00C0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6150" y="4062413"/>
              <a:ext cx="0" cy="2285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40A53E4-3AF4-B4C5-712B-ED1F2E266014}"/>
                </a:ext>
              </a:extLst>
            </p:cNvPr>
            <p:cNvCxnSpPr>
              <a:cxnSpLocks/>
            </p:cNvCxnSpPr>
            <p:nvPr/>
          </p:nvCxnSpPr>
          <p:spPr>
            <a:xfrm>
              <a:off x="3328193" y="3998119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FB312A1-C07D-DA59-6E70-1B01718A3B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3750" y="3526631"/>
              <a:ext cx="0" cy="4762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678BF21-04F0-65F3-523A-7ACC23B99FF1}"/>
                </a:ext>
              </a:extLst>
            </p:cNvPr>
            <p:cNvCxnSpPr>
              <a:cxnSpLocks/>
            </p:cNvCxnSpPr>
            <p:nvPr/>
          </p:nvCxnSpPr>
          <p:spPr>
            <a:xfrm>
              <a:off x="3012281" y="3395663"/>
              <a:ext cx="324643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3498D8D-2404-089E-F132-B0532A25E2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5337" y="3445669"/>
              <a:ext cx="148432" cy="785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B3CA41A-44F5-3F64-1584-E97CB9F97782}"/>
                </a:ext>
              </a:extLst>
            </p:cNvPr>
            <p:cNvCxnSpPr>
              <a:cxnSpLocks/>
            </p:cNvCxnSpPr>
            <p:nvPr/>
          </p:nvCxnSpPr>
          <p:spPr>
            <a:xfrm>
              <a:off x="3471862" y="3445670"/>
              <a:ext cx="169069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6250DD8-4902-47F1-2041-D12B15286D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7756" y="3336131"/>
              <a:ext cx="465138" cy="1881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6780DE0-A66A-20CF-36A2-14EA50EDC204}"/>
                </a:ext>
              </a:extLst>
            </p:cNvPr>
            <p:cNvCxnSpPr>
              <a:cxnSpLocks/>
            </p:cNvCxnSpPr>
            <p:nvPr/>
          </p:nvCxnSpPr>
          <p:spPr>
            <a:xfrm>
              <a:off x="3936206" y="3267077"/>
              <a:ext cx="169069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A9C8661-647A-9611-33DE-DB8790D9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8113" y="3150394"/>
              <a:ext cx="0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5F0BA84-4D90-6F3D-DD31-33AD2A2500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2556" y="2788444"/>
              <a:ext cx="929482" cy="37147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E714107-4077-152B-BDCB-B546927291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2038" y="2669382"/>
              <a:ext cx="0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72370C26-67D2-E119-19F6-851D6A174DB0}"/>
                </a:ext>
              </a:extLst>
            </p:cNvPr>
            <p:cNvCxnSpPr>
              <a:cxnSpLocks/>
            </p:cNvCxnSpPr>
            <p:nvPr/>
          </p:nvCxnSpPr>
          <p:spPr>
            <a:xfrm>
              <a:off x="3790950" y="5618161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1EA636E-C9C8-80D6-F878-AFF4D79A21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3769" y="5619750"/>
              <a:ext cx="311943" cy="1428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CA7F7CC9-D3C2-3B99-8406-3CA64D201D20}"/>
              </a:ext>
            </a:extLst>
          </p:cNvPr>
          <p:cNvSpPr txBox="1"/>
          <p:nvPr/>
        </p:nvSpPr>
        <p:spPr>
          <a:xfrm>
            <a:off x="4141686" y="637918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20.03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D06372B-C76C-B578-D4BF-4BCD441AE616}"/>
              </a:ext>
            </a:extLst>
          </p:cNvPr>
          <p:cNvGrpSpPr/>
          <p:nvPr/>
        </p:nvGrpSpPr>
        <p:grpSpPr>
          <a:xfrm>
            <a:off x="1933575" y="859631"/>
            <a:ext cx="5886450" cy="6099969"/>
            <a:chOff x="1933575" y="859631"/>
            <a:chExt cx="5886450" cy="6099969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E428A802-E5AD-BD65-5B22-31881BD544E2}"/>
                </a:ext>
              </a:extLst>
            </p:cNvPr>
            <p:cNvCxnSpPr>
              <a:cxnSpLocks/>
            </p:cNvCxnSpPr>
            <p:nvPr/>
          </p:nvCxnSpPr>
          <p:spPr>
            <a:xfrm>
              <a:off x="5644354" y="6592889"/>
              <a:ext cx="629446" cy="24923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9434867-16CC-B0A7-7CB5-92C4270224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5385" y="6597650"/>
              <a:ext cx="617540" cy="2476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28804F27-EED3-E7F0-9075-122E00522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4850" y="6360319"/>
              <a:ext cx="765175" cy="2944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4FC82156-992F-5672-9343-F0D6EA6B70C6}"/>
                </a:ext>
              </a:extLst>
            </p:cNvPr>
            <p:cNvCxnSpPr>
              <a:cxnSpLocks/>
            </p:cNvCxnSpPr>
            <p:nvPr/>
          </p:nvCxnSpPr>
          <p:spPr>
            <a:xfrm>
              <a:off x="6894510" y="6591300"/>
              <a:ext cx="150815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D8C9457-9234-FCB1-5973-D4C74C1222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3850" y="5865019"/>
              <a:ext cx="628650" cy="2468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078F8EBA-6A6B-3513-CE4B-5BAB73F61E73}"/>
                </a:ext>
              </a:extLst>
            </p:cNvPr>
            <p:cNvCxnSpPr>
              <a:cxnSpLocks/>
            </p:cNvCxnSpPr>
            <p:nvPr/>
          </p:nvCxnSpPr>
          <p:spPr>
            <a:xfrm>
              <a:off x="2863850" y="6105525"/>
              <a:ext cx="0" cy="139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72172759-7811-101E-D9BC-A19DB2821D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63850" y="6235700"/>
              <a:ext cx="149225" cy="730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C161AC48-7B31-E6EB-43A0-357167A6BFB2}"/>
                </a:ext>
              </a:extLst>
            </p:cNvPr>
            <p:cNvCxnSpPr>
              <a:cxnSpLocks/>
            </p:cNvCxnSpPr>
            <p:nvPr/>
          </p:nvCxnSpPr>
          <p:spPr>
            <a:xfrm>
              <a:off x="3013075" y="6308725"/>
              <a:ext cx="0" cy="2222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F54A517-B855-9A34-E1AB-11D4D025E9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3575" y="6537325"/>
              <a:ext cx="1079500" cy="4222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8DD1E6FB-2C85-CEA7-F9D0-EEC08D4EF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9100" y="2301875"/>
              <a:ext cx="1241425" cy="4857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048C0100-1536-839F-E102-E2BB30A146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4594" y="2311400"/>
              <a:ext cx="153987" cy="555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982B790-3227-FE50-1039-0A9CE5FAFC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5051" y="2305051"/>
              <a:ext cx="164305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65238161-26F1-2705-513E-FDDE696A7B23}"/>
                </a:ext>
              </a:extLst>
            </p:cNvPr>
            <p:cNvCxnSpPr>
              <a:cxnSpLocks/>
            </p:cNvCxnSpPr>
            <p:nvPr/>
          </p:nvCxnSpPr>
          <p:spPr>
            <a:xfrm>
              <a:off x="6119018" y="2301875"/>
              <a:ext cx="0" cy="1222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95D4DFCC-F2C1-510D-A9CF-CEF29E4411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65033" y="2371726"/>
              <a:ext cx="164305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BF7D6927-A745-C825-143D-17736AB619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10251" y="2370931"/>
              <a:ext cx="153987" cy="555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79BA9055-669E-0E30-80B5-AC63D887A7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22019" y="2002631"/>
              <a:ext cx="1085851" cy="4238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32BAB8F8-C37A-FA21-1F00-5203FC7FBC32}"/>
                </a:ext>
              </a:extLst>
            </p:cNvPr>
            <p:cNvCxnSpPr>
              <a:cxnSpLocks/>
            </p:cNvCxnSpPr>
            <p:nvPr/>
          </p:nvCxnSpPr>
          <p:spPr>
            <a:xfrm>
              <a:off x="4721225" y="1150144"/>
              <a:ext cx="0" cy="8596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F16DE143-B7D9-D1FE-6DFD-18BD301B0489}"/>
                </a:ext>
              </a:extLst>
            </p:cNvPr>
            <p:cNvCxnSpPr>
              <a:cxnSpLocks/>
            </p:cNvCxnSpPr>
            <p:nvPr/>
          </p:nvCxnSpPr>
          <p:spPr>
            <a:xfrm>
              <a:off x="4880768" y="1570831"/>
              <a:ext cx="0" cy="3746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7B418586-33F2-8F52-4C87-948544A230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3946" y="1947863"/>
              <a:ext cx="164305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9B9002EC-7D61-655C-CD85-BCAF6B7FDE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8251" y="1881188"/>
              <a:ext cx="290512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81B3A0C1-236D-983C-47FA-1CD3E28AD88D}"/>
                </a:ext>
              </a:extLst>
            </p:cNvPr>
            <p:cNvCxnSpPr>
              <a:cxnSpLocks/>
            </p:cNvCxnSpPr>
            <p:nvPr/>
          </p:nvCxnSpPr>
          <p:spPr>
            <a:xfrm>
              <a:off x="5659437" y="1518444"/>
              <a:ext cx="0" cy="1222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3D10407E-0883-9BD5-7B9D-63DD5290A1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5908" y="1640681"/>
              <a:ext cx="304798" cy="1143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B844A25E-4D32-C65C-0F7A-BDC352F0288A}"/>
                </a:ext>
              </a:extLst>
            </p:cNvPr>
            <p:cNvCxnSpPr>
              <a:cxnSpLocks/>
            </p:cNvCxnSpPr>
            <p:nvPr/>
          </p:nvCxnSpPr>
          <p:spPr>
            <a:xfrm>
              <a:off x="5340349" y="1744662"/>
              <a:ext cx="0" cy="1222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EA6245BA-04E7-D87C-C0E3-AF1ABD6075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50708" y="1393031"/>
              <a:ext cx="311942" cy="12858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0CF3A7C6-26F0-648A-A498-AC4F2BA6267F}"/>
                </a:ext>
              </a:extLst>
            </p:cNvPr>
            <p:cNvCxnSpPr>
              <a:cxnSpLocks/>
            </p:cNvCxnSpPr>
            <p:nvPr/>
          </p:nvCxnSpPr>
          <p:spPr>
            <a:xfrm>
              <a:off x="5968999" y="1270794"/>
              <a:ext cx="0" cy="1222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62BB106B-C0F0-9E56-63CC-08FF862855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2177" y="1214438"/>
              <a:ext cx="157161" cy="5714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C7970A53-03D4-0674-9179-1F94725B19AC}"/>
                </a:ext>
              </a:extLst>
            </p:cNvPr>
            <p:cNvCxnSpPr>
              <a:cxnSpLocks/>
            </p:cNvCxnSpPr>
            <p:nvPr/>
          </p:nvCxnSpPr>
          <p:spPr>
            <a:xfrm>
              <a:off x="6121399" y="1099344"/>
              <a:ext cx="0" cy="1222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4CABC790-9593-1091-863C-5A990884A7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24577" y="859631"/>
              <a:ext cx="623886" cy="24526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66FF40AB-1251-733D-4279-F4F04B0CF9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48464" y="859632"/>
              <a:ext cx="164305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1BBF0D7-C56C-40D9-6B9A-49B9F075F889}"/>
              </a:ext>
            </a:extLst>
          </p:cNvPr>
          <p:cNvGrpSpPr/>
          <p:nvPr/>
        </p:nvGrpSpPr>
        <p:grpSpPr>
          <a:xfrm>
            <a:off x="2085975" y="1514475"/>
            <a:ext cx="3270250" cy="2489200"/>
            <a:chOff x="2085975" y="1514475"/>
            <a:chExt cx="3270250" cy="2489200"/>
          </a:xfrm>
        </p:grpSpPr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893942F9-800F-49BD-94C4-C65AE866F178}"/>
                </a:ext>
              </a:extLst>
            </p:cNvPr>
            <p:cNvCxnSpPr>
              <a:cxnSpLocks/>
            </p:cNvCxnSpPr>
            <p:nvPr/>
          </p:nvCxnSpPr>
          <p:spPr>
            <a:xfrm>
              <a:off x="4882356" y="2667795"/>
              <a:ext cx="156369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47E38E5B-15E6-0BAA-2BD5-08A1798A1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7931" y="2660650"/>
              <a:ext cx="162719" cy="801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ACA4B851-726E-EBAA-06D8-A4E63F72B4FD}"/>
                </a:ext>
              </a:extLst>
            </p:cNvPr>
            <p:cNvCxnSpPr>
              <a:cxnSpLocks/>
            </p:cNvCxnSpPr>
            <p:nvPr/>
          </p:nvCxnSpPr>
          <p:spPr>
            <a:xfrm>
              <a:off x="5190331" y="2664620"/>
              <a:ext cx="156369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9C5963D7-E0E7-453D-B9D2-EFE134F9C1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9875" y="2736850"/>
              <a:ext cx="0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538A8755-30EF-CA18-F4D8-C25179947F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2675" y="2847975"/>
              <a:ext cx="463550" cy="184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52DD44C3-31D4-7AD6-B7B5-5D299ED2E4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3150" y="3032125"/>
              <a:ext cx="0" cy="1079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307AFE9F-7FDA-8D1E-F6D2-A0245C8B9327}"/>
                </a:ext>
              </a:extLst>
            </p:cNvPr>
            <p:cNvCxnSpPr>
              <a:cxnSpLocks/>
            </p:cNvCxnSpPr>
            <p:nvPr/>
          </p:nvCxnSpPr>
          <p:spPr>
            <a:xfrm>
              <a:off x="4879181" y="3134520"/>
              <a:ext cx="156369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7BC857CB-B9F3-B5C6-19C0-748E8C6103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5550" y="3200400"/>
              <a:ext cx="0" cy="247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F2AB3669-F283-2733-EB27-8ED191487417}"/>
                </a:ext>
              </a:extLst>
            </p:cNvPr>
            <p:cNvCxnSpPr>
              <a:cxnSpLocks/>
            </p:cNvCxnSpPr>
            <p:nvPr/>
          </p:nvCxnSpPr>
          <p:spPr>
            <a:xfrm>
              <a:off x="5031581" y="3439320"/>
              <a:ext cx="156369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D45651A8-A06F-EE43-1D02-B29EEC02BE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1600" y="3511550"/>
              <a:ext cx="0" cy="1079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8E4E3AF3-5D13-647E-50A0-99E7A984B053}"/>
                </a:ext>
              </a:extLst>
            </p:cNvPr>
            <p:cNvCxnSpPr>
              <a:cxnSpLocks/>
            </p:cNvCxnSpPr>
            <p:nvPr/>
          </p:nvCxnSpPr>
          <p:spPr>
            <a:xfrm>
              <a:off x="5180806" y="3617120"/>
              <a:ext cx="156369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3C99A8DC-48A5-DC26-530A-2DA9777B9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3525" y="3695700"/>
              <a:ext cx="0" cy="1079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94DDA999-D0A9-2C3D-B55B-A292A2BF1E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4456" y="3810000"/>
              <a:ext cx="162719" cy="801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6B7A256D-1262-C13E-A418-034D3C6F9E5F}"/>
                </a:ext>
              </a:extLst>
            </p:cNvPr>
            <p:cNvCxnSpPr>
              <a:cxnSpLocks/>
            </p:cNvCxnSpPr>
            <p:nvPr/>
          </p:nvCxnSpPr>
          <p:spPr>
            <a:xfrm>
              <a:off x="4733925" y="3689350"/>
              <a:ext cx="454025" cy="193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AC0FF5C1-D5C6-6DF9-F217-43115547E1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3250" y="3689350"/>
              <a:ext cx="320675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81CB72E9-7C7D-A0B2-AB9F-63AAA777D7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3250" y="3825875"/>
              <a:ext cx="0" cy="1079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6417754-342D-BCB7-8B0E-79F24B7081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8150" y="3937000"/>
              <a:ext cx="16510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288A77B3-285D-AB54-7F97-5135F8061FCC}"/>
                </a:ext>
              </a:extLst>
            </p:cNvPr>
            <p:cNvCxnSpPr>
              <a:cxnSpLocks/>
            </p:cNvCxnSpPr>
            <p:nvPr/>
          </p:nvCxnSpPr>
          <p:spPr>
            <a:xfrm>
              <a:off x="3482975" y="3692525"/>
              <a:ext cx="771525" cy="311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BAA38FE4-9016-EA5C-F587-AB43D9EB7565}"/>
                </a:ext>
              </a:extLst>
            </p:cNvPr>
            <p:cNvCxnSpPr>
              <a:cxnSpLocks/>
            </p:cNvCxnSpPr>
            <p:nvPr/>
          </p:nvCxnSpPr>
          <p:spPr>
            <a:xfrm>
              <a:off x="2863850" y="3101975"/>
              <a:ext cx="0" cy="2317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2FAD6B2B-2CC7-CC4A-A950-D6750B6E43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11450" y="3035300"/>
              <a:ext cx="155575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BD0D0DBF-0B5E-399A-A945-6F1967206A65}"/>
                </a:ext>
              </a:extLst>
            </p:cNvPr>
            <p:cNvCxnSpPr>
              <a:cxnSpLocks/>
            </p:cNvCxnSpPr>
            <p:nvPr/>
          </p:nvCxnSpPr>
          <p:spPr>
            <a:xfrm>
              <a:off x="2711450" y="2302669"/>
              <a:ext cx="0" cy="7231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D1C49361-AF44-7B75-9C40-1D83A37B7E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08275" y="1631950"/>
              <a:ext cx="15875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A7771333-BCE2-7F1C-F861-C9FCAC0073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97125" y="2305050"/>
              <a:ext cx="155575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4B65CC59-06C2-A6AC-C29A-E86A1BCB1498}"/>
                </a:ext>
              </a:extLst>
            </p:cNvPr>
            <p:cNvCxnSpPr>
              <a:cxnSpLocks/>
            </p:cNvCxnSpPr>
            <p:nvPr/>
          </p:nvCxnSpPr>
          <p:spPr>
            <a:xfrm>
              <a:off x="2400300" y="2184400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E8660954-5536-F302-BD5C-F167B35558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92325" y="2060575"/>
              <a:ext cx="311150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8572AFE-1E7A-17D1-AADA-EB7971349512}"/>
                </a:ext>
              </a:extLst>
            </p:cNvPr>
            <p:cNvCxnSpPr>
              <a:cxnSpLocks/>
            </p:cNvCxnSpPr>
            <p:nvPr/>
          </p:nvCxnSpPr>
          <p:spPr>
            <a:xfrm>
              <a:off x="2085975" y="1825625"/>
              <a:ext cx="0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8D74C041-DA00-25F6-D64B-75704FD679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5500" y="1765300"/>
              <a:ext cx="146050" cy="539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6F8DEB80-99C1-F9E6-1BF7-F137C13ED133}"/>
                </a:ext>
              </a:extLst>
            </p:cNvPr>
            <p:cNvCxnSpPr>
              <a:cxnSpLocks/>
            </p:cNvCxnSpPr>
            <p:nvPr/>
          </p:nvCxnSpPr>
          <p:spPr>
            <a:xfrm>
              <a:off x="2235200" y="1524000"/>
              <a:ext cx="0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6B580D67-0FEE-EA5D-7046-6E17F9CBE6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38375" y="1514475"/>
              <a:ext cx="476250" cy="193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7BD7D34F-5503-4525-AB31-470989F570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67025" y="1635125"/>
              <a:ext cx="622300" cy="2349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9CB73606-D95A-3EE3-0EDB-1EAF3FB6E988}"/>
                </a:ext>
              </a:extLst>
            </p:cNvPr>
            <p:cNvCxnSpPr>
              <a:cxnSpLocks/>
            </p:cNvCxnSpPr>
            <p:nvPr/>
          </p:nvCxnSpPr>
          <p:spPr>
            <a:xfrm>
              <a:off x="3486151" y="1627982"/>
              <a:ext cx="0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FE95CE00-F16D-EE85-DE2F-08F0990FCE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51113" y="2295525"/>
              <a:ext cx="16827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>
              <a:extLst>
                <a:ext uri="{FF2B5EF4-FFF2-40B4-BE49-F238E27FC236}">
                  <a16:creationId xmlns:a16="http://schemas.microsoft.com/office/drawing/2014/main" id="{3763FF7C-AB77-CC46-1797-989A728D1C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9325" y="3587750"/>
              <a:ext cx="0" cy="1079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65F10792-740F-4146-6A7E-EAE5CAC91916}"/>
              </a:ext>
            </a:extLst>
          </p:cNvPr>
          <p:cNvGrpSpPr/>
          <p:nvPr/>
        </p:nvGrpSpPr>
        <p:grpSpPr>
          <a:xfrm>
            <a:off x="6738300" y="2357438"/>
            <a:ext cx="1555594" cy="2493168"/>
            <a:chOff x="6738300" y="2357438"/>
            <a:chExt cx="1555594" cy="2493168"/>
          </a:xfrm>
        </p:grpSpPr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BDCE6F15-9602-3864-4413-C5A56C28661F}"/>
                </a:ext>
              </a:extLst>
            </p:cNvPr>
            <p:cNvCxnSpPr>
              <a:cxnSpLocks/>
            </p:cNvCxnSpPr>
            <p:nvPr/>
          </p:nvCxnSpPr>
          <p:spPr>
            <a:xfrm>
              <a:off x="6738300" y="2912269"/>
              <a:ext cx="0" cy="3619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A3E0C888-C970-B202-616D-C12A11241F6A}"/>
                </a:ext>
              </a:extLst>
            </p:cNvPr>
            <p:cNvCxnSpPr>
              <a:cxnSpLocks/>
            </p:cNvCxnSpPr>
            <p:nvPr/>
          </p:nvCxnSpPr>
          <p:spPr>
            <a:xfrm>
              <a:off x="6738938" y="3269456"/>
              <a:ext cx="154144" cy="714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FB9429A7-724C-264C-CBB6-B6CB900FA4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8937" y="2843213"/>
              <a:ext cx="161926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BCD0262-6D53-28B3-FEC3-1586818526FB}"/>
                </a:ext>
              </a:extLst>
            </p:cNvPr>
            <p:cNvCxnSpPr>
              <a:cxnSpLocks/>
            </p:cNvCxnSpPr>
            <p:nvPr/>
          </p:nvCxnSpPr>
          <p:spPr>
            <a:xfrm>
              <a:off x="6895463" y="2726531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155F7C7F-8A3B-8E60-B290-75CDF15F5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8956" y="2657475"/>
              <a:ext cx="161926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1BB0A374-447D-2F93-02B7-E91335850426}"/>
                </a:ext>
              </a:extLst>
            </p:cNvPr>
            <p:cNvCxnSpPr>
              <a:cxnSpLocks/>
            </p:cNvCxnSpPr>
            <p:nvPr/>
          </p:nvCxnSpPr>
          <p:spPr>
            <a:xfrm>
              <a:off x="7055006" y="2538413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8D340DF7-0B2C-E969-90A0-DF054711DE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263" y="2476500"/>
              <a:ext cx="161926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1854CF1D-31CA-67FC-9B56-CAA47E64BF28}"/>
                </a:ext>
              </a:extLst>
            </p:cNvPr>
            <p:cNvCxnSpPr>
              <a:cxnSpLocks/>
            </p:cNvCxnSpPr>
            <p:nvPr/>
          </p:nvCxnSpPr>
          <p:spPr>
            <a:xfrm>
              <a:off x="7209787" y="2357438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F01E954B-2EC8-711C-8392-CB3DFB664C3D}"/>
                </a:ext>
              </a:extLst>
            </p:cNvPr>
            <p:cNvCxnSpPr>
              <a:cxnSpLocks/>
            </p:cNvCxnSpPr>
            <p:nvPr/>
          </p:nvCxnSpPr>
          <p:spPr>
            <a:xfrm>
              <a:off x="7043100" y="2781301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0C563E3E-DD60-F5EB-D26B-9AA8E17CB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8956" y="2895600"/>
              <a:ext cx="161926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2C4C756E-7FC3-12D8-D28C-F3C2B59425A5}"/>
                </a:ext>
              </a:extLst>
            </p:cNvPr>
            <p:cNvCxnSpPr>
              <a:cxnSpLocks/>
            </p:cNvCxnSpPr>
            <p:nvPr/>
          </p:nvCxnSpPr>
          <p:spPr>
            <a:xfrm>
              <a:off x="6893082" y="2959893"/>
              <a:ext cx="0" cy="24765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6F4627B0-9B6D-47B9-29B1-5C39F73C8E64}"/>
                </a:ext>
              </a:extLst>
            </p:cNvPr>
            <p:cNvCxnSpPr>
              <a:cxnSpLocks/>
            </p:cNvCxnSpPr>
            <p:nvPr/>
          </p:nvCxnSpPr>
          <p:spPr>
            <a:xfrm>
              <a:off x="6896100" y="3209925"/>
              <a:ext cx="15478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494AE3B2-7537-24B4-89C9-D1672F818ECB}"/>
                </a:ext>
              </a:extLst>
            </p:cNvPr>
            <p:cNvCxnSpPr>
              <a:cxnSpLocks/>
            </p:cNvCxnSpPr>
            <p:nvPr/>
          </p:nvCxnSpPr>
          <p:spPr>
            <a:xfrm>
              <a:off x="7050244" y="3264695"/>
              <a:ext cx="0" cy="3667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FE528013-E9A4-6671-49AA-02B24CAE49A2}"/>
                </a:ext>
              </a:extLst>
            </p:cNvPr>
            <p:cNvCxnSpPr>
              <a:cxnSpLocks/>
            </p:cNvCxnSpPr>
            <p:nvPr/>
          </p:nvCxnSpPr>
          <p:spPr>
            <a:xfrm>
              <a:off x="7058025" y="3626644"/>
              <a:ext cx="297656" cy="1285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BB16E753-292A-3CA8-1496-EF526C3EA0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5681" y="3629025"/>
              <a:ext cx="314325" cy="130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490C241E-088F-A906-1361-E343A5739AD3}"/>
                </a:ext>
              </a:extLst>
            </p:cNvPr>
            <p:cNvCxnSpPr>
              <a:cxnSpLocks/>
            </p:cNvCxnSpPr>
            <p:nvPr/>
          </p:nvCxnSpPr>
          <p:spPr>
            <a:xfrm>
              <a:off x="7674131" y="3162300"/>
              <a:ext cx="0" cy="4691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A4A1EEEE-5A98-5D0E-E3F9-B51AAB8162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0006" y="3098006"/>
              <a:ext cx="161926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B8064A3D-5DA6-2702-CD5F-C1AB0CBF6D2C}"/>
                </a:ext>
              </a:extLst>
            </p:cNvPr>
            <p:cNvCxnSpPr>
              <a:cxnSpLocks/>
            </p:cNvCxnSpPr>
            <p:nvPr/>
          </p:nvCxnSpPr>
          <p:spPr>
            <a:xfrm>
              <a:off x="7831294" y="2828925"/>
              <a:ext cx="0" cy="2643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521B54C5-B9C6-BFB6-F048-73612F542404}"/>
                </a:ext>
              </a:extLst>
            </p:cNvPr>
            <p:cNvCxnSpPr>
              <a:cxnSpLocks/>
            </p:cNvCxnSpPr>
            <p:nvPr/>
          </p:nvCxnSpPr>
          <p:spPr>
            <a:xfrm>
              <a:off x="7836693" y="3836193"/>
              <a:ext cx="15478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12EE96F7-3B85-F3C0-68EA-86CFB416AA3A}"/>
                </a:ext>
              </a:extLst>
            </p:cNvPr>
            <p:cNvCxnSpPr>
              <a:cxnSpLocks/>
            </p:cNvCxnSpPr>
            <p:nvPr/>
          </p:nvCxnSpPr>
          <p:spPr>
            <a:xfrm>
              <a:off x="7986075" y="3905250"/>
              <a:ext cx="0" cy="5643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76EA1845-DC2C-7137-E6B4-DB9D0F460629}"/>
                </a:ext>
              </a:extLst>
            </p:cNvPr>
            <p:cNvCxnSpPr>
              <a:cxnSpLocks/>
            </p:cNvCxnSpPr>
            <p:nvPr/>
          </p:nvCxnSpPr>
          <p:spPr>
            <a:xfrm>
              <a:off x="7977188" y="4469606"/>
              <a:ext cx="15478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3398CCA1-ED35-AD6F-AF7C-6B0E7559C573}"/>
                </a:ext>
              </a:extLst>
            </p:cNvPr>
            <p:cNvCxnSpPr>
              <a:cxnSpLocks/>
            </p:cNvCxnSpPr>
            <p:nvPr/>
          </p:nvCxnSpPr>
          <p:spPr>
            <a:xfrm>
              <a:off x="8133712" y="4531520"/>
              <a:ext cx="0" cy="259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70C4F04E-70EF-8B53-2806-14EE0893C1C5}"/>
                </a:ext>
              </a:extLst>
            </p:cNvPr>
            <p:cNvCxnSpPr>
              <a:cxnSpLocks/>
            </p:cNvCxnSpPr>
            <p:nvPr/>
          </p:nvCxnSpPr>
          <p:spPr>
            <a:xfrm>
              <a:off x="8139113" y="4783931"/>
              <a:ext cx="15478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41AA3141-EE9E-A387-8DC3-604BE2FA730C}"/>
                </a:ext>
              </a:extLst>
            </p:cNvPr>
            <p:cNvCxnSpPr>
              <a:cxnSpLocks/>
            </p:cNvCxnSpPr>
            <p:nvPr/>
          </p:nvCxnSpPr>
          <p:spPr>
            <a:xfrm>
              <a:off x="7826531" y="3214688"/>
              <a:ext cx="0" cy="6238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742FA67F-0FDB-208B-D183-1B0FAFC7C3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7644" y="3150393"/>
              <a:ext cx="161926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93BC285F-0444-E6E2-341F-061CF569D311}"/>
                </a:ext>
              </a:extLst>
            </p:cNvPr>
            <p:cNvCxnSpPr>
              <a:cxnSpLocks/>
            </p:cNvCxnSpPr>
            <p:nvPr/>
          </p:nvCxnSpPr>
          <p:spPr>
            <a:xfrm>
              <a:off x="7981313" y="2900363"/>
              <a:ext cx="0" cy="2492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6E37F8F4-A997-F8DF-8C71-C78BA0339C67}"/>
                </a:ext>
              </a:extLst>
            </p:cNvPr>
            <p:cNvCxnSpPr>
              <a:cxnSpLocks/>
            </p:cNvCxnSpPr>
            <p:nvPr/>
          </p:nvCxnSpPr>
          <p:spPr>
            <a:xfrm>
              <a:off x="7834312" y="2840831"/>
              <a:ext cx="15478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1" name="Arrow: Right 280">
            <a:extLst>
              <a:ext uri="{FF2B5EF4-FFF2-40B4-BE49-F238E27FC236}">
                <a16:creationId xmlns:a16="http://schemas.microsoft.com/office/drawing/2014/main" id="{9ACE4151-4C77-6E84-2B3D-87066D19AC29}"/>
              </a:ext>
            </a:extLst>
          </p:cNvPr>
          <p:cNvSpPr/>
          <p:nvPr/>
        </p:nvSpPr>
        <p:spPr>
          <a:xfrm rot="16047762">
            <a:off x="7969910" y="5338868"/>
            <a:ext cx="737251" cy="291434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Arrow: Right 283">
            <a:extLst>
              <a:ext uri="{FF2B5EF4-FFF2-40B4-BE49-F238E27FC236}">
                <a16:creationId xmlns:a16="http://schemas.microsoft.com/office/drawing/2014/main" id="{9DB409C8-D746-B71E-5903-6A377B11AF90}"/>
              </a:ext>
            </a:extLst>
          </p:cNvPr>
          <p:cNvSpPr/>
          <p:nvPr/>
        </p:nvSpPr>
        <p:spPr>
          <a:xfrm rot="8570629">
            <a:off x="7084084" y="404918"/>
            <a:ext cx="737251" cy="291434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Arrow: Right 284">
            <a:extLst>
              <a:ext uri="{FF2B5EF4-FFF2-40B4-BE49-F238E27FC236}">
                <a16:creationId xmlns:a16="http://schemas.microsoft.com/office/drawing/2014/main" id="{A6C4FC11-9019-B56B-8BEC-680DD61A3951}"/>
              </a:ext>
            </a:extLst>
          </p:cNvPr>
          <p:cNvSpPr/>
          <p:nvPr/>
        </p:nvSpPr>
        <p:spPr>
          <a:xfrm rot="8570629">
            <a:off x="3726522" y="1243117"/>
            <a:ext cx="737251" cy="291434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94E7DECD-C95E-A211-1655-A1E60A5D75B5}"/>
              </a:ext>
            </a:extLst>
          </p:cNvPr>
          <p:cNvGrpSpPr/>
          <p:nvPr/>
        </p:nvGrpSpPr>
        <p:grpSpPr>
          <a:xfrm>
            <a:off x="3629025" y="852489"/>
            <a:ext cx="4050506" cy="4898231"/>
            <a:chOff x="3629025" y="852489"/>
            <a:chExt cx="4050506" cy="4898231"/>
          </a:xfrm>
        </p:grpSpPr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E5613682-E0B4-B837-4665-ED6EAE0F7F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8483" y="854869"/>
              <a:ext cx="159543" cy="738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84E50D3E-84E9-33C3-4453-EE383747B6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55646" y="852489"/>
              <a:ext cx="623885" cy="24526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062765F3-60AF-D222-0BAC-F662BB7E76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2825" y="1092994"/>
              <a:ext cx="314326" cy="1238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39ED72D8-7E9A-69C9-101E-F86FF47F380F}"/>
                </a:ext>
              </a:extLst>
            </p:cNvPr>
            <p:cNvCxnSpPr>
              <a:cxnSpLocks/>
            </p:cNvCxnSpPr>
            <p:nvPr/>
          </p:nvCxnSpPr>
          <p:spPr>
            <a:xfrm>
              <a:off x="7205664" y="1178719"/>
              <a:ext cx="0" cy="21669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769A3AE5-DB20-231F-2BBD-FF97B2640B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93756" y="1335881"/>
              <a:ext cx="166689" cy="66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639E2CB0-131B-1475-6161-298046EDBA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1356" y="981075"/>
              <a:ext cx="314326" cy="116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7F0B2651-1152-D788-5367-2C5C999984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50881" y="1521618"/>
              <a:ext cx="157164" cy="619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026A63F5-B9C5-C9B7-5516-96831FC9FD39}"/>
                </a:ext>
              </a:extLst>
            </p:cNvPr>
            <p:cNvCxnSpPr>
              <a:cxnSpLocks/>
            </p:cNvCxnSpPr>
            <p:nvPr/>
          </p:nvCxnSpPr>
          <p:spPr>
            <a:xfrm>
              <a:off x="7048501" y="1588294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6C13887B-3489-5348-01D2-B733A08F25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2" y="1702594"/>
              <a:ext cx="150019" cy="642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B232047F-A783-FBFA-81B0-2EA7B87DECAD}"/>
                </a:ext>
              </a:extLst>
            </p:cNvPr>
            <p:cNvCxnSpPr>
              <a:cxnSpLocks/>
            </p:cNvCxnSpPr>
            <p:nvPr/>
          </p:nvCxnSpPr>
          <p:spPr>
            <a:xfrm>
              <a:off x="6900864" y="1764506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8C0115CE-CC36-7DCB-78BC-8BC387FCA7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29414" y="1700214"/>
              <a:ext cx="169067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93636A89-ACBA-B9E5-2919-12B1FDAEEBCE}"/>
                </a:ext>
              </a:extLst>
            </p:cNvPr>
            <p:cNvCxnSpPr>
              <a:cxnSpLocks/>
            </p:cNvCxnSpPr>
            <p:nvPr/>
          </p:nvCxnSpPr>
          <p:spPr>
            <a:xfrm>
              <a:off x="6734176" y="1583531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E6295767-D248-2D45-017C-FC1BC7653128}"/>
                </a:ext>
              </a:extLst>
            </p:cNvPr>
            <p:cNvCxnSpPr>
              <a:cxnSpLocks/>
            </p:cNvCxnSpPr>
            <p:nvPr/>
          </p:nvCxnSpPr>
          <p:spPr>
            <a:xfrm>
              <a:off x="7360445" y="1216819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5CF07977-3895-1BCB-4677-760BBCFAD6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96138" y="1107280"/>
              <a:ext cx="166689" cy="66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2C6B30FC-698B-B3A8-68D2-C7A6B5606A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84194" y="978692"/>
              <a:ext cx="166689" cy="66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F422F158-E7CB-9AAD-994D-EFE7ACD8C085}"/>
                </a:ext>
              </a:extLst>
            </p:cNvPr>
            <p:cNvCxnSpPr>
              <a:cxnSpLocks/>
            </p:cNvCxnSpPr>
            <p:nvPr/>
          </p:nvCxnSpPr>
          <p:spPr>
            <a:xfrm>
              <a:off x="6893721" y="1028699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0F64D436-F529-F52A-D57F-76F3A23451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1338" y="1090611"/>
              <a:ext cx="166689" cy="66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BF702AB6-3556-1417-D83A-FCCCC3FAD883}"/>
                </a:ext>
              </a:extLst>
            </p:cNvPr>
            <p:cNvCxnSpPr>
              <a:cxnSpLocks/>
            </p:cNvCxnSpPr>
            <p:nvPr/>
          </p:nvCxnSpPr>
          <p:spPr>
            <a:xfrm>
              <a:off x="7058027" y="1088230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C8FA8F04-07CF-4BE3-A17B-EEFF4D06E8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84194" y="1209673"/>
              <a:ext cx="166689" cy="66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952F4FE-CF27-3180-1BC3-3969BE4A2B46}"/>
                </a:ext>
              </a:extLst>
            </p:cNvPr>
            <p:cNvCxnSpPr>
              <a:cxnSpLocks/>
            </p:cNvCxnSpPr>
            <p:nvPr/>
          </p:nvCxnSpPr>
          <p:spPr>
            <a:xfrm>
              <a:off x="6893721" y="1273968"/>
              <a:ext cx="0" cy="23812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906DD697-D993-70EC-77F0-E1C1FC3A1C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1338" y="1447798"/>
              <a:ext cx="166689" cy="66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1AB7D27A-6D1E-A92F-2D5E-3162AEF77C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120" y="1454946"/>
              <a:ext cx="169067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3DAC6F1C-A8D8-2E29-0480-9A6379D1FB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74633" y="1514477"/>
              <a:ext cx="169067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2513797F-FBD0-3DC1-4AA8-35DD7E4D7292}"/>
                </a:ext>
              </a:extLst>
            </p:cNvPr>
            <p:cNvCxnSpPr>
              <a:cxnSpLocks/>
            </p:cNvCxnSpPr>
            <p:nvPr/>
          </p:nvCxnSpPr>
          <p:spPr>
            <a:xfrm>
              <a:off x="6581776" y="1397794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201E1F8-F739-5077-9381-C987312781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81774" y="1338262"/>
              <a:ext cx="150019" cy="642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799E2890-523E-3CE5-BB0E-018DC3139C82}"/>
                </a:ext>
              </a:extLst>
            </p:cNvPr>
            <p:cNvCxnSpPr>
              <a:cxnSpLocks/>
            </p:cNvCxnSpPr>
            <p:nvPr/>
          </p:nvCxnSpPr>
          <p:spPr>
            <a:xfrm>
              <a:off x="6743702" y="1212055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7BBC7294-8AB0-4753-6A7C-5BC11DF491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6994" y="1212056"/>
              <a:ext cx="323849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CD5F8FD7-E1B5-21B8-A2C9-A3BB4F1218E0}"/>
                </a:ext>
              </a:extLst>
            </p:cNvPr>
            <p:cNvCxnSpPr>
              <a:cxnSpLocks/>
            </p:cNvCxnSpPr>
            <p:nvPr/>
          </p:nvCxnSpPr>
          <p:spPr>
            <a:xfrm>
              <a:off x="6429377" y="1209674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FDF14CBC-08A3-4549-32A6-F2008C68FF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232" y="1090612"/>
              <a:ext cx="323849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8050520C-0521-70ED-D2F1-BC09D6F72656}"/>
                </a:ext>
              </a:extLst>
            </p:cNvPr>
            <p:cNvCxnSpPr>
              <a:cxnSpLocks/>
            </p:cNvCxnSpPr>
            <p:nvPr/>
          </p:nvCxnSpPr>
          <p:spPr>
            <a:xfrm>
              <a:off x="6748465" y="964405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E1E2A1F5-13B2-BCF5-444A-A48DFCC39E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0306" y="964405"/>
              <a:ext cx="492919" cy="19526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3D670C51-307E-7DA4-10F3-FE882182EEF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3" y="1338262"/>
              <a:ext cx="45242" cy="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2D6A0670-B838-FAB8-D4B5-D4C7303C12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10250" y="1526381"/>
              <a:ext cx="150019" cy="642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6544BC0C-1617-8907-E56C-580F95CA290D}"/>
                </a:ext>
              </a:extLst>
            </p:cNvPr>
            <p:cNvCxnSpPr>
              <a:cxnSpLocks/>
            </p:cNvCxnSpPr>
            <p:nvPr/>
          </p:nvCxnSpPr>
          <p:spPr>
            <a:xfrm>
              <a:off x="5815016" y="1585911"/>
              <a:ext cx="145253" cy="6905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479C725E-FFB6-1AEC-8893-BC2F964D21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0725" y="1652586"/>
              <a:ext cx="152404" cy="547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0CB81061-BCAB-0DF4-049B-71793CBCE968}"/>
                </a:ext>
              </a:extLst>
            </p:cNvPr>
            <p:cNvCxnSpPr>
              <a:cxnSpLocks/>
            </p:cNvCxnSpPr>
            <p:nvPr/>
          </p:nvCxnSpPr>
          <p:spPr>
            <a:xfrm>
              <a:off x="5810254" y="1707355"/>
              <a:ext cx="159540" cy="619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9B2D6B8D-8AFF-B408-F3A7-D5E8F3E2A5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3106" y="1762124"/>
              <a:ext cx="159548" cy="5953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948EB1AA-8F5A-BCC7-8D80-98BD7232BC37}"/>
                </a:ext>
              </a:extLst>
            </p:cNvPr>
            <p:cNvCxnSpPr>
              <a:cxnSpLocks/>
            </p:cNvCxnSpPr>
            <p:nvPr/>
          </p:nvCxnSpPr>
          <p:spPr>
            <a:xfrm>
              <a:off x="5648329" y="1762123"/>
              <a:ext cx="159540" cy="619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091FA946-5B96-75FF-8EF7-32239A22F0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3543" y="1759742"/>
              <a:ext cx="159548" cy="5953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AAF2166D-01EB-3114-29B4-CF9561A2124F}"/>
                </a:ext>
              </a:extLst>
            </p:cNvPr>
            <p:cNvCxnSpPr>
              <a:cxnSpLocks/>
            </p:cNvCxnSpPr>
            <p:nvPr/>
          </p:nvCxnSpPr>
          <p:spPr>
            <a:xfrm>
              <a:off x="5495929" y="1819273"/>
              <a:ext cx="311940" cy="12382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A3FEB252-E955-F92C-57DF-7EEFC331779A}"/>
                </a:ext>
              </a:extLst>
            </p:cNvPr>
            <p:cNvCxnSpPr>
              <a:cxnSpLocks/>
            </p:cNvCxnSpPr>
            <p:nvPr/>
          </p:nvCxnSpPr>
          <p:spPr>
            <a:xfrm>
              <a:off x="5807871" y="1935955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E92C4250-98AD-02DC-C3BA-234B42BEF6A2}"/>
                </a:ext>
              </a:extLst>
            </p:cNvPr>
            <p:cNvCxnSpPr>
              <a:cxnSpLocks/>
            </p:cNvCxnSpPr>
            <p:nvPr/>
          </p:nvCxnSpPr>
          <p:spPr>
            <a:xfrm>
              <a:off x="5491166" y="1935954"/>
              <a:ext cx="311940" cy="12382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60865D72-E659-D411-6915-2F61D014AF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9694" y="1928811"/>
              <a:ext cx="321472" cy="1381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8899C959-589D-D088-3093-C5A2C803119F}"/>
                </a:ext>
              </a:extLst>
            </p:cNvPr>
            <p:cNvCxnSpPr>
              <a:cxnSpLocks/>
            </p:cNvCxnSpPr>
            <p:nvPr/>
          </p:nvCxnSpPr>
          <p:spPr>
            <a:xfrm>
              <a:off x="5181604" y="2071686"/>
              <a:ext cx="159540" cy="619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9AED18E3-5580-1D26-A931-A5B056B501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1144" y="2076448"/>
              <a:ext cx="152404" cy="547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E15381FD-7505-2575-FF7C-C631FD864D32}"/>
                </a:ext>
              </a:extLst>
            </p:cNvPr>
            <p:cNvCxnSpPr>
              <a:cxnSpLocks/>
            </p:cNvCxnSpPr>
            <p:nvPr/>
          </p:nvCxnSpPr>
          <p:spPr>
            <a:xfrm>
              <a:off x="5491165" y="2066924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E1879CC5-B5F2-B8F1-BDE5-3F7A600901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5925" y="2126454"/>
              <a:ext cx="152404" cy="547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52AE1CD5-9B01-7D18-C534-C32AB936788C}"/>
                </a:ext>
              </a:extLst>
            </p:cNvPr>
            <p:cNvCxnSpPr>
              <a:cxnSpLocks/>
            </p:cNvCxnSpPr>
            <p:nvPr/>
          </p:nvCxnSpPr>
          <p:spPr>
            <a:xfrm>
              <a:off x="5653090" y="2133599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5E428E25-C9F6-BDC6-DEF4-45F433E39AE0}"/>
                </a:ext>
              </a:extLst>
            </p:cNvPr>
            <p:cNvCxnSpPr>
              <a:cxnSpLocks/>
            </p:cNvCxnSpPr>
            <p:nvPr/>
          </p:nvCxnSpPr>
          <p:spPr>
            <a:xfrm>
              <a:off x="5653091" y="2302666"/>
              <a:ext cx="0" cy="1428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4589B9F4-BEFF-10D5-9CA8-7209A79691B9}"/>
                </a:ext>
              </a:extLst>
            </p:cNvPr>
            <p:cNvCxnSpPr>
              <a:cxnSpLocks/>
            </p:cNvCxnSpPr>
            <p:nvPr/>
          </p:nvCxnSpPr>
          <p:spPr>
            <a:xfrm>
              <a:off x="5193511" y="2302667"/>
              <a:ext cx="466720" cy="19050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54093EA-5AA0-A4CE-F6AC-5C1D12AE7B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1107" y="2302669"/>
              <a:ext cx="145256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64C3CD0C-6F70-7CB7-CAA9-668157902148}"/>
                </a:ext>
              </a:extLst>
            </p:cNvPr>
            <p:cNvCxnSpPr>
              <a:cxnSpLocks/>
            </p:cNvCxnSpPr>
            <p:nvPr/>
          </p:nvCxnSpPr>
          <p:spPr>
            <a:xfrm>
              <a:off x="4879186" y="2309811"/>
              <a:ext cx="159540" cy="619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D9B29B35-24C5-518D-1219-A0B555292307}"/>
                </a:ext>
              </a:extLst>
            </p:cNvPr>
            <p:cNvCxnSpPr>
              <a:cxnSpLocks/>
            </p:cNvCxnSpPr>
            <p:nvPr/>
          </p:nvCxnSpPr>
          <p:spPr>
            <a:xfrm>
              <a:off x="4879184" y="2183606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5E3DA74-F280-378C-6396-E796EC2FD87E}"/>
                </a:ext>
              </a:extLst>
            </p:cNvPr>
            <p:cNvCxnSpPr>
              <a:cxnSpLocks/>
            </p:cNvCxnSpPr>
            <p:nvPr/>
          </p:nvCxnSpPr>
          <p:spPr>
            <a:xfrm>
              <a:off x="4722024" y="2116929"/>
              <a:ext cx="159540" cy="619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29D0E345-BCC4-768B-BE56-1717BDCCC472}"/>
                </a:ext>
              </a:extLst>
            </p:cNvPr>
            <p:cNvCxnSpPr>
              <a:cxnSpLocks/>
            </p:cNvCxnSpPr>
            <p:nvPr/>
          </p:nvCxnSpPr>
          <p:spPr>
            <a:xfrm>
              <a:off x="4724403" y="2116931"/>
              <a:ext cx="0" cy="3667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08ED4DE8-C524-5119-1885-1002D7C7F1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6782" y="2428873"/>
              <a:ext cx="152404" cy="547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A60B1CC1-91EA-2A79-5D22-5FA1DBAB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881565" y="2431256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3DB49319-DAC0-D29C-0C34-BD30FFDB25B2}"/>
                </a:ext>
              </a:extLst>
            </p:cNvPr>
            <p:cNvCxnSpPr>
              <a:cxnSpLocks/>
            </p:cNvCxnSpPr>
            <p:nvPr/>
          </p:nvCxnSpPr>
          <p:spPr>
            <a:xfrm>
              <a:off x="4874424" y="2552698"/>
              <a:ext cx="159540" cy="619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E6CE27DC-2B4E-1293-5271-28575523A2F9}"/>
                </a:ext>
              </a:extLst>
            </p:cNvPr>
            <p:cNvCxnSpPr>
              <a:cxnSpLocks/>
            </p:cNvCxnSpPr>
            <p:nvPr/>
          </p:nvCxnSpPr>
          <p:spPr>
            <a:xfrm>
              <a:off x="5026821" y="2486025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213956C0-E007-BC9E-1C19-FA1F05AD85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1582" y="2428872"/>
              <a:ext cx="152404" cy="547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CB3AF576-714C-AF81-6D8F-DECE19EFB99A}"/>
                </a:ext>
              </a:extLst>
            </p:cNvPr>
            <p:cNvCxnSpPr>
              <a:cxnSpLocks/>
            </p:cNvCxnSpPr>
            <p:nvPr/>
          </p:nvCxnSpPr>
          <p:spPr>
            <a:xfrm>
              <a:off x="5181606" y="2421729"/>
              <a:ext cx="159540" cy="619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6E8CE5A5-CC0B-907A-EBE0-24CA9B2A0A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3982" y="2490785"/>
              <a:ext cx="152404" cy="547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BBB0A8FA-285E-8210-9C28-C35AB3AFCE68}"/>
                </a:ext>
              </a:extLst>
            </p:cNvPr>
            <p:cNvCxnSpPr>
              <a:cxnSpLocks/>
            </p:cNvCxnSpPr>
            <p:nvPr/>
          </p:nvCxnSpPr>
          <p:spPr>
            <a:xfrm>
              <a:off x="5183987" y="2552698"/>
              <a:ext cx="304794" cy="11906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BEF03CED-8E2C-76B8-39CD-FBBD44B967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9257" y="2476500"/>
              <a:ext cx="488156" cy="19526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10FD5BF4-BA54-020C-BA20-D8B9F2A4E03A}"/>
                </a:ext>
              </a:extLst>
            </p:cNvPr>
            <p:cNvCxnSpPr>
              <a:cxnSpLocks/>
            </p:cNvCxnSpPr>
            <p:nvPr/>
          </p:nvCxnSpPr>
          <p:spPr>
            <a:xfrm>
              <a:off x="5962654" y="2540791"/>
              <a:ext cx="0" cy="1428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5B900998-DD04-D074-3046-F910238926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3525" y="2733675"/>
              <a:ext cx="626269" cy="2357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738">
              <a:extLst>
                <a:ext uri="{FF2B5EF4-FFF2-40B4-BE49-F238E27FC236}">
                  <a16:creationId xmlns:a16="http://schemas.microsoft.com/office/drawing/2014/main" id="{383454D5-FF3E-CADA-0DD5-D644A0DCA2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3488" y="3924300"/>
              <a:ext cx="609600" cy="2619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742">
              <a:extLst>
                <a:ext uri="{FF2B5EF4-FFF2-40B4-BE49-F238E27FC236}">
                  <a16:creationId xmlns:a16="http://schemas.microsoft.com/office/drawing/2014/main" id="{EB5FE242-138C-E674-20AF-6EC95D0DDBD5}"/>
                </a:ext>
              </a:extLst>
            </p:cNvPr>
            <p:cNvCxnSpPr>
              <a:cxnSpLocks/>
            </p:cNvCxnSpPr>
            <p:nvPr/>
          </p:nvCxnSpPr>
          <p:spPr>
            <a:xfrm>
              <a:off x="4893469" y="4114800"/>
              <a:ext cx="147641" cy="5953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744">
              <a:extLst>
                <a:ext uri="{FF2B5EF4-FFF2-40B4-BE49-F238E27FC236}">
                  <a16:creationId xmlns:a16="http://schemas.microsoft.com/office/drawing/2014/main" id="{270DB559-5304-FF71-4C6B-598F08CA89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2019" y="4119563"/>
              <a:ext cx="176213" cy="66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747">
              <a:extLst>
                <a:ext uri="{FF2B5EF4-FFF2-40B4-BE49-F238E27FC236}">
                  <a16:creationId xmlns:a16="http://schemas.microsoft.com/office/drawing/2014/main" id="{D532D35E-42C5-7134-C098-1EDAF7C0F6E4}"/>
                </a:ext>
              </a:extLst>
            </p:cNvPr>
            <p:cNvCxnSpPr>
              <a:cxnSpLocks/>
            </p:cNvCxnSpPr>
            <p:nvPr/>
          </p:nvCxnSpPr>
          <p:spPr>
            <a:xfrm>
              <a:off x="4729166" y="4179091"/>
              <a:ext cx="0" cy="60484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750">
              <a:extLst>
                <a:ext uri="{FF2B5EF4-FFF2-40B4-BE49-F238E27FC236}">
                  <a16:creationId xmlns:a16="http://schemas.microsoft.com/office/drawing/2014/main" id="{2501D5CE-1E15-59C2-6F23-9412C1B1ADBB}"/>
                </a:ext>
              </a:extLst>
            </p:cNvPr>
            <p:cNvCxnSpPr>
              <a:cxnSpLocks/>
            </p:cNvCxnSpPr>
            <p:nvPr/>
          </p:nvCxnSpPr>
          <p:spPr>
            <a:xfrm>
              <a:off x="4719640" y="5145880"/>
              <a:ext cx="0" cy="60484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4DA3729-94FD-C6BD-7428-EA2D49DDE1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29025" y="5207000"/>
              <a:ext cx="307975" cy="1301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6CCDCE98-1A64-917E-4AF2-A591F6F9B362}"/>
              </a:ext>
            </a:extLst>
          </p:cNvPr>
          <p:cNvGrpSpPr/>
          <p:nvPr/>
        </p:nvGrpSpPr>
        <p:grpSpPr>
          <a:xfrm>
            <a:off x="526256" y="781051"/>
            <a:ext cx="4348162" cy="3286124"/>
            <a:chOff x="526256" y="781051"/>
            <a:chExt cx="4348162" cy="3286124"/>
          </a:xfrm>
        </p:grpSpPr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2941838C-DC05-9B07-3933-DE29F55B1085}"/>
                </a:ext>
              </a:extLst>
            </p:cNvPr>
            <p:cNvCxnSpPr>
              <a:cxnSpLocks/>
            </p:cNvCxnSpPr>
            <p:nvPr/>
          </p:nvCxnSpPr>
          <p:spPr>
            <a:xfrm>
              <a:off x="3481389" y="1150144"/>
              <a:ext cx="0" cy="2524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49AD9989-DB25-C23C-B26C-0C629DBB03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6606" y="1152527"/>
              <a:ext cx="150021" cy="6191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0DA112A6-21DB-5F1A-3285-46C785B05B55}"/>
                </a:ext>
              </a:extLst>
            </p:cNvPr>
            <p:cNvCxnSpPr>
              <a:cxnSpLocks/>
            </p:cNvCxnSpPr>
            <p:nvPr/>
          </p:nvCxnSpPr>
          <p:spPr>
            <a:xfrm>
              <a:off x="3176590" y="1033462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8A7A7817-71F5-8763-A2FA-FF712AAFE9FD}"/>
                </a:ext>
              </a:extLst>
            </p:cNvPr>
            <p:cNvCxnSpPr>
              <a:cxnSpLocks/>
            </p:cNvCxnSpPr>
            <p:nvPr/>
          </p:nvCxnSpPr>
          <p:spPr>
            <a:xfrm>
              <a:off x="3178968" y="1033462"/>
              <a:ext cx="152401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FE30CCB5-6464-7CD5-7F28-580FF9EF20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6606" y="1033463"/>
              <a:ext cx="164307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6E738866-D1F1-B58E-45A1-9534EABBAF55}"/>
                </a:ext>
              </a:extLst>
            </p:cNvPr>
            <p:cNvCxnSpPr>
              <a:cxnSpLocks/>
            </p:cNvCxnSpPr>
            <p:nvPr/>
          </p:nvCxnSpPr>
          <p:spPr>
            <a:xfrm>
              <a:off x="3488534" y="790574"/>
              <a:ext cx="0" cy="2452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70FED323-0EE8-FAD3-BE28-06EA9161F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9863" y="781051"/>
              <a:ext cx="771525" cy="3167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C21EF575-5269-56B1-3A52-52DD12433339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06" y="1150144"/>
              <a:ext cx="152401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A2E183E3-B6B8-D48C-17CC-3F703469DB09}"/>
                </a:ext>
              </a:extLst>
            </p:cNvPr>
            <p:cNvCxnSpPr>
              <a:cxnSpLocks/>
            </p:cNvCxnSpPr>
            <p:nvPr/>
          </p:nvCxnSpPr>
          <p:spPr>
            <a:xfrm>
              <a:off x="2712243" y="1095375"/>
              <a:ext cx="464345" cy="1857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BAAA52E4-FACA-B5A2-1093-167DAB177160}"/>
                </a:ext>
              </a:extLst>
            </p:cNvPr>
            <p:cNvCxnSpPr>
              <a:cxnSpLocks/>
            </p:cNvCxnSpPr>
            <p:nvPr/>
          </p:nvCxnSpPr>
          <p:spPr>
            <a:xfrm>
              <a:off x="3331368" y="1464469"/>
              <a:ext cx="145257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B5B591F4-5777-35F3-DC2A-A06B75131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6606" y="1393032"/>
              <a:ext cx="164307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418AB877-FCEB-F260-2936-1F3248A04694}"/>
                </a:ext>
              </a:extLst>
            </p:cNvPr>
            <p:cNvCxnSpPr>
              <a:cxnSpLocks/>
            </p:cNvCxnSpPr>
            <p:nvPr/>
          </p:nvCxnSpPr>
          <p:spPr>
            <a:xfrm>
              <a:off x="3171827" y="1278731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67632C47-3E3D-D7F9-F2C5-C48E5838A7C0}"/>
                </a:ext>
              </a:extLst>
            </p:cNvPr>
            <p:cNvCxnSpPr>
              <a:cxnSpLocks/>
            </p:cNvCxnSpPr>
            <p:nvPr/>
          </p:nvCxnSpPr>
          <p:spPr>
            <a:xfrm>
              <a:off x="3178968" y="1519237"/>
              <a:ext cx="152401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44002257-43DD-3A34-5DB3-8BC1F839EB21}"/>
                </a:ext>
              </a:extLst>
            </p:cNvPr>
            <p:cNvCxnSpPr>
              <a:cxnSpLocks/>
            </p:cNvCxnSpPr>
            <p:nvPr/>
          </p:nvCxnSpPr>
          <p:spPr>
            <a:xfrm>
              <a:off x="3331371" y="1578768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1749597C-5685-F364-09BC-23874E9CBEE7}"/>
                </a:ext>
              </a:extLst>
            </p:cNvPr>
            <p:cNvCxnSpPr>
              <a:cxnSpLocks/>
            </p:cNvCxnSpPr>
            <p:nvPr/>
          </p:nvCxnSpPr>
          <p:spPr>
            <a:xfrm>
              <a:off x="2855119" y="1519238"/>
              <a:ext cx="478631" cy="1833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F95CD91D-7C5D-20AD-3A92-A8D4CFE23D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7500" y="1447801"/>
              <a:ext cx="164307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B3BD7C9-E212-B78D-8B95-BFFE4AAA3840}"/>
                </a:ext>
              </a:extLst>
            </p:cNvPr>
            <p:cNvCxnSpPr>
              <a:cxnSpLocks/>
            </p:cNvCxnSpPr>
            <p:nvPr/>
          </p:nvCxnSpPr>
          <p:spPr>
            <a:xfrm>
              <a:off x="3019428" y="1326356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25B98BEB-2354-B1D9-3B78-86AD0A954D8B}"/>
                </a:ext>
              </a:extLst>
            </p:cNvPr>
            <p:cNvCxnSpPr>
              <a:cxnSpLocks/>
            </p:cNvCxnSpPr>
            <p:nvPr/>
          </p:nvCxnSpPr>
          <p:spPr>
            <a:xfrm>
              <a:off x="2545556" y="1147763"/>
              <a:ext cx="478631" cy="1833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636D420F-73F1-F1AD-1C89-805FA7D7B4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40756" y="1145382"/>
              <a:ext cx="311945" cy="1357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E6ADDF8E-80B0-A660-02AA-795F0F8CD7D4}"/>
                </a:ext>
              </a:extLst>
            </p:cNvPr>
            <p:cNvCxnSpPr>
              <a:cxnSpLocks/>
            </p:cNvCxnSpPr>
            <p:nvPr/>
          </p:nvCxnSpPr>
          <p:spPr>
            <a:xfrm>
              <a:off x="2245518" y="1283494"/>
              <a:ext cx="159545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3768AEC7-96BC-9534-1A7C-DBA9542B43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3157" y="1271589"/>
              <a:ext cx="164307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58559513-0C36-D191-8993-B2F0AC8D4074}"/>
                </a:ext>
              </a:extLst>
            </p:cNvPr>
            <p:cNvCxnSpPr>
              <a:cxnSpLocks/>
            </p:cNvCxnSpPr>
            <p:nvPr/>
          </p:nvCxnSpPr>
          <p:spPr>
            <a:xfrm>
              <a:off x="2547940" y="1276349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331C4BBE-9DB9-4C3E-4BEF-643184044F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557" y="1331120"/>
              <a:ext cx="164307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DEF3C1E5-74F6-6087-34A8-913A33CB00FC}"/>
                </a:ext>
              </a:extLst>
            </p:cNvPr>
            <p:cNvCxnSpPr>
              <a:cxnSpLocks/>
            </p:cNvCxnSpPr>
            <p:nvPr/>
          </p:nvCxnSpPr>
          <p:spPr>
            <a:xfrm>
              <a:off x="2705102" y="1328737"/>
              <a:ext cx="0" cy="2595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4BB1BF33-5B7E-E4FB-7022-9799FB0C3DC2}"/>
                </a:ext>
              </a:extLst>
            </p:cNvPr>
            <p:cNvCxnSpPr>
              <a:cxnSpLocks/>
            </p:cNvCxnSpPr>
            <p:nvPr/>
          </p:nvCxnSpPr>
          <p:spPr>
            <a:xfrm>
              <a:off x="2397919" y="1693069"/>
              <a:ext cx="304800" cy="1238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B16EBE34-257D-43CE-0D2D-D78C1675185A}"/>
                </a:ext>
              </a:extLst>
            </p:cNvPr>
            <p:cNvCxnSpPr>
              <a:cxnSpLocks/>
            </p:cNvCxnSpPr>
            <p:nvPr/>
          </p:nvCxnSpPr>
          <p:spPr>
            <a:xfrm>
              <a:off x="2395540" y="1685924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5C0AFACD-9BB5-FE91-6687-2730D025E8BE}"/>
                </a:ext>
              </a:extLst>
            </p:cNvPr>
            <p:cNvCxnSpPr>
              <a:cxnSpLocks/>
            </p:cNvCxnSpPr>
            <p:nvPr/>
          </p:nvCxnSpPr>
          <p:spPr>
            <a:xfrm>
              <a:off x="2395538" y="1816894"/>
              <a:ext cx="161925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E3639AFC-84E4-477B-24E6-D4D68EB863E8}"/>
                </a:ext>
              </a:extLst>
            </p:cNvPr>
            <p:cNvCxnSpPr>
              <a:cxnSpLocks/>
            </p:cNvCxnSpPr>
            <p:nvPr/>
          </p:nvCxnSpPr>
          <p:spPr>
            <a:xfrm>
              <a:off x="2552702" y="1876424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CC3383C6-3389-A744-717C-4DA01D2910CA}"/>
                </a:ext>
              </a:extLst>
            </p:cNvPr>
            <p:cNvCxnSpPr>
              <a:cxnSpLocks/>
            </p:cNvCxnSpPr>
            <p:nvPr/>
          </p:nvCxnSpPr>
          <p:spPr>
            <a:xfrm>
              <a:off x="2243138" y="1878806"/>
              <a:ext cx="307182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988EC461-E6D2-7B4C-EEEA-D69BB12CE81E}"/>
                </a:ext>
              </a:extLst>
            </p:cNvPr>
            <p:cNvCxnSpPr>
              <a:cxnSpLocks/>
            </p:cNvCxnSpPr>
            <p:nvPr/>
          </p:nvCxnSpPr>
          <p:spPr>
            <a:xfrm>
              <a:off x="2243140" y="1866899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84CA2ADB-7646-7D02-752C-6C359C68CD00}"/>
                </a:ext>
              </a:extLst>
            </p:cNvPr>
            <p:cNvCxnSpPr>
              <a:cxnSpLocks/>
            </p:cNvCxnSpPr>
            <p:nvPr/>
          </p:nvCxnSpPr>
          <p:spPr>
            <a:xfrm>
              <a:off x="2243138" y="2000249"/>
              <a:ext cx="307182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5CD8A83C-53DE-79F8-DD84-443D55E3C6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40756" y="2419349"/>
              <a:ext cx="159545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6AAAA7A7-DDB2-6E72-9F73-BE4C709A913E}"/>
                </a:ext>
              </a:extLst>
            </p:cNvPr>
            <p:cNvCxnSpPr>
              <a:cxnSpLocks/>
            </p:cNvCxnSpPr>
            <p:nvPr/>
          </p:nvCxnSpPr>
          <p:spPr>
            <a:xfrm>
              <a:off x="2240759" y="2481261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E0178998-E0C8-3E6F-9A1C-B084A43714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3575" y="2607468"/>
              <a:ext cx="302419" cy="1238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0D941082-E610-3F40-F2F7-F7494F72E909}"/>
                </a:ext>
              </a:extLst>
            </p:cNvPr>
            <p:cNvCxnSpPr>
              <a:cxnSpLocks/>
            </p:cNvCxnSpPr>
            <p:nvPr/>
          </p:nvCxnSpPr>
          <p:spPr>
            <a:xfrm>
              <a:off x="1771651" y="2664619"/>
              <a:ext cx="161925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6704A9F1-06C2-5EFB-75C2-B64A58D0D87B}"/>
                </a:ext>
              </a:extLst>
            </p:cNvPr>
            <p:cNvCxnSpPr>
              <a:cxnSpLocks/>
            </p:cNvCxnSpPr>
            <p:nvPr/>
          </p:nvCxnSpPr>
          <p:spPr>
            <a:xfrm>
              <a:off x="1776416" y="2545555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103C3963-C563-5E67-CE50-F70887B303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1649" y="2474117"/>
              <a:ext cx="159545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0C2C0DD8-BFCE-59B8-5DCC-5FBC039702CB}"/>
                </a:ext>
              </a:extLst>
            </p:cNvPr>
            <p:cNvCxnSpPr>
              <a:cxnSpLocks/>
            </p:cNvCxnSpPr>
            <p:nvPr/>
          </p:nvCxnSpPr>
          <p:spPr>
            <a:xfrm>
              <a:off x="1933578" y="2247900"/>
              <a:ext cx="0" cy="2262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95EF5A62-AC23-03F9-9AB9-8354251F78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8775" y="2235992"/>
              <a:ext cx="307182" cy="13573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F2EB2C85-7311-3E0C-A9AD-E2E800F9BB00}"/>
                </a:ext>
              </a:extLst>
            </p:cNvPr>
            <p:cNvCxnSpPr>
              <a:cxnSpLocks/>
            </p:cNvCxnSpPr>
            <p:nvPr/>
          </p:nvCxnSpPr>
          <p:spPr>
            <a:xfrm>
              <a:off x="1624014" y="2364582"/>
              <a:ext cx="159542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835CDE6B-024A-A701-B921-E385651686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2525" y="2424112"/>
              <a:ext cx="623888" cy="2428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FF3FE913-B22F-A872-93D6-B439D5168387}"/>
                </a:ext>
              </a:extLst>
            </p:cNvPr>
            <p:cNvCxnSpPr>
              <a:cxnSpLocks/>
            </p:cNvCxnSpPr>
            <p:nvPr/>
          </p:nvCxnSpPr>
          <p:spPr>
            <a:xfrm>
              <a:off x="1157291" y="2657473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3C6A4609-6B03-88FC-17D9-D8B5648C5F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5781" y="2781298"/>
              <a:ext cx="616744" cy="25241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D15EECEB-383D-4888-D34E-6A44A8139305}"/>
                </a:ext>
              </a:extLst>
            </p:cNvPr>
            <p:cNvCxnSpPr>
              <a:cxnSpLocks/>
            </p:cNvCxnSpPr>
            <p:nvPr/>
          </p:nvCxnSpPr>
          <p:spPr>
            <a:xfrm>
              <a:off x="535785" y="3024185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F4A9879A-4406-2D1D-E104-0ED7526F4E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56" y="2793206"/>
              <a:ext cx="938213" cy="3548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1953484E-7171-4311-6B2A-59AD31377746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4" y="2657473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9AFA1517-314E-869E-06BD-C7206E82D9A3}"/>
                </a:ext>
              </a:extLst>
            </p:cNvPr>
            <p:cNvCxnSpPr>
              <a:cxnSpLocks/>
            </p:cNvCxnSpPr>
            <p:nvPr/>
          </p:nvCxnSpPr>
          <p:spPr>
            <a:xfrm>
              <a:off x="1462089" y="2664619"/>
              <a:ext cx="309561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AE9779C7-A60B-0608-D8DE-1775E392CB93}"/>
                </a:ext>
              </a:extLst>
            </p:cNvPr>
            <p:cNvCxnSpPr>
              <a:cxnSpLocks/>
            </p:cNvCxnSpPr>
            <p:nvPr/>
          </p:nvCxnSpPr>
          <p:spPr>
            <a:xfrm>
              <a:off x="1771654" y="2783679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95D6878D-6AC1-6B92-2C10-047D7A63B9BF}"/>
                </a:ext>
              </a:extLst>
            </p:cNvPr>
            <p:cNvCxnSpPr>
              <a:cxnSpLocks/>
            </p:cNvCxnSpPr>
            <p:nvPr/>
          </p:nvCxnSpPr>
          <p:spPr>
            <a:xfrm>
              <a:off x="1774033" y="2907506"/>
              <a:ext cx="152398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D3DB6611-4622-FD1B-4F0F-BC3947BC2C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19286" y="2905123"/>
              <a:ext cx="159545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301B2C76-8452-49D8-51B4-F8C15D68C7C2}"/>
                </a:ext>
              </a:extLst>
            </p:cNvPr>
            <p:cNvCxnSpPr>
              <a:cxnSpLocks/>
            </p:cNvCxnSpPr>
            <p:nvPr/>
          </p:nvCxnSpPr>
          <p:spPr>
            <a:xfrm>
              <a:off x="2081217" y="2778916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4E8219DD-B51A-BFC4-6209-3DE091268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4067" y="2652713"/>
              <a:ext cx="338139" cy="12858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Connector 484">
              <a:extLst>
                <a:ext uri="{FF2B5EF4-FFF2-40B4-BE49-F238E27FC236}">
                  <a16:creationId xmlns:a16="http://schemas.microsoft.com/office/drawing/2014/main" id="{96D3B572-FE6C-82C6-9FE8-B12FDDAF81CD}"/>
                </a:ext>
              </a:extLst>
            </p:cNvPr>
            <p:cNvCxnSpPr>
              <a:cxnSpLocks/>
            </p:cNvCxnSpPr>
            <p:nvPr/>
          </p:nvCxnSpPr>
          <p:spPr>
            <a:xfrm>
              <a:off x="2405066" y="2533648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86">
              <a:extLst>
                <a:ext uri="{FF2B5EF4-FFF2-40B4-BE49-F238E27FC236}">
                  <a16:creationId xmlns:a16="http://schemas.microsoft.com/office/drawing/2014/main" id="{A74AF656-FF14-7103-300A-6F6B7B31DC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02681" y="2466974"/>
              <a:ext cx="159545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87">
              <a:extLst>
                <a:ext uri="{FF2B5EF4-FFF2-40B4-BE49-F238E27FC236}">
                  <a16:creationId xmlns:a16="http://schemas.microsoft.com/office/drawing/2014/main" id="{E8F4062D-CB4E-CA2D-57C1-94D3A67BEAB9}"/>
                </a:ext>
              </a:extLst>
            </p:cNvPr>
            <p:cNvCxnSpPr>
              <a:cxnSpLocks/>
            </p:cNvCxnSpPr>
            <p:nvPr/>
          </p:nvCxnSpPr>
          <p:spPr>
            <a:xfrm>
              <a:off x="2557466" y="2464592"/>
              <a:ext cx="0" cy="5000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Connector 489">
              <a:extLst>
                <a:ext uri="{FF2B5EF4-FFF2-40B4-BE49-F238E27FC236}">
                  <a16:creationId xmlns:a16="http://schemas.microsoft.com/office/drawing/2014/main" id="{56107341-4E4C-D645-D6E7-36C28809E425}"/>
                </a:ext>
              </a:extLst>
            </p:cNvPr>
            <p:cNvCxnSpPr>
              <a:cxnSpLocks/>
            </p:cNvCxnSpPr>
            <p:nvPr/>
          </p:nvCxnSpPr>
          <p:spPr>
            <a:xfrm>
              <a:off x="2238375" y="2845594"/>
              <a:ext cx="159544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22AA0E09-8F98-157C-7160-6033907D1C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93156" y="2964655"/>
              <a:ext cx="159545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A0A38EC3-0E7F-A833-8DFB-40352A538198}"/>
                </a:ext>
              </a:extLst>
            </p:cNvPr>
            <p:cNvCxnSpPr>
              <a:cxnSpLocks/>
            </p:cNvCxnSpPr>
            <p:nvPr/>
          </p:nvCxnSpPr>
          <p:spPr>
            <a:xfrm>
              <a:off x="2397922" y="2902741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94">
              <a:extLst>
                <a:ext uri="{FF2B5EF4-FFF2-40B4-BE49-F238E27FC236}">
                  <a16:creationId xmlns:a16="http://schemas.microsoft.com/office/drawing/2014/main" id="{46784C98-2F17-2D9E-417E-F21579298E4B}"/>
                </a:ext>
              </a:extLst>
            </p:cNvPr>
            <p:cNvCxnSpPr>
              <a:cxnSpLocks/>
            </p:cNvCxnSpPr>
            <p:nvPr/>
          </p:nvCxnSpPr>
          <p:spPr>
            <a:xfrm>
              <a:off x="2243141" y="2840828"/>
              <a:ext cx="0" cy="25717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082EE98B-BC07-3B78-7B30-A5F75358415E}"/>
                </a:ext>
              </a:extLst>
            </p:cNvPr>
            <p:cNvCxnSpPr>
              <a:cxnSpLocks/>
            </p:cNvCxnSpPr>
            <p:nvPr/>
          </p:nvCxnSpPr>
          <p:spPr>
            <a:xfrm>
              <a:off x="2083594" y="3026569"/>
              <a:ext cx="159544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11B51DB2-0D9C-DABF-4624-6517ABA7C3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0719" y="3026569"/>
              <a:ext cx="150019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E530433F-10BC-6F06-CA0A-83E2EA35CF9C}"/>
                </a:ext>
              </a:extLst>
            </p:cNvPr>
            <p:cNvCxnSpPr>
              <a:cxnSpLocks/>
            </p:cNvCxnSpPr>
            <p:nvPr/>
          </p:nvCxnSpPr>
          <p:spPr>
            <a:xfrm>
              <a:off x="1464469" y="2912269"/>
              <a:ext cx="481013" cy="1809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CBC1005E-2D2B-3512-5727-EB961C86B25B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3" y="2900360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Straight Connector 501">
              <a:extLst>
                <a:ext uri="{FF2B5EF4-FFF2-40B4-BE49-F238E27FC236}">
                  <a16:creationId xmlns:a16="http://schemas.microsoft.com/office/drawing/2014/main" id="{A5D330D3-F414-0893-0EB4-9FFE0887BCE9}"/>
                </a:ext>
              </a:extLst>
            </p:cNvPr>
            <p:cNvCxnSpPr>
              <a:cxnSpLocks/>
            </p:cNvCxnSpPr>
            <p:nvPr/>
          </p:nvCxnSpPr>
          <p:spPr>
            <a:xfrm>
              <a:off x="1307306" y="2962276"/>
              <a:ext cx="159544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EF4A2270-79B4-9FF9-9784-8878E5899BC2}"/>
                </a:ext>
              </a:extLst>
            </p:cNvPr>
            <p:cNvCxnSpPr>
              <a:cxnSpLocks/>
            </p:cNvCxnSpPr>
            <p:nvPr/>
          </p:nvCxnSpPr>
          <p:spPr>
            <a:xfrm>
              <a:off x="1307309" y="2955129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504">
              <a:extLst>
                <a:ext uri="{FF2B5EF4-FFF2-40B4-BE49-F238E27FC236}">
                  <a16:creationId xmlns:a16="http://schemas.microsoft.com/office/drawing/2014/main" id="{6D30F4FA-7D0E-3D85-B2D6-251D1711A9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2031" y="3086100"/>
              <a:ext cx="295276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139CE61B-3C22-95AB-9D52-F8486AF8581E}"/>
                </a:ext>
              </a:extLst>
            </p:cNvPr>
            <p:cNvCxnSpPr>
              <a:cxnSpLocks/>
            </p:cNvCxnSpPr>
            <p:nvPr/>
          </p:nvCxnSpPr>
          <p:spPr>
            <a:xfrm>
              <a:off x="1007269" y="3083720"/>
              <a:ext cx="0" cy="1262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C85EA89F-D6E1-08B2-0E41-FA0B363DC3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6275" y="3078956"/>
              <a:ext cx="328613" cy="1404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AF051B42-680F-4094-ADC5-AEAD9AA63DA3}"/>
                </a:ext>
              </a:extLst>
            </p:cNvPr>
            <p:cNvCxnSpPr>
              <a:cxnSpLocks/>
            </p:cNvCxnSpPr>
            <p:nvPr/>
          </p:nvCxnSpPr>
          <p:spPr>
            <a:xfrm>
              <a:off x="673894" y="3209926"/>
              <a:ext cx="488156" cy="1809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4E16CEFC-A739-460F-97C3-728305623B5B}"/>
                </a:ext>
              </a:extLst>
            </p:cNvPr>
            <p:cNvCxnSpPr>
              <a:cxnSpLocks/>
            </p:cNvCxnSpPr>
            <p:nvPr/>
          </p:nvCxnSpPr>
          <p:spPr>
            <a:xfrm>
              <a:off x="1157288" y="3267076"/>
              <a:ext cx="0" cy="1262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514">
              <a:extLst>
                <a:ext uri="{FF2B5EF4-FFF2-40B4-BE49-F238E27FC236}">
                  <a16:creationId xmlns:a16="http://schemas.microsoft.com/office/drawing/2014/main" id="{7673A6A8-FCC2-1DA9-0C36-DE8E76C7B9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050" y="3198019"/>
              <a:ext cx="150019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A24BFF7D-371B-3EF4-96FE-CA7D639A2DCF}"/>
                </a:ext>
              </a:extLst>
            </p:cNvPr>
            <p:cNvCxnSpPr>
              <a:cxnSpLocks/>
            </p:cNvCxnSpPr>
            <p:nvPr/>
          </p:nvCxnSpPr>
          <p:spPr>
            <a:xfrm>
              <a:off x="1307307" y="3195638"/>
              <a:ext cx="0" cy="2524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40CB13CD-F1F8-0087-4E35-B1A703E99DD7}"/>
                </a:ext>
              </a:extLst>
            </p:cNvPr>
            <p:cNvCxnSpPr>
              <a:cxnSpLocks/>
            </p:cNvCxnSpPr>
            <p:nvPr/>
          </p:nvCxnSpPr>
          <p:spPr>
            <a:xfrm>
              <a:off x="1309687" y="3445669"/>
              <a:ext cx="159544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518">
              <a:extLst>
                <a:ext uri="{FF2B5EF4-FFF2-40B4-BE49-F238E27FC236}">
                  <a16:creationId xmlns:a16="http://schemas.microsoft.com/office/drawing/2014/main" id="{5A38649A-52DA-6883-EA54-79AC79442737}"/>
                </a:ext>
              </a:extLst>
            </p:cNvPr>
            <p:cNvCxnSpPr>
              <a:cxnSpLocks/>
            </p:cNvCxnSpPr>
            <p:nvPr/>
          </p:nvCxnSpPr>
          <p:spPr>
            <a:xfrm>
              <a:off x="1464469" y="3145631"/>
              <a:ext cx="0" cy="373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520">
              <a:extLst>
                <a:ext uri="{FF2B5EF4-FFF2-40B4-BE49-F238E27FC236}">
                  <a16:creationId xmlns:a16="http://schemas.microsoft.com/office/drawing/2014/main" id="{72B711BF-E51C-749A-8E59-B9228F092B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9231" y="3081337"/>
              <a:ext cx="150019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521">
              <a:extLst>
                <a:ext uri="{FF2B5EF4-FFF2-40B4-BE49-F238E27FC236}">
                  <a16:creationId xmlns:a16="http://schemas.microsoft.com/office/drawing/2014/main" id="{017A2E4F-74E0-5789-2004-E7C70B5F6F61}"/>
                </a:ext>
              </a:extLst>
            </p:cNvPr>
            <p:cNvCxnSpPr>
              <a:cxnSpLocks/>
            </p:cNvCxnSpPr>
            <p:nvPr/>
          </p:nvCxnSpPr>
          <p:spPr>
            <a:xfrm>
              <a:off x="1621631" y="3074194"/>
              <a:ext cx="0" cy="373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522">
              <a:extLst>
                <a:ext uri="{FF2B5EF4-FFF2-40B4-BE49-F238E27FC236}">
                  <a16:creationId xmlns:a16="http://schemas.microsoft.com/office/drawing/2014/main" id="{E1151142-D768-BD0E-1B7C-0A32E7316161}"/>
                </a:ext>
              </a:extLst>
            </p:cNvPr>
            <p:cNvCxnSpPr>
              <a:cxnSpLocks/>
            </p:cNvCxnSpPr>
            <p:nvPr/>
          </p:nvCxnSpPr>
          <p:spPr>
            <a:xfrm>
              <a:off x="1619250" y="3445669"/>
              <a:ext cx="159544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523">
              <a:extLst>
                <a:ext uri="{FF2B5EF4-FFF2-40B4-BE49-F238E27FC236}">
                  <a16:creationId xmlns:a16="http://schemas.microsoft.com/office/drawing/2014/main" id="{4D929F26-9940-936C-B1F3-CCEFD4F07A2C}"/>
                </a:ext>
              </a:extLst>
            </p:cNvPr>
            <p:cNvCxnSpPr>
              <a:cxnSpLocks/>
            </p:cNvCxnSpPr>
            <p:nvPr/>
          </p:nvCxnSpPr>
          <p:spPr>
            <a:xfrm>
              <a:off x="1778793" y="3150394"/>
              <a:ext cx="0" cy="373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Straight Connector 524">
              <a:extLst>
                <a:ext uri="{FF2B5EF4-FFF2-40B4-BE49-F238E27FC236}">
                  <a16:creationId xmlns:a16="http://schemas.microsoft.com/office/drawing/2014/main" id="{CC451761-44AE-C461-68A8-14D4F6D70C5F}"/>
                </a:ext>
              </a:extLst>
            </p:cNvPr>
            <p:cNvCxnSpPr>
              <a:cxnSpLocks/>
            </p:cNvCxnSpPr>
            <p:nvPr/>
          </p:nvCxnSpPr>
          <p:spPr>
            <a:xfrm>
              <a:off x="1783556" y="3143251"/>
              <a:ext cx="159544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525">
              <a:extLst>
                <a:ext uri="{FF2B5EF4-FFF2-40B4-BE49-F238E27FC236}">
                  <a16:creationId xmlns:a16="http://schemas.microsoft.com/office/drawing/2014/main" id="{26C08473-2CE4-0BA6-DA21-628527E409EF}"/>
                </a:ext>
              </a:extLst>
            </p:cNvPr>
            <p:cNvCxnSpPr>
              <a:cxnSpLocks/>
            </p:cNvCxnSpPr>
            <p:nvPr/>
          </p:nvCxnSpPr>
          <p:spPr>
            <a:xfrm>
              <a:off x="2088356" y="3286126"/>
              <a:ext cx="0" cy="2452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>
              <a:extLst>
                <a:ext uri="{FF2B5EF4-FFF2-40B4-BE49-F238E27FC236}">
                  <a16:creationId xmlns:a16="http://schemas.microsoft.com/office/drawing/2014/main" id="{198935F3-27CD-9788-36A4-969A7B994D87}"/>
                </a:ext>
              </a:extLst>
            </p:cNvPr>
            <p:cNvCxnSpPr>
              <a:cxnSpLocks/>
            </p:cNvCxnSpPr>
            <p:nvPr/>
          </p:nvCxnSpPr>
          <p:spPr>
            <a:xfrm>
              <a:off x="1933575" y="3452813"/>
              <a:ext cx="159544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>
              <a:extLst>
                <a:ext uri="{FF2B5EF4-FFF2-40B4-BE49-F238E27FC236}">
                  <a16:creationId xmlns:a16="http://schemas.microsoft.com/office/drawing/2014/main" id="{75731E0C-7A44-6CD0-0BC1-0C545EC82AC2}"/>
                </a:ext>
              </a:extLst>
            </p:cNvPr>
            <p:cNvCxnSpPr>
              <a:cxnSpLocks/>
            </p:cNvCxnSpPr>
            <p:nvPr/>
          </p:nvCxnSpPr>
          <p:spPr>
            <a:xfrm>
              <a:off x="1938338" y="3212307"/>
              <a:ext cx="0" cy="2452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>
              <a:extLst>
                <a:ext uri="{FF2B5EF4-FFF2-40B4-BE49-F238E27FC236}">
                  <a16:creationId xmlns:a16="http://schemas.microsoft.com/office/drawing/2014/main" id="{4AF4885F-BA9C-8E5C-6265-A944107AAC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88356" y="3212305"/>
              <a:ext cx="150019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>
              <a:extLst>
                <a:ext uri="{FF2B5EF4-FFF2-40B4-BE49-F238E27FC236}">
                  <a16:creationId xmlns:a16="http://schemas.microsoft.com/office/drawing/2014/main" id="{F62F5F77-903B-02BC-1619-BB58AFAE90AB}"/>
                </a:ext>
              </a:extLst>
            </p:cNvPr>
            <p:cNvCxnSpPr>
              <a:cxnSpLocks/>
            </p:cNvCxnSpPr>
            <p:nvPr/>
          </p:nvCxnSpPr>
          <p:spPr>
            <a:xfrm>
              <a:off x="2240756" y="3205164"/>
              <a:ext cx="0" cy="2452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>
              <a:extLst>
                <a:ext uri="{FF2B5EF4-FFF2-40B4-BE49-F238E27FC236}">
                  <a16:creationId xmlns:a16="http://schemas.microsoft.com/office/drawing/2014/main" id="{9760BB9F-CD74-DFCB-8976-F629265CAA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38375" y="3269456"/>
              <a:ext cx="473869" cy="18097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>
              <a:extLst>
                <a:ext uri="{FF2B5EF4-FFF2-40B4-BE49-F238E27FC236}">
                  <a16:creationId xmlns:a16="http://schemas.microsoft.com/office/drawing/2014/main" id="{C0983566-C20F-C53B-7D39-A1F51F8CE8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09900" y="3574256"/>
              <a:ext cx="159544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536">
              <a:extLst>
                <a:ext uri="{FF2B5EF4-FFF2-40B4-BE49-F238E27FC236}">
                  <a16:creationId xmlns:a16="http://schemas.microsoft.com/office/drawing/2014/main" id="{B3AF6D89-2BBA-9C05-573A-CCA11D5B3E76}"/>
                </a:ext>
              </a:extLst>
            </p:cNvPr>
            <p:cNvCxnSpPr>
              <a:cxnSpLocks/>
            </p:cNvCxnSpPr>
            <p:nvPr/>
          </p:nvCxnSpPr>
          <p:spPr>
            <a:xfrm>
              <a:off x="2857500" y="3567113"/>
              <a:ext cx="159544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537">
              <a:extLst>
                <a:ext uri="{FF2B5EF4-FFF2-40B4-BE49-F238E27FC236}">
                  <a16:creationId xmlns:a16="http://schemas.microsoft.com/office/drawing/2014/main" id="{0556C74B-1BA3-E4F0-46EF-7C5548583D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00300" y="3569494"/>
              <a:ext cx="452438" cy="1785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539">
              <a:extLst>
                <a:ext uri="{FF2B5EF4-FFF2-40B4-BE49-F238E27FC236}">
                  <a16:creationId xmlns:a16="http://schemas.microsoft.com/office/drawing/2014/main" id="{70364B9F-17F5-0428-0B77-FD51267B6D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5538" y="3643312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541">
              <a:extLst>
                <a:ext uri="{FF2B5EF4-FFF2-40B4-BE49-F238E27FC236}">
                  <a16:creationId xmlns:a16="http://schemas.microsoft.com/office/drawing/2014/main" id="{A67E9F76-437C-8729-8E14-C30EB1C9AF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40756" y="3640931"/>
              <a:ext cx="159544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752">
              <a:extLst>
                <a:ext uri="{FF2B5EF4-FFF2-40B4-BE49-F238E27FC236}">
                  <a16:creationId xmlns:a16="http://schemas.microsoft.com/office/drawing/2014/main" id="{67B0D440-FA8A-F215-85BF-B0F8B3C259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4874" y="4002881"/>
              <a:ext cx="159544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753">
              <a:extLst>
                <a:ext uri="{FF2B5EF4-FFF2-40B4-BE49-F238E27FC236}">
                  <a16:creationId xmlns:a16="http://schemas.microsoft.com/office/drawing/2014/main" id="{A387C949-3AC6-38F8-F299-BB671FCFD27F}"/>
                </a:ext>
              </a:extLst>
            </p:cNvPr>
            <p:cNvCxnSpPr>
              <a:cxnSpLocks/>
            </p:cNvCxnSpPr>
            <p:nvPr/>
          </p:nvCxnSpPr>
          <p:spPr>
            <a:xfrm>
              <a:off x="4874417" y="3638550"/>
              <a:ext cx="0" cy="3571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3" name="Rectangle 542">
            <a:extLst>
              <a:ext uri="{FF2B5EF4-FFF2-40B4-BE49-F238E27FC236}">
                <a16:creationId xmlns:a16="http://schemas.microsoft.com/office/drawing/2014/main" id="{51678E56-645C-AE9C-5FCD-6DF0EE094163}"/>
              </a:ext>
            </a:extLst>
          </p:cNvPr>
          <p:cNvSpPr/>
          <p:nvPr/>
        </p:nvSpPr>
        <p:spPr>
          <a:xfrm>
            <a:off x="2857945" y="28641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3</a:t>
            </a:r>
          </a:p>
        </p:txBody>
      </p:sp>
      <p:grpSp>
        <p:nvGrpSpPr>
          <p:cNvPr id="549" name="Group 548">
            <a:extLst>
              <a:ext uri="{FF2B5EF4-FFF2-40B4-BE49-F238E27FC236}">
                <a16:creationId xmlns:a16="http://schemas.microsoft.com/office/drawing/2014/main" id="{CB5DE3D2-BC56-C391-C1B7-8243FE0EE305}"/>
              </a:ext>
            </a:extLst>
          </p:cNvPr>
          <p:cNvGrpSpPr/>
          <p:nvPr/>
        </p:nvGrpSpPr>
        <p:grpSpPr>
          <a:xfrm>
            <a:off x="5648325" y="2471739"/>
            <a:ext cx="3114675" cy="3586160"/>
            <a:chOff x="5648325" y="2471739"/>
            <a:chExt cx="3114675" cy="3586160"/>
          </a:xfrm>
        </p:grpSpPr>
        <p:cxnSp>
          <p:nvCxnSpPr>
            <p:cNvPr id="544" name="Straight Connector 543">
              <a:extLst>
                <a:ext uri="{FF2B5EF4-FFF2-40B4-BE49-F238E27FC236}">
                  <a16:creationId xmlns:a16="http://schemas.microsoft.com/office/drawing/2014/main" id="{A7F77A53-34C3-9397-ED50-9CA36F5D27F0}"/>
                </a:ext>
              </a:extLst>
            </p:cNvPr>
            <p:cNvCxnSpPr>
              <a:cxnSpLocks/>
            </p:cNvCxnSpPr>
            <p:nvPr/>
          </p:nvCxnSpPr>
          <p:spPr>
            <a:xfrm>
              <a:off x="8129588" y="4888706"/>
              <a:ext cx="323850" cy="138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545">
              <a:extLst>
                <a:ext uri="{FF2B5EF4-FFF2-40B4-BE49-F238E27FC236}">
                  <a16:creationId xmlns:a16="http://schemas.microsoft.com/office/drawing/2014/main" id="{20D8C582-F484-E435-8A19-D25296E73D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8675" y="4793456"/>
              <a:ext cx="0" cy="2286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549">
              <a:extLst>
                <a:ext uri="{FF2B5EF4-FFF2-40B4-BE49-F238E27FC236}">
                  <a16:creationId xmlns:a16="http://schemas.microsoft.com/office/drawing/2014/main" id="{615E8513-0C29-7F49-6229-EABF3BE65891}"/>
                </a:ext>
              </a:extLst>
            </p:cNvPr>
            <p:cNvCxnSpPr>
              <a:cxnSpLocks/>
            </p:cNvCxnSpPr>
            <p:nvPr/>
          </p:nvCxnSpPr>
          <p:spPr>
            <a:xfrm>
              <a:off x="8441531" y="4786313"/>
              <a:ext cx="166688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554">
              <a:extLst>
                <a:ext uri="{FF2B5EF4-FFF2-40B4-BE49-F238E27FC236}">
                  <a16:creationId xmlns:a16="http://schemas.microsoft.com/office/drawing/2014/main" id="{70A88CC6-14EE-448C-7EDC-9E1734718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3456" y="4736306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Straight Connector 556">
              <a:extLst>
                <a:ext uri="{FF2B5EF4-FFF2-40B4-BE49-F238E27FC236}">
                  <a16:creationId xmlns:a16="http://schemas.microsoft.com/office/drawing/2014/main" id="{2215E1BB-6F0C-6468-4D1A-52302CDDAB8A}"/>
                </a:ext>
              </a:extLst>
            </p:cNvPr>
            <p:cNvCxnSpPr>
              <a:cxnSpLocks/>
            </p:cNvCxnSpPr>
            <p:nvPr/>
          </p:nvCxnSpPr>
          <p:spPr>
            <a:xfrm>
              <a:off x="8458200" y="4664869"/>
              <a:ext cx="14763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557">
              <a:extLst>
                <a:ext uri="{FF2B5EF4-FFF2-40B4-BE49-F238E27FC236}">
                  <a16:creationId xmlns:a16="http://schemas.microsoft.com/office/drawing/2014/main" id="{068688A8-C331-0EA6-1C38-EEDB7FEE83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6275" y="4662487"/>
              <a:ext cx="154780" cy="54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Connector 560">
              <a:extLst>
                <a:ext uri="{FF2B5EF4-FFF2-40B4-BE49-F238E27FC236}">
                  <a16:creationId xmlns:a16="http://schemas.microsoft.com/office/drawing/2014/main" id="{3FA4ED78-71E0-70D2-76FF-F344F108A4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9131" y="4602956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561">
              <a:extLst>
                <a:ext uri="{FF2B5EF4-FFF2-40B4-BE49-F238E27FC236}">
                  <a16:creationId xmlns:a16="http://schemas.microsoft.com/office/drawing/2014/main" id="{51A40643-CCF3-9064-0FF8-D5BA543726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4350" y="4319587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Connector 562">
              <a:extLst>
                <a:ext uri="{FF2B5EF4-FFF2-40B4-BE49-F238E27FC236}">
                  <a16:creationId xmlns:a16="http://schemas.microsoft.com/office/drawing/2014/main" id="{8DD6E1D2-F686-C97F-613F-31CD61CF5A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7206" y="4238625"/>
              <a:ext cx="157163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Straight Connector 565">
              <a:extLst>
                <a:ext uri="{FF2B5EF4-FFF2-40B4-BE49-F238E27FC236}">
                  <a16:creationId xmlns:a16="http://schemas.microsoft.com/office/drawing/2014/main" id="{AD215EDE-6EFA-863C-73E5-B1535FBE6FB0}"/>
                </a:ext>
              </a:extLst>
            </p:cNvPr>
            <p:cNvCxnSpPr>
              <a:cxnSpLocks/>
            </p:cNvCxnSpPr>
            <p:nvPr/>
          </p:nvCxnSpPr>
          <p:spPr>
            <a:xfrm>
              <a:off x="8129588" y="4183856"/>
              <a:ext cx="154781" cy="595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569">
              <a:extLst>
                <a:ext uri="{FF2B5EF4-FFF2-40B4-BE49-F238E27FC236}">
                  <a16:creationId xmlns:a16="http://schemas.microsoft.com/office/drawing/2014/main" id="{DC62C06A-860D-633C-ABAB-BD05B7C15B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2444" y="4117181"/>
              <a:ext cx="166687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571">
              <a:extLst>
                <a:ext uri="{FF2B5EF4-FFF2-40B4-BE49-F238E27FC236}">
                  <a16:creationId xmlns:a16="http://schemas.microsoft.com/office/drawing/2014/main" id="{B98086EF-29B9-F4EE-DABC-FF51B1078125}"/>
                </a:ext>
              </a:extLst>
            </p:cNvPr>
            <p:cNvCxnSpPr>
              <a:cxnSpLocks/>
            </p:cNvCxnSpPr>
            <p:nvPr/>
          </p:nvCxnSpPr>
          <p:spPr>
            <a:xfrm>
              <a:off x="8131969" y="4060031"/>
              <a:ext cx="154781" cy="595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572">
              <a:extLst>
                <a:ext uri="{FF2B5EF4-FFF2-40B4-BE49-F238E27FC236}">
                  <a16:creationId xmlns:a16="http://schemas.microsoft.com/office/drawing/2014/main" id="{F84298E8-3AC4-6291-68A9-7D8D01EE6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1969" y="3933825"/>
              <a:ext cx="309562" cy="1166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574">
              <a:extLst>
                <a:ext uri="{FF2B5EF4-FFF2-40B4-BE49-F238E27FC236}">
                  <a16:creationId xmlns:a16="http://schemas.microsoft.com/office/drawing/2014/main" id="{DD925DDF-3F5F-1972-9D64-9905B03C80BA}"/>
                </a:ext>
              </a:extLst>
            </p:cNvPr>
            <p:cNvCxnSpPr>
              <a:cxnSpLocks/>
            </p:cNvCxnSpPr>
            <p:nvPr/>
          </p:nvCxnSpPr>
          <p:spPr>
            <a:xfrm>
              <a:off x="8286750" y="3876675"/>
              <a:ext cx="154781" cy="595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575">
              <a:extLst>
                <a:ext uri="{FF2B5EF4-FFF2-40B4-BE49-F238E27FC236}">
                  <a16:creationId xmlns:a16="http://schemas.microsoft.com/office/drawing/2014/main" id="{19E55325-E61B-4786-D3CD-0E465226C9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4351" y="3874294"/>
              <a:ext cx="166687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576">
              <a:extLst>
                <a:ext uri="{FF2B5EF4-FFF2-40B4-BE49-F238E27FC236}">
                  <a16:creationId xmlns:a16="http://schemas.microsoft.com/office/drawing/2014/main" id="{3883E0E1-E491-2AF0-21FD-F6733F16C6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9113" y="3821906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577">
              <a:extLst>
                <a:ext uri="{FF2B5EF4-FFF2-40B4-BE49-F238E27FC236}">
                  <a16:creationId xmlns:a16="http://schemas.microsoft.com/office/drawing/2014/main" id="{FC0087C5-CBFB-0063-7E0C-DD99845A8939}"/>
                </a:ext>
              </a:extLst>
            </p:cNvPr>
            <p:cNvCxnSpPr>
              <a:cxnSpLocks/>
            </p:cNvCxnSpPr>
            <p:nvPr/>
          </p:nvCxnSpPr>
          <p:spPr>
            <a:xfrm>
              <a:off x="7974807" y="3762375"/>
              <a:ext cx="154781" cy="595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580">
              <a:extLst>
                <a:ext uri="{FF2B5EF4-FFF2-40B4-BE49-F238E27FC236}">
                  <a16:creationId xmlns:a16="http://schemas.microsoft.com/office/drawing/2014/main" id="{5FCF1FA4-56F9-E0DC-AAB5-3E9645E44FC5}"/>
                </a:ext>
              </a:extLst>
            </p:cNvPr>
            <p:cNvCxnSpPr>
              <a:cxnSpLocks/>
            </p:cNvCxnSpPr>
            <p:nvPr/>
          </p:nvCxnSpPr>
          <p:spPr>
            <a:xfrm>
              <a:off x="7517607" y="2728911"/>
              <a:ext cx="154781" cy="595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581">
              <a:extLst>
                <a:ext uri="{FF2B5EF4-FFF2-40B4-BE49-F238E27FC236}">
                  <a16:creationId xmlns:a16="http://schemas.microsoft.com/office/drawing/2014/main" id="{3046527A-0666-F954-5B02-CFCA6996A9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9589" y="3512344"/>
              <a:ext cx="166687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582">
              <a:extLst>
                <a:ext uri="{FF2B5EF4-FFF2-40B4-BE49-F238E27FC236}">
                  <a16:creationId xmlns:a16="http://schemas.microsoft.com/office/drawing/2014/main" id="{AF4405D2-4E40-9170-D90A-6DB47CDD6939}"/>
                </a:ext>
              </a:extLst>
            </p:cNvPr>
            <p:cNvCxnSpPr>
              <a:cxnSpLocks/>
            </p:cNvCxnSpPr>
            <p:nvPr/>
          </p:nvCxnSpPr>
          <p:spPr>
            <a:xfrm>
              <a:off x="7977188" y="3393281"/>
              <a:ext cx="309562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584">
              <a:extLst>
                <a:ext uri="{FF2B5EF4-FFF2-40B4-BE49-F238E27FC236}">
                  <a16:creationId xmlns:a16="http://schemas.microsoft.com/office/drawing/2014/main" id="{D4B8D9AD-D0B3-EDBC-8E1E-73506E0E9E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4331" y="3283744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608">
              <a:extLst>
                <a:ext uri="{FF2B5EF4-FFF2-40B4-BE49-F238E27FC236}">
                  <a16:creationId xmlns:a16="http://schemas.microsoft.com/office/drawing/2014/main" id="{8528859F-9589-D89B-8D12-327454CD4F11}"/>
                </a:ext>
              </a:extLst>
            </p:cNvPr>
            <p:cNvCxnSpPr>
              <a:cxnSpLocks/>
            </p:cNvCxnSpPr>
            <p:nvPr/>
          </p:nvCxnSpPr>
          <p:spPr>
            <a:xfrm>
              <a:off x="7979569" y="3274218"/>
              <a:ext cx="309562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609">
              <a:extLst>
                <a:ext uri="{FF2B5EF4-FFF2-40B4-BE49-F238E27FC236}">
                  <a16:creationId xmlns:a16="http://schemas.microsoft.com/office/drawing/2014/main" id="{A8160B48-13AD-7D25-0371-09B4837E20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1513" y="3326606"/>
              <a:ext cx="154781" cy="642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611">
              <a:extLst>
                <a:ext uri="{FF2B5EF4-FFF2-40B4-BE49-F238E27FC236}">
                  <a16:creationId xmlns:a16="http://schemas.microsoft.com/office/drawing/2014/main" id="{86176518-5531-CE16-F94A-30C5032ED005}"/>
                </a:ext>
              </a:extLst>
            </p:cNvPr>
            <p:cNvCxnSpPr>
              <a:cxnSpLocks/>
            </p:cNvCxnSpPr>
            <p:nvPr/>
          </p:nvCxnSpPr>
          <p:spPr>
            <a:xfrm>
              <a:off x="8134350" y="3217068"/>
              <a:ext cx="309562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612">
              <a:extLst>
                <a:ext uri="{FF2B5EF4-FFF2-40B4-BE49-F238E27FC236}">
                  <a16:creationId xmlns:a16="http://schemas.microsoft.com/office/drawing/2014/main" id="{BF08BE6C-3CD3-E29B-E600-BFD60C40C8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1969" y="3102769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C895A591-E123-1C0C-32BC-71B24CC97E1F}"/>
                </a:ext>
              </a:extLst>
            </p:cNvPr>
            <p:cNvCxnSpPr>
              <a:cxnSpLocks/>
            </p:cNvCxnSpPr>
            <p:nvPr/>
          </p:nvCxnSpPr>
          <p:spPr>
            <a:xfrm>
              <a:off x="8127206" y="3093243"/>
              <a:ext cx="471488" cy="1833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615">
              <a:extLst>
                <a:ext uri="{FF2B5EF4-FFF2-40B4-BE49-F238E27FC236}">
                  <a16:creationId xmlns:a16="http://schemas.microsoft.com/office/drawing/2014/main" id="{5B20E925-0AD4-EB32-DBF2-8B79BF0D18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1076" y="3162301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616">
              <a:extLst>
                <a:ext uri="{FF2B5EF4-FFF2-40B4-BE49-F238E27FC236}">
                  <a16:creationId xmlns:a16="http://schemas.microsoft.com/office/drawing/2014/main" id="{E27192B1-BE41-0A25-B263-1BCC5463DC32}"/>
                </a:ext>
              </a:extLst>
            </p:cNvPr>
            <p:cNvCxnSpPr>
              <a:cxnSpLocks/>
            </p:cNvCxnSpPr>
            <p:nvPr/>
          </p:nvCxnSpPr>
          <p:spPr>
            <a:xfrm>
              <a:off x="8131969" y="2976562"/>
              <a:ext cx="471488" cy="1833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617">
              <a:extLst>
                <a:ext uri="{FF2B5EF4-FFF2-40B4-BE49-F238E27FC236}">
                  <a16:creationId xmlns:a16="http://schemas.microsoft.com/office/drawing/2014/main" id="{DD246178-2360-88D2-72E0-616FFE473C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4351" y="2857501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618">
              <a:extLst>
                <a:ext uri="{FF2B5EF4-FFF2-40B4-BE49-F238E27FC236}">
                  <a16:creationId xmlns:a16="http://schemas.microsoft.com/office/drawing/2014/main" id="{D5B55042-F513-D37A-322C-3045A4136A66}"/>
                </a:ext>
              </a:extLst>
            </p:cNvPr>
            <p:cNvCxnSpPr>
              <a:cxnSpLocks/>
            </p:cNvCxnSpPr>
            <p:nvPr/>
          </p:nvCxnSpPr>
          <p:spPr>
            <a:xfrm>
              <a:off x="8136731" y="2850356"/>
              <a:ext cx="626269" cy="2405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620">
              <a:extLst>
                <a:ext uri="{FF2B5EF4-FFF2-40B4-BE49-F238E27FC236}">
                  <a16:creationId xmlns:a16="http://schemas.microsoft.com/office/drawing/2014/main" id="{DF6F6414-9505-422A-E478-7935F4AB93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53476" y="2978945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622">
              <a:extLst>
                <a:ext uri="{FF2B5EF4-FFF2-40B4-BE49-F238E27FC236}">
                  <a16:creationId xmlns:a16="http://schemas.microsoft.com/office/drawing/2014/main" id="{BB9E0C8C-7F95-AE6B-70B0-C34B6907B932}"/>
                </a:ext>
              </a:extLst>
            </p:cNvPr>
            <p:cNvCxnSpPr>
              <a:cxnSpLocks/>
            </p:cNvCxnSpPr>
            <p:nvPr/>
          </p:nvCxnSpPr>
          <p:spPr>
            <a:xfrm>
              <a:off x="7972425" y="2671763"/>
              <a:ext cx="778669" cy="3048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624">
              <a:extLst>
                <a:ext uri="{FF2B5EF4-FFF2-40B4-BE49-F238E27FC236}">
                  <a16:creationId xmlns:a16="http://schemas.microsoft.com/office/drawing/2014/main" id="{8455FF66-109B-EB06-6C6D-2487D86776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2407" y="2667000"/>
              <a:ext cx="154781" cy="642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625">
              <a:extLst>
                <a:ext uri="{FF2B5EF4-FFF2-40B4-BE49-F238E27FC236}">
                  <a16:creationId xmlns:a16="http://schemas.microsoft.com/office/drawing/2014/main" id="{3A596FE4-04D8-DF0C-D8BC-A51A4B1E12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7169" y="2614614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626">
              <a:extLst>
                <a:ext uri="{FF2B5EF4-FFF2-40B4-BE49-F238E27FC236}">
                  <a16:creationId xmlns:a16="http://schemas.microsoft.com/office/drawing/2014/main" id="{C2C1C0AF-E7E0-0099-6B5E-FF0AF6A247E0}"/>
                </a:ext>
              </a:extLst>
            </p:cNvPr>
            <p:cNvCxnSpPr>
              <a:cxnSpLocks/>
            </p:cNvCxnSpPr>
            <p:nvPr/>
          </p:nvCxnSpPr>
          <p:spPr>
            <a:xfrm>
              <a:off x="7505700" y="2478881"/>
              <a:ext cx="323850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628">
              <a:extLst>
                <a:ext uri="{FF2B5EF4-FFF2-40B4-BE49-F238E27FC236}">
                  <a16:creationId xmlns:a16="http://schemas.microsoft.com/office/drawing/2014/main" id="{82B9276C-2483-9414-7326-F727C649B3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2844" y="2471739"/>
              <a:ext cx="0" cy="259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630">
              <a:extLst>
                <a:ext uri="{FF2B5EF4-FFF2-40B4-BE49-F238E27FC236}">
                  <a16:creationId xmlns:a16="http://schemas.microsoft.com/office/drawing/2014/main" id="{6D6C0C2E-4775-2A55-3216-FCDD175B2E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0007" y="2788445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631">
              <a:extLst>
                <a:ext uri="{FF2B5EF4-FFF2-40B4-BE49-F238E27FC236}">
                  <a16:creationId xmlns:a16="http://schemas.microsoft.com/office/drawing/2014/main" id="{4D635596-932D-CBBB-83F4-4B8E09CD85FF}"/>
                </a:ext>
              </a:extLst>
            </p:cNvPr>
            <p:cNvCxnSpPr>
              <a:cxnSpLocks/>
            </p:cNvCxnSpPr>
            <p:nvPr/>
          </p:nvCxnSpPr>
          <p:spPr>
            <a:xfrm>
              <a:off x="7512845" y="2845593"/>
              <a:ext cx="154781" cy="595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632">
              <a:extLst>
                <a:ext uri="{FF2B5EF4-FFF2-40B4-BE49-F238E27FC236}">
                  <a16:creationId xmlns:a16="http://schemas.microsoft.com/office/drawing/2014/main" id="{2637739C-F2ED-2744-26A0-C0FCD5ECA1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7607" y="2840833"/>
              <a:ext cx="0" cy="74056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D7544BAD-D3BF-2449-07CF-3CC5098C8B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8064" y="3862389"/>
              <a:ext cx="0" cy="257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637">
              <a:extLst>
                <a:ext uri="{FF2B5EF4-FFF2-40B4-BE49-F238E27FC236}">
                  <a16:creationId xmlns:a16="http://schemas.microsoft.com/office/drawing/2014/main" id="{593CA347-0066-258C-CDA2-6E64CC2D54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58064" y="4117182"/>
              <a:ext cx="309561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639">
              <a:extLst>
                <a:ext uri="{FF2B5EF4-FFF2-40B4-BE49-F238E27FC236}">
                  <a16:creationId xmlns:a16="http://schemas.microsoft.com/office/drawing/2014/main" id="{E92BB61E-D569-D6A2-C64E-39CB3B7CE9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0007" y="4000502"/>
              <a:ext cx="0" cy="257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684">
              <a:extLst>
                <a:ext uri="{FF2B5EF4-FFF2-40B4-BE49-F238E27FC236}">
                  <a16:creationId xmlns:a16="http://schemas.microsoft.com/office/drawing/2014/main" id="{DF9A9CB5-77FD-39CB-5762-A410AF29ED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2863" y="3933825"/>
              <a:ext cx="166687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685">
              <a:extLst>
                <a:ext uri="{FF2B5EF4-FFF2-40B4-BE49-F238E27FC236}">
                  <a16:creationId xmlns:a16="http://schemas.microsoft.com/office/drawing/2014/main" id="{112B3154-2F2B-D453-42E8-0296F46563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7170" y="3933827"/>
              <a:ext cx="0" cy="49053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687">
              <a:extLst>
                <a:ext uri="{FF2B5EF4-FFF2-40B4-BE49-F238E27FC236}">
                  <a16:creationId xmlns:a16="http://schemas.microsoft.com/office/drawing/2014/main" id="{65988799-6C77-CCC4-19FB-DDC41BAA94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0900" y="4176713"/>
              <a:ext cx="62865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689">
              <a:extLst>
                <a:ext uri="{FF2B5EF4-FFF2-40B4-BE49-F238E27FC236}">
                  <a16:creationId xmlns:a16="http://schemas.microsoft.com/office/drawing/2014/main" id="{05FAD530-EE6F-3B60-F1BE-663D9B73AD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0844" y="4174332"/>
              <a:ext cx="450057" cy="1904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698">
              <a:extLst>
                <a:ext uri="{FF2B5EF4-FFF2-40B4-BE49-F238E27FC236}">
                  <a16:creationId xmlns:a16="http://schemas.microsoft.com/office/drawing/2014/main" id="{AC55D521-3036-179E-F882-5FDF93C893D1}"/>
                </a:ext>
              </a:extLst>
            </p:cNvPr>
            <p:cNvCxnSpPr>
              <a:cxnSpLocks/>
            </p:cNvCxnSpPr>
            <p:nvPr/>
          </p:nvCxnSpPr>
          <p:spPr>
            <a:xfrm>
              <a:off x="7974806" y="3509963"/>
              <a:ext cx="157163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700">
              <a:extLst>
                <a:ext uri="{FF2B5EF4-FFF2-40B4-BE49-F238E27FC236}">
                  <a16:creationId xmlns:a16="http://schemas.microsoft.com/office/drawing/2014/main" id="{5D3405CE-2DE5-45E6-78A0-FDB47C220C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495" y="3743325"/>
              <a:ext cx="0" cy="6175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701">
              <a:extLst>
                <a:ext uri="{FF2B5EF4-FFF2-40B4-BE49-F238E27FC236}">
                  <a16:creationId xmlns:a16="http://schemas.microsoft.com/office/drawing/2014/main" id="{AC2B8222-89EC-503C-8A88-9B8C1C9D3E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9831" y="3745707"/>
              <a:ext cx="473870" cy="185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704">
              <a:extLst>
                <a:ext uri="{FF2B5EF4-FFF2-40B4-BE49-F238E27FC236}">
                  <a16:creationId xmlns:a16="http://schemas.microsoft.com/office/drawing/2014/main" id="{52289F84-0D17-C3C0-848D-9E9DBCA36F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7431" y="3869531"/>
              <a:ext cx="154783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706">
              <a:extLst>
                <a:ext uri="{FF2B5EF4-FFF2-40B4-BE49-F238E27FC236}">
                  <a16:creationId xmlns:a16="http://schemas.microsoft.com/office/drawing/2014/main" id="{A54CAAF6-E485-2948-1F05-CB91D1A5F2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9812" y="3860008"/>
              <a:ext cx="0" cy="257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707">
              <a:extLst>
                <a:ext uri="{FF2B5EF4-FFF2-40B4-BE49-F238E27FC236}">
                  <a16:creationId xmlns:a16="http://schemas.microsoft.com/office/drawing/2014/main" id="{59049F91-B3E4-E1B1-7FF2-42C2DE0D98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48325" y="4114800"/>
              <a:ext cx="471488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710">
              <a:extLst>
                <a:ext uri="{FF2B5EF4-FFF2-40B4-BE49-F238E27FC236}">
                  <a16:creationId xmlns:a16="http://schemas.microsoft.com/office/drawing/2014/main" id="{64608624-4958-DCEF-23AB-A7B4989B00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5468" y="4286252"/>
              <a:ext cx="0" cy="46910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712">
              <a:extLst>
                <a:ext uri="{FF2B5EF4-FFF2-40B4-BE49-F238E27FC236}">
                  <a16:creationId xmlns:a16="http://schemas.microsoft.com/office/drawing/2014/main" id="{CDCA6410-C1E9-6481-9E45-959FF3F542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9781" y="4772025"/>
              <a:ext cx="92869" cy="54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714">
              <a:extLst>
                <a:ext uri="{FF2B5EF4-FFF2-40B4-BE49-F238E27FC236}">
                  <a16:creationId xmlns:a16="http://schemas.microsoft.com/office/drawing/2014/main" id="{0FF839A8-7CDB-4A4F-3B5A-E2E4486C2E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74595" y="5260180"/>
              <a:ext cx="311943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715">
              <a:extLst>
                <a:ext uri="{FF2B5EF4-FFF2-40B4-BE49-F238E27FC236}">
                  <a16:creationId xmlns:a16="http://schemas.microsoft.com/office/drawing/2014/main" id="{022F1ADC-BD6D-2C53-137B-5DB94FA19E68}"/>
                </a:ext>
              </a:extLst>
            </p:cNvPr>
            <p:cNvCxnSpPr>
              <a:cxnSpLocks/>
            </p:cNvCxnSpPr>
            <p:nvPr/>
          </p:nvCxnSpPr>
          <p:spPr>
            <a:xfrm>
              <a:off x="6579395" y="5388769"/>
              <a:ext cx="0" cy="1166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717">
              <a:extLst>
                <a:ext uri="{FF2B5EF4-FFF2-40B4-BE49-F238E27FC236}">
                  <a16:creationId xmlns:a16="http://schemas.microsoft.com/office/drawing/2014/main" id="{17904621-3C2A-C183-F776-885DD70568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81776" y="5510212"/>
              <a:ext cx="166687" cy="666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719">
              <a:extLst>
                <a:ext uri="{FF2B5EF4-FFF2-40B4-BE49-F238E27FC236}">
                  <a16:creationId xmlns:a16="http://schemas.microsoft.com/office/drawing/2014/main" id="{31EDEAD3-ECAF-42CA-858C-B81DBE6738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1319" y="5267325"/>
              <a:ext cx="776287" cy="3095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721">
              <a:extLst>
                <a:ext uri="{FF2B5EF4-FFF2-40B4-BE49-F238E27FC236}">
                  <a16:creationId xmlns:a16="http://schemas.microsoft.com/office/drawing/2014/main" id="{AE1D08E1-E741-AA07-81BE-3D99EB890A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15226" y="5260181"/>
              <a:ext cx="154780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722">
              <a:extLst>
                <a:ext uri="{FF2B5EF4-FFF2-40B4-BE49-F238E27FC236}">
                  <a16:creationId xmlns:a16="http://schemas.microsoft.com/office/drawing/2014/main" id="{CD7393DA-BA4E-4099-223C-0D0292F9F7A9}"/>
                </a:ext>
              </a:extLst>
            </p:cNvPr>
            <p:cNvCxnSpPr>
              <a:cxnSpLocks/>
            </p:cNvCxnSpPr>
            <p:nvPr/>
          </p:nvCxnSpPr>
          <p:spPr>
            <a:xfrm>
              <a:off x="7674770" y="5341144"/>
              <a:ext cx="0" cy="3476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724">
              <a:extLst>
                <a:ext uri="{FF2B5EF4-FFF2-40B4-BE49-F238E27FC236}">
                  <a16:creationId xmlns:a16="http://schemas.microsoft.com/office/drawing/2014/main" id="{EAB82457-8129-34B3-815B-8A84391E7B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50881" y="5681663"/>
              <a:ext cx="621506" cy="2595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726">
              <a:extLst>
                <a:ext uri="{FF2B5EF4-FFF2-40B4-BE49-F238E27FC236}">
                  <a16:creationId xmlns:a16="http://schemas.microsoft.com/office/drawing/2014/main" id="{769C9FEA-919C-20E4-C5A6-321A70D672CC}"/>
                </a:ext>
              </a:extLst>
            </p:cNvPr>
            <p:cNvCxnSpPr>
              <a:cxnSpLocks/>
            </p:cNvCxnSpPr>
            <p:nvPr/>
          </p:nvCxnSpPr>
          <p:spPr>
            <a:xfrm>
              <a:off x="7053264" y="5941219"/>
              <a:ext cx="0" cy="1166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936D01A-3BE3-9211-3EEE-FDCE824D96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4350" y="4833937"/>
              <a:ext cx="154780" cy="54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9" name="Rectangle 578">
            <a:extLst>
              <a:ext uri="{FF2B5EF4-FFF2-40B4-BE49-F238E27FC236}">
                <a16:creationId xmlns:a16="http://schemas.microsoft.com/office/drawing/2014/main" id="{E9ADC107-C257-7527-FF05-764356BF18F1}"/>
              </a:ext>
            </a:extLst>
          </p:cNvPr>
          <p:cNvSpPr/>
          <p:nvPr/>
        </p:nvSpPr>
        <p:spPr>
          <a:xfrm>
            <a:off x="8318945" y="40833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3F8D9652-4A67-70D2-A76B-866E8E3A4BDF}"/>
              </a:ext>
            </a:extLst>
          </p:cNvPr>
          <p:cNvSpPr/>
          <p:nvPr/>
        </p:nvSpPr>
        <p:spPr>
          <a:xfrm>
            <a:off x="8118920" y="34356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sp>
        <p:nvSpPr>
          <p:cNvPr id="635" name="Rectangle 634">
            <a:extLst>
              <a:ext uri="{FF2B5EF4-FFF2-40B4-BE49-F238E27FC236}">
                <a16:creationId xmlns:a16="http://schemas.microsoft.com/office/drawing/2014/main" id="{93B9C408-7278-1EBF-1F79-64A2C4CE4083}"/>
              </a:ext>
            </a:extLst>
          </p:cNvPr>
          <p:cNvSpPr/>
          <p:nvPr/>
        </p:nvSpPr>
        <p:spPr>
          <a:xfrm>
            <a:off x="7345014" y="3604716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sp>
        <p:nvSpPr>
          <p:cNvPr id="693" name="Rectangle 692">
            <a:extLst>
              <a:ext uri="{FF2B5EF4-FFF2-40B4-BE49-F238E27FC236}">
                <a16:creationId xmlns:a16="http://schemas.microsoft.com/office/drawing/2014/main" id="{58A22E56-2212-44EF-A783-856C549F611E}"/>
              </a:ext>
            </a:extLst>
          </p:cNvPr>
          <p:cNvSpPr/>
          <p:nvPr/>
        </p:nvSpPr>
        <p:spPr>
          <a:xfrm>
            <a:off x="7014020" y="4173835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694" name="Rectangle 693">
            <a:extLst>
              <a:ext uri="{FF2B5EF4-FFF2-40B4-BE49-F238E27FC236}">
                <a16:creationId xmlns:a16="http://schemas.microsoft.com/office/drawing/2014/main" id="{CF56B9E1-C8AC-77F9-4EC2-AEFC3085A1F3}"/>
              </a:ext>
            </a:extLst>
          </p:cNvPr>
          <p:cNvSpPr/>
          <p:nvPr/>
        </p:nvSpPr>
        <p:spPr>
          <a:xfrm>
            <a:off x="6919564" y="1725116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1</a:t>
            </a:r>
          </a:p>
        </p:txBody>
      </p:sp>
      <p:sp>
        <p:nvSpPr>
          <p:cNvPr id="695" name="Rectangle 694">
            <a:extLst>
              <a:ext uri="{FF2B5EF4-FFF2-40B4-BE49-F238E27FC236}">
                <a16:creationId xmlns:a16="http://schemas.microsoft.com/office/drawing/2014/main" id="{2EB7F8F3-BFB9-D64A-E38E-F0A48DA90670}"/>
              </a:ext>
            </a:extLst>
          </p:cNvPr>
          <p:cNvSpPr/>
          <p:nvPr/>
        </p:nvSpPr>
        <p:spPr>
          <a:xfrm>
            <a:off x="5998814" y="1252041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2</a:t>
            </a:r>
          </a:p>
        </p:txBody>
      </p:sp>
      <p:sp>
        <p:nvSpPr>
          <p:cNvPr id="696" name="Rectangle 695">
            <a:extLst>
              <a:ext uri="{FF2B5EF4-FFF2-40B4-BE49-F238E27FC236}">
                <a16:creationId xmlns:a16="http://schemas.microsoft.com/office/drawing/2014/main" id="{14F8C535-1E6A-D2D6-B401-E94055D01C1E}"/>
              </a:ext>
            </a:extLst>
          </p:cNvPr>
          <p:cNvSpPr/>
          <p:nvPr/>
        </p:nvSpPr>
        <p:spPr>
          <a:xfrm>
            <a:off x="5630514" y="1953716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1</a:t>
            </a:r>
          </a:p>
        </p:txBody>
      </p:sp>
      <p:sp>
        <p:nvSpPr>
          <p:cNvPr id="697" name="Rectangle 696">
            <a:extLst>
              <a:ext uri="{FF2B5EF4-FFF2-40B4-BE49-F238E27FC236}">
                <a16:creationId xmlns:a16="http://schemas.microsoft.com/office/drawing/2014/main" id="{6F47A56C-5667-F2F7-DED8-2E1E6F7E1535}"/>
              </a:ext>
            </a:extLst>
          </p:cNvPr>
          <p:cNvSpPr/>
          <p:nvPr/>
        </p:nvSpPr>
        <p:spPr>
          <a:xfrm>
            <a:off x="3309589" y="5219204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1</a:t>
            </a:r>
          </a:p>
        </p:txBody>
      </p:sp>
      <p:sp>
        <p:nvSpPr>
          <p:cNvPr id="698" name="Rectangle 697">
            <a:extLst>
              <a:ext uri="{FF2B5EF4-FFF2-40B4-BE49-F238E27FC236}">
                <a16:creationId xmlns:a16="http://schemas.microsoft.com/office/drawing/2014/main" id="{0B1C297D-E561-5A53-FF3C-339DD6EF9A7C}"/>
              </a:ext>
            </a:extLst>
          </p:cNvPr>
          <p:cNvSpPr/>
          <p:nvPr/>
        </p:nvSpPr>
        <p:spPr>
          <a:xfrm>
            <a:off x="6278214" y="2436316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1</a:t>
            </a:r>
          </a:p>
        </p:txBody>
      </p:sp>
      <p:sp>
        <p:nvSpPr>
          <p:cNvPr id="750" name="Rectangle 749">
            <a:extLst>
              <a:ext uri="{FF2B5EF4-FFF2-40B4-BE49-F238E27FC236}">
                <a16:creationId xmlns:a16="http://schemas.microsoft.com/office/drawing/2014/main" id="{14910026-9831-D121-D302-192E56BD19A8}"/>
              </a:ext>
            </a:extLst>
          </p:cNvPr>
          <p:cNvSpPr/>
          <p:nvPr/>
        </p:nvSpPr>
        <p:spPr>
          <a:xfrm>
            <a:off x="4333527" y="544304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1</a:t>
            </a:r>
          </a:p>
        </p:txBody>
      </p:sp>
      <p:sp>
        <p:nvSpPr>
          <p:cNvPr id="752" name="Rectangle 751">
            <a:extLst>
              <a:ext uri="{FF2B5EF4-FFF2-40B4-BE49-F238E27FC236}">
                <a16:creationId xmlns:a16="http://schemas.microsoft.com/office/drawing/2014/main" id="{9D49F8A8-E6D2-7615-9CFF-AB9E6FB47BD2}"/>
              </a:ext>
            </a:extLst>
          </p:cNvPr>
          <p:cNvSpPr/>
          <p:nvPr/>
        </p:nvSpPr>
        <p:spPr>
          <a:xfrm>
            <a:off x="3134170" y="4202410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1</a:t>
            </a:r>
          </a:p>
        </p:txBody>
      </p:sp>
      <p:sp>
        <p:nvSpPr>
          <p:cNvPr id="756" name="Rectangle 755">
            <a:extLst>
              <a:ext uri="{FF2B5EF4-FFF2-40B4-BE49-F238E27FC236}">
                <a16:creationId xmlns:a16="http://schemas.microsoft.com/office/drawing/2014/main" id="{17B5E060-B026-D9A2-35AC-4DA57BE31DB7}"/>
              </a:ext>
            </a:extLst>
          </p:cNvPr>
          <p:cNvSpPr/>
          <p:nvPr/>
        </p:nvSpPr>
        <p:spPr>
          <a:xfrm>
            <a:off x="4830572" y="3309125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1</a:t>
            </a:r>
          </a:p>
        </p:txBody>
      </p:sp>
      <p:sp>
        <p:nvSpPr>
          <p:cNvPr id="757" name="Rectangle 756">
            <a:extLst>
              <a:ext uri="{FF2B5EF4-FFF2-40B4-BE49-F238E27FC236}">
                <a16:creationId xmlns:a16="http://schemas.microsoft.com/office/drawing/2014/main" id="{D769A1F1-8E7B-2A18-B7BB-AD7D0C90BCA8}"/>
              </a:ext>
            </a:extLst>
          </p:cNvPr>
          <p:cNvSpPr/>
          <p:nvPr/>
        </p:nvSpPr>
        <p:spPr>
          <a:xfrm>
            <a:off x="2691257" y="1623518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1</a:t>
            </a:r>
          </a:p>
        </p:txBody>
      </p:sp>
      <p:sp>
        <p:nvSpPr>
          <p:cNvPr id="758" name="Rectangle 757">
            <a:extLst>
              <a:ext uri="{FF2B5EF4-FFF2-40B4-BE49-F238E27FC236}">
                <a16:creationId xmlns:a16="http://schemas.microsoft.com/office/drawing/2014/main" id="{A94AD60D-B771-E5B7-C7BE-4C428F7F6784}"/>
              </a:ext>
            </a:extLst>
          </p:cNvPr>
          <p:cNvSpPr/>
          <p:nvPr/>
        </p:nvSpPr>
        <p:spPr>
          <a:xfrm>
            <a:off x="1938782" y="2047381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2</a:t>
            </a:r>
          </a:p>
        </p:txBody>
      </p:sp>
      <p:sp>
        <p:nvSpPr>
          <p:cNvPr id="759" name="Rectangle 758">
            <a:extLst>
              <a:ext uri="{FF2B5EF4-FFF2-40B4-BE49-F238E27FC236}">
                <a16:creationId xmlns:a16="http://schemas.microsoft.com/office/drawing/2014/main" id="{4F12316E-CB91-DC48-E7E0-D4D920F42403}"/>
              </a:ext>
            </a:extLst>
          </p:cNvPr>
          <p:cNvSpPr/>
          <p:nvPr/>
        </p:nvSpPr>
        <p:spPr>
          <a:xfrm>
            <a:off x="5949601" y="2464891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1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8C4A6F3-46D2-7BD4-4353-5D5E4DFAF9A1}"/>
              </a:ext>
            </a:extLst>
          </p:cNvPr>
          <p:cNvSpPr/>
          <p:nvPr/>
        </p:nvSpPr>
        <p:spPr>
          <a:xfrm>
            <a:off x="5673694" y="4295596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32299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9D18D52-DCD6-F5F6-3CE5-5F92FB368F23}"/>
              </a:ext>
            </a:extLst>
          </p:cNvPr>
          <p:cNvGrpSpPr/>
          <p:nvPr/>
        </p:nvGrpSpPr>
        <p:grpSpPr>
          <a:xfrm>
            <a:off x="5334791" y="6477000"/>
            <a:ext cx="313852" cy="727870"/>
            <a:chOff x="5334791" y="6477000"/>
            <a:chExt cx="313852" cy="727870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E9B8A58E-A903-8F08-49C4-B60DAFD890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4791" y="7124700"/>
              <a:ext cx="156372" cy="801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6427159-8FD9-DB44-3F9E-19ED775F7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097" y="6557962"/>
              <a:ext cx="0" cy="56594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068ECEB-969F-C036-AD1D-75F941B52F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2271" y="6477000"/>
              <a:ext cx="156372" cy="801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220A88-F408-E8E6-9FD7-DB77281B70FA}"/>
              </a:ext>
            </a:extLst>
          </p:cNvPr>
          <p:cNvGrpSpPr/>
          <p:nvPr/>
        </p:nvGrpSpPr>
        <p:grpSpPr>
          <a:xfrm>
            <a:off x="5601810" y="3350419"/>
            <a:ext cx="1603216" cy="3140867"/>
            <a:chOff x="5601810" y="3350419"/>
            <a:chExt cx="1603216" cy="3140867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9235229D-6A82-729B-E6CD-B80BE9115998}"/>
                </a:ext>
              </a:extLst>
            </p:cNvPr>
            <p:cNvCxnSpPr>
              <a:cxnSpLocks/>
            </p:cNvCxnSpPr>
            <p:nvPr/>
          </p:nvCxnSpPr>
          <p:spPr>
            <a:xfrm>
              <a:off x="5650070" y="6119812"/>
              <a:ext cx="0" cy="3714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6BC4F6A-6B71-D2D2-B6AD-F159EF3AF6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50070" y="6053138"/>
              <a:ext cx="162561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BE9FF9D-2B04-6F1D-C1C3-F88B7A7EB5DA}"/>
                </a:ext>
              </a:extLst>
            </p:cNvPr>
            <p:cNvCxnSpPr>
              <a:cxnSpLocks/>
            </p:cNvCxnSpPr>
            <p:nvPr/>
          </p:nvCxnSpPr>
          <p:spPr>
            <a:xfrm>
              <a:off x="5807233" y="5330825"/>
              <a:ext cx="0" cy="7223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15F62D2-92C7-20E6-AD62-DDD11DF2A6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3900" y="4905375"/>
              <a:ext cx="1085056" cy="4381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064CABB-071A-D94C-40E9-580497EC16C5}"/>
                </a:ext>
              </a:extLst>
            </p:cNvPr>
            <p:cNvCxnSpPr>
              <a:cxnSpLocks/>
            </p:cNvCxnSpPr>
            <p:nvPr/>
          </p:nvCxnSpPr>
          <p:spPr>
            <a:xfrm>
              <a:off x="6893082" y="4767263"/>
              <a:ext cx="0" cy="1357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E9EE7CD-7E0E-B75C-28EC-334A4C2832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5463" y="4672012"/>
              <a:ext cx="295912" cy="109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8775410-1782-6985-3D00-12934B85EA26}"/>
                </a:ext>
              </a:extLst>
            </p:cNvPr>
            <p:cNvCxnSpPr>
              <a:cxnSpLocks/>
            </p:cNvCxnSpPr>
            <p:nvPr/>
          </p:nvCxnSpPr>
          <p:spPr>
            <a:xfrm>
              <a:off x="7053263" y="4605338"/>
              <a:ext cx="151763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C560B72-BFDF-647B-8047-03EBA6E425A9}"/>
                </a:ext>
              </a:extLst>
            </p:cNvPr>
            <p:cNvCxnSpPr>
              <a:cxnSpLocks/>
            </p:cNvCxnSpPr>
            <p:nvPr/>
          </p:nvCxnSpPr>
          <p:spPr>
            <a:xfrm>
              <a:off x="7052625" y="4110038"/>
              <a:ext cx="0" cy="492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761B493-F4D7-CEA5-CCBB-39911D7EAE8C}"/>
                </a:ext>
              </a:extLst>
            </p:cNvPr>
            <p:cNvCxnSpPr>
              <a:cxnSpLocks/>
            </p:cNvCxnSpPr>
            <p:nvPr/>
          </p:nvCxnSpPr>
          <p:spPr>
            <a:xfrm>
              <a:off x="6903244" y="4055269"/>
              <a:ext cx="151763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DFD246C-9CD6-2ECA-A24F-F988F11F4955}"/>
                </a:ext>
              </a:extLst>
            </p:cNvPr>
            <p:cNvCxnSpPr>
              <a:cxnSpLocks/>
            </p:cNvCxnSpPr>
            <p:nvPr/>
          </p:nvCxnSpPr>
          <p:spPr>
            <a:xfrm>
              <a:off x="6902606" y="3350419"/>
              <a:ext cx="0" cy="7143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CA79C51-B707-951A-4C86-D83582E575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01810" y="6480016"/>
              <a:ext cx="90330" cy="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473A8C-F204-DAE8-BB53-D21A321F66BF}"/>
              </a:ext>
            </a:extLst>
          </p:cNvPr>
          <p:cNvGrpSpPr/>
          <p:nvPr/>
        </p:nvGrpSpPr>
        <p:grpSpPr>
          <a:xfrm>
            <a:off x="3012281" y="2669382"/>
            <a:ext cx="2833688" cy="3142456"/>
            <a:chOff x="3012281" y="2669382"/>
            <a:chExt cx="2833688" cy="314245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9CE231-2AE6-F391-C018-4015CDD4A1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2631" y="4841875"/>
              <a:ext cx="0" cy="3675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2B5B9CB-E701-5E22-5A71-5B8EE6CA2D8B}"/>
                </a:ext>
              </a:extLst>
            </p:cNvPr>
            <p:cNvCxnSpPr>
              <a:cxnSpLocks/>
            </p:cNvCxnSpPr>
            <p:nvPr/>
          </p:nvCxnSpPr>
          <p:spPr>
            <a:xfrm>
              <a:off x="5657850" y="4775200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31ADFE6-3BA5-2A8B-3D6E-5E47F923EE87}"/>
                </a:ext>
              </a:extLst>
            </p:cNvPr>
            <p:cNvCxnSpPr>
              <a:cxnSpLocks/>
            </p:cNvCxnSpPr>
            <p:nvPr/>
          </p:nvCxnSpPr>
          <p:spPr>
            <a:xfrm>
              <a:off x="5765800" y="5811838"/>
              <a:ext cx="80169" cy="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4918E1C-904A-67D6-119E-AC6EA6794D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9875" y="4765675"/>
              <a:ext cx="307181" cy="1460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FB2038F-FBEF-DAAE-1228-DBDF139D02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9081" y="4905375"/>
              <a:ext cx="0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630331F-672F-DC26-CF77-B035F93383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3625" y="5137150"/>
              <a:ext cx="475456" cy="190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7E11549-EE0F-AE74-2B62-4B501D16B7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5212" y="5336381"/>
              <a:ext cx="0" cy="3381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3169FF-FFDC-500C-3A53-425985D3DE2E}"/>
                </a:ext>
              </a:extLst>
            </p:cNvPr>
            <p:cNvCxnSpPr>
              <a:cxnSpLocks/>
            </p:cNvCxnSpPr>
            <p:nvPr/>
          </p:nvCxnSpPr>
          <p:spPr>
            <a:xfrm>
              <a:off x="4876800" y="5682455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E0D7417-68CF-5823-6D8B-19C7A23F4F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5731" y="5500688"/>
              <a:ext cx="473869" cy="1952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617F21F-08F5-8D1D-9C3B-CAF13401FC9C}"/>
                </a:ext>
              </a:extLst>
            </p:cNvPr>
            <p:cNvCxnSpPr>
              <a:cxnSpLocks/>
            </p:cNvCxnSpPr>
            <p:nvPr/>
          </p:nvCxnSpPr>
          <p:spPr>
            <a:xfrm>
              <a:off x="4421981" y="5505450"/>
              <a:ext cx="470694" cy="184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B225283-B476-C926-C502-A037838A5C49}"/>
                </a:ext>
              </a:extLst>
            </p:cNvPr>
            <p:cNvCxnSpPr>
              <a:cxnSpLocks/>
            </p:cNvCxnSpPr>
            <p:nvPr/>
          </p:nvCxnSpPr>
          <p:spPr>
            <a:xfrm>
              <a:off x="3340100" y="5695950"/>
              <a:ext cx="148431" cy="738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77E5DA9-6E9E-7905-E30C-A8D63925DC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6606" y="5095875"/>
              <a:ext cx="0" cy="5937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36B35FB-117C-A170-9F47-AF001D20454F}"/>
                </a:ext>
              </a:extLst>
            </p:cNvPr>
            <p:cNvCxnSpPr>
              <a:cxnSpLocks/>
            </p:cNvCxnSpPr>
            <p:nvPr/>
          </p:nvCxnSpPr>
          <p:spPr>
            <a:xfrm>
              <a:off x="3168650" y="5010150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CC8132B-0467-4F44-B680-FCCB26ECC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4206" y="4421981"/>
              <a:ext cx="0" cy="5881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973C949-7F2E-55FF-8B9B-CC07834CF1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3412" y="4293394"/>
              <a:ext cx="307976" cy="1381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DE7CD6E-E58B-AB10-F170-70F4DD00C0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6150" y="4062413"/>
              <a:ext cx="0" cy="2285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40A53E4-3AF4-B4C5-712B-ED1F2E266014}"/>
                </a:ext>
              </a:extLst>
            </p:cNvPr>
            <p:cNvCxnSpPr>
              <a:cxnSpLocks/>
            </p:cNvCxnSpPr>
            <p:nvPr/>
          </p:nvCxnSpPr>
          <p:spPr>
            <a:xfrm>
              <a:off x="3328193" y="3998119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FB312A1-C07D-DA59-6E70-1B01718A3B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3750" y="3526631"/>
              <a:ext cx="0" cy="4762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678BF21-04F0-65F3-523A-7ACC23B99FF1}"/>
                </a:ext>
              </a:extLst>
            </p:cNvPr>
            <p:cNvCxnSpPr>
              <a:cxnSpLocks/>
            </p:cNvCxnSpPr>
            <p:nvPr/>
          </p:nvCxnSpPr>
          <p:spPr>
            <a:xfrm>
              <a:off x="3012281" y="3395663"/>
              <a:ext cx="324643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3498D8D-2404-089E-F132-B0532A25E2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5337" y="3445669"/>
              <a:ext cx="148432" cy="785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B3CA41A-44F5-3F64-1584-E97CB9F97782}"/>
                </a:ext>
              </a:extLst>
            </p:cNvPr>
            <p:cNvCxnSpPr>
              <a:cxnSpLocks/>
            </p:cNvCxnSpPr>
            <p:nvPr/>
          </p:nvCxnSpPr>
          <p:spPr>
            <a:xfrm>
              <a:off x="3471862" y="3445670"/>
              <a:ext cx="169069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6250DD8-4902-47F1-2041-D12B15286D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7756" y="3336131"/>
              <a:ext cx="465138" cy="1881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6780DE0-A66A-20CF-36A2-14EA50EDC204}"/>
                </a:ext>
              </a:extLst>
            </p:cNvPr>
            <p:cNvCxnSpPr>
              <a:cxnSpLocks/>
            </p:cNvCxnSpPr>
            <p:nvPr/>
          </p:nvCxnSpPr>
          <p:spPr>
            <a:xfrm>
              <a:off x="3936206" y="3267077"/>
              <a:ext cx="169069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A9C8661-647A-9611-33DE-DB8790D9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8113" y="3150394"/>
              <a:ext cx="0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5F0BA84-4D90-6F3D-DD31-33AD2A2500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2556" y="2788444"/>
              <a:ext cx="929482" cy="37147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E714107-4077-152B-BDCB-B546927291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2038" y="2669382"/>
              <a:ext cx="0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72370C26-67D2-E119-19F6-851D6A174DB0}"/>
                </a:ext>
              </a:extLst>
            </p:cNvPr>
            <p:cNvCxnSpPr>
              <a:cxnSpLocks/>
            </p:cNvCxnSpPr>
            <p:nvPr/>
          </p:nvCxnSpPr>
          <p:spPr>
            <a:xfrm>
              <a:off x="3790950" y="5618161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1EA636E-C9C8-80D6-F878-AFF4D79A21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3769" y="5619750"/>
              <a:ext cx="311943" cy="1428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CA7F7CC9-D3C2-3B99-8406-3CA64D201D20}"/>
              </a:ext>
            </a:extLst>
          </p:cNvPr>
          <p:cNvSpPr txBox="1"/>
          <p:nvPr/>
        </p:nvSpPr>
        <p:spPr>
          <a:xfrm>
            <a:off x="4141686" y="6379183"/>
            <a:ext cx="1194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20.03 food</a:t>
            </a:r>
          </a:p>
        </p:txBody>
      </p:sp>
    </p:spTree>
    <p:extLst>
      <p:ext uri="{BB962C8B-B14F-4D97-AF65-F5344CB8AC3E}">
        <p14:creationId xmlns:p14="http://schemas.microsoft.com/office/powerpoint/2010/main" val="1163948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9D18D52-DCD6-F5F6-3CE5-5F92FB368F23}"/>
              </a:ext>
            </a:extLst>
          </p:cNvPr>
          <p:cNvGrpSpPr/>
          <p:nvPr/>
        </p:nvGrpSpPr>
        <p:grpSpPr>
          <a:xfrm>
            <a:off x="5334791" y="6477000"/>
            <a:ext cx="313852" cy="727870"/>
            <a:chOff x="5334791" y="6477000"/>
            <a:chExt cx="313852" cy="727870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E9B8A58E-A903-8F08-49C4-B60DAFD890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4791" y="7124700"/>
              <a:ext cx="156372" cy="801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6427159-8FD9-DB44-3F9E-19ED775F7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097" y="6557962"/>
              <a:ext cx="0" cy="56594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068ECEB-969F-C036-AD1D-75F941B52F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2271" y="6477000"/>
              <a:ext cx="156372" cy="801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220A88-F408-E8E6-9FD7-DB77281B70FA}"/>
              </a:ext>
            </a:extLst>
          </p:cNvPr>
          <p:cNvGrpSpPr/>
          <p:nvPr/>
        </p:nvGrpSpPr>
        <p:grpSpPr>
          <a:xfrm>
            <a:off x="5601810" y="3350419"/>
            <a:ext cx="1603216" cy="3140867"/>
            <a:chOff x="5601810" y="3350419"/>
            <a:chExt cx="1603216" cy="3140867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9235229D-6A82-729B-E6CD-B80BE9115998}"/>
                </a:ext>
              </a:extLst>
            </p:cNvPr>
            <p:cNvCxnSpPr>
              <a:cxnSpLocks/>
            </p:cNvCxnSpPr>
            <p:nvPr/>
          </p:nvCxnSpPr>
          <p:spPr>
            <a:xfrm>
              <a:off x="5650070" y="6119812"/>
              <a:ext cx="0" cy="3714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6BC4F6A-6B71-D2D2-B6AD-F159EF3AF6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50070" y="6053138"/>
              <a:ext cx="162561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BE9FF9D-2B04-6F1D-C1C3-F88B7A7EB5DA}"/>
                </a:ext>
              </a:extLst>
            </p:cNvPr>
            <p:cNvCxnSpPr>
              <a:cxnSpLocks/>
            </p:cNvCxnSpPr>
            <p:nvPr/>
          </p:nvCxnSpPr>
          <p:spPr>
            <a:xfrm>
              <a:off x="5807233" y="5330825"/>
              <a:ext cx="0" cy="7223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15F62D2-92C7-20E6-AD62-DDD11DF2A6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3900" y="4905375"/>
              <a:ext cx="1085056" cy="4381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064CABB-071A-D94C-40E9-580497EC16C5}"/>
                </a:ext>
              </a:extLst>
            </p:cNvPr>
            <p:cNvCxnSpPr>
              <a:cxnSpLocks/>
            </p:cNvCxnSpPr>
            <p:nvPr/>
          </p:nvCxnSpPr>
          <p:spPr>
            <a:xfrm>
              <a:off x="6893082" y="4767263"/>
              <a:ext cx="0" cy="1357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E9EE7CD-7E0E-B75C-28EC-334A4C2832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5463" y="4672012"/>
              <a:ext cx="295912" cy="109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8775410-1782-6985-3D00-12934B85EA26}"/>
                </a:ext>
              </a:extLst>
            </p:cNvPr>
            <p:cNvCxnSpPr>
              <a:cxnSpLocks/>
            </p:cNvCxnSpPr>
            <p:nvPr/>
          </p:nvCxnSpPr>
          <p:spPr>
            <a:xfrm>
              <a:off x="7053263" y="4605338"/>
              <a:ext cx="151763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C560B72-BFDF-647B-8047-03EBA6E425A9}"/>
                </a:ext>
              </a:extLst>
            </p:cNvPr>
            <p:cNvCxnSpPr>
              <a:cxnSpLocks/>
            </p:cNvCxnSpPr>
            <p:nvPr/>
          </p:nvCxnSpPr>
          <p:spPr>
            <a:xfrm>
              <a:off x="7052625" y="4110038"/>
              <a:ext cx="0" cy="492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761B493-F4D7-CEA5-CCBB-39911D7EAE8C}"/>
                </a:ext>
              </a:extLst>
            </p:cNvPr>
            <p:cNvCxnSpPr>
              <a:cxnSpLocks/>
            </p:cNvCxnSpPr>
            <p:nvPr/>
          </p:nvCxnSpPr>
          <p:spPr>
            <a:xfrm>
              <a:off x="6903244" y="4055269"/>
              <a:ext cx="151763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DFD246C-9CD6-2ECA-A24F-F988F11F4955}"/>
                </a:ext>
              </a:extLst>
            </p:cNvPr>
            <p:cNvCxnSpPr>
              <a:cxnSpLocks/>
            </p:cNvCxnSpPr>
            <p:nvPr/>
          </p:nvCxnSpPr>
          <p:spPr>
            <a:xfrm>
              <a:off x="6902606" y="3350419"/>
              <a:ext cx="0" cy="7143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CA79C51-B707-951A-4C86-D83582E575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01810" y="6480016"/>
              <a:ext cx="90330" cy="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473A8C-F204-DAE8-BB53-D21A321F66BF}"/>
              </a:ext>
            </a:extLst>
          </p:cNvPr>
          <p:cNvGrpSpPr/>
          <p:nvPr/>
        </p:nvGrpSpPr>
        <p:grpSpPr>
          <a:xfrm>
            <a:off x="3012281" y="2669382"/>
            <a:ext cx="2953544" cy="3142456"/>
            <a:chOff x="3012281" y="2669382"/>
            <a:chExt cx="2953544" cy="314245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9CE231-2AE6-F391-C018-4015CDD4A1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2631" y="4841875"/>
              <a:ext cx="0" cy="3675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2B5B9CB-E701-5E22-5A71-5B8EE6CA2D8B}"/>
                </a:ext>
              </a:extLst>
            </p:cNvPr>
            <p:cNvCxnSpPr>
              <a:cxnSpLocks/>
            </p:cNvCxnSpPr>
            <p:nvPr/>
          </p:nvCxnSpPr>
          <p:spPr>
            <a:xfrm>
              <a:off x="5657850" y="4775200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31ADFE6-3BA5-2A8B-3D6E-5E47F923EE87}"/>
                </a:ext>
              </a:extLst>
            </p:cNvPr>
            <p:cNvCxnSpPr>
              <a:cxnSpLocks/>
            </p:cNvCxnSpPr>
            <p:nvPr/>
          </p:nvCxnSpPr>
          <p:spPr>
            <a:xfrm>
              <a:off x="5765800" y="5811838"/>
              <a:ext cx="80169" cy="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4918E1C-904A-67D6-119E-AC6EA6794D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9875" y="4765675"/>
              <a:ext cx="307181" cy="1460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FB2038F-FBEF-DAAE-1228-DBDF139D02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9081" y="4905375"/>
              <a:ext cx="0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630331F-672F-DC26-CF77-B035F93383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3625" y="5137150"/>
              <a:ext cx="475456" cy="190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7E11549-EE0F-AE74-2B62-4B501D16B7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5212" y="5336381"/>
              <a:ext cx="0" cy="3381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3169FF-FFDC-500C-3A53-425985D3DE2E}"/>
                </a:ext>
              </a:extLst>
            </p:cNvPr>
            <p:cNvCxnSpPr>
              <a:cxnSpLocks/>
            </p:cNvCxnSpPr>
            <p:nvPr/>
          </p:nvCxnSpPr>
          <p:spPr>
            <a:xfrm>
              <a:off x="4876800" y="5682455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E0D7417-68CF-5823-6D8B-19C7A23F4F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5731" y="5500688"/>
              <a:ext cx="473869" cy="1952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617F21F-08F5-8D1D-9C3B-CAF13401FC9C}"/>
                </a:ext>
              </a:extLst>
            </p:cNvPr>
            <p:cNvCxnSpPr>
              <a:cxnSpLocks/>
            </p:cNvCxnSpPr>
            <p:nvPr/>
          </p:nvCxnSpPr>
          <p:spPr>
            <a:xfrm>
              <a:off x="4421981" y="5505450"/>
              <a:ext cx="412750" cy="1658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B225283-B476-C926-C502-A037838A5C49}"/>
                </a:ext>
              </a:extLst>
            </p:cNvPr>
            <p:cNvCxnSpPr>
              <a:cxnSpLocks/>
            </p:cNvCxnSpPr>
            <p:nvPr/>
          </p:nvCxnSpPr>
          <p:spPr>
            <a:xfrm>
              <a:off x="3340100" y="5695950"/>
              <a:ext cx="148431" cy="738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77E5DA9-6E9E-7905-E30C-A8D63925DC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6606" y="5095875"/>
              <a:ext cx="0" cy="5937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36B35FB-117C-A170-9F47-AF001D20454F}"/>
                </a:ext>
              </a:extLst>
            </p:cNvPr>
            <p:cNvCxnSpPr>
              <a:cxnSpLocks/>
            </p:cNvCxnSpPr>
            <p:nvPr/>
          </p:nvCxnSpPr>
          <p:spPr>
            <a:xfrm>
              <a:off x="3168650" y="5010150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CC8132B-0467-4F44-B680-FCCB26ECC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4206" y="4421981"/>
              <a:ext cx="0" cy="5881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973C949-7F2E-55FF-8B9B-CC07834CF1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3412" y="4293394"/>
              <a:ext cx="307976" cy="1381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DE7CD6E-E58B-AB10-F170-70F4DD00C0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6150" y="4062413"/>
              <a:ext cx="0" cy="2285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40A53E4-3AF4-B4C5-712B-ED1F2E266014}"/>
                </a:ext>
              </a:extLst>
            </p:cNvPr>
            <p:cNvCxnSpPr>
              <a:cxnSpLocks/>
            </p:cNvCxnSpPr>
            <p:nvPr/>
          </p:nvCxnSpPr>
          <p:spPr>
            <a:xfrm>
              <a:off x="3328193" y="3998119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FB312A1-C07D-DA59-6E70-1B01718A3B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3750" y="3526631"/>
              <a:ext cx="0" cy="4762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678BF21-04F0-65F3-523A-7ACC23B99FF1}"/>
                </a:ext>
              </a:extLst>
            </p:cNvPr>
            <p:cNvCxnSpPr>
              <a:cxnSpLocks/>
            </p:cNvCxnSpPr>
            <p:nvPr/>
          </p:nvCxnSpPr>
          <p:spPr>
            <a:xfrm>
              <a:off x="3012281" y="3395663"/>
              <a:ext cx="324643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3498D8D-2404-089E-F132-B0532A25E2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5337" y="3445669"/>
              <a:ext cx="148432" cy="785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B3CA41A-44F5-3F64-1584-E97CB9F97782}"/>
                </a:ext>
              </a:extLst>
            </p:cNvPr>
            <p:cNvCxnSpPr>
              <a:cxnSpLocks/>
            </p:cNvCxnSpPr>
            <p:nvPr/>
          </p:nvCxnSpPr>
          <p:spPr>
            <a:xfrm>
              <a:off x="3471862" y="3445670"/>
              <a:ext cx="169069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6250DD8-4902-47F1-2041-D12B15286D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7756" y="3336131"/>
              <a:ext cx="465138" cy="1881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6780DE0-A66A-20CF-36A2-14EA50EDC204}"/>
                </a:ext>
              </a:extLst>
            </p:cNvPr>
            <p:cNvCxnSpPr>
              <a:cxnSpLocks/>
            </p:cNvCxnSpPr>
            <p:nvPr/>
          </p:nvCxnSpPr>
          <p:spPr>
            <a:xfrm>
              <a:off x="3936206" y="3267077"/>
              <a:ext cx="169069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A9C8661-647A-9611-33DE-DB8790D9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8113" y="3150394"/>
              <a:ext cx="0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5F0BA84-4D90-6F3D-DD31-33AD2A2500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2556" y="2788444"/>
              <a:ext cx="929482" cy="37147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E714107-4077-152B-BDCB-B546927291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2038" y="2669382"/>
              <a:ext cx="0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72370C26-67D2-E119-19F6-851D6A174DB0}"/>
                </a:ext>
              </a:extLst>
            </p:cNvPr>
            <p:cNvCxnSpPr>
              <a:cxnSpLocks/>
            </p:cNvCxnSpPr>
            <p:nvPr/>
          </p:nvCxnSpPr>
          <p:spPr>
            <a:xfrm>
              <a:off x="3790950" y="5618161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1EA636E-C9C8-80D6-F878-AFF4D79A21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3769" y="5619750"/>
              <a:ext cx="311943" cy="1428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763">
              <a:extLst>
                <a:ext uri="{FF2B5EF4-FFF2-40B4-BE49-F238E27FC236}">
                  <a16:creationId xmlns:a16="http://schemas.microsoft.com/office/drawing/2014/main" id="{2A9AE079-14A5-F8AC-AE54-535D81DAE2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3425" y="4778375"/>
              <a:ext cx="15240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CA7F7CC9-D3C2-3B99-8406-3CA64D201D20}"/>
              </a:ext>
            </a:extLst>
          </p:cNvPr>
          <p:cNvSpPr txBox="1"/>
          <p:nvPr/>
        </p:nvSpPr>
        <p:spPr>
          <a:xfrm>
            <a:off x="4141686" y="637918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20.04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D06372B-C76C-B578-D4BF-4BCD441AE616}"/>
              </a:ext>
            </a:extLst>
          </p:cNvPr>
          <p:cNvGrpSpPr/>
          <p:nvPr/>
        </p:nvGrpSpPr>
        <p:grpSpPr>
          <a:xfrm>
            <a:off x="1933575" y="859631"/>
            <a:ext cx="5886450" cy="6099969"/>
            <a:chOff x="1933575" y="859631"/>
            <a:chExt cx="5886450" cy="6099969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E428A802-E5AD-BD65-5B22-31881BD544E2}"/>
                </a:ext>
              </a:extLst>
            </p:cNvPr>
            <p:cNvCxnSpPr>
              <a:cxnSpLocks/>
            </p:cNvCxnSpPr>
            <p:nvPr/>
          </p:nvCxnSpPr>
          <p:spPr>
            <a:xfrm>
              <a:off x="5644354" y="6592889"/>
              <a:ext cx="629446" cy="24923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9434867-16CC-B0A7-7CB5-92C4270224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5385" y="6597650"/>
              <a:ext cx="617540" cy="2476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28804F27-EED3-E7F0-9075-122E00522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4850" y="6360319"/>
              <a:ext cx="765175" cy="2944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4FC82156-992F-5672-9343-F0D6EA6B70C6}"/>
                </a:ext>
              </a:extLst>
            </p:cNvPr>
            <p:cNvCxnSpPr>
              <a:cxnSpLocks/>
            </p:cNvCxnSpPr>
            <p:nvPr/>
          </p:nvCxnSpPr>
          <p:spPr>
            <a:xfrm>
              <a:off x="6894510" y="6591300"/>
              <a:ext cx="150815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D8C9457-9234-FCB1-5973-D4C74C1222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3850" y="5865019"/>
              <a:ext cx="628650" cy="2468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078F8EBA-6A6B-3513-CE4B-5BAB73F61E73}"/>
                </a:ext>
              </a:extLst>
            </p:cNvPr>
            <p:cNvCxnSpPr>
              <a:cxnSpLocks/>
            </p:cNvCxnSpPr>
            <p:nvPr/>
          </p:nvCxnSpPr>
          <p:spPr>
            <a:xfrm>
              <a:off x="2863850" y="6105525"/>
              <a:ext cx="0" cy="139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72172759-7811-101E-D9BC-A19DB2821D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63850" y="6235700"/>
              <a:ext cx="149225" cy="730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C161AC48-7B31-E6EB-43A0-357167A6BFB2}"/>
                </a:ext>
              </a:extLst>
            </p:cNvPr>
            <p:cNvCxnSpPr>
              <a:cxnSpLocks/>
            </p:cNvCxnSpPr>
            <p:nvPr/>
          </p:nvCxnSpPr>
          <p:spPr>
            <a:xfrm>
              <a:off x="3013075" y="6308725"/>
              <a:ext cx="0" cy="2222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F54A517-B855-9A34-E1AB-11D4D025E9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3575" y="6537325"/>
              <a:ext cx="1079500" cy="4222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8DD1E6FB-2C85-CEA7-F9D0-EEC08D4EF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9100" y="2301875"/>
              <a:ext cx="1241425" cy="4857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048C0100-1536-839F-E102-E2BB30A146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4594" y="2311400"/>
              <a:ext cx="153987" cy="555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982B790-3227-FE50-1039-0A9CE5FAFC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5051" y="2305051"/>
              <a:ext cx="164305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65238161-26F1-2705-513E-FDDE696A7B23}"/>
                </a:ext>
              </a:extLst>
            </p:cNvPr>
            <p:cNvCxnSpPr>
              <a:cxnSpLocks/>
            </p:cNvCxnSpPr>
            <p:nvPr/>
          </p:nvCxnSpPr>
          <p:spPr>
            <a:xfrm>
              <a:off x="6119018" y="2301875"/>
              <a:ext cx="0" cy="1222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95D4DFCC-F2C1-510D-A9CF-CEF29E4411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65033" y="2371726"/>
              <a:ext cx="164305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BF7D6927-A745-C825-143D-17736AB619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10251" y="2370931"/>
              <a:ext cx="153987" cy="555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79BA9055-669E-0E30-80B5-AC63D887A7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22019" y="2002631"/>
              <a:ext cx="1085851" cy="4238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32BAB8F8-C37A-FA21-1F00-5203FC7FBC32}"/>
                </a:ext>
              </a:extLst>
            </p:cNvPr>
            <p:cNvCxnSpPr>
              <a:cxnSpLocks/>
            </p:cNvCxnSpPr>
            <p:nvPr/>
          </p:nvCxnSpPr>
          <p:spPr>
            <a:xfrm>
              <a:off x="4721225" y="1150144"/>
              <a:ext cx="0" cy="8596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F16DE143-B7D9-D1FE-6DFD-18BD301B0489}"/>
                </a:ext>
              </a:extLst>
            </p:cNvPr>
            <p:cNvCxnSpPr>
              <a:cxnSpLocks/>
            </p:cNvCxnSpPr>
            <p:nvPr/>
          </p:nvCxnSpPr>
          <p:spPr>
            <a:xfrm>
              <a:off x="4880768" y="1570831"/>
              <a:ext cx="0" cy="3746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7B418586-33F2-8F52-4C87-948544A230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3946" y="1947863"/>
              <a:ext cx="164305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9B9002EC-7D61-655C-CD85-BCAF6B7FDE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8251" y="1881188"/>
              <a:ext cx="290512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81B3A0C1-236D-983C-47FA-1CD3E28AD88D}"/>
                </a:ext>
              </a:extLst>
            </p:cNvPr>
            <p:cNvCxnSpPr>
              <a:cxnSpLocks/>
            </p:cNvCxnSpPr>
            <p:nvPr/>
          </p:nvCxnSpPr>
          <p:spPr>
            <a:xfrm>
              <a:off x="5659437" y="1518444"/>
              <a:ext cx="0" cy="1222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3D10407E-0883-9BD5-7B9D-63DD5290A1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5908" y="1640681"/>
              <a:ext cx="304798" cy="1143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B844A25E-4D32-C65C-0F7A-BDC352F0288A}"/>
                </a:ext>
              </a:extLst>
            </p:cNvPr>
            <p:cNvCxnSpPr>
              <a:cxnSpLocks/>
            </p:cNvCxnSpPr>
            <p:nvPr/>
          </p:nvCxnSpPr>
          <p:spPr>
            <a:xfrm>
              <a:off x="5340349" y="1744662"/>
              <a:ext cx="0" cy="1222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EA6245BA-04E7-D87C-C0E3-AF1ABD6075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50708" y="1393031"/>
              <a:ext cx="311942" cy="12858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0CF3A7C6-26F0-648A-A498-AC4F2BA6267F}"/>
                </a:ext>
              </a:extLst>
            </p:cNvPr>
            <p:cNvCxnSpPr>
              <a:cxnSpLocks/>
            </p:cNvCxnSpPr>
            <p:nvPr/>
          </p:nvCxnSpPr>
          <p:spPr>
            <a:xfrm>
              <a:off x="5968999" y="1270794"/>
              <a:ext cx="0" cy="1222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62BB106B-C0F0-9E56-63CC-08FF862855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2177" y="1214438"/>
              <a:ext cx="157161" cy="5714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C7970A53-03D4-0674-9179-1F94725B19AC}"/>
                </a:ext>
              </a:extLst>
            </p:cNvPr>
            <p:cNvCxnSpPr>
              <a:cxnSpLocks/>
            </p:cNvCxnSpPr>
            <p:nvPr/>
          </p:nvCxnSpPr>
          <p:spPr>
            <a:xfrm>
              <a:off x="6121399" y="1099344"/>
              <a:ext cx="0" cy="1222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4CABC790-9593-1091-863C-5A990884A7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24577" y="859631"/>
              <a:ext cx="623886" cy="24526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66FF40AB-1251-733D-4279-F4F04B0CF9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48464" y="859632"/>
              <a:ext cx="164305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1BBF0D7-C56C-40D9-6B9A-49B9F075F889}"/>
              </a:ext>
            </a:extLst>
          </p:cNvPr>
          <p:cNvGrpSpPr/>
          <p:nvPr/>
        </p:nvGrpSpPr>
        <p:grpSpPr>
          <a:xfrm>
            <a:off x="2085975" y="1514475"/>
            <a:ext cx="3270250" cy="2489200"/>
            <a:chOff x="2085975" y="1514475"/>
            <a:chExt cx="3270250" cy="2489200"/>
          </a:xfrm>
        </p:grpSpPr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893942F9-800F-49BD-94C4-C65AE866F178}"/>
                </a:ext>
              </a:extLst>
            </p:cNvPr>
            <p:cNvCxnSpPr>
              <a:cxnSpLocks/>
            </p:cNvCxnSpPr>
            <p:nvPr/>
          </p:nvCxnSpPr>
          <p:spPr>
            <a:xfrm>
              <a:off x="4882356" y="2667795"/>
              <a:ext cx="156369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47E38E5B-15E6-0BAA-2BD5-08A1798A1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7931" y="2660650"/>
              <a:ext cx="162719" cy="801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ACA4B851-726E-EBAA-06D8-A4E63F72B4FD}"/>
                </a:ext>
              </a:extLst>
            </p:cNvPr>
            <p:cNvCxnSpPr>
              <a:cxnSpLocks/>
            </p:cNvCxnSpPr>
            <p:nvPr/>
          </p:nvCxnSpPr>
          <p:spPr>
            <a:xfrm>
              <a:off x="5190331" y="2664620"/>
              <a:ext cx="156369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9C5963D7-E0E7-453D-B9D2-EFE134F9C1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9875" y="2736850"/>
              <a:ext cx="0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538A8755-30EF-CA18-F4D8-C25179947F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2675" y="2847975"/>
              <a:ext cx="463550" cy="184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52DD44C3-31D4-7AD6-B7B5-5D299ED2E4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3150" y="3032125"/>
              <a:ext cx="0" cy="1079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307AFE9F-7FDA-8D1E-F6D2-A0245C8B9327}"/>
                </a:ext>
              </a:extLst>
            </p:cNvPr>
            <p:cNvCxnSpPr>
              <a:cxnSpLocks/>
            </p:cNvCxnSpPr>
            <p:nvPr/>
          </p:nvCxnSpPr>
          <p:spPr>
            <a:xfrm>
              <a:off x="4879181" y="3134520"/>
              <a:ext cx="156369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7BC857CB-B9F3-B5C6-19C0-748E8C6103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5550" y="3200400"/>
              <a:ext cx="0" cy="247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F2AB3669-F283-2733-EB27-8ED191487417}"/>
                </a:ext>
              </a:extLst>
            </p:cNvPr>
            <p:cNvCxnSpPr>
              <a:cxnSpLocks/>
            </p:cNvCxnSpPr>
            <p:nvPr/>
          </p:nvCxnSpPr>
          <p:spPr>
            <a:xfrm>
              <a:off x="5031581" y="3439320"/>
              <a:ext cx="156369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D45651A8-A06F-EE43-1D02-B29EEC02BE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1600" y="3511550"/>
              <a:ext cx="0" cy="1079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8E4E3AF3-5D13-647E-50A0-99E7A984B053}"/>
                </a:ext>
              </a:extLst>
            </p:cNvPr>
            <p:cNvCxnSpPr>
              <a:cxnSpLocks/>
            </p:cNvCxnSpPr>
            <p:nvPr/>
          </p:nvCxnSpPr>
          <p:spPr>
            <a:xfrm>
              <a:off x="5180806" y="3617120"/>
              <a:ext cx="156369" cy="72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3C99A8DC-48A5-DC26-530A-2DA9777B9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3525" y="3695700"/>
              <a:ext cx="0" cy="1079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94DDA999-D0A9-2C3D-B55B-A292A2BF1E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4456" y="3810000"/>
              <a:ext cx="162719" cy="801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6B7A256D-1262-C13E-A418-034D3C6F9E5F}"/>
                </a:ext>
              </a:extLst>
            </p:cNvPr>
            <p:cNvCxnSpPr>
              <a:cxnSpLocks/>
            </p:cNvCxnSpPr>
            <p:nvPr/>
          </p:nvCxnSpPr>
          <p:spPr>
            <a:xfrm>
              <a:off x="4733925" y="3689350"/>
              <a:ext cx="454025" cy="193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AC0FF5C1-D5C6-6DF9-F217-43115547E1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3250" y="3689350"/>
              <a:ext cx="320675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81CB72E9-7C7D-A0B2-AB9F-63AAA777D7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3250" y="3825875"/>
              <a:ext cx="0" cy="1079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6417754-342D-BCB7-8B0E-79F24B7081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8150" y="3937000"/>
              <a:ext cx="16510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288A77B3-285D-AB54-7F97-5135F8061FCC}"/>
                </a:ext>
              </a:extLst>
            </p:cNvPr>
            <p:cNvCxnSpPr>
              <a:cxnSpLocks/>
            </p:cNvCxnSpPr>
            <p:nvPr/>
          </p:nvCxnSpPr>
          <p:spPr>
            <a:xfrm>
              <a:off x="3482975" y="3692525"/>
              <a:ext cx="771525" cy="311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BAA38FE4-9016-EA5C-F587-AB43D9EB7565}"/>
                </a:ext>
              </a:extLst>
            </p:cNvPr>
            <p:cNvCxnSpPr>
              <a:cxnSpLocks/>
            </p:cNvCxnSpPr>
            <p:nvPr/>
          </p:nvCxnSpPr>
          <p:spPr>
            <a:xfrm>
              <a:off x="2863850" y="3101975"/>
              <a:ext cx="0" cy="2317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2FAD6B2B-2CC7-CC4A-A950-D6750B6E43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11450" y="3035300"/>
              <a:ext cx="155575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BD0D0DBF-0B5E-399A-A945-6F1967206A65}"/>
                </a:ext>
              </a:extLst>
            </p:cNvPr>
            <p:cNvCxnSpPr>
              <a:cxnSpLocks/>
            </p:cNvCxnSpPr>
            <p:nvPr/>
          </p:nvCxnSpPr>
          <p:spPr>
            <a:xfrm>
              <a:off x="2711450" y="2302669"/>
              <a:ext cx="0" cy="7231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D1C49361-AF44-7B75-9C40-1D83A37B7E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08275" y="1631950"/>
              <a:ext cx="15875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A7771333-BCE2-7F1C-F861-C9FCAC0073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97125" y="2305050"/>
              <a:ext cx="155575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4B65CC59-06C2-A6AC-C29A-E86A1BCB1498}"/>
                </a:ext>
              </a:extLst>
            </p:cNvPr>
            <p:cNvCxnSpPr>
              <a:cxnSpLocks/>
            </p:cNvCxnSpPr>
            <p:nvPr/>
          </p:nvCxnSpPr>
          <p:spPr>
            <a:xfrm>
              <a:off x="2400300" y="2184400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E8660954-5536-F302-BD5C-F167B35558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92325" y="2060575"/>
              <a:ext cx="311150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8572AFE-1E7A-17D1-AADA-EB7971349512}"/>
                </a:ext>
              </a:extLst>
            </p:cNvPr>
            <p:cNvCxnSpPr>
              <a:cxnSpLocks/>
            </p:cNvCxnSpPr>
            <p:nvPr/>
          </p:nvCxnSpPr>
          <p:spPr>
            <a:xfrm>
              <a:off x="2085975" y="1825625"/>
              <a:ext cx="0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8D74C041-DA00-25F6-D64B-75704FD679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5500" y="1765300"/>
              <a:ext cx="146050" cy="539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6F8DEB80-99C1-F9E6-1BF7-F137C13ED133}"/>
                </a:ext>
              </a:extLst>
            </p:cNvPr>
            <p:cNvCxnSpPr>
              <a:cxnSpLocks/>
            </p:cNvCxnSpPr>
            <p:nvPr/>
          </p:nvCxnSpPr>
          <p:spPr>
            <a:xfrm>
              <a:off x="2235200" y="1524000"/>
              <a:ext cx="0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6B580D67-0FEE-EA5D-7046-6E17F9CBE6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38375" y="1514475"/>
              <a:ext cx="476250" cy="193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7BD7D34F-5503-4525-AB31-470989F570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67025" y="1635125"/>
              <a:ext cx="622300" cy="2349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9CB73606-D95A-3EE3-0EDB-1EAF3FB6E988}"/>
                </a:ext>
              </a:extLst>
            </p:cNvPr>
            <p:cNvCxnSpPr>
              <a:cxnSpLocks/>
            </p:cNvCxnSpPr>
            <p:nvPr/>
          </p:nvCxnSpPr>
          <p:spPr>
            <a:xfrm>
              <a:off x="3486151" y="1627982"/>
              <a:ext cx="0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FE95CE00-F16D-EE85-DE2F-08F0990FCE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51113" y="2295525"/>
              <a:ext cx="16827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>
              <a:extLst>
                <a:ext uri="{FF2B5EF4-FFF2-40B4-BE49-F238E27FC236}">
                  <a16:creationId xmlns:a16="http://schemas.microsoft.com/office/drawing/2014/main" id="{3763FF7C-AB77-CC46-1797-989A728D1C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9325" y="3587750"/>
              <a:ext cx="0" cy="1079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65F10792-740F-4146-6A7E-EAE5CAC91916}"/>
              </a:ext>
            </a:extLst>
          </p:cNvPr>
          <p:cNvGrpSpPr/>
          <p:nvPr/>
        </p:nvGrpSpPr>
        <p:grpSpPr>
          <a:xfrm>
            <a:off x="6738300" y="2357438"/>
            <a:ext cx="1555594" cy="2493168"/>
            <a:chOff x="6738300" y="2357438"/>
            <a:chExt cx="1555594" cy="2493168"/>
          </a:xfrm>
        </p:grpSpPr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BDCE6F15-9602-3864-4413-C5A56C28661F}"/>
                </a:ext>
              </a:extLst>
            </p:cNvPr>
            <p:cNvCxnSpPr>
              <a:cxnSpLocks/>
            </p:cNvCxnSpPr>
            <p:nvPr/>
          </p:nvCxnSpPr>
          <p:spPr>
            <a:xfrm>
              <a:off x="6738300" y="2912269"/>
              <a:ext cx="0" cy="3619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A3E0C888-C970-B202-616D-C12A11241F6A}"/>
                </a:ext>
              </a:extLst>
            </p:cNvPr>
            <p:cNvCxnSpPr>
              <a:cxnSpLocks/>
            </p:cNvCxnSpPr>
            <p:nvPr/>
          </p:nvCxnSpPr>
          <p:spPr>
            <a:xfrm>
              <a:off x="6738938" y="3269456"/>
              <a:ext cx="154144" cy="714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FB9429A7-724C-264C-CBB6-B6CB900FA4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8937" y="2843213"/>
              <a:ext cx="161926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BCD0262-6D53-28B3-FEC3-1586818526FB}"/>
                </a:ext>
              </a:extLst>
            </p:cNvPr>
            <p:cNvCxnSpPr>
              <a:cxnSpLocks/>
            </p:cNvCxnSpPr>
            <p:nvPr/>
          </p:nvCxnSpPr>
          <p:spPr>
            <a:xfrm>
              <a:off x="6895463" y="2726531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155F7C7F-8A3B-8E60-B290-75CDF15F5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8956" y="2657475"/>
              <a:ext cx="161926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1BB0A374-447D-2F93-02B7-E91335850426}"/>
                </a:ext>
              </a:extLst>
            </p:cNvPr>
            <p:cNvCxnSpPr>
              <a:cxnSpLocks/>
            </p:cNvCxnSpPr>
            <p:nvPr/>
          </p:nvCxnSpPr>
          <p:spPr>
            <a:xfrm>
              <a:off x="7055006" y="2538413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8D340DF7-0B2C-E969-90A0-DF054711DE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263" y="2476500"/>
              <a:ext cx="161926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1854CF1D-31CA-67FC-9B56-CAA47E64BF28}"/>
                </a:ext>
              </a:extLst>
            </p:cNvPr>
            <p:cNvCxnSpPr>
              <a:cxnSpLocks/>
            </p:cNvCxnSpPr>
            <p:nvPr/>
          </p:nvCxnSpPr>
          <p:spPr>
            <a:xfrm>
              <a:off x="7209787" y="2357438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F01E954B-2EC8-711C-8392-CB3DFB664C3D}"/>
                </a:ext>
              </a:extLst>
            </p:cNvPr>
            <p:cNvCxnSpPr>
              <a:cxnSpLocks/>
            </p:cNvCxnSpPr>
            <p:nvPr/>
          </p:nvCxnSpPr>
          <p:spPr>
            <a:xfrm>
              <a:off x="7043100" y="2781301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0C563E3E-DD60-F5EB-D26B-9AA8E17CB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8956" y="2895600"/>
              <a:ext cx="161926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2C4C756E-7FC3-12D8-D28C-F3C2B59425A5}"/>
                </a:ext>
              </a:extLst>
            </p:cNvPr>
            <p:cNvCxnSpPr>
              <a:cxnSpLocks/>
            </p:cNvCxnSpPr>
            <p:nvPr/>
          </p:nvCxnSpPr>
          <p:spPr>
            <a:xfrm>
              <a:off x="6893082" y="2959893"/>
              <a:ext cx="0" cy="24765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6F4627B0-9B6D-47B9-29B1-5C39F73C8E64}"/>
                </a:ext>
              </a:extLst>
            </p:cNvPr>
            <p:cNvCxnSpPr>
              <a:cxnSpLocks/>
            </p:cNvCxnSpPr>
            <p:nvPr/>
          </p:nvCxnSpPr>
          <p:spPr>
            <a:xfrm>
              <a:off x="6896100" y="3209925"/>
              <a:ext cx="15478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494AE3B2-7537-24B4-89C9-D1672F818ECB}"/>
                </a:ext>
              </a:extLst>
            </p:cNvPr>
            <p:cNvCxnSpPr>
              <a:cxnSpLocks/>
            </p:cNvCxnSpPr>
            <p:nvPr/>
          </p:nvCxnSpPr>
          <p:spPr>
            <a:xfrm>
              <a:off x="7050244" y="3264695"/>
              <a:ext cx="0" cy="3667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FE528013-E9A4-6671-49AA-02B24CAE49A2}"/>
                </a:ext>
              </a:extLst>
            </p:cNvPr>
            <p:cNvCxnSpPr>
              <a:cxnSpLocks/>
            </p:cNvCxnSpPr>
            <p:nvPr/>
          </p:nvCxnSpPr>
          <p:spPr>
            <a:xfrm>
              <a:off x="7058025" y="3626644"/>
              <a:ext cx="297656" cy="1285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BB16E753-292A-3CA8-1496-EF526C3EA0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5681" y="3629025"/>
              <a:ext cx="314325" cy="130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490C241E-088F-A906-1361-E343A5739AD3}"/>
                </a:ext>
              </a:extLst>
            </p:cNvPr>
            <p:cNvCxnSpPr>
              <a:cxnSpLocks/>
            </p:cNvCxnSpPr>
            <p:nvPr/>
          </p:nvCxnSpPr>
          <p:spPr>
            <a:xfrm>
              <a:off x="7674131" y="3162300"/>
              <a:ext cx="0" cy="4691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A4A1EEEE-5A98-5D0E-E3F9-B51AAB8162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0006" y="3098006"/>
              <a:ext cx="161926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B8064A3D-5DA6-2702-CD5F-C1AB0CBF6D2C}"/>
                </a:ext>
              </a:extLst>
            </p:cNvPr>
            <p:cNvCxnSpPr>
              <a:cxnSpLocks/>
            </p:cNvCxnSpPr>
            <p:nvPr/>
          </p:nvCxnSpPr>
          <p:spPr>
            <a:xfrm>
              <a:off x="7831294" y="2828925"/>
              <a:ext cx="0" cy="2643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521B54C5-B9C6-BFB6-F048-73612F542404}"/>
                </a:ext>
              </a:extLst>
            </p:cNvPr>
            <p:cNvCxnSpPr>
              <a:cxnSpLocks/>
            </p:cNvCxnSpPr>
            <p:nvPr/>
          </p:nvCxnSpPr>
          <p:spPr>
            <a:xfrm>
              <a:off x="7836693" y="3836193"/>
              <a:ext cx="15478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12EE96F7-3B85-F3C0-68EA-86CFB416AA3A}"/>
                </a:ext>
              </a:extLst>
            </p:cNvPr>
            <p:cNvCxnSpPr>
              <a:cxnSpLocks/>
            </p:cNvCxnSpPr>
            <p:nvPr/>
          </p:nvCxnSpPr>
          <p:spPr>
            <a:xfrm>
              <a:off x="7986075" y="3905250"/>
              <a:ext cx="0" cy="5643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76EA1845-DC2C-7137-E6B4-DB9D0F460629}"/>
                </a:ext>
              </a:extLst>
            </p:cNvPr>
            <p:cNvCxnSpPr>
              <a:cxnSpLocks/>
            </p:cNvCxnSpPr>
            <p:nvPr/>
          </p:nvCxnSpPr>
          <p:spPr>
            <a:xfrm>
              <a:off x="7977188" y="4469606"/>
              <a:ext cx="15478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3398CCA1-ED35-AD6F-AF7C-6B0E7559C573}"/>
                </a:ext>
              </a:extLst>
            </p:cNvPr>
            <p:cNvCxnSpPr>
              <a:cxnSpLocks/>
            </p:cNvCxnSpPr>
            <p:nvPr/>
          </p:nvCxnSpPr>
          <p:spPr>
            <a:xfrm>
              <a:off x="8133712" y="4531520"/>
              <a:ext cx="0" cy="259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70C4F04E-70EF-8B53-2806-14EE0893C1C5}"/>
                </a:ext>
              </a:extLst>
            </p:cNvPr>
            <p:cNvCxnSpPr>
              <a:cxnSpLocks/>
            </p:cNvCxnSpPr>
            <p:nvPr/>
          </p:nvCxnSpPr>
          <p:spPr>
            <a:xfrm>
              <a:off x="8139113" y="4783931"/>
              <a:ext cx="15478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41AA3141-EE9E-A387-8DC3-604BE2FA730C}"/>
                </a:ext>
              </a:extLst>
            </p:cNvPr>
            <p:cNvCxnSpPr>
              <a:cxnSpLocks/>
            </p:cNvCxnSpPr>
            <p:nvPr/>
          </p:nvCxnSpPr>
          <p:spPr>
            <a:xfrm>
              <a:off x="7826531" y="3214688"/>
              <a:ext cx="0" cy="6238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742FA67F-0FDB-208B-D183-1B0FAFC7C3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7644" y="3150393"/>
              <a:ext cx="161926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93BC285F-0444-E6E2-341F-061CF569D311}"/>
                </a:ext>
              </a:extLst>
            </p:cNvPr>
            <p:cNvCxnSpPr>
              <a:cxnSpLocks/>
            </p:cNvCxnSpPr>
            <p:nvPr/>
          </p:nvCxnSpPr>
          <p:spPr>
            <a:xfrm>
              <a:off x="7981313" y="2900363"/>
              <a:ext cx="0" cy="2643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6E37F8F4-A997-F8DF-8C71-C78BA0339C67}"/>
                </a:ext>
              </a:extLst>
            </p:cNvPr>
            <p:cNvCxnSpPr>
              <a:cxnSpLocks/>
            </p:cNvCxnSpPr>
            <p:nvPr/>
          </p:nvCxnSpPr>
          <p:spPr>
            <a:xfrm>
              <a:off x="7834312" y="2840831"/>
              <a:ext cx="15478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1" name="Arrow: Right 280">
            <a:extLst>
              <a:ext uri="{FF2B5EF4-FFF2-40B4-BE49-F238E27FC236}">
                <a16:creationId xmlns:a16="http://schemas.microsoft.com/office/drawing/2014/main" id="{9ACE4151-4C77-6E84-2B3D-87066D19AC29}"/>
              </a:ext>
            </a:extLst>
          </p:cNvPr>
          <p:cNvSpPr/>
          <p:nvPr/>
        </p:nvSpPr>
        <p:spPr>
          <a:xfrm rot="16047762">
            <a:off x="7969910" y="5338868"/>
            <a:ext cx="737251" cy="291434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Arrow: Right 283">
            <a:extLst>
              <a:ext uri="{FF2B5EF4-FFF2-40B4-BE49-F238E27FC236}">
                <a16:creationId xmlns:a16="http://schemas.microsoft.com/office/drawing/2014/main" id="{9DB409C8-D746-B71E-5903-6A377B11AF90}"/>
              </a:ext>
            </a:extLst>
          </p:cNvPr>
          <p:cNvSpPr/>
          <p:nvPr/>
        </p:nvSpPr>
        <p:spPr>
          <a:xfrm rot="8570629">
            <a:off x="7084084" y="404918"/>
            <a:ext cx="737251" cy="291434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Arrow: Right 284">
            <a:extLst>
              <a:ext uri="{FF2B5EF4-FFF2-40B4-BE49-F238E27FC236}">
                <a16:creationId xmlns:a16="http://schemas.microsoft.com/office/drawing/2014/main" id="{A6C4FC11-9019-B56B-8BEC-680DD61A3951}"/>
              </a:ext>
            </a:extLst>
          </p:cNvPr>
          <p:cNvSpPr/>
          <p:nvPr/>
        </p:nvSpPr>
        <p:spPr>
          <a:xfrm rot="8570629">
            <a:off x="3726522" y="1243117"/>
            <a:ext cx="737251" cy="291434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94E7DECD-C95E-A211-1655-A1E60A5D75B5}"/>
              </a:ext>
            </a:extLst>
          </p:cNvPr>
          <p:cNvGrpSpPr/>
          <p:nvPr/>
        </p:nvGrpSpPr>
        <p:grpSpPr>
          <a:xfrm>
            <a:off x="4719640" y="852489"/>
            <a:ext cx="2959891" cy="4898231"/>
            <a:chOff x="4719640" y="852489"/>
            <a:chExt cx="2959891" cy="4898231"/>
          </a:xfrm>
        </p:grpSpPr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E5613682-E0B4-B837-4665-ED6EAE0F7F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8483" y="854869"/>
              <a:ext cx="159543" cy="738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84E50D3E-84E9-33C3-4453-EE383747B6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55646" y="852489"/>
              <a:ext cx="623885" cy="24526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062765F3-60AF-D222-0BAC-F662BB7E76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2825" y="1092994"/>
              <a:ext cx="314326" cy="1238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39ED72D8-7E9A-69C9-101E-F86FF47F380F}"/>
                </a:ext>
              </a:extLst>
            </p:cNvPr>
            <p:cNvCxnSpPr>
              <a:cxnSpLocks/>
            </p:cNvCxnSpPr>
            <p:nvPr/>
          </p:nvCxnSpPr>
          <p:spPr>
            <a:xfrm>
              <a:off x="7205664" y="1178719"/>
              <a:ext cx="0" cy="21669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769A3AE5-DB20-231F-2BBD-FF97B2640B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93756" y="1335881"/>
              <a:ext cx="166689" cy="66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639E2CB0-131B-1475-6161-298046EDBA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1356" y="981075"/>
              <a:ext cx="314326" cy="116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7F0B2651-1152-D788-5367-2C5C999984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50881" y="1521618"/>
              <a:ext cx="157164" cy="619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026A63F5-B9C5-C9B7-5516-96831FC9FD39}"/>
                </a:ext>
              </a:extLst>
            </p:cNvPr>
            <p:cNvCxnSpPr>
              <a:cxnSpLocks/>
            </p:cNvCxnSpPr>
            <p:nvPr/>
          </p:nvCxnSpPr>
          <p:spPr>
            <a:xfrm>
              <a:off x="7048501" y="1588294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6C13887B-3489-5348-01D2-B733A08F25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2" y="1702594"/>
              <a:ext cx="150019" cy="642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B232047F-A783-FBFA-81B0-2EA7B87DECAD}"/>
                </a:ext>
              </a:extLst>
            </p:cNvPr>
            <p:cNvCxnSpPr>
              <a:cxnSpLocks/>
            </p:cNvCxnSpPr>
            <p:nvPr/>
          </p:nvCxnSpPr>
          <p:spPr>
            <a:xfrm>
              <a:off x="6900864" y="1764506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8C0115CE-CC36-7DCB-78BC-8BC387FCA7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29414" y="1700214"/>
              <a:ext cx="169067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93636A89-ACBA-B9E5-2919-12B1FDAEEBCE}"/>
                </a:ext>
              </a:extLst>
            </p:cNvPr>
            <p:cNvCxnSpPr>
              <a:cxnSpLocks/>
            </p:cNvCxnSpPr>
            <p:nvPr/>
          </p:nvCxnSpPr>
          <p:spPr>
            <a:xfrm>
              <a:off x="6734176" y="1583531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E6295767-D248-2D45-017C-FC1BC7653128}"/>
                </a:ext>
              </a:extLst>
            </p:cNvPr>
            <p:cNvCxnSpPr>
              <a:cxnSpLocks/>
            </p:cNvCxnSpPr>
            <p:nvPr/>
          </p:nvCxnSpPr>
          <p:spPr>
            <a:xfrm>
              <a:off x="7360445" y="1216819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5CF07977-3895-1BCB-4677-760BBCFAD6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96138" y="1107280"/>
              <a:ext cx="166689" cy="66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2C6B30FC-698B-B3A8-68D2-C7A6B5606A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84194" y="978692"/>
              <a:ext cx="166689" cy="66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F422F158-E7CB-9AAD-994D-EFE7ACD8C085}"/>
                </a:ext>
              </a:extLst>
            </p:cNvPr>
            <p:cNvCxnSpPr>
              <a:cxnSpLocks/>
            </p:cNvCxnSpPr>
            <p:nvPr/>
          </p:nvCxnSpPr>
          <p:spPr>
            <a:xfrm>
              <a:off x="6893721" y="1028699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0F64D436-F529-F52A-D57F-76F3A23451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1338" y="1090611"/>
              <a:ext cx="166689" cy="66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BF702AB6-3556-1417-D83A-FCCCC3FAD883}"/>
                </a:ext>
              </a:extLst>
            </p:cNvPr>
            <p:cNvCxnSpPr>
              <a:cxnSpLocks/>
            </p:cNvCxnSpPr>
            <p:nvPr/>
          </p:nvCxnSpPr>
          <p:spPr>
            <a:xfrm>
              <a:off x="7058027" y="1088230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C8FA8F04-07CF-4BE3-A17B-EEFF4D06E8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84194" y="1209673"/>
              <a:ext cx="166689" cy="66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952F4FE-CF27-3180-1BC3-3969BE4A2B46}"/>
                </a:ext>
              </a:extLst>
            </p:cNvPr>
            <p:cNvCxnSpPr>
              <a:cxnSpLocks/>
            </p:cNvCxnSpPr>
            <p:nvPr/>
          </p:nvCxnSpPr>
          <p:spPr>
            <a:xfrm>
              <a:off x="6893721" y="1273968"/>
              <a:ext cx="0" cy="23812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906DD697-D993-70EC-77F0-E1C1FC3A1C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1338" y="1447798"/>
              <a:ext cx="166689" cy="66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1AB7D27A-6D1E-A92F-2D5E-3162AEF77C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120" y="1454946"/>
              <a:ext cx="169067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3DAC6F1C-A8D8-2E29-0480-9A6379D1FB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74633" y="1514477"/>
              <a:ext cx="169067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2513797F-FBD0-3DC1-4AA8-35DD7E4D7292}"/>
                </a:ext>
              </a:extLst>
            </p:cNvPr>
            <p:cNvCxnSpPr>
              <a:cxnSpLocks/>
            </p:cNvCxnSpPr>
            <p:nvPr/>
          </p:nvCxnSpPr>
          <p:spPr>
            <a:xfrm>
              <a:off x="6581776" y="1397794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201E1F8-F739-5077-9381-C987312781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81774" y="1338262"/>
              <a:ext cx="150019" cy="642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799E2890-523E-3CE5-BB0E-018DC3139C82}"/>
                </a:ext>
              </a:extLst>
            </p:cNvPr>
            <p:cNvCxnSpPr>
              <a:cxnSpLocks/>
            </p:cNvCxnSpPr>
            <p:nvPr/>
          </p:nvCxnSpPr>
          <p:spPr>
            <a:xfrm>
              <a:off x="6743702" y="1212055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7BBC7294-8AB0-4753-6A7C-5BC11DF491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6994" y="1212056"/>
              <a:ext cx="323849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CD5F8FD7-E1B5-21B8-A2C9-A3BB4F1218E0}"/>
                </a:ext>
              </a:extLst>
            </p:cNvPr>
            <p:cNvCxnSpPr>
              <a:cxnSpLocks/>
            </p:cNvCxnSpPr>
            <p:nvPr/>
          </p:nvCxnSpPr>
          <p:spPr>
            <a:xfrm>
              <a:off x="6429377" y="1209674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FDF14CBC-08A3-4549-32A6-F2008C68FF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232" y="1090612"/>
              <a:ext cx="323849" cy="1285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8050520C-0521-70ED-D2F1-BC09D6F72656}"/>
                </a:ext>
              </a:extLst>
            </p:cNvPr>
            <p:cNvCxnSpPr>
              <a:cxnSpLocks/>
            </p:cNvCxnSpPr>
            <p:nvPr/>
          </p:nvCxnSpPr>
          <p:spPr>
            <a:xfrm>
              <a:off x="6748465" y="964405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E1E2A1F5-13B2-BCF5-444A-A48DFCC39E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0306" y="964405"/>
              <a:ext cx="492919" cy="19526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3D670C51-307E-7DA4-10F3-FE882182EEF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3" y="1338262"/>
              <a:ext cx="45242" cy="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2D6A0670-B838-FAB8-D4B5-D4C7303C12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10250" y="1526381"/>
              <a:ext cx="150019" cy="642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6544BC0C-1617-8907-E56C-580F95CA290D}"/>
                </a:ext>
              </a:extLst>
            </p:cNvPr>
            <p:cNvCxnSpPr>
              <a:cxnSpLocks/>
            </p:cNvCxnSpPr>
            <p:nvPr/>
          </p:nvCxnSpPr>
          <p:spPr>
            <a:xfrm>
              <a:off x="5815016" y="1585911"/>
              <a:ext cx="145253" cy="6905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479C725E-FFB6-1AEC-8893-BC2F964D21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0725" y="1652586"/>
              <a:ext cx="152404" cy="547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0CB81061-BCAB-0DF4-049B-71793CBCE968}"/>
                </a:ext>
              </a:extLst>
            </p:cNvPr>
            <p:cNvCxnSpPr>
              <a:cxnSpLocks/>
            </p:cNvCxnSpPr>
            <p:nvPr/>
          </p:nvCxnSpPr>
          <p:spPr>
            <a:xfrm>
              <a:off x="5810254" y="1707355"/>
              <a:ext cx="159540" cy="619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9B2D6B8D-8AFF-B408-F3A7-D5E8F3E2A5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3106" y="1762124"/>
              <a:ext cx="159548" cy="5953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948EB1AA-8F5A-BCC7-8D80-98BD7232BC37}"/>
                </a:ext>
              </a:extLst>
            </p:cNvPr>
            <p:cNvCxnSpPr>
              <a:cxnSpLocks/>
            </p:cNvCxnSpPr>
            <p:nvPr/>
          </p:nvCxnSpPr>
          <p:spPr>
            <a:xfrm>
              <a:off x="5648329" y="1762123"/>
              <a:ext cx="159540" cy="619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091FA946-5B96-75FF-8EF7-32239A22F0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3543" y="1759742"/>
              <a:ext cx="159548" cy="5953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AAF2166D-01EB-3114-29B4-CF9561A2124F}"/>
                </a:ext>
              </a:extLst>
            </p:cNvPr>
            <p:cNvCxnSpPr>
              <a:cxnSpLocks/>
            </p:cNvCxnSpPr>
            <p:nvPr/>
          </p:nvCxnSpPr>
          <p:spPr>
            <a:xfrm>
              <a:off x="5495929" y="1819273"/>
              <a:ext cx="311940" cy="12382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A3FEB252-E955-F92C-57DF-7EEFC331779A}"/>
                </a:ext>
              </a:extLst>
            </p:cNvPr>
            <p:cNvCxnSpPr>
              <a:cxnSpLocks/>
            </p:cNvCxnSpPr>
            <p:nvPr/>
          </p:nvCxnSpPr>
          <p:spPr>
            <a:xfrm>
              <a:off x="5807871" y="1935955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E92C4250-98AD-02DC-C3BA-234B42BEF6A2}"/>
                </a:ext>
              </a:extLst>
            </p:cNvPr>
            <p:cNvCxnSpPr>
              <a:cxnSpLocks/>
            </p:cNvCxnSpPr>
            <p:nvPr/>
          </p:nvCxnSpPr>
          <p:spPr>
            <a:xfrm>
              <a:off x="5491166" y="1935954"/>
              <a:ext cx="311940" cy="12382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60865D72-E659-D411-6915-2F61D014AF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9694" y="1928811"/>
              <a:ext cx="321472" cy="1381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8899C959-589D-D088-3093-C5A2C803119F}"/>
                </a:ext>
              </a:extLst>
            </p:cNvPr>
            <p:cNvCxnSpPr>
              <a:cxnSpLocks/>
            </p:cNvCxnSpPr>
            <p:nvPr/>
          </p:nvCxnSpPr>
          <p:spPr>
            <a:xfrm>
              <a:off x="5181604" y="2071686"/>
              <a:ext cx="159540" cy="619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9AED18E3-5580-1D26-A931-A5B056B501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1144" y="2076448"/>
              <a:ext cx="152404" cy="547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E15381FD-7505-2575-FF7C-C631FD864D32}"/>
                </a:ext>
              </a:extLst>
            </p:cNvPr>
            <p:cNvCxnSpPr>
              <a:cxnSpLocks/>
            </p:cNvCxnSpPr>
            <p:nvPr/>
          </p:nvCxnSpPr>
          <p:spPr>
            <a:xfrm>
              <a:off x="5491165" y="2066924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E1879CC5-B5F2-B8F1-BDE5-3F7A600901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5925" y="2126454"/>
              <a:ext cx="152404" cy="547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52AE1CD5-9B01-7D18-C534-C32AB936788C}"/>
                </a:ext>
              </a:extLst>
            </p:cNvPr>
            <p:cNvCxnSpPr>
              <a:cxnSpLocks/>
            </p:cNvCxnSpPr>
            <p:nvPr/>
          </p:nvCxnSpPr>
          <p:spPr>
            <a:xfrm>
              <a:off x="5653090" y="2133599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5E428E25-C9F6-BDC6-DEF4-45F433E39AE0}"/>
                </a:ext>
              </a:extLst>
            </p:cNvPr>
            <p:cNvCxnSpPr>
              <a:cxnSpLocks/>
            </p:cNvCxnSpPr>
            <p:nvPr/>
          </p:nvCxnSpPr>
          <p:spPr>
            <a:xfrm>
              <a:off x="5653091" y="2302666"/>
              <a:ext cx="0" cy="1428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4589B9F4-BEFF-10D5-9CA8-7209A79691B9}"/>
                </a:ext>
              </a:extLst>
            </p:cNvPr>
            <p:cNvCxnSpPr>
              <a:cxnSpLocks/>
            </p:cNvCxnSpPr>
            <p:nvPr/>
          </p:nvCxnSpPr>
          <p:spPr>
            <a:xfrm>
              <a:off x="5193511" y="2302667"/>
              <a:ext cx="466720" cy="19050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54093EA-5AA0-A4CE-F6AC-5C1D12AE7B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1107" y="2302669"/>
              <a:ext cx="145256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64C3CD0C-6F70-7CB7-CAA9-668157902148}"/>
                </a:ext>
              </a:extLst>
            </p:cNvPr>
            <p:cNvCxnSpPr>
              <a:cxnSpLocks/>
            </p:cNvCxnSpPr>
            <p:nvPr/>
          </p:nvCxnSpPr>
          <p:spPr>
            <a:xfrm>
              <a:off x="4879186" y="2309811"/>
              <a:ext cx="159540" cy="619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D9B29B35-24C5-518D-1219-A0B555292307}"/>
                </a:ext>
              </a:extLst>
            </p:cNvPr>
            <p:cNvCxnSpPr>
              <a:cxnSpLocks/>
            </p:cNvCxnSpPr>
            <p:nvPr/>
          </p:nvCxnSpPr>
          <p:spPr>
            <a:xfrm>
              <a:off x="4879184" y="2183606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5E3DA74-F280-378C-6396-E796EC2FD87E}"/>
                </a:ext>
              </a:extLst>
            </p:cNvPr>
            <p:cNvCxnSpPr>
              <a:cxnSpLocks/>
            </p:cNvCxnSpPr>
            <p:nvPr/>
          </p:nvCxnSpPr>
          <p:spPr>
            <a:xfrm>
              <a:off x="4722024" y="2116929"/>
              <a:ext cx="159540" cy="619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29D0E345-BCC4-768B-BE56-1717BDCCC472}"/>
                </a:ext>
              </a:extLst>
            </p:cNvPr>
            <p:cNvCxnSpPr>
              <a:cxnSpLocks/>
            </p:cNvCxnSpPr>
            <p:nvPr/>
          </p:nvCxnSpPr>
          <p:spPr>
            <a:xfrm>
              <a:off x="4724403" y="2116931"/>
              <a:ext cx="0" cy="3667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08ED4DE8-C524-5119-1885-1002D7C7F1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6782" y="2428873"/>
              <a:ext cx="152404" cy="547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A60B1CC1-91EA-2A79-5D22-5FA1DBAB172F}"/>
                </a:ext>
              </a:extLst>
            </p:cNvPr>
            <p:cNvCxnSpPr>
              <a:cxnSpLocks/>
            </p:cNvCxnSpPr>
            <p:nvPr/>
          </p:nvCxnSpPr>
          <p:spPr>
            <a:xfrm>
              <a:off x="4881565" y="2431256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3DB49319-DAC0-D29C-0C34-BD30FFDB25B2}"/>
                </a:ext>
              </a:extLst>
            </p:cNvPr>
            <p:cNvCxnSpPr>
              <a:cxnSpLocks/>
            </p:cNvCxnSpPr>
            <p:nvPr/>
          </p:nvCxnSpPr>
          <p:spPr>
            <a:xfrm>
              <a:off x="4874424" y="2552698"/>
              <a:ext cx="159540" cy="619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E6CE27DC-2B4E-1293-5271-28575523A2F9}"/>
                </a:ext>
              </a:extLst>
            </p:cNvPr>
            <p:cNvCxnSpPr>
              <a:cxnSpLocks/>
            </p:cNvCxnSpPr>
            <p:nvPr/>
          </p:nvCxnSpPr>
          <p:spPr>
            <a:xfrm>
              <a:off x="5026821" y="2486025"/>
              <a:ext cx="0" cy="1262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213956C0-E007-BC9E-1C19-FA1F05AD85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1582" y="2428872"/>
              <a:ext cx="152404" cy="547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CB3AF576-714C-AF81-6D8F-DECE19EFB99A}"/>
                </a:ext>
              </a:extLst>
            </p:cNvPr>
            <p:cNvCxnSpPr>
              <a:cxnSpLocks/>
            </p:cNvCxnSpPr>
            <p:nvPr/>
          </p:nvCxnSpPr>
          <p:spPr>
            <a:xfrm>
              <a:off x="5181606" y="2421729"/>
              <a:ext cx="159540" cy="619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6E8CE5A5-CC0B-907A-EBE0-24CA9B2A0A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3982" y="2490785"/>
              <a:ext cx="152404" cy="547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BBB0A8FA-285E-8210-9C28-C35AB3AFCE68}"/>
                </a:ext>
              </a:extLst>
            </p:cNvPr>
            <p:cNvCxnSpPr>
              <a:cxnSpLocks/>
            </p:cNvCxnSpPr>
            <p:nvPr/>
          </p:nvCxnSpPr>
          <p:spPr>
            <a:xfrm>
              <a:off x="5183987" y="2552698"/>
              <a:ext cx="304794" cy="11906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BEF03CED-8E2C-76B8-39CD-FBBD44B967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9257" y="2476500"/>
              <a:ext cx="488156" cy="19526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10FD5BF4-BA54-020C-BA20-D8B9F2A4E03A}"/>
                </a:ext>
              </a:extLst>
            </p:cNvPr>
            <p:cNvCxnSpPr>
              <a:cxnSpLocks/>
            </p:cNvCxnSpPr>
            <p:nvPr/>
          </p:nvCxnSpPr>
          <p:spPr>
            <a:xfrm>
              <a:off x="5962654" y="2540791"/>
              <a:ext cx="0" cy="1428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5B900998-DD04-D074-3046-F910238926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3525" y="2733675"/>
              <a:ext cx="626269" cy="2357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738">
              <a:extLst>
                <a:ext uri="{FF2B5EF4-FFF2-40B4-BE49-F238E27FC236}">
                  <a16:creationId xmlns:a16="http://schemas.microsoft.com/office/drawing/2014/main" id="{383454D5-FF3E-CADA-0DD5-D644A0DCA2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3488" y="3924300"/>
              <a:ext cx="609600" cy="2619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742">
              <a:extLst>
                <a:ext uri="{FF2B5EF4-FFF2-40B4-BE49-F238E27FC236}">
                  <a16:creationId xmlns:a16="http://schemas.microsoft.com/office/drawing/2014/main" id="{EB5FE242-138C-E674-20AF-6EC95D0DDBD5}"/>
                </a:ext>
              </a:extLst>
            </p:cNvPr>
            <p:cNvCxnSpPr>
              <a:cxnSpLocks/>
            </p:cNvCxnSpPr>
            <p:nvPr/>
          </p:nvCxnSpPr>
          <p:spPr>
            <a:xfrm>
              <a:off x="4893469" y="4114800"/>
              <a:ext cx="147641" cy="5953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744">
              <a:extLst>
                <a:ext uri="{FF2B5EF4-FFF2-40B4-BE49-F238E27FC236}">
                  <a16:creationId xmlns:a16="http://schemas.microsoft.com/office/drawing/2014/main" id="{270DB559-5304-FF71-4C6B-598F08CA89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2019" y="4119563"/>
              <a:ext cx="176213" cy="66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747">
              <a:extLst>
                <a:ext uri="{FF2B5EF4-FFF2-40B4-BE49-F238E27FC236}">
                  <a16:creationId xmlns:a16="http://schemas.microsoft.com/office/drawing/2014/main" id="{D532D35E-42C5-7134-C098-1EDAF7C0F6E4}"/>
                </a:ext>
              </a:extLst>
            </p:cNvPr>
            <p:cNvCxnSpPr>
              <a:cxnSpLocks/>
            </p:cNvCxnSpPr>
            <p:nvPr/>
          </p:nvCxnSpPr>
          <p:spPr>
            <a:xfrm>
              <a:off x="4729166" y="4179091"/>
              <a:ext cx="0" cy="60484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750">
              <a:extLst>
                <a:ext uri="{FF2B5EF4-FFF2-40B4-BE49-F238E27FC236}">
                  <a16:creationId xmlns:a16="http://schemas.microsoft.com/office/drawing/2014/main" id="{2501D5CE-1E15-59C2-6F23-9412C1B1ADBB}"/>
                </a:ext>
              </a:extLst>
            </p:cNvPr>
            <p:cNvCxnSpPr>
              <a:cxnSpLocks/>
            </p:cNvCxnSpPr>
            <p:nvPr/>
          </p:nvCxnSpPr>
          <p:spPr>
            <a:xfrm>
              <a:off x="4719640" y="5145880"/>
              <a:ext cx="0" cy="60484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6CCDCE98-1A64-917E-4AF2-A591F6F9B362}"/>
              </a:ext>
            </a:extLst>
          </p:cNvPr>
          <p:cNvGrpSpPr/>
          <p:nvPr/>
        </p:nvGrpSpPr>
        <p:grpSpPr>
          <a:xfrm>
            <a:off x="526256" y="781051"/>
            <a:ext cx="4348162" cy="3286124"/>
            <a:chOff x="526256" y="781051"/>
            <a:chExt cx="4348162" cy="3286124"/>
          </a:xfrm>
        </p:grpSpPr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2941838C-DC05-9B07-3933-DE29F55B1085}"/>
                </a:ext>
              </a:extLst>
            </p:cNvPr>
            <p:cNvCxnSpPr>
              <a:cxnSpLocks/>
            </p:cNvCxnSpPr>
            <p:nvPr/>
          </p:nvCxnSpPr>
          <p:spPr>
            <a:xfrm>
              <a:off x="3481389" y="1150144"/>
              <a:ext cx="0" cy="2524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49AD9989-DB25-C23C-B26C-0C629DBB03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6606" y="1152527"/>
              <a:ext cx="150021" cy="6191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0DA112A6-21DB-5F1A-3285-46C785B05B55}"/>
                </a:ext>
              </a:extLst>
            </p:cNvPr>
            <p:cNvCxnSpPr>
              <a:cxnSpLocks/>
            </p:cNvCxnSpPr>
            <p:nvPr/>
          </p:nvCxnSpPr>
          <p:spPr>
            <a:xfrm>
              <a:off x="3176590" y="1033462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8A7A7817-71F5-8763-A2FA-FF712AAFE9FD}"/>
                </a:ext>
              </a:extLst>
            </p:cNvPr>
            <p:cNvCxnSpPr>
              <a:cxnSpLocks/>
            </p:cNvCxnSpPr>
            <p:nvPr/>
          </p:nvCxnSpPr>
          <p:spPr>
            <a:xfrm>
              <a:off x="3178968" y="1033462"/>
              <a:ext cx="152401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FE30CCB5-6464-7CD5-7F28-580FF9EF20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6606" y="1033463"/>
              <a:ext cx="164307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6E738866-D1F1-B58E-45A1-9534EABBAF55}"/>
                </a:ext>
              </a:extLst>
            </p:cNvPr>
            <p:cNvCxnSpPr>
              <a:cxnSpLocks/>
            </p:cNvCxnSpPr>
            <p:nvPr/>
          </p:nvCxnSpPr>
          <p:spPr>
            <a:xfrm>
              <a:off x="3488534" y="790574"/>
              <a:ext cx="0" cy="2452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70FED323-0EE8-FAD3-BE28-06EA9161F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9863" y="781051"/>
              <a:ext cx="771525" cy="3167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C21EF575-5269-56B1-3A52-52DD12433339}"/>
                </a:ext>
              </a:extLst>
            </p:cNvPr>
            <p:cNvCxnSpPr>
              <a:cxnSpLocks/>
            </p:cNvCxnSpPr>
            <p:nvPr/>
          </p:nvCxnSpPr>
          <p:spPr>
            <a:xfrm>
              <a:off x="3174206" y="1150144"/>
              <a:ext cx="152401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A2E183E3-B6B8-D48C-17CC-3F703469DB09}"/>
                </a:ext>
              </a:extLst>
            </p:cNvPr>
            <p:cNvCxnSpPr>
              <a:cxnSpLocks/>
            </p:cNvCxnSpPr>
            <p:nvPr/>
          </p:nvCxnSpPr>
          <p:spPr>
            <a:xfrm>
              <a:off x="2712243" y="1095375"/>
              <a:ext cx="464345" cy="1857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BAAA52E4-FACA-B5A2-1093-167DAB177160}"/>
                </a:ext>
              </a:extLst>
            </p:cNvPr>
            <p:cNvCxnSpPr>
              <a:cxnSpLocks/>
            </p:cNvCxnSpPr>
            <p:nvPr/>
          </p:nvCxnSpPr>
          <p:spPr>
            <a:xfrm>
              <a:off x="3331368" y="1464469"/>
              <a:ext cx="145257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B5B591F4-5777-35F3-DC2A-A06B75131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6606" y="1393032"/>
              <a:ext cx="164307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418AB877-FCEB-F260-2936-1F3248A04694}"/>
                </a:ext>
              </a:extLst>
            </p:cNvPr>
            <p:cNvCxnSpPr>
              <a:cxnSpLocks/>
            </p:cNvCxnSpPr>
            <p:nvPr/>
          </p:nvCxnSpPr>
          <p:spPr>
            <a:xfrm>
              <a:off x="3171827" y="1278731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67632C47-3E3D-D7F9-F2C5-C48E5838A7C0}"/>
                </a:ext>
              </a:extLst>
            </p:cNvPr>
            <p:cNvCxnSpPr>
              <a:cxnSpLocks/>
            </p:cNvCxnSpPr>
            <p:nvPr/>
          </p:nvCxnSpPr>
          <p:spPr>
            <a:xfrm>
              <a:off x="3178968" y="1519237"/>
              <a:ext cx="152401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44002257-43DD-3A34-5DB3-8BC1F839EB21}"/>
                </a:ext>
              </a:extLst>
            </p:cNvPr>
            <p:cNvCxnSpPr>
              <a:cxnSpLocks/>
            </p:cNvCxnSpPr>
            <p:nvPr/>
          </p:nvCxnSpPr>
          <p:spPr>
            <a:xfrm>
              <a:off x="3331371" y="1578768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1749597C-5685-F364-09BC-23874E9CBEE7}"/>
                </a:ext>
              </a:extLst>
            </p:cNvPr>
            <p:cNvCxnSpPr>
              <a:cxnSpLocks/>
            </p:cNvCxnSpPr>
            <p:nvPr/>
          </p:nvCxnSpPr>
          <p:spPr>
            <a:xfrm>
              <a:off x="2855119" y="1519238"/>
              <a:ext cx="478631" cy="1833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F95CD91D-7C5D-20AD-3A92-A8D4CFE23D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7500" y="1447801"/>
              <a:ext cx="164307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B3BD7C9-E212-B78D-8B95-BFFE4AAA3840}"/>
                </a:ext>
              </a:extLst>
            </p:cNvPr>
            <p:cNvCxnSpPr>
              <a:cxnSpLocks/>
            </p:cNvCxnSpPr>
            <p:nvPr/>
          </p:nvCxnSpPr>
          <p:spPr>
            <a:xfrm>
              <a:off x="3019428" y="1326356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25B98BEB-2354-B1D9-3B78-86AD0A954D8B}"/>
                </a:ext>
              </a:extLst>
            </p:cNvPr>
            <p:cNvCxnSpPr>
              <a:cxnSpLocks/>
            </p:cNvCxnSpPr>
            <p:nvPr/>
          </p:nvCxnSpPr>
          <p:spPr>
            <a:xfrm>
              <a:off x="2545556" y="1147763"/>
              <a:ext cx="478631" cy="1833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636D420F-73F1-F1AD-1C89-805FA7D7B4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40756" y="1145382"/>
              <a:ext cx="311945" cy="1357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E6ADDF8E-80B0-A660-02AA-795F0F8CD7D4}"/>
                </a:ext>
              </a:extLst>
            </p:cNvPr>
            <p:cNvCxnSpPr>
              <a:cxnSpLocks/>
            </p:cNvCxnSpPr>
            <p:nvPr/>
          </p:nvCxnSpPr>
          <p:spPr>
            <a:xfrm>
              <a:off x="2245518" y="1283494"/>
              <a:ext cx="159545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3768AEC7-96BC-9534-1A7C-DBA9542B43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3157" y="1271589"/>
              <a:ext cx="164307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58559513-0C36-D191-8993-B2F0AC8D4074}"/>
                </a:ext>
              </a:extLst>
            </p:cNvPr>
            <p:cNvCxnSpPr>
              <a:cxnSpLocks/>
            </p:cNvCxnSpPr>
            <p:nvPr/>
          </p:nvCxnSpPr>
          <p:spPr>
            <a:xfrm>
              <a:off x="2547940" y="1276349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331C4BBE-9DB9-4C3E-4BEF-643184044F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557" y="1331120"/>
              <a:ext cx="164307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DEF3C1E5-74F6-6087-34A8-913A33CB00FC}"/>
                </a:ext>
              </a:extLst>
            </p:cNvPr>
            <p:cNvCxnSpPr>
              <a:cxnSpLocks/>
            </p:cNvCxnSpPr>
            <p:nvPr/>
          </p:nvCxnSpPr>
          <p:spPr>
            <a:xfrm>
              <a:off x="2705102" y="1328737"/>
              <a:ext cx="0" cy="2595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4BB1BF33-5B7E-E4FB-7022-9799FB0C3DC2}"/>
                </a:ext>
              </a:extLst>
            </p:cNvPr>
            <p:cNvCxnSpPr>
              <a:cxnSpLocks/>
            </p:cNvCxnSpPr>
            <p:nvPr/>
          </p:nvCxnSpPr>
          <p:spPr>
            <a:xfrm>
              <a:off x="2397919" y="1693069"/>
              <a:ext cx="304800" cy="1238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B16EBE34-257D-43CE-0D2D-D78C1675185A}"/>
                </a:ext>
              </a:extLst>
            </p:cNvPr>
            <p:cNvCxnSpPr>
              <a:cxnSpLocks/>
            </p:cNvCxnSpPr>
            <p:nvPr/>
          </p:nvCxnSpPr>
          <p:spPr>
            <a:xfrm>
              <a:off x="2395540" y="1685924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5C0AFACD-9BB5-FE91-6687-2730D025E8BE}"/>
                </a:ext>
              </a:extLst>
            </p:cNvPr>
            <p:cNvCxnSpPr>
              <a:cxnSpLocks/>
            </p:cNvCxnSpPr>
            <p:nvPr/>
          </p:nvCxnSpPr>
          <p:spPr>
            <a:xfrm>
              <a:off x="2395538" y="1816894"/>
              <a:ext cx="161925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E3639AFC-84E4-477B-24E6-D4D68EB863E8}"/>
                </a:ext>
              </a:extLst>
            </p:cNvPr>
            <p:cNvCxnSpPr>
              <a:cxnSpLocks/>
            </p:cNvCxnSpPr>
            <p:nvPr/>
          </p:nvCxnSpPr>
          <p:spPr>
            <a:xfrm>
              <a:off x="2552702" y="1876424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CC3383C6-3389-A744-717C-4DA01D2910CA}"/>
                </a:ext>
              </a:extLst>
            </p:cNvPr>
            <p:cNvCxnSpPr>
              <a:cxnSpLocks/>
            </p:cNvCxnSpPr>
            <p:nvPr/>
          </p:nvCxnSpPr>
          <p:spPr>
            <a:xfrm>
              <a:off x="2243138" y="1878806"/>
              <a:ext cx="307182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988EC461-E6D2-7B4C-EEEA-D69BB12CE81E}"/>
                </a:ext>
              </a:extLst>
            </p:cNvPr>
            <p:cNvCxnSpPr>
              <a:cxnSpLocks/>
            </p:cNvCxnSpPr>
            <p:nvPr/>
          </p:nvCxnSpPr>
          <p:spPr>
            <a:xfrm>
              <a:off x="2243140" y="1866899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84CA2ADB-7646-7D02-752C-6C359C68CD00}"/>
                </a:ext>
              </a:extLst>
            </p:cNvPr>
            <p:cNvCxnSpPr>
              <a:cxnSpLocks/>
            </p:cNvCxnSpPr>
            <p:nvPr/>
          </p:nvCxnSpPr>
          <p:spPr>
            <a:xfrm>
              <a:off x="2243138" y="2000249"/>
              <a:ext cx="307182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5CD8A83C-53DE-79F8-DD84-443D55E3C6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40756" y="2419349"/>
              <a:ext cx="159545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6AAAA7A7-DDB2-6E72-9F73-BE4C709A913E}"/>
                </a:ext>
              </a:extLst>
            </p:cNvPr>
            <p:cNvCxnSpPr>
              <a:cxnSpLocks/>
            </p:cNvCxnSpPr>
            <p:nvPr/>
          </p:nvCxnSpPr>
          <p:spPr>
            <a:xfrm>
              <a:off x="2240759" y="2481261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E0178998-E0C8-3E6F-9A1C-B084A43714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3575" y="2607468"/>
              <a:ext cx="302419" cy="1238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0D941082-E610-3F40-F2F7-F7494F72E909}"/>
                </a:ext>
              </a:extLst>
            </p:cNvPr>
            <p:cNvCxnSpPr>
              <a:cxnSpLocks/>
            </p:cNvCxnSpPr>
            <p:nvPr/>
          </p:nvCxnSpPr>
          <p:spPr>
            <a:xfrm>
              <a:off x="1771651" y="2664619"/>
              <a:ext cx="161925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6704A9F1-06C2-5EFB-75C2-B64A58D0D87B}"/>
                </a:ext>
              </a:extLst>
            </p:cNvPr>
            <p:cNvCxnSpPr>
              <a:cxnSpLocks/>
            </p:cNvCxnSpPr>
            <p:nvPr/>
          </p:nvCxnSpPr>
          <p:spPr>
            <a:xfrm>
              <a:off x="1776416" y="2545555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103C3963-C563-5E67-CE50-F70887B303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1649" y="2474117"/>
              <a:ext cx="159545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0C2C0DD8-BFCE-59B8-5DCC-5FBC039702CB}"/>
                </a:ext>
              </a:extLst>
            </p:cNvPr>
            <p:cNvCxnSpPr>
              <a:cxnSpLocks/>
            </p:cNvCxnSpPr>
            <p:nvPr/>
          </p:nvCxnSpPr>
          <p:spPr>
            <a:xfrm>
              <a:off x="1933578" y="2247900"/>
              <a:ext cx="0" cy="2262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95EF5A62-AC23-03F9-9AB9-8354251F78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8775" y="2235992"/>
              <a:ext cx="307182" cy="13573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F2EB2C85-7311-3E0C-A9AD-E2E800F9BB00}"/>
                </a:ext>
              </a:extLst>
            </p:cNvPr>
            <p:cNvCxnSpPr>
              <a:cxnSpLocks/>
            </p:cNvCxnSpPr>
            <p:nvPr/>
          </p:nvCxnSpPr>
          <p:spPr>
            <a:xfrm>
              <a:off x="1624014" y="2364582"/>
              <a:ext cx="159542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835CDE6B-024A-A701-B921-E385651686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2525" y="2424112"/>
              <a:ext cx="623888" cy="2428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FF3FE913-B22F-A872-93D6-B439D5168387}"/>
                </a:ext>
              </a:extLst>
            </p:cNvPr>
            <p:cNvCxnSpPr>
              <a:cxnSpLocks/>
            </p:cNvCxnSpPr>
            <p:nvPr/>
          </p:nvCxnSpPr>
          <p:spPr>
            <a:xfrm>
              <a:off x="1157291" y="2657473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3C6A4609-6B03-88FC-17D9-D8B5648C5F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5781" y="2781298"/>
              <a:ext cx="616744" cy="25241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D15EECEB-383D-4888-D34E-6A44A8139305}"/>
                </a:ext>
              </a:extLst>
            </p:cNvPr>
            <p:cNvCxnSpPr>
              <a:cxnSpLocks/>
            </p:cNvCxnSpPr>
            <p:nvPr/>
          </p:nvCxnSpPr>
          <p:spPr>
            <a:xfrm>
              <a:off x="535785" y="3024185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F4A9879A-4406-2D1D-E104-0ED7526F4E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56" y="2793206"/>
              <a:ext cx="938213" cy="3548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1953484E-7171-4311-6B2A-59AD31377746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4" y="2657473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9AFA1517-314E-869E-06BD-C7206E82D9A3}"/>
                </a:ext>
              </a:extLst>
            </p:cNvPr>
            <p:cNvCxnSpPr>
              <a:cxnSpLocks/>
            </p:cNvCxnSpPr>
            <p:nvPr/>
          </p:nvCxnSpPr>
          <p:spPr>
            <a:xfrm>
              <a:off x="1462089" y="2664619"/>
              <a:ext cx="309561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AE9779C7-A60B-0608-D8DE-1775E392CB93}"/>
                </a:ext>
              </a:extLst>
            </p:cNvPr>
            <p:cNvCxnSpPr>
              <a:cxnSpLocks/>
            </p:cNvCxnSpPr>
            <p:nvPr/>
          </p:nvCxnSpPr>
          <p:spPr>
            <a:xfrm>
              <a:off x="1771654" y="2783679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95D6878D-6AC1-6B92-2C10-047D7A63B9BF}"/>
                </a:ext>
              </a:extLst>
            </p:cNvPr>
            <p:cNvCxnSpPr>
              <a:cxnSpLocks/>
            </p:cNvCxnSpPr>
            <p:nvPr/>
          </p:nvCxnSpPr>
          <p:spPr>
            <a:xfrm>
              <a:off x="1774033" y="2907506"/>
              <a:ext cx="152398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D3DB6611-4622-FD1B-4F0F-BC3947BC2C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19286" y="2905123"/>
              <a:ext cx="159545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301B2C76-8452-49D8-51B4-F8C15D68C7C2}"/>
                </a:ext>
              </a:extLst>
            </p:cNvPr>
            <p:cNvCxnSpPr>
              <a:cxnSpLocks/>
            </p:cNvCxnSpPr>
            <p:nvPr/>
          </p:nvCxnSpPr>
          <p:spPr>
            <a:xfrm>
              <a:off x="2081217" y="2778916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4E8219DD-B51A-BFC4-6209-3DE091268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4067" y="2652713"/>
              <a:ext cx="338139" cy="12858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Connector 484">
              <a:extLst>
                <a:ext uri="{FF2B5EF4-FFF2-40B4-BE49-F238E27FC236}">
                  <a16:creationId xmlns:a16="http://schemas.microsoft.com/office/drawing/2014/main" id="{96D3B572-FE6C-82C6-9FE8-B12FDDAF81CD}"/>
                </a:ext>
              </a:extLst>
            </p:cNvPr>
            <p:cNvCxnSpPr>
              <a:cxnSpLocks/>
            </p:cNvCxnSpPr>
            <p:nvPr/>
          </p:nvCxnSpPr>
          <p:spPr>
            <a:xfrm>
              <a:off x="2405066" y="2533648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86">
              <a:extLst>
                <a:ext uri="{FF2B5EF4-FFF2-40B4-BE49-F238E27FC236}">
                  <a16:creationId xmlns:a16="http://schemas.microsoft.com/office/drawing/2014/main" id="{A74AF656-FF14-7103-300A-6F6B7B31DC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02681" y="2466974"/>
              <a:ext cx="159545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87">
              <a:extLst>
                <a:ext uri="{FF2B5EF4-FFF2-40B4-BE49-F238E27FC236}">
                  <a16:creationId xmlns:a16="http://schemas.microsoft.com/office/drawing/2014/main" id="{E8F4062D-CB4E-CA2D-57C1-94D3A67BEAB9}"/>
                </a:ext>
              </a:extLst>
            </p:cNvPr>
            <p:cNvCxnSpPr>
              <a:cxnSpLocks/>
            </p:cNvCxnSpPr>
            <p:nvPr/>
          </p:nvCxnSpPr>
          <p:spPr>
            <a:xfrm>
              <a:off x="2557466" y="2464592"/>
              <a:ext cx="0" cy="5000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Connector 489">
              <a:extLst>
                <a:ext uri="{FF2B5EF4-FFF2-40B4-BE49-F238E27FC236}">
                  <a16:creationId xmlns:a16="http://schemas.microsoft.com/office/drawing/2014/main" id="{56107341-4E4C-D645-D6E7-36C28809E425}"/>
                </a:ext>
              </a:extLst>
            </p:cNvPr>
            <p:cNvCxnSpPr>
              <a:cxnSpLocks/>
            </p:cNvCxnSpPr>
            <p:nvPr/>
          </p:nvCxnSpPr>
          <p:spPr>
            <a:xfrm>
              <a:off x="2238375" y="2845594"/>
              <a:ext cx="159544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22AA0E09-8F98-157C-7160-6033907D1C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93156" y="2964655"/>
              <a:ext cx="159545" cy="690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A0A38EC3-0E7F-A833-8DFB-40352A538198}"/>
                </a:ext>
              </a:extLst>
            </p:cNvPr>
            <p:cNvCxnSpPr>
              <a:cxnSpLocks/>
            </p:cNvCxnSpPr>
            <p:nvPr/>
          </p:nvCxnSpPr>
          <p:spPr>
            <a:xfrm>
              <a:off x="2397922" y="2902741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94">
              <a:extLst>
                <a:ext uri="{FF2B5EF4-FFF2-40B4-BE49-F238E27FC236}">
                  <a16:creationId xmlns:a16="http://schemas.microsoft.com/office/drawing/2014/main" id="{46784C98-2F17-2D9E-417E-F21579298E4B}"/>
                </a:ext>
              </a:extLst>
            </p:cNvPr>
            <p:cNvCxnSpPr>
              <a:cxnSpLocks/>
            </p:cNvCxnSpPr>
            <p:nvPr/>
          </p:nvCxnSpPr>
          <p:spPr>
            <a:xfrm>
              <a:off x="2243141" y="2840828"/>
              <a:ext cx="0" cy="25717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082EE98B-BC07-3B78-7B30-A5F75358415E}"/>
                </a:ext>
              </a:extLst>
            </p:cNvPr>
            <p:cNvCxnSpPr>
              <a:cxnSpLocks/>
            </p:cNvCxnSpPr>
            <p:nvPr/>
          </p:nvCxnSpPr>
          <p:spPr>
            <a:xfrm>
              <a:off x="2083594" y="3026569"/>
              <a:ext cx="159544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11B51DB2-0D9C-DABF-4624-6517ABA7C3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0719" y="3026569"/>
              <a:ext cx="150019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E530433F-10BC-6F06-CA0A-83E2EA35CF9C}"/>
                </a:ext>
              </a:extLst>
            </p:cNvPr>
            <p:cNvCxnSpPr>
              <a:cxnSpLocks/>
            </p:cNvCxnSpPr>
            <p:nvPr/>
          </p:nvCxnSpPr>
          <p:spPr>
            <a:xfrm>
              <a:off x="1464469" y="2912269"/>
              <a:ext cx="481013" cy="1809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CBC1005E-2D2B-3512-5727-EB961C86B25B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3" y="2900360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Straight Connector 501">
              <a:extLst>
                <a:ext uri="{FF2B5EF4-FFF2-40B4-BE49-F238E27FC236}">
                  <a16:creationId xmlns:a16="http://schemas.microsoft.com/office/drawing/2014/main" id="{A5D330D3-F414-0893-0EB4-9FFE0887BCE9}"/>
                </a:ext>
              </a:extLst>
            </p:cNvPr>
            <p:cNvCxnSpPr>
              <a:cxnSpLocks/>
            </p:cNvCxnSpPr>
            <p:nvPr/>
          </p:nvCxnSpPr>
          <p:spPr>
            <a:xfrm>
              <a:off x="1307306" y="2962276"/>
              <a:ext cx="159544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EF4A2270-79B4-9FF9-9784-8878E5899BC2}"/>
                </a:ext>
              </a:extLst>
            </p:cNvPr>
            <p:cNvCxnSpPr>
              <a:cxnSpLocks/>
            </p:cNvCxnSpPr>
            <p:nvPr/>
          </p:nvCxnSpPr>
          <p:spPr>
            <a:xfrm>
              <a:off x="1307309" y="2955129"/>
              <a:ext cx="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504">
              <a:extLst>
                <a:ext uri="{FF2B5EF4-FFF2-40B4-BE49-F238E27FC236}">
                  <a16:creationId xmlns:a16="http://schemas.microsoft.com/office/drawing/2014/main" id="{6D30F4FA-7D0E-3D85-B2D6-251D1711A9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2031" y="3086100"/>
              <a:ext cx="295276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139CE61B-3C22-95AB-9D52-F8486AF8581E}"/>
                </a:ext>
              </a:extLst>
            </p:cNvPr>
            <p:cNvCxnSpPr>
              <a:cxnSpLocks/>
            </p:cNvCxnSpPr>
            <p:nvPr/>
          </p:nvCxnSpPr>
          <p:spPr>
            <a:xfrm>
              <a:off x="1007269" y="3083720"/>
              <a:ext cx="0" cy="1262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C85EA89F-D6E1-08B2-0E41-FA0B363DC3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6275" y="3078956"/>
              <a:ext cx="328613" cy="1404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AF051B42-680F-4094-ADC5-AEAD9AA63DA3}"/>
                </a:ext>
              </a:extLst>
            </p:cNvPr>
            <p:cNvCxnSpPr>
              <a:cxnSpLocks/>
            </p:cNvCxnSpPr>
            <p:nvPr/>
          </p:nvCxnSpPr>
          <p:spPr>
            <a:xfrm>
              <a:off x="673894" y="3209926"/>
              <a:ext cx="488156" cy="1809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4E16CEFC-A739-460F-97C3-728305623B5B}"/>
                </a:ext>
              </a:extLst>
            </p:cNvPr>
            <p:cNvCxnSpPr>
              <a:cxnSpLocks/>
            </p:cNvCxnSpPr>
            <p:nvPr/>
          </p:nvCxnSpPr>
          <p:spPr>
            <a:xfrm>
              <a:off x="1157288" y="3267076"/>
              <a:ext cx="0" cy="1262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514">
              <a:extLst>
                <a:ext uri="{FF2B5EF4-FFF2-40B4-BE49-F238E27FC236}">
                  <a16:creationId xmlns:a16="http://schemas.microsoft.com/office/drawing/2014/main" id="{7673A6A8-FCC2-1DA9-0C36-DE8E76C7B9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050" y="3198019"/>
              <a:ext cx="150019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A24BFF7D-371B-3EF4-96FE-CA7D639A2DCF}"/>
                </a:ext>
              </a:extLst>
            </p:cNvPr>
            <p:cNvCxnSpPr>
              <a:cxnSpLocks/>
            </p:cNvCxnSpPr>
            <p:nvPr/>
          </p:nvCxnSpPr>
          <p:spPr>
            <a:xfrm>
              <a:off x="1307307" y="3195638"/>
              <a:ext cx="0" cy="2524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40CB13CD-F1F8-0087-4E35-B1A703E99DD7}"/>
                </a:ext>
              </a:extLst>
            </p:cNvPr>
            <p:cNvCxnSpPr>
              <a:cxnSpLocks/>
            </p:cNvCxnSpPr>
            <p:nvPr/>
          </p:nvCxnSpPr>
          <p:spPr>
            <a:xfrm>
              <a:off x="1309687" y="3445669"/>
              <a:ext cx="159544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518">
              <a:extLst>
                <a:ext uri="{FF2B5EF4-FFF2-40B4-BE49-F238E27FC236}">
                  <a16:creationId xmlns:a16="http://schemas.microsoft.com/office/drawing/2014/main" id="{5A38649A-52DA-6883-EA54-79AC79442737}"/>
                </a:ext>
              </a:extLst>
            </p:cNvPr>
            <p:cNvCxnSpPr>
              <a:cxnSpLocks/>
            </p:cNvCxnSpPr>
            <p:nvPr/>
          </p:nvCxnSpPr>
          <p:spPr>
            <a:xfrm>
              <a:off x="1464469" y="3145631"/>
              <a:ext cx="0" cy="373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520">
              <a:extLst>
                <a:ext uri="{FF2B5EF4-FFF2-40B4-BE49-F238E27FC236}">
                  <a16:creationId xmlns:a16="http://schemas.microsoft.com/office/drawing/2014/main" id="{72B711BF-E51C-749A-8E59-B9228F092B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9231" y="3081337"/>
              <a:ext cx="150019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521">
              <a:extLst>
                <a:ext uri="{FF2B5EF4-FFF2-40B4-BE49-F238E27FC236}">
                  <a16:creationId xmlns:a16="http://schemas.microsoft.com/office/drawing/2014/main" id="{017A2E4F-74E0-5789-2004-E7C70B5F6F61}"/>
                </a:ext>
              </a:extLst>
            </p:cNvPr>
            <p:cNvCxnSpPr>
              <a:cxnSpLocks/>
            </p:cNvCxnSpPr>
            <p:nvPr/>
          </p:nvCxnSpPr>
          <p:spPr>
            <a:xfrm>
              <a:off x="1621631" y="3074194"/>
              <a:ext cx="0" cy="373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522">
              <a:extLst>
                <a:ext uri="{FF2B5EF4-FFF2-40B4-BE49-F238E27FC236}">
                  <a16:creationId xmlns:a16="http://schemas.microsoft.com/office/drawing/2014/main" id="{E1151142-D768-BD0E-1B7C-0A32E7316161}"/>
                </a:ext>
              </a:extLst>
            </p:cNvPr>
            <p:cNvCxnSpPr>
              <a:cxnSpLocks/>
            </p:cNvCxnSpPr>
            <p:nvPr/>
          </p:nvCxnSpPr>
          <p:spPr>
            <a:xfrm>
              <a:off x="1619250" y="3445669"/>
              <a:ext cx="159544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523">
              <a:extLst>
                <a:ext uri="{FF2B5EF4-FFF2-40B4-BE49-F238E27FC236}">
                  <a16:creationId xmlns:a16="http://schemas.microsoft.com/office/drawing/2014/main" id="{4D929F26-9940-936C-B1F3-CCEFD4F07A2C}"/>
                </a:ext>
              </a:extLst>
            </p:cNvPr>
            <p:cNvCxnSpPr>
              <a:cxnSpLocks/>
            </p:cNvCxnSpPr>
            <p:nvPr/>
          </p:nvCxnSpPr>
          <p:spPr>
            <a:xfrm>
              <a:off x="1778793" y="3150394"/>
              <a:ext cx="0" cy="373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Straight Connector 524">
              <a:extLst>
                <a:ext uri="{FF2B5EF4-FFF2-40B4-BE49-F238E27FC236}">
                  <a16:creationId xmlns:a16="http://schemas.microsoft.com/office/drawing/2014/main" id="{CC451761-44AE-C461-68A8-14D4F6D70C5F}"/>
                </a:ext>
              </a:extLst>
            </p:cNvPr>
            <p:cNvCxnSpPr>
              <a:cxnSpLocks/>
            </p:cNvCxnSpPr>
            <p:nvPr/>
          </p:nvCxnSpPr>
          <p:spPr>
            <a:xfrm>
              <a:off x="1783556" y="3143251"/>
              <a:ext cx="159544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525">
              <a:extLst>
                <a:ext uri="{FF2B5EF4-FFF2-40B4-BE49-F238E27FC236}">
                  <a16:creationId xmlns:a16="http://schemas.microsoft.com/office/drawing/2014/main" id="{26C08473-2CE4-0BA6-DA21-628527E409EF}"/>
                </a:ext>
              </a:extLst>
            </p:cNvPr>
            <p:cNvCxnSpPr>
              <a:cxnSpLocks/>
            </p:cNvCxnSpPr>
            <p:nvPr/>
          </p:nvCxnSpPr>
          <p:spPr>
            <a:xfrm>
              <a:off x="2088356" y="3286126"/>
              <a:ext cx="0" cy="2452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>
              <a:extLst>
                <a:ext uri="{FF2B5EF4-FFF2-40B4-BE49-F238E27FC236}">
                  <a16:creationId xmlns:a16="http://schemas.microsoft.com/office/drawing/2014/main" id="{198935F3-27CD-9788-36A4-969A7B994D87}"/>
                </a:ext>
              </a:extLst>
            </p:cNvPr>
            <p:cNvCxnSpPr>
              <a:cxnSpLocks/>
            </p:cNvCxnSpPr>
            <p:nvPr/>
          </p:nvCxnSpPr>
          <p:spPr>
            <a:xfrm>
              <a:off x="1933575" y="3452813"/>
              <a:ext cx="159544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>
              <a:extLst>
                <a:ext uri="{FF2B5EF4-FFF2-40B4-BE49-F238E27FC236}">
                  <a16:creationId xmlns:a16="http://schemas.microsoft.com/office/drawing/2014/main" id="{75731E0C-7A44-6CD0-0BC1-0C545EC82AC2}"/>
                </a:ext>
              </a:extLst>
            </p:cNvPr>
            <p:cNvCxnSpPr>
              <a:cxnSpLocks/>
            </p:cNvCxnSpPr>
            <p:nvPr/>
          </p:nvCxnSpPr>
          <p:spPr>
            <a:xfrm>
              <a:off x="1938338" y="3212307"/>
              <a:ext cx="0" cy="2452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>
              <a:extLst>
                <a:ext uri="{FF2B5EF4-FFF2-40B4-BE49-F238E27FC236}">
                  <a16:creationId xmlns:a16="http://schemas.microsoft.com/office/drawing/2014/main" id="{4AF4885F-BA9C-8E5C-6265-A944107AAC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88356" y="3212305"/>
              <a:ext cx="150019" cy="64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>
              <a:extLst>
                <a:ext uri="{FF2B5EF4-FFF2-40B4-BE49-F238E27FC236}">
                  <a16:creationId xmlns:a16="http://schemas.microsoft.com/office/drawing/2014/main" id="{F62F5F77-903B-02BC-1619-BB58AFAE90AB}"/>
                </a:ext>
              </a:extLst>
            </p:cNvPr>
            <p:cNvCxnSpPr>
              <a:cxnSpLocks/>
            </p:cNvCxnSpPr>
            <p:nvPr/>
          </p:nvCxnSpPr>
          <p:spPr>
            <a:xfrm>
              <a:off x="2240756" y="3205164"/>
              <a:ext cx="0" cy="2452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>
              <a:extLst>
                <a:ext uri="{FF2B5EF4-FFF2-40B4-BE49-F238E27FC236}">
                  <a16:creationId xmlns:a16="http://schemas.microsoft.com/office/drawing/2014/main" id="{9760BB9F-CD74-DFCB-8976-F629265CAA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38375" y="3269456"/>
              <a:ext cx="473869" cy="18097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>
              <a:extLst>
                <a:ext uri="{FF2B5EF4-FFF2-40B4-BE49-F238E27FC236}">
                  <a16:creationId xmlns:a16="http://schemas.microsoft.com/office/drawing/2014/main" id="{C0983566-C20F-C53B-7D39-A1F51F8CE8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09900" y="3574256"/>
              <a:ext cx="159544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536">
              <a:extLst>
                <a:ext uri="{FF2B5EF4-FFF2-40B4-BE49-F238E27FC236}">
                  <a16:creationId xmlns:a16="http://schemas.microsoft.com/office/drawing/2014/main" id="{B3AF6D89-2BBA-9C05-573A-CCA11D5B3E76}"/>
                </a:ext>
              </a:extLst>
            </p:cNvPr>
            <p:cNvCxnSpPr>
              <a:cxnSpLocks/>
            </p:cNvCxnSpPr>
            <p:nvPr/>
          </p:nvCxnSpPr>
          <p:spPr>
            <a:xfrm>
              <a:off x="2857500" y="3567113"/>
              <a:ext cx="159544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537">
              <a:extLst>
                <a:ext uri="{FF2B5EF4-FFF2-40B4-BE49-F238E27FC236}">
                  <a16:creationId xmlns:a16="http://schemas.microsoft.com/office/drawing/2014/main" id="{0556C74B-1BA3-E4F0-46EF-7C5548583D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00300" y="3569494"/>
              <a:ext cx="452438" cy="1785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539">
              <a:extLst>
                <a:ext uri="{FF2B5EF4-FFF2-40B4-BE49-F238E27FC236}">
                  <a16:creationId xmlns:a16="http://schemas.microsoft.com/office/drawing/2014/main" id="{70364B9F-17F5-0428-0B77-FD51267B6D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5538" y="3643312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541">
              <a:extLst>
                <a:ext uri="{FF2B5EF4-FFF2-40B4-BE49-F238E27FC236}">
                  <a16:creationId xmlns:a16="http://schemas.microsoft.com/office/drawing/2014/main" id="{A67E9F76-437C-8729-8E14-C30EB1C9AF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40756" y="3640931"/>
              <a:ext cx="159544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752">
              <a:extLst>
                <a:ext uri="{FF2B5EF4-FFF2-40B4-BE49-F238E27FC236}">
                  <a16:creationId xmlns:a16="http://schemas.microsoft.com/office/drawing/2014/main" id="{67B0D440-FA8A-F215-85BF-B0F8B3C259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4874" y="4002881"/>
              <a:ext cx="159544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753">
              <a:extLst>
                <a:ext uri="{FF2B5EF4-FFF2-40B4-BE49-F238E27FC236}">
                  <a16:creationId xmlns:a16="http://schemas.microsoft.com/office/drawing/2014/main" id="{A387C949-3AC6-38F8-F299-BB671FCFD27F}"/>
                </a:ext>
              </a:extLst>
            </p:cNvPr>
            <p:cNvCxnSpPr>
              <a:cxnSpLocks/>
            </p:cNvCxnSpPr>
            <p:nvPr/>
          </p:nvCxnSpPr>
          <p:spPr>
            <a:xfrm>
              <a:off x="4874417" y="3638550"/>
              <a:ext cx="0" cy="3571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3" name="Rectangle 542">
            <a:extLst>
              <a:ext uri="{FF2B5EF4-FFF2-40B4-BE49-F238E27FC236}">
                <a16:creationId xmlns:a16="http://schemas.microsoft.com/office/drawing/2014/main" id="{51678E56-645C-AE9C-5FCD-6DF0EE094163}"/>
              </a:ext>
            </a:extLst>
          </p:cNvPr>
          <p:cNvSpPr/>
          <p:nvPr/>
        </p:nvSpPr>
        <p:spPr>
          <a:xfrm>
            <a:off x="2857945" y="28641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3</a:t>
            </a:r>
          </a:p>
        </p:txBody>
      </p:sp>
      <p:grpSp>
        <p:nvGrpSpPr>
          <p:cNvPr id="549" name="Group 548">
            <a:extLst>
              <a:ext uri="{FF2B5EF4-FFF2-40B4-BE49-F238E27FC236}">
                <a16:creationId xmlns:a16="http://schemas.microsoft.com/office/drawing/2014/main" id="{CB5DE3D2-BC56-C391-C1B7-8243FE0EE305}"/>
              </a:ext>
            </a:extLst>
          </p:cNvPr>
          <p:cNvGrpSpPr/>
          <p:nvPr/>
        </p:nvGrpSpPr>
        <p:grpSpPr>
          <a:xfrm>
            <a:off x="5648325" y="2471739"/>
            <a:ext cx="3114675" cy="3769517"/>
            <a:chOff x="5648325" y="2471739"/>
            <a:chExt cx="3114675" cy="3769517"/>
          </a:xfrm>
        </p:grpSpPr>
        <p:cxnSp>
          <p:nvCxnSpPr>
            <p:cNvPr id="544" name="Straight Connector 543">
              <a:extLst>
                <a:ext uri="{FF2B5EF4-FFF2-40B4-BE49-F238E27FC236}">
                  <a16:creationId xmlns:a16="http://schemas.microsoft.com/office/drawing/2014/main" id="{A7F77A53-34C3-9397-ED50-9CA36F5D27F0}"/>
                </a:ext>
              </a:extLst>
            </p:cNvPr>
            <p:cNvCxnSpPr>
              <a:cxnSpLocks/>
            </p:cNvCxnSpPr>
            <p:nvPr/>
          </p:nvCxnSpPr>
          <p:spPr>
            <a:xfrm>
              <a:off x="8129588" y="4888706"/>
              <a:ext cx="323850" cy="138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545">
              <a:extLst>
                <a:ext uri="{FF2B5EF4-FFF2-40B4-BE49-F238E27FC236}">
                  <a16:creationId xmlns:a16="http://schemas.microsoft.com/office/drawing/2014/main" id="{20D8C582-F484-E435-8A19-D25296E73D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8675" y="4793456"/>
              <a:ext cx="0" cy="2286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549">
              <a:extLst>
                <a:ext uri="{FF2B5EF4-FFF2-40B4-BE49-F238E27FC236}">
                  <a16:creationId xmlns:a16="http://schemas.microsoft.com/office/drawing/2014/main" id="{615E8513-0C29-7F49-6229-EABF3BE65891}"/>
                </a:ext>
              </a:extLst>
            </p:cNvPr>
            <p:cNvCxnSpPr>
              <a:cxnSpLocks/>
            </p:cNvCxnSpPr>
            <p:nvPr/>
          </p:nvCxnSpPr>
          <p:spPr>
            <a:xfrm>
              <a:off x="8441531" y="4786313"/>
              <a:ext cx="166688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554">
              <a:extLst>
                <a:ext uri="{FF2B5EF4-FFF2-40B4-BE49-F238E27FC236}">
                  <a16:creationId xmlns:a16="http://schemas.microsoft.com/office/drawing/2014/main" id="{70A88CC6-14EE-448C-7EDC-9E1734718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3456" y="4736306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Straight Connector 556">
              <a:extLst>
                <a:ext uri="{FF2B5EF4-FFF2-40B4-BE49-F238E27FC236}">
                  <a16:creationId xmlns:a16="http://schemas.microsoft.com/office/drawing/2014/main" id="{2215E1BB-6F0C-6468-4D1A-52302CDDAB8A}"/>
                </a:ext>
              </a:extLst>
            </p:cNvPr>
            <p:cNvCxnSpPr>
              <a:cxnSpLocks/>
            </p:cNvCxnSpPr>
            <p:nvPr/>
          </p:nvCxnSpPr>
          <p:spPr>
            <a:xfrm>
              <a:off x="8458200" y="4664869"/>
              <a:ext cx="14763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557">
              <a:extLst>
                <a:ext uri="{FF2B5EF4-FFF2-40B4-BE49-F238E27FC236}">
                  <a16:creationId xmlns:a16="http://schemas.microsoft.com/office/drawing/2014/main" id="{068688A8-C331-0EA6-1C38-EEDB7FEE83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6275" y="4662487"/>
              <a:ext cx="154780" cy="547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Connector 560">
              <a:extLst>
                <a:ext uri="{FF2B5EF4-FFF2-40B4-BE49-F238E27FC236}">
                  <a16:creationId xmlns:a16="http://schemas.microsoft.com/office/drawing/2014/main" id="{3FA4ED78-71E0-70D2-76FF-F344F108A4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9131" y="4602956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561">
              <a:extLst>
                <a:ext uri="{FF2B5EF4-FFF2-40B4-BE49-F238E27FC236}">
                  <a16:creationId xmlns:a16="http://schemas.microsoft.com/office/drawing/2014/main" id="{51A40643-CCF3-9064-0FF8-D5BA543726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4350" y="4319587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Connector 562">
              <a:extLst>
                <a:ext uri="{FF2B5EF4-FFF2-40B4-BE49-F238E27FC236}">
                  <a16:creationId xmlns:a16="http://schemas.microsoft.com/office/drawing/2014/main" id="{8DD6E1D2-F686-C97F-613F-31CD61CF5A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7206" y="4238625"/>
              <a:ext cx="157163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Straight Connector 565">
              <a:extLst>
                <a:ext uri="{FF2B5EF4-FFF2-40B4-BE49-F238E27FC236}">
                  <a16:creationId xmlns:a16="http://schemas.microsoft.com/office/drawing/2014/main" id="{AD215EDE-6EFA-863C-73E5-B1535FBE6FB0}"/>
                </a:ext>
              </a:extLst>
            </p:cNvPr>
            <p:cNvCxnSpPr>
              <a:cxnSpLocks/>
            </p:cNvCxnSpPr>
            <p:nvPr/>
          </p:nvCxnSpPr>
          <p:spPr>
            <a:xfrm>
              <a:off x="8129588" y="4183856"/>
              <a:ext cx="154781" cy="595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569">
              <a:extLst>
                <a:ext uri="{FF2B5EF4-FFF2-40B4-BE49-F238E27FC236}">
                  <a16:creationId xmlns:a16="http://schemas.microsoft.com/office/drawing/2014/main" id="{DC62C06A-860D-633C-ABAB-BD05B7C15B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2444" y="4117181"/>
              <a:ext cx="166687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571">
              <a:extLst>
                <a:ext uri="{FF2B5EF4-FFF2-40B4-BE49-F238E27FC236}">
                  <a16:creationId xmlns:a16="http://schemas.microsoft.com/office/drawing/2014/main" id="{B98086EF-29B9-F4EE-DABC-FF51B1078125}"/>
                </a:ext>
              </a:extLst>
            </p:cNvPr>
            <p:cNvCxnSpPr>
              <a:cxnSpLocks/>
            </p:cNvCxnSpPr>
            <p:nvPr/>
          </p:nvCxnSpPr>
          <p:spPr>
            <a:xfrm>
              <a:off x="8131969" y="4060031"/>
              <a:ext cx="154781" cy="595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572">
              <a:extLst>
                <a:ext uri="{FF2B5EF4-FFF2-40B4-BE49-F238E27FC236}">
                  <a16:creationId xmlns:a16="http://schemas.microsoft.com/office/drawing/2014/main" id="{F84298E8-3AC4-6291-68A9-7D8D01EE6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1969" y="3933825"/>
              <a:ext cx="309562" cy="1166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574">
              <a:extLst>
                <a:ext uri="{FF2B5EF4-FFF2-40B4-BE49-F238E27FC236}">
                  <a16:creationId xmlns:a16="http://schemas.microsoft.com/office/drawing/2014/main" id="{DD925DDF-3F5F-1972-9D64-9905B03C80BA}"/>
                </a:ext>
              </a:extLst>
            </p:cNvPr>
            <p:cNvCxnSpPr>
              <a:cxnSpLocks/>
            </p:cNvCxnSpPr>
            <p:nvPr/>
          </p:nvCxnSpPr>
          <p:spPr>
            <a:xfrm>
              <a:off x="8286750" y="3876675"/>
              <a:ext cx="154781" cy="595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575">
              <a:extLst>
                <a:ext uri="{FF2B5EF4-FFF2-40B4-BE49-F238E27FC236}">
                  <a16:creationId xmlns:a16="http://schemas.microsoft.com/office/drawing/2014/main" id="{19E55325-E61B-4786-D3CD-0E465226C9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4351" y="3874294"/>
              <a:ext cx="166687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576">
              <a:extLst>
                <a:ext uri="{FF2B5EF4-FFF2-40B4-BE49-F238E27FC236}">
                  <a16:creationId xmlns:a16="http://schemas.microsoft.com/office/drawing/2014/main" id="{3883E0E1-E491-2AF0-21FD-F6733F16C6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9113" y="3821906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577">
              <a:extLst>
                <a:ext uri="{FF2B5EF4-FFF2-40B4-BE49-F238E27FC236}">
                  <a16:creationId xmlns:a16="http://schemas.microsoft.com/office/drawing/2014/main" id="{FC0087C5-CBFB-0063-7E0C-DD99845A8939}"/>
                </a:ext>
              </a:extLst>
            </p:cNvPr>
            <p:cNvCxnSpPr>
              <a:cxnSpLocks/>
            </p:cNvCxnSpPr>
            <p:nvPr/>
          </p:nvCxnSpPr>
          <p:spPr>
            <a:xfrm>
              <a:off x="7974807" y="3762375"/>
              <a:ext cx="154781" cy="595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580">
              <a:extLst>
                <a:ext uri="{FF2B5EF4-FFF2-40B4-BE49-F238E27FC236}">
                  <a16:creationId xmlns:a16="http://schemas.microsoft.com/office/drawing/2014/main" id="{5FCF1FA4-56F9-E0DC-AAB5-3E9645E44FC5}"/>
                </a:ext>
              </a:extLst>
            </p:cNvPr>
            <p:cNvCxnSpPr>
              <a:cxnSpLocks/>
            </p:cNvCxnSpPr>
            <p:nvPr/>
          </p:nvCxnSpPr>
          <p:spPr>
            <a:xfrm>
              <a:off x="7517607" y="2728911"/>
              <a:ext cx="154781" cy="595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581">
              <a:extLst>
                <a:ext uri="{FF2B5EF4-FFF2-40B4-BE49-F238E27FC236}">
                  <a16:creationId xmlns:a16="http://schemas.microsoft.com/office/drawing/2014/main" id="{3046527A-0666-F954-5B02-CFCA6996A9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9589" y="3512344"/>
              <a:ext cx="166687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582">
              <a:extLst>
                <a:ext uri="{FF2B5EF4-FFF2-40B4-BE49-F238E27FC236}">
                  <a16:creationId xmlns:a16="http://schemas.microsoft.com/office/drawing/2014/main" id="{AF4405D2-4E40-9170-D90A-6DB47CDD6939}"/>
                </a:ext>
              </a:extLst>
            </p:cNvPr>
            <p:cNvCxnSpPr>
              <a:cxnSpLocks/>
            </p:cNvCxnSpPr>
            <p:nvPr/>
          </p:nvCxnSpPr>
          <p:spPr>
            <a:xfrm>
              <a:off x="7977188" y="3393281"/>
              <a:ext cx="309562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584">
              <a:extLst>
                <a:ext uri="{FF2B5EF4-FFF2-40B4-BE49-F238E27FC236}">
                  <a16:creationId xmlns:a16="http://schemas.microsoft.com/office/drawing/2014/main" id="{D4B8D9AD-D0B3-EDBC-8E1E-73506E0E9E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4331" y="3283744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608">
              <a:extLst>
                <a:ext uri="{FF2B5EF4-FFF2-40B4-BE49-F238E27FC236}">
                  <a16:creationId xmlns:a16="http://schemas.microsoft.com/office/drawing/2014/main" id="{8528859F-9589-D89B-8D12-327454CD4F11}"/>
                </a:ext>
              </a:extLst>
            </p:cNvPr>
            <p:cNvCxnSpPr>
              <a:cxnSpLocks/>
            </p:cNvCxnSpPr>
            <p:nvPr/>
          </p:nvCxnSpPr>
          <p:spPr>
            <a:xfrm>
              <a:off x="7979569" y="3274218"/>
              <a:ext cx="309562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609">
              <a:extLst>
                <a:ext uri="{FF2B5EF4-FFF2-40B4-BE49-F238E27FC236}">
                  <a16:creationId xmlns:a16="http://schemas.microsoft.com/office/drawing/2014/main" id="{A8160B48-13AD-7D25-0371-09B4837E20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1513" y="3326606"/>
              <a:ext cx="154781" cy="642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611">
              <a:extLst>
                <a:ext uri="{FF2B5EF4-FFF2-40B4-BE49-F238E27FC236}">
                  <a16:creationId xmlns:a16="http://schemas.microsoft.com/office/drawing/2014/main" id="{86176518-5531-CE16-F94A-30C5032ED005}"/>
                </a:ext>
              </a:extLst>
            </p:cNvPr>
            <p:cNvCxnSpPr>
              <a:cxnSpLocks/>
            </p:cNvCxnSpPr>
            <p:nvPr/>
          </p:nvCxnSpPr>
          <p:spPr>
            <a:xfrm>
              <a:off x="8134350" y="3217068"/>
              <a:ext cx="309562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612">
              <a:extLst>
                <a:ext uri="{FF2B5EF4-FFF2-40B4-BE49-F238E27FC236}">
                  <a16:creationId xmlns:a16="http://schemas.microsoft.com/office/drawing/2014/main" id="{BF08BE6C-3CD3-E29B-E600-BFD60C40C8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1969" y="3102769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C895A591-E123-1C0C-32BC-71B24CC97E1F}"/>
                </a:ext>
              </a:extLst>
            </p:cNvPr>
            <p:cNvCxnSpPr>
              <a:cxnSpLocks/>
            </p:cNvCxnSpPr>
            <p:nvPr/>
          </p:nvCxnSpPr>
          <p:spPr>
            <a:xfrm>
              <a:off x="8127206" y="3093243"/>
              <a:ext cx="471488" cy="1833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615">
              <a:extLst>
                <a:ext uri="{FF2B5EF4-FFF2-40B4-BE49-F238E27FC236}">
                  <a16:creationId xmlns:a16="http://schemas.microsoft.com/office/drawing/2014/main" id="{5B20E925-0AD4-EB32-DBF2-8B79BF0D18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1076" y="3162301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616">
              <a:extLst>
                <a:ext uri="{FF2B5EF4-FFF2-40B4-BE49-F238E27FC236}">
                  <a16:creationId xmlns:a16="http://schemas.microsoft.com/office/drawing/2014/main" id="{E27192B1-BE41-0A25-B263-1BCC5463DC32}"/>
                </a:ext>
              </a:extLst>
            </p:cNvPr>
            <p:cNvCxnSpPr>
              <a:cxnSpLocks/>
            </p:cNvCxnSpPr>
            <p:nvPr/>
          </p:nvCxnSpPr>
          <p:spPr>
            <a:xfrm>
              <a:off x="8131969" y="2976562"/>
              <a:ext cx="471488" cy="1833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617">
              <a:extLst>
                <a:ext uri="{FF2B5EF4-FFF2-40B4-BE49-F238E27FC236}">
                  <a16:creationId xmlns:a16="http://schemas.microsoft.com/office/drawing/2014/main" id="{DD246178-2360-88D2-72E0-616FFE473C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4351" y="2857501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618">
              <a:extLst>
                <a:ext uri="{FF2B5EF4-FFF2-40B4-BE49-F238E27FC236}">
                  <a16:creationId xmlns:a16="http://schemas.microsoft.com/office/drawing/2014/main" id="{D5B55042-F513-D37A-322C-3045A4136A66}"/>
                </a:ext>
              </a:extLst>
            </p:cNvPr>
            <p:cNvCxnSpPr>
              <a:cxnSpLocks/>
            </p:cNvCxnSpPr>
            <p:nvPr/>
          </p:nvCxnSpPr>
          <p:spPr>
            <a:xfrm>
              <a:off x="8136731" y="2850356"/>
              <a:ext cx="626269" cy="2405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620">
              <a:extLst>
                <a:ext uri="{FF2B5EF4-FFF2-40B4-BE49-F238E27FC236}">
                  <a16:creationId xmlns:a16="http://schemas.microsoft.com/office/drawing/2014/main" id="{DF6F6414-9505-422A-E478-7935F4AB93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53476" y="2978945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622">
              <a:extLst>
                <a:ext uri="{FF2B5EF4-FFF2-40B4-BE49-F238E27FC236}">
                  <a16:creationId xmlns:a16="http://schemas.microsoft.com/office/drawing/2014/main" id="{BB9E0C8C-7F95-AE6B-70B0-C34B6907B932}"/>
                </a:ext>
              </a:extLst>
            </p:cNvPr>
            <p:cNvCxnSpPr>
              <a:cxnSpLocks/>
            </p:cNvCxnSpPr>
            <p:nvPr/>
          </p:nvCxnSpPr>
          <p:spPr>
            <a:xfrm>
              <a:off x="7972425" y="2671763"/>
              <a:ext cx="778669" cy="3048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624">
              <a:extLst>
                <a:ext uri="{FF2B5EF4-FFF2-40B4-BE49-F238E27FC236}">
                  <a16:creationId xmlns:a16="http://schemas.microsoft.com/office/drawing/2014/main" id="{8455FF66-109B-EB06-6C6D-2487D86776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2407" y="2667000"/>
              <a:ext cx="154781" cy="642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625">
              <a:extLst>
                <a:ext uri="{FF2B5EF4-FFF2-40B4-BE49-F238E27FC236}">
                  <a16:creationId xmlns:a16="http://schemas.microsoft.com/office/drawing/2014/main" id="{3A596FE4-04D8-DF0C-D8BC-A51A4B1E12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7169" y="2614614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626">
              <a:extLst>
                <a:ext uri="{FF2B5EF4-FFF2-40B4-BE49-F238E27FC236}">
                  <a16:creationId xmlns:a16="http://schemas.microsoft.com/office/drawing/2014/main" id="{C2C1C0AF-E7E0-0099-6B5E-FF0AF6A247E0}"/>
                </a:ext>
              </a:extLst>
            </p:cNvPr>
            <p:cNvCxnSpPr>
              <a:cxnSpLocks/>
            </p:cNvCxnSpPr>
            <p:nvPr/>
          </p:nvCxnSpPr>
          <p:spPr>
            <a:xfrm>
              <a:off x="7505700" y="2478881"/>
              <a:ext cx="323850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628">
              <a:extLst>
                <a:ext uri="{FF2B5EF4-FFF2-40B4-BE49-F238E27FC236}">
                  <a16:creationId xmlns:a16="http://schemas.microsoft.com/office/drawing/2014/main" id="{82B9276C-2483-9414-7326-F727C649B3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2844" y="2471739"/>
              <a:ext cx="0" cy="259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630">
              <a:extLst>
                <a:ext uri="{FF2B5EF4-FFF2-40B4-BE49-F238E27FC236}">
                  <a16:creationId xmlns:a16="http://schemas.microsoft.com/office/drawing/2014/main" id="{6D6C0C2E-4775-2A55-3216-FCDD175B2E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0007" y="2788445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631">
              <a:extLst>
                <a:ext uri="{FF2B5EF4-FFF2-40B4-BE49-F238E27FC236}">
                  <a16:creationId xmlns:a16="http://schemas.microsoft.com/office/drawing/2014/main" id="{4D635596-932D-CBBB-83F4-4B8E09CD85FF}"/>
                </a:ext>
              </a:extLst>
            </p:cNvPr>
            <p:cNvCxnSpPr>
              <a:cxnSpLocks/>
            </p:cNvCxnSpPr>
            <p:nvPr/>
          </p:nvCxnSpPr>
          <p:spPr>
            <a:xfrm>
              <a:off x="7512845" y="2845593"/>
              <a:ext cx="154781" cy="595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632">
              <a:extLst>
                <a:ext uri="{FF2B5EF4-FFF2-40B4-BE49-F238E27FC236}">
                  <a16:creationId xmlns:a16="http://schemas.microsoft.com/office/drawing/2014/main" id="{2637739C-F2ED-2744-26A0-C0FCD5ECA1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7607" y="2840833"/>
              <a:ext cx="0" cy="74056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D7544BAD-D3BF-2449-07CF-3CC5098C8B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8064" y="3862389"/>
              <a:ext cx="0" cy="257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637">
              <a:extLst>
                <a:ext uri="{FF2B5EF4-FFF2-40B4-BE49-F238E27FC236}">
                  <a16:creationId xmlns:a16="http://schemas.microsoft.com/office/drawing/2014/main" id="{593CA347-0066-258C-CDA2-6E64CC2D54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58064" y="4117182"/>
              <a:ext cx="309561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639">
              <a:extLst>
                <a:ext uri="{FF2B5EF4-FFF2-40B4-BE49-F238E27FC236}">
                  <a16:creationId xmlns:a16="http://schemas.microsoft.com/office/drawing/2014/main" id="{E92BB61E-D569-D6A2-C64E-39CB3B7CE9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0007" y="4000502"/>
              <a:ext cx="0" cy="257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684">
              <a:extLst>
                <a:ext uri="{FF2B5EF4-FFF2-40B4-BE49-F238E27FC236}">
                  <a16:creationId xmlns:a16="http://schemas.microsoft.com/office/drawing/2014/main" id="{DF9A9CB5-77FD-39CB-5762-A410AF29ED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2863" y="3933825"/>
              <a:ext cx="166687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685">
              <a:extLst>
                <a:ext uri="{FF2B5EF4-FFF2-40B4-BE49-F238E27FC236}">
                  <a16:creationId xmlns:a16="http://schemas.microsoft.com/office/drawing/2014/main" id="{112B3154-2F2B-D453-42E8-0296F46563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7170" y="3933827"/>
              <a:ext cx="0" cy="49053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687">
              <a:extLst>
                <a:ext uri="{FF2B5EF4-FFF2-40B4-BE49-F238E27FC236}">
                  <a16:creationId xmlns:a16="http://schemas.microsoft.com/office/drawing/2014/main" id="{65988799-6C77-CCC4-19FB-DDC41BAA94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0900" y="4176713"/>
              <a:ext cx="628650" cy="245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689">
              <a:extLst>
                <a:ext uri="{FF2B5EF4-FFF2-40B4-BE49-F238E27FC236}">
                  <a16:creationId xmlns:a16="http://schemas.microsoft.com/office/drawing/2014/main" id="{05FAD530-EE6F-3B60-F1BE-663D9B73AD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0844" y="4174332"/>
              <a:ext cx="450057" cy="1904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698">
              <a:extLst>
                <a:ext uri="{FF2B5EF4-FFF2-40B4-BE49-F238E27FC236}">
                  <a16:creationId xmlns:a16="http://schemas.microsoft.com/office/drawing/2014/main" id="{AC55D521-3036-179E-F882-5FDF93C893D1}"/>
                </a:ext>
              </a:extLst>
            </p:cNvPr>
            <p:cNvCxnSpPr>
              <a:cxnSpLocks/>
            </p:cNvCxnSpPr>
            <p:nvPr/>
          </p:nvCxnSpPr>
          <p:spPr>
            <a:xfrm>
              <a:off x="7974806" y="3509963"/>
              <a:ext cx="157163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700">
              <a:extLst>
                <a:ext uri="{FF2B5EF4-FFF2-40B4-BE49-F238E27FC236}">
                  <a16:creationId xmlns:a16="http://schemas.microsoft.com/office/drawing/2014/main" id="{5D3405CE-2DE5-45E6-78A0-FDB47C220C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495" y="3743325"/>
              <a:ext cx="0" cy="6175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701">
              <a:extLst>
                <a:ext uri="{FF2B5EF4-FFF2-40B4-BE49-F238E27FC236}">
                  <a16:creationId xmlns:a16="http://schemas.microsoft.com/office/drawing/2014/main" id="{AC2B8222-89EC-503C-8A88-9B8C1C9D3E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9831" y="3745707"/>
              <a:ext cx="473870" cy="185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704">
              <a:extLst>
                <a:ext uri="{FF2B5EF4-FFF2-40B4-BE49-F238E27FC236}">
                  <a16:creationId xmlns:a16="http://schemas.microsoft.com/office/drawing/2014/main" id="{52289F84-0D17-C3C0-848D-9E9DBCA36F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7431" y="3869531"/>
              <a:ext cx="154783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706">
              <a:extLst>
                <a:ext uri="{FF2B5EF4-FFF2-40B4-BE49-F238E27FC236}">
                  <a16:creationId xmlns:a16="http://schemas.microsoft.com/office/drawing/2014/main" id="{A54CAAF6-E485-2948-1F05-CB91D1A5F2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9812" y="3860008"/>
              <a:ext cx="0" cy="257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707">
              <a:extLst>
                <a:ext uri="{FF2B5EF4-FFF2-40B4-BE49-F238E27FC236}">
                  <a16:creationId xmlns:a16="http://schemas.microsoft.com/office/drawing/2014/main" id="{59049F91-B3E4-E1B1-7FF2-42C2DE0D98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48325" y="4114800"/>
              <a:ext cx="471488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710">
              <a:extLst>
                <a:ext uri="{FF2B5EF4-FFF2-40B4-BE49-F238E27FC236}">
                  <a16:creationId xmlns:a16="http://schemas.microsoft.com/office/drawing/2014/main" id="{64608624-4958-DCEF-23AB-A7B4989B00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5468" y="4286252"/>
              <a:ext cx="0" cy="26352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714">
              <a:extLst>
                <a:ext uri="{FF2B5EF4-FFF2-40B4-BE49-F238E27FC236}">
                  <a16:creationId xmlns:a16="http://schemas.microsoft.com/office/drawing/2014/main" id="{0FF839A8-7CDB-4A4F-3B5A-E2E4486C2E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74595" y="5260180"/>
              <a:ext cx="311943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715">
              <a:extLst>
                <a:ext uri="{FF2B5EF4-FFF2-40B4-BE49-F238E27FC236}">
                  <a16:creationId xmlns:a16="http://schemas.microsoft.com/office/drawing/2014/main" id="{022F1ADC-BD6D-2C53-137B-5DB94FA19E68}"/>
                </a:ext>
              </a:extLst>
            </p:cNvPr>
            <p:cNvCxnSpPr>
              <a:cxnSpLocks/>
            </p:cNvCxnSpPr>
            <p:nvPr/>
          </p:nvCxnSpPr>
          <p:spPr>
            <a:xfrm>
              <a:off x="6579395" y="5388769"/>
              <a:ext cx="0" cy="1166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717">
              <a:extLst>
                <a:ext uri="{FF2B5EF4-FFF2-40B4-BE49-F238E27FC236}">
                  <a16:creationId xmlns:a16="http://schemas.microsoft.com/office/drawing/2014/main" id="{17904621-3C2A-C183-F776-885DD70568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81776" y="5510212"/>
              <a:ext cx="166687" cy="666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719">
              <a:extLst>
                <a:ext uri="{FF2B5EF4-FFF2-40B4-BE49-F238E27FC236}">
                  <a16:creationId xmlns:a16="http://schemas.microsoft.com/office/drawing/2014/main" id="{31EDEAD3-ECAF-42CA-858C-B81DBE6738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1319" y="5267325"/>
              <a:ext cx="776287" cy="3095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721">
              <a:extLst>
                <a:ext uri="{FF2B5EF4-FFF2-40B4-BE49-F238E27FC236}">
                  <a16:creationId xmlns:a16="http://schemas.microsoft.com/office/drawing/2014/main" id="{AE1D08E1-E741-AA07-81BE-3D99EB890A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15226" y="5260181"/>
              <a:ext cx="154780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722">
              <a:extLst>
                <a:ext uri="{FF2B5EF4-FFF2-40B4-BE49-F238E27FC236}">
                  <a16:creationId xmlns:a16="http://schemas.microsoft.com/office/drawing/2014/main" id="{CD7393DA-BA4E-4099-223C-0D0292F9F7A9}"/>
                </a:ext>
              </a:extLst>
            </p:cNvPr>
            <p:cNvCxnSpPr>
              <a:cxnSpLocks/>
            </p:cNvCxnSpPr>
            <p:nvPr/>
          </p:nvCxnSpPr>
          <p:spPr>
            <a:xfrm>
              <a:off x="7674770" y="5341144"/>
              <a:ext cx="0" cy="3476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724">
              <a:extLst>
                <a:ext uri="{FF2B5EF4-FFF2-40B4-BE49-F238E27FC236}">
                  <a16:creationId xmlns:a16="http://schemas.microsoft.com/office/drawing/2014/main" id="{EAB82457-8129-34B3-815B-8A84391E7B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50881" y="5681663"/>
              <a:ext cx="621506" cy="2595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726">
              <a:extLst>
                <a:ext uri="{FF2B5EF4-FFF2-40B4-BE49-F238E27FC236}">
                  <a16:creationId xmlns:a16="http://schemas.microsoft.com/office/drawing/2014/main" id="{769C9FEA-919C-20E4-C5A6-321A70D672CC}"/>
                </a:ext>
              </a:extLst>
            </p:cNvPr>
            <p:cNvCxnSpPr>
              <a:cxnSpLocks/>
            </p:cNvCxnSpPr>
            <p:nvPr/>
          </p:nvCxnSpPr>
          <p:spPr>
            <a:xfrm>
              <a:off x="7053264" y="5941219"/>
              <a:ext cx="0" cy="1166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759">
              <a:extLst>
                <a:ext uri="{FF2B5EF4-FFF2-40B4-BE49-F238E27FC236}">
                  <a16:creationId xmlns:a16="http://schemas.microsoft.com/office/drawing/2014/main" id="{B6FB4E2D-605C-FD35-68F2-519FD28727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9831" y="6057901"/>
              <a:ext cx="754856" cy="1833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9" name="Rectangle 578">
            <a:extLst>
              <a:ext uri="{FF2B5EF4-FFF2-40B4-BE49-F238E27FC236}">
                <a16:creationId xmlns:a16="http://schemas.microsoft.com/office/drawing/2014/main" id="{E9ADC107-C257-7527-FF05-764356BF18F1}"/>
              </a:ext>
            </a:extLst>
          </p:cNvPr>
          <p:cNvSpPr/>
          <p:nvPr/>
        </p:nvSpPr>
        <p:spPr>
          <a:xfrm>
            <a:off x="8318945" y="40833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3F8D9652-4A67-70D2-A76B-866E8E3A4BDF}"/>
              </a:ext>
            </a:extLst>
          </p:cNvPr>
          <p:cNvSpPr/>
          <p:nvPr/>
        </p:nvSpPr>
        <p:spPr>
          <a:xfrm>
            <a:off x="8118920" y="343564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sp>
        <p:nvSpPr>
          <p:cNvPr id="635" name="Rectangle 634">
            <a:extLst>
              <a:ext uri="{FF2B5EF4-FFF2-40B4-BE49-F238E27FC236}">
                <a16:creationId xmlns:a16="http://schemas.microsoft.com/office/drawing/2014/main" id="{93B9C408-7278-1EBF-1F79-64A2C4CE4083}"/>
              </a:ext>
            </a:extLst>
          </p:cNvPr>
          <p:cNvSpPr/>
          <p:nvPr/>
        </p:nvSpPr>
        <p:spPr>
          <a:xfrm>
            <a:off x="7345014" y="3604716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2</a:t>
            </a:r>
          </a:p>
        </p:txBody>
      </p:sp>
      <p:sp>
        <p:nvSpPr>
          <p:cNvPr id="693" name="Rectangle 692">
            <a:extLst>
              <a:ext uri="{FF2B5EF4-FFF2-40B4-BE49-F238E27FC236}">
                <a16:creationId xmlns:a16="http://schemas.microsoft.com/office/drawing/2014/main" id="{58A22E56-2212-44EF-A783-856C549F611E}"/>
              </a:ext>
            </a:extLst>
          </p:cNvPr>
          <p:cNvSpPr/>
          <p:nvPr/>
        </p:nvSpPr>
        <p:spPr>
          <a:xfrm>
            <a:off x="7014020" y="4173835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1</a:t>
            </a:r>
          </a:p>
        </p:txBody>
      </p:sp>
      <p:sp>
        <p:nvSpPr>
          <p:cNvPr id="694" name="Rectangle 693">
            <a:extLst>
              <a:ext uri="{FF2B5EF4-FFF2-40B4-BE49-F238E27FC236}">
                <a16:creationId xmlns:a16="http://schemas.microsoft.com/office/drawing/2014/main" id="{CF56B9E1-C8AC-77F9-4EC2-AEFC3085A1F3}"/>
              </a:ext>
            </a:extLst>
          </p:cNvPr>
          <p:cNvSpPr/>
          <p:nvPr/>
        </p:nvSpPr>
        <p:spPr>
          <a:xfrm>
            <a:off x="6919564" y="1725116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1</a:t>
            </a:r>
          </a:p>
        </p:txBody>
      </p:sp>
      <p:sp>
        <p:nvSpPr>
          <p:cNvPr id="695" name="Rectangle 694">
            <a:extLst>
              <a:ext uri="{FF2B5EF4-FFF2-40B4-BE49-F238E27FC236}">
                <a16:creationId xmlns:a16="http://schemas.microsoft.com/office/drawing/2014/main" id="{2EB7F8F3-BFB9-D64A-E38E-F0A48DA90670}"/>
              </a:ext>
            </a:extLst>
          </p:cNvPr>
          <p:cNvSpPr/>
          <p:nvPr/>
        </p:nvSpPr>
        <p:spPr>
          <a:xfrm>
            <a:off x="5998814" y="1252041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2</a:t>
            </a:r>
          </a:p>
        </p:txBody>
      </p:sp>
      <p:sp>
        <p:nvSpPr>
          <p:cNvPr id="696" name="Rectangle 695">
            <a:extLst>
              <a:ext uri="{FF2B5EF4-FFF2-40B4-BE49-F238E27FC236}">
                <a16:creationId xmlns:a16="http://schemas.microsoft.com/office/drawing/2014/main" id="{14F8C535-1E6A-D2D6-B401-E94055D01C1E}"/>
              </a:ext>
            </a:extLst>
          </p:cNvPr>
          <p:cNvSpPr/>
          <p:nvPr/>
        </p:nvSpPr>
        <p:spPr>
          <a:xfrm>
            <a:off x="5630514" y="1953716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1</a:t>
            </a:r>
          </a:p>
        </p:txBody>
      </p:sp>
      <p:sp>
        <p:nvSpPr>
          <p:cNvPr id="697" name="Rectangle 696">
            <a:extLst>
              <a:ext uri="{FF2B5EF4-FFF2-40B4-BE49-F238E27FC236}">
                <a16:creationId xmlns:a16="http://schemas.microsoft.com/office/drawing/2014/main" id="{6F47A56C-5667-F2F7-DED8-2E1E6F7E1535}"/>
              </a:ext>
            </a:extLst>
          </p:cNvPr>
          <p:cNvSpPr/>
          <p:nvPr/>
        </p:nvSpPr>
        <p:spPr>
          <a:xfrm>
            <a:off x="3309589" y="5219204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1</a:t>
            </a:r>
          </a:p>
        </p:txBody>
      </p:sp>
      <p:sp>
        <p:nvSpPr>
          <p:cNvPr id="698" name="Rectangle 697">
            <a:extLst>
              <a:ext uri="{FF2B5EF4-FFF2-40B4-BE49-F238E27FC236}">
                <a16:creationId xmlns:a16="http://schemas.microsoft.com/office/drawing/2014/main" id="{0B1C297D-E561-5A53-FF3C-339DD6EF9A7C}"/>
              </a:ext>
            </a:extLst>
          </p:cNvPr>
          <p:cNvSpPr/>
          <p:nvPr/>
        </p:nvSpPr>
        <p:spPr>
          <a:xfrm>
            <a:off x="6278214" y="2436316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1</a:t>
            </a:r>
          </a:p>
        </p:txBody>
      </p:sp>
      <p:sp>
        <p:nvSpPr>
          <p:cNvPr id="750" name="Rectangle 749">
            <a:extLst>
              <a:ext uri="{FF2B5EF4-FFF2-40B4-BE49-F238E27FC236}">
                <a16:creationId xmlns:a16="http://schemas.microsoft.com/office/drawing/2014/main" id="{14910026-9831-D121-D302-192E56BD19A8}"/>
              </a:ext>
            </a:extLst>
          </p:cNvPr>
          <p:cNvSpPr/>
          <p:nvPr/>
        </p:nvSpPr>
        <p:spPr>
          <a:xfrm>
            <a:off x="4333527" y="544304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1</a:t>
            </a:r>
          </a:p>
        </p:txBody>
      </p:sp>
      <p:sp>
        <p:nvSpPr>
          <p:cNvPr id="752" name="Rectangle 751">
            <a:extLst>
              <a:ext uri="{FF2B5EF4-FFF2-40B4-BE49-F238E27FC236}">
                <a16:creationId xmlns:a16="http://schemas.microsoft.com/office/drawing/2014/main" id="{9D49F8A8-E6D2-7615-9CFF-AB9E6FB47BD2}"/>
              </a:ext>
            </a:extLst>
          </p:cNvPr>
          <p:cNvSpPr/>
          <p:nvPr/>
        </p:nvSpPr>
        <p:spPr>
          <a:xfrm>
            <a:off x="3134170" y="4202410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1</a:t>
            </a:r>
          </a:p>
        </p:txBody>
      </p:sp>
      <p:sp>
        <p:nvSpPr>
          <p:cNvPr id="756" name="Rectangle 755">
            <a:extLst>
              <a:ext uri="{FF2B5EF4-FFF2-40B4-BE49-F238E27FC236}">
                <a16:creationId xmlns:a16="http://schemas.microsoft.com/office/drawing/2014/main" id="{17B5E060-B026-D9A2-35AC-4DA57BE31DB7}"/>
              </a:ext>
            </a:extLst>
          </p:cNvPr>
          <p:cNvSpPr/>
          <p:nvPr/>
        </p:nvSpPr>
        <p:spPr>
          <a:xfrm>
            <a:off x="4777232" y="3390405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1</a:t>
            </a:r>
          </a:p>
        </p:txBody>
      </p:sp>
      <p:sp>
        <p:nvSpPr>
          <p:cNvPr id="757" name="Rectangle 756">
            <a:extLst>
              <a:ext uri="{FF2B5EF4-FFF2-40B4-BE49-F238E27FC236}">
                <a16:creationId xmlns:a16="http://schemas.microsoft.com/office/drawing/2014/main" id="{D769A1F1-8E7B-2A18-B7BB-AD7D0C90BCA8}"/>
              </a:ext>
            </a:extLst>
          </p:cNvPr>
          <p:cNvSpPr/>
          <p:nvPr/>
        </p:nvSpPr>
        <p:spPr>
          <a:xfrm>
            <a:off x="2691257" y="1623518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1</a:t>
            </a:r>
          </a:p>
        </p:txBody>
      </p:sp>
      <p:sp>
        <p:nvSpPr>
          <p:cNvPr id="758" name="Rectangle 757">
            <a:extLst>
              <a:ext uri="{FF2B5EF4-FFF2-40B4-BE49-F238E27FC236}">
                <a16:creationId xmlns:a16="http://schemas.microsoft.com/office/drawing/2014/main" id="{A94AD60D-B771-E5B7-C7BE-4C428F7F6784}"/>
              </a:ext>
            </a:extLst>
          </p:cNvPr>
          <p:cNvSpPr/>
          <p:nvPr/>
        </p:nvSpPr>
        <p:spPr>
          <a:xfrm>
            <a:off x="1938782" y="2047381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2</a:t>
            </a:r>
          </a:p>
        </p:txBody>
      </p:sp>
      <p:sp>
        <p:nvSpPr>
          <p:cNvPr id="759" name="Rectangle 758">
            <a:extLst>
              <a:ext uri="{FF2B5EF4-FFF2-40B4-BE49-F238E27FC236}">
                <a16:creationId xmlns:a16="http://schemas.microsoft.com/office/drawing/2014/main" id="{4F12316E-CB91-DC48-E7E0-D4D920F42403}"/>
              </a:ext>
            </a:extLst>
          </p:cNvPr>
          <p:cNvSpPr/>
          <p:nvPr/>
        </p:nvSpPr>
        <p:spPr>
          <a:xfrm>
            <a:off x="5949601" y="2464891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69526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9D18D52-DCD6-F5F6-3CE5-5F92FB368F23}"/>
              </a:ext>
            </a:extLst>
          </p:cNvPr>
          <p:cNvGrpSpPr/>
          <p:nvPr/>
        </p:nvGrpSpPr>
        <p:grpSpPr>
          <a:xfrm>
            <a:off x="5334791" y="6477000"/>
            <a:ext cx="313852" cy="727870"/>
            <a:chOff x="5334791" y="6477000"/>
            <a:chExt cx="313852" cy="727870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E9B8A58E-A903-8F08-49C4-B60DAFD890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4791" y="7124700"/>
              <a:ext cx="156372" cy="801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6427159-8FD9-DB44-3F9E-19ED775F7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097" y="6557962"/>
              <a:ext cx="0" cy="56594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068ECEB-969F-C036-AD1D-75F941B52F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2271" y="6477000"/>
              <a:ext cx="156372" cy="801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220A88-F408-E8E6-9FD7-DB77281B70FA}"/>
              </a:ext>
            </a:extLst>
          </p:cNvPr>
          <p:cNvGrpSpPr/>
          <p:nvPr/>
        </p:nvGrpSpPr>
        <p:grpSpPr>
          <a:xfrm>
            <a:off x="5601810" y="3350419"/>
            <a:ext cx="1603216" cy="3140867"/>
            <a:chOff x="5601810" y="3350419"/>
            <a:chExt cx="1603216" cy="3140867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9235229D-6A82-729B-E6CD-B80BE9115998}"/>
                </a:ext>
              </a:extLst>
            </p:cNvPr>
            <p:cNvCxnSpPr>
              <a:cxnSpLocks/>
            </p:cNvCxnSpPr>
            <p:nvPr/>
          </p:nvCxnSpPr>
          <p:spPr>
            <a:xfrm>
              <a:off x="5650070" y="6119812"/>
              <a:ext cx="0" cy="3714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6BC4F6A-6B71-D2D2-B6AD-F159EF3AF6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50070" y="6053138"/>
              <a:ext cx="162561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BE9FF9D-2B04-6F1D-C1C3-F88B7A7EB5DA}"/>
                </a:ext>
              </a:extLst>
            </p:cNvPr>
            <p:cNvCxnSpPr>
              <a:cxnSpLocks/>
            </p:cNvCxnSpPr>
            <p:nvPr/>
          </p:nvCxnSpPr>
          <p:spPr>
            <a:xfrm>
              <a:off x="5807233" y="5330825"/>
              <a:ext cx="0" cy="7223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15F62D2-92C7-20E6-AD62-DDD11DF2A6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3900" y="4905375"/>
              <a:ext cx="1085056" cy="4381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064CABB-071A-D94C-40E9-580497EC16C5}"/>
                </a:ext>
              </a:extLst>
            </p:cNvPr>
            <p:cNvCxnSpPr>
              <a:cxnSpLocks/>
            </p:cNvCxnSpPr>
            <p:nvPr/>
          </p:nvCxnSpPr>
          <p:spPr>
            <a:xfrm>
              <a:off x="6893082" y="4767263"/>
              <a:ext cx="0" cy="1357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E9EE7CD-7E0E-B75C-28EC-334A4C2832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5463" y="4672012"/>
              <a:ext cx="295912" cy="109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8775410-1782-6985-3D00-12934B85EA26}"/>
                </a:ext>
              </a:extLst>
            </p:cNvPr>
            <p:cNvCxnSpPr>
              <a:cxnSpLocks/>
            </p:cNvCxnSpPr>
            <p:nvPr/>
          </p:nvCxnSpPr>
          <p:spPr>
            <a:xfrm>
              <a:off x="7053263" y="4605338"/>
              <a:ext cx="151763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C560B72-BFDF-647B-8047-03EBA6E425A9}"/>
                </a:ext>
              </a:extLst>
            </p:cNvPr>
            <p:cNvCxnSpPr>
              <a:cxnSpLocks/>
            </p:cNvCxnSpPr>
            <p:nvPr/>
          </p:nvCxnSpPr>
          <p:spPr>
            <a:xfrm>
              <a:off x="7052625" y="4110038"/>
              <a:ext cx="0" cy="492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761B493-F4D7-CEA5-CCBB-39911D7EAE8C}"/>
                </a:ext>
              </a:extLst>
            </p:cNvPr>
            <p:cNvCxnSpPr>
              <a:cxnSpLocks/>
            </p:cNvCxnSpPr>
            <p:nvPr/>
          </p:nvCxnSpPr>
          <p:spPr>
            <a:xfrm>
              <a:off x="6903244" y="4055269"/>
              <a:ext cx="151763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DFD246C-9CD6-2ECA-A24F-F988F11F4955}"/>
                </a:ext>
              </a:extLst>
            </p:cNvPr>
            <p:cNvCxnSpPr>
              <a:cxnSpLocks/>
            </p:cNvCxnSpPr>
            <p:nvPr/>
          </p:nvCxnSpPr>
          <p:spPr>
            <a:xfrm>
              <a:off x="6902606" y="3350419"/>
              <a:ext cx="0" cy="7143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CA79C51-B707-951A-4C86-D83582E575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01810" y="6480016"/>
              <a:ext cx="90330" cy="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473A8C-F204-DAE8-BB53-D21A321F66BF}"/>
              </a:ext>
            </a:extLst>
          </p:cNvPr>
          <p:cNvGrpSpPr/>
          <p:nvPr/>
        </p:nvGrpSpPr>
        <p:grpSpPr>
          <a:xfrm>
            <a:off x="3012281" y="2669382"/>
            <a:ext cx="2833688" cy="3142456"/>
            <a:chOff x="3012281" y="2669382"/>
            <a:chExt cx="2833688" cy="314245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9CE231-2AE6-F391-C018-4015CDD4A1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2631" y="4841875"/>
              <a:ext cx="0" cy="3675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2B5B9CB-E701-5E22-5A71-5B8EE6CA2D8B}"/>
                </a:ext>
              </a:extLst>
            </p:cNvPr>
            <p:cNvCxnSpPr>
              <a:cxnSpLocks/>
            </p:cNvCxnSpPr>
            <p:nvPr/>
          </p:nvCxnSpPr>
          <p:spPr>
            <a:xfrm>
              <a:off x="5657850" y="4775200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31ADFE6-3BA5-2A8B-3D6E-5E47F923EE87}"/>
                </a:ext>
              </a:extLst>
            </p:cNvPr>
            <p:cNvCxnSpPr>
              <a:cxnSpLocks/>
            </p:cNvCxnSpPr>
            <p:nvPr/>
          </p:nvCxnSpPr>
          <p:spPr>
            <a:xfrm>
              <a:off x="5765800" y="5811838"/>
              <a:ext cx="80169" cy="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4918E1C-904A-67D6-119E-AC6EA6794D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9875" y="4765675"/>
              <a:ext cx="307181" cy="1460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FB2038F-FBEF-DAAE-1228-DBDF139D02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9081" y="4905375"/>
              <a:ext cx="0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630331F-672F-DC26-CF77-B035F93383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3625" y="5137150"/>
              <a:ext cx="475456" cy="190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7E11549-EE0F-AE74-2B62-4B501D16B7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5212" y="5336381"/>
              <a:ext cx="0" cy="3381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3169FF-FFDC-500C-3A53-425985D3DE2E}"/>
                </a:ext>
              </a:extLst>
            </p:cNvPr>
            <p:cNvCxnSpPr>
              <a:cxnSpLocks/>
            </p:cNvCxnSpPr>
            <p:nvPr/>
          </p:nvCxnSpPr>
          <p:spPr>
            <a:xfrm>
              <a:off x="4876800" y="5682455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E0D7417-68CF-5823-6D8B-19C7A23F4F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5731" y="5500688"/>
              <a:ext cx="473869" cy="1952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617F21F-08F5-8D1D-9C3B-CAF13401FC9C}"/>
                </a:ext>
              </a:extLst>
            </p:cNvPr>
            <p:cNvCxnSpPr>
              <a:cxnSpLocks/>
            </p:cNvCxnSpPr>
            <p:nvPr/>
          </p:nvCxnSpPr>
          <p:spPr>
            <a:xfrm>
              <a:off x="4421981" y="5505450"/>
              <a:ext cx="412750" cy="1658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B225283-B476-C926-C502-A037838A5C49}"/>
                </a:ext>
              </a:extLst>
            </p:cNvPr>
            <p:cNvCxnSpPr>
              <a:cxnSpLocks/>
            </p:cNvCxnSpPr>
            <p:nvPr/>
          </p:nvCxnSpPr>
          <p:spPr>
            <a:xfrm>
              <a:off x="3340100" y="5695950"/>
              <a:ext cx="148431" cy="738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77E5DA9-6E9E-7905-E30C-A8D63925DC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6606" y="5095875"/>
              <a:ext cx="0" cy="5937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36B35FB-117C-A170-9F47-AF001D20454F}"/>
                </a:ext>
              </a:extLst>
            </p:cNvPr>
            <p:cNvCxnSpPr>
              <a:cxnSpLocks/>
            </p:cNvCxnSpPr>
            <p:nvPr/>
          </p:nvCxnSpPr>
          <p:spPr>
            <a:xfrm>
              <a:off x="3168650" y="5010150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CC8132B-0467-4F44-B680-FCCB26ECC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4206" y="4421981"/>
              <a:ext cx="0" cy="5881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973C949-7F2E-55FF-8B9B-CC07834CF1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3412" y="4293394"/>
              <a:ext cx="307976" cy="1381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DE7CD6E-E58B-AB10-F170-70F4DD00C0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6150" y="4062413"/>
              <a:ext cx="0" cy="2285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40A53E4-3AF4-B4C5-712B-ED1F2E266014}"/>
                </a:ext>
              </a:extLst>
            </p:cNvPr>
            <p:cNvCxnSpPr>
              <a:cxnSpLocks/>
            </p:cNvCxnSpPr>
            <p:nvPr/>
          </p:nvCxnSpPr>
          <p:spPr>
            <a:xfrm>
              <a:off x="3328193" y="3998119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FB312A1-C07D-DA59-6E70-1B01718A3B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3750" y="3526631"/>
              <a:ext cx="0" cy="4762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678BF21-04F0-65F3-523A-7ACC23B99FF1}"/>
                </a:ext>
              </a:extLst>
            </p:cNvPr>
            <p:cNvCxnSpPr>
              <a:cxnSpLocks/>
            </p:cNvCxnSpPr>
            <p:nvPr/>
          </p:nvCxnSpPr>
          <p:spPr>
            <a:xfrm>
              <a:off x="3012281" y="3395663"/>
              <a:ext cx="324643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3498D8D-2404-089E-F132-B0532A25E2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5337" y="3445669"/>
              <a:ext cx="148432" cy="785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B3CA41A-44F5-3F64-1584-E97CB9F97782}"/>
                </a:ext>
              </a:extLst>
            </p:cNvPr>
            <p:cNvCxnSpPr>
              <a:cxnSpLocks/>
            </p:cNvCxnSpPr>
            <p:nvPr/>
          </p:nvCxnSpPr>
          <p:spPr>
            <a:xfrm>
              <a:off x="3471862" y="3445670"/>
              <a:ext cx="169069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6250DD8-4902-47F1-2041-D12B15286D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7756" y="3336131"/>
              <a:ext cx="465138" cy="1881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6780DE0-A66A-20CF-36A2-14EA50EDC204}"/>
                </a:ext>
              </a:extLst>
            </p:cNvPr>
            <p:cNvCxnSpPr>
              <a:cxnSpLocks/>
            </p:cNvCxnSpPr>
            <p:nvPr/>
          </p:nvCxnSpPr>
          <p:spPr>
            <a:xfrm>
              <a:off x="3936206" y="3267077"/>
              <a:ext cx="169069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A9C8661-647A-9611-33DE-DB8790D9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8113" y="3150394"/>
              <a:ext cx="0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5F0BA84-4D90-6F3D-DD31-33AD2A2500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2556" y="2788444"/>
              <a:ext cx="929482" cy="37147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E714107-4077-152B-BDCB-B546927291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2038" y="2669382"/>
              <a:ext cx="0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72370C26-67D2-E119-19F6-851D6A174DB0}"/>
                </a:ext>
              </a:extLst>
            </p:cNvPr>
            <p:cNvCxnSpPr>
              <a:cxnSpLocks/>
            </p:cNvCxnSpPr>
            <p:nvPr/>
          </p:nvCxnSpPr>
          <p:spPr>
            <a:xfrm>
              <a:off x="3790950" y="5618161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1EA636E-C9C8-80D6-F878-AFF4D79A21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3769" y="5619750"/>
              <a:ext cx="311943" cy="1428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CA7F7CC9-D3C2-3B99-8406-3CA64D201D20}"/>
              </a:ext>
            </a:extLst>
          </p:cNvPr>
          <p:cNvSpPr txBox="1"/>
          <p:nvPr/>
        </p:nvSpPr>
        <p:spPr>
          <a:xfrm>
            <a:off x="4141686" y="637918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20.01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D06372B-C76C-B578-D4BF-4BCD441AE616}"/>
              </a:ext>
            </a:extLst>
          </p:cNvPr>
          <p:cNvGrpSpPr/>
          <p:nvPr/>
        </p:nvGrpSpPr>
        <p:grpSpPr>
          <a:xfrm>
            <a:off x="5644354" y="6054725"/>
            <a:ext cx="2175671" cy="738982"/>
            <a:chOff x="5644354" y="6054725"/>
            <a:chExt cx="2175671" cy="738982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E428A802-E5AD-BD65-5B22-31881BD544E2}"/>
                </a:ext>
              </a:extLst>
            </p:cNvPr>
            <p:cNvCxnSpPr>
              <a:cxnSpLocks/>
            </p:cNvCxnSpPr>
            <p:nvPr/>
          </p:nvCxnSpPr>
          <p:spPr>
            <a:xfrm>
              <a:off x="5644354" y="6592889"/>
              <a:ext cx="480221" cy="19129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DE5E095A-8181-9205-1423-C4BFFA835512}"/>
                </a:ext>
              </a:extLst>
            </p:cNvPr>
            <p:cNvCxnSpPr>
              <a:cxnSpLocks/>
            </p:cNvCxnSpPr>
            <p:nvPr/>
          </p:nvCxnSpPr>
          <p:spPr>
            <a:xfrm>
              <a:off x="6122986" y="6310313"/>
              <a:ext cx="0" cy="4833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9434867-16CC-B0A7-7CB5-92C4270224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2985" y="6229350"/>
              <a:ext cx="144465" cy="730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109CEBEE-D0A2-97D7-F141-523082EBE0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7650" y="6175375"/>
              <a:ext cx="469900" cy="1873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345E8969-B13B-FACD-FCE2-FE171DCD1615}"/>
                </a:ext>
              </a:extLst>
            </p:cNvPr>
            <p:cNvCxnSpPr>
              <a:cxnSpLocks/>
            </p:cNvCxnSpPr>
            <p:nvPr/>
          </p:nvCxnSpPr>
          <p:spPr>
            <a:xfrm>
              <a:off x="7206455" y="6226175"/>
              <a:ext cx="0" cy="2413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A1D5FE6-CB19-643E-424E-70193378A99D}"/>
                </a:ext>
              </a:extLst>
            </p:cNvPr>
            <p:cNvCxnSpPr>
              <a:cxnSpLocks/>
            </p:cNvCxnSpPr>
            <p:nvPr/>
          </p:nvCxnSpPr>
          <p:spPr>
            <a:xfrm>
              <a:off x="7194548" y="6464301"/>
              <a:ext cx="168277" cy="746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28804F27-EED3-E7F0-9075-122E00522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8379" y="6360319"/>
              <a:ext cx="451646" cy="1754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4FC82156-992F-5672-9343-F0D6EA6B70C6}"/>
                </a:ext>
              </a:extLst>
            </p:cNvPr>
            <p:cNvCxnSpPr>
              <a:cxnSpLocks/>
            </p:cNvCxnSpPr>
            <p:nvPr/>
          </p:nvCxnSpPr>
          <p:spPr>
            <a:xfrm>
              <a:off x="6275385" y="6226175"/>
              <a:ext cx="315915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5F94ADF1-3330-ED0F-BF2F-A81A1BE054CD}"/>
                </a:ext>
              </a:extLst>
            </p:cNvPr>
            <p:cNvCxnSpPr>
              <a:cxnSpLocks/>
            </p:cNvCxnSpPr>
            <p:nvPr/>
          </p:nvCxnSpPr>
          <p:spPr>
            <a:xfrm>
              <a:off x="7054055" y="6054725"/>
              <a:ext cx="0" cy="1143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0A947BCB-3E80-7E74-045F-95FFA5067406}"/>
                </a:ext>
              </a:extLst>
            </p:cNvPr>
            <p:cNvCxnSpPr>
              <a:cxnSpLocks/>
            </p:cNvCxnSpPr>
            <p:nvPr/>
          </p:nvCxnSpPr>
          <p:spPr>
            <a:xfrm>
              <a:off x="7061198" y="6172201"/>
              <a:ext cx="149227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3371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9D18D52-DCD6-F5F6-3CE5-5F92FB368F23}"/>
              </a:ext>
            </a:extLst>
          </p:cNvPr>
          <p:cNvGrpSpPr/>
          <p:nvPr/>
        </p:nvGrpSpPr>
        <p:grpSpPr>
          <a:xfrm>
            <a:off x="5334791" y="6477000"/>
            <a:ext cx="313852" cy="727870"/>
            <a:chOff x="5334791" y="6477000"/>
            <a:chExt cx="313852" cy="727870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E9B8A58E-A903-8F08-49C4-B60DAFD890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4791" y="7124700"/>
              <a:ext cx="156372" cy="801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6427159-8FD9-DB44-3F9E-19ED775F7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097" y="6557962"/>
              <a:ext cx="0" cy="56594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068ECEB-969F-C036-AD1D-75F941B52F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2271" y="6477000"/>
              <a:ext cx="156372" cy="801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220A88-F408-E8E6-9FD7-DB77281B70FA}"/>
              </a:ext>
            </a:extLst>
          </p:cNvPr>
          <p:cNvGrpSpPr/>
          <p:nvPr/>
        </p:nvGrpSpPr>
        <p:grpSpPr>
          <a:xfrm>
            <a:off x="5601810" y="3350419"/>
            <a:ext cx="1603216" cy="3140867"/>
            <a:chOff x="5601810" y="3350419"/>
            <a:chExt cx="1603216" cy="3140867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9235229D-6A82-729B-E6CD-B80BE9115998}"/>
                </a:ext>
              </a:extLst>
            </p:cNvPr>
            <p:cNvCxnSpPr>
              <a:cxnSpLocks/>
            </p:cNvCxnSpPr>
            <p:nvPr/>
          </p:nvCxnSpPr>
          <p:spPr>
            <a:xfrm>
              <a:off x="5650070" y="6119812"/>
              <a:ext cx="0" cy="3714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6BC4F6A-6B71-D2D2-B6AD-F159EF3AF6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50070" y="6053138"/>
              <a:ext cx="162561" cy="73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BE9FF9D-2B04-6F1D-C1C3-F88B7A7EB5DA}"/>
                </a:ext>
              </a:extLst>
            </p:cNvPr>
            <p:cNvCxnSpPr>
              <a:cxnSpLocks/>
            </p:cNvCxnSpPr>
            <p:nvPr/>
          </p:nvCxnSpPr>
          <p:spPr>
            <a:xfrm>
              <a:off x="5807233" y="5330825"/>
              <a:ext cx="0" cy="7223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15F62D2-92C7-20E6-AD62-DDD11DF2A6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3900" y="4905375"/>
              <a:ext cx="1085056" cy="4381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064CABB-071A-D94C-40E9-580497EC16C5}"/>
                </a:ext>
              </a:extLst>
            </p:cNvPr>
            <p:cNvCxnSpPr>
              <a:cxnSpLocks/>
            </p:cNvCxnSpPr>
            <p:nvPr/>
          </p:nvCxnSpPr>
          <p:spPr>
            <a:xfrm>
              <a:off x="6893082" y="4767263"/>
              <a:ext cx="0" cy="1357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E9EE7CD-7E0E-B75C-28EC-334A4C2832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5463" y="4672012"/>
              <a:ext cx="295912" cy="109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8775410-1782-6985-3D00-12934B85EA26}"/>
                </a:ext>
              </a:extLst>
            </p:cNvPr>
            <p:cNvCxnSpPr>
              <a:cxnSpLocks/>
            </p:cNvCxnSpPr>
            <p:nvPr/>
          </p:nvCxnSpPr>
          <p:spPr>
            <a:xfrm>
              <a:off x="7053263" y="4605338"/>
              <a:ext cx="151763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C560B72-BFDF-647B-8047-03EBA6E425A9}"/>
                </a:ext>
              </a:extLst>
            </p:cNvPr>
            <p:cNvCxnSpPr>
              <a:cxnSpLocks/>
            </p:cNvCxnSpPr>
            <p:nvPr/>
          </p:nvCxnSpPr>
          <p:spPr>
            <a:xfrm>
              <a:off x="7052625" y="4110038"/>
              <a:ext cx="0" cy="4929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761B493-F4D7-CEA5-CCBB-39911D7EAE8C}"/>
                </a:ext>
              </a:extLst>
            </p:cNvPr>
            <p:cNvCxnSpPr>
              <a:cxnSpLocks/>
            </p:cNvCxnSpPr>
            <p:nvPr/>
          </p:nvCxnSpPr>
          <p:spPr>
            <a:xfrm>
              <a:off x="6903244" y="4055269"/>
              <a:ext cx="151763" cy="642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DFD246C-9CD6-2ECA-A24F-F988F11F4955}"/>
                </a:ext>
              </a:extLst>
            </p:cNvPr>
            <p:cNvCxnSpPr>
              <a:cxnSpLocks/>
            </p:cNvCxnSpPr>
            <p:nvPr/>
          </p:nvCxnSpPr>
          <p:spPr>
            <a:xfrm>
              <a:off x="6902606" y="3350419"/>
              <a:ext cx="0" cy="7143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CA79C51-B707-951A-4C86-D83582E575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01810" y="6480016"/>
              <a:ext cx="90330" cy="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473A8C-F204-DAE8-BB53-D21A321F66BF}"/>
              </a:ext>
            </a:extLst>
          </p:cNvPr>
          <p:cNvGrpSpPr/>
          <p:nvPr/>
        </p:nvGrpSpPr>
        <p:grpSpPr>
          <a:xfrm>
            <a:off x="3012281" y="2669382"/>
            <a:ext cx="2833688" cy="3142456"/>
            <a:chOff x="3012281" y="2669382"/>
            <a:chExt cx="2833688" cy="314245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9CE231-2AE6-F391-C018-4015CDD4A1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2631" y="4841875"/>
              <a:ext cx="0" cy="3675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2B5B9CB-E701-5E22-5A71-5B8EE6CA2D8B}"/>
                </a:ext>
              </a:extLst>
            </p:cNvPr>
            <p:cNvCxnSpPr>
              <a:cxnSpLocks/>
            </p:cNvCxnSpPr>
            <p:nvPr/>
          </p:nvCxnSpPr>
          <p:spPr>
            <a:xfrm>
              <a:off x="5657850" y="4775200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31ADFE6-3BA5-2A8B-3D6E-5E47F923EE87}"/>
                </a:ext>
              </a:extLst>
            </p:cNvPr>
            <p:cNvCxnSpPr>
              <a:cxnSpLocks/>
            </p:cNvCxnSpPr>
            <p:nvPr/>
          </p:nvCxnSpPr>
          <p:spPr>
            <a:xfrm>
              <a:off x="5765800" y="5811838"/>
              <a:ext cx="80169" cy="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4918E1C-904A-67D6-119E-AC6EA6794D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9875" y="4765675"/>
              <a:ext cx="307181" cy="1460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FB2038F-FBEF-DAAE-1228-DBDF139D02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9081" y="4905375"/>
              <a:ext cx="0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630331F-672F-DC26-CF77-B035F93383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3625" y="5137150"/>
              <a:ext cx="475456" cy="190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7E11549-EE0F-AE74-2B62-4B501D16B7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5212" y="5336381"/>
              <a:ext cx="0" cy="3381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3169FF-FFDC-500C-3A53-425985D3DE2E}"/>
                </a:ext>
              </a:extLst>
            </p:cNvPr>
            <p:cNvCxnSpPr>
              <a:cxnSpLocks/>
            </p:cNvCxnSpPr>
            <p:nvPr/>
          </p:nvCxnSpPr>
          <p:spPr>
            <a:xfrm>
              <a:off x="4876800" y="5682455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E0D7417-68CF-5823-6D8B-19C7A23F4F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5731" y="5500688"/>
              <a:ext cx="473869" cy="1952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617F21F-08F5-8D1D-9C3B-CAF13401FC9C}"/>
                </a:ext>
              </a:extLst>
            </p:cNvPr>
            <p:cNvCxnSpPr>
              <a:cxnSpLocks/>
            </p:cNvCxnSpPr>
            <p:nvPr/>
          </p:nvCxnSpPr>
          <p:spPr>
            <a:xfrm>
              <a:off x="4421981" y="5505450"/>
              <a:ext cx="412750" cy="1658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B225283-B476-C926-C502-A037838A5C49}"/>
                </a:ext>
              </a:extLst>
            </p:cNvPr>
            <p:cNvCxnSpPr>
              <a:cxnSpLocks/>
            </p:cNvCxnSpPr>
            <p:nvPr/>
          </p:nvCxnSpPr>
          <p:spPr>
            <a:xfrm>
              <a:off x="3340100" y="5695950"/>
              <a:ext cx="148431" cy="738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77E5DA9-6E9E-7905-E30C-A8D63925DC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6606" y="5095875"/>
              <a:ext cx="0" cy="5937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36B35FB-117C-A170-9F47-AF001D20454F}"/>
                </a:ext>
              </a:extLst>
            </p:cNvPr>
            <p:cNvCxnSpPr>
              <a:cxnSpLocks/>
            </p:cNvCxnSpPr>
            <p:nvPr/>
          </p:nvCxnSpPr>
          <p:spPr>
            <a:xfrm>
              <a:off x="3168650" y="5010150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CC8132B-0467-4F44-B680-FCCB26ECC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4206" y="4421981"/>
              <a:ext cx="0" cy="5881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973C949-7F2E-55FF-8B9B-CC07834CF1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3412" y="4293394"/>
              <a:ext cx="307976" cy="1381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DE7CD6E-E58B-AB10-F170-70F4DD00C0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6150" y="4062413"/>
              <a:ext cx="0" cy="2285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40A53E4-3AF4-B4C5-712B-ED1F2E266014}"/>
                </a:ext>
              </a:extLst>
            </p:cNvPr>
            <p:cNvCxnSpPr>
              <a:cxnSpLocks/>
            </p:cNvCxnSpPr>
            <p:nvPr/>
          </p:nvCxnSpPr>
          <p:spPr>
            <a:xfrm>
              <a:off x="3328193" y="3998119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FB312A1-C07D-DA59-6E70-1B01718A3B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3750" y="3526631"/>
              <a:ext cx="0" cy="4762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678BF21-04F0-65F3-523A-7ACC23B99FF1}"/>
                </a:ext>
              </a:extLst>
            </p:cNvPr>
            <p:cNvCxnSpPr>
              <a:cxnSpLocks/>
            </p:cNvCxnSpPr>
            <p:nvPr/>
          </p:nvCxnSpPr>
          <p:spPr>
            <a:xfrm>
              <a:off x="3012281" y="3395663"/>
              <a:ext cx="324643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3498D8D-2404-089E-F132-B0532A25E2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5337" y="3445669"/>
              <a:ext cx="148432" cy="785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B3CA41A-44F5-3F64-1584-E97CB9F97782}"/>
                </a:ext>
              </a:extLst>
            </p:cNvPr>
            <p:cNvCxnSpPr>
              <a:cxnSpLocks/>
            </p:cNvCxnSpPr>
            <p:nvPr/>
          </p:nvCxnSpPr>
          <p:spPr>
            <a:xfrm>
              <a:off x="3471862" y="3445670"/>
              <a:ext cx="169069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6250DD8-4902-47F1-2041-D12B15286D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7756" y="3336131"/>
              <a:ext cx="465138" cy="1881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6780DE0-A66A-20CF-36A2-14EA50EDC204}"/>
                </a:ext>
              </a:extLst>
            </p:cNvPr>
            <p:cNvCxnSpPr>
              <a:cxnSpLocks/>
            </p:cNvCxnSpPr>
            <p:nvPr/>
          </p:nvCxnSpPr>
          <p:spPr>
            <a:xfrm>
              <a:off x="3936206" y="3267077"/>
              <a:ext cx="169069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A9C8661-647A-9611-33DE-DB8790D94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8113" y="3150394"/>
              <a:ext cx="0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5F0BA84-4D90-6F3D-DD31-33AD2A2500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2556" y="2788444"/>
              <a:ext cx="929482" cy="37147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E714107-4077-152B-BDCB-B546927291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2038" y="2669382"/>
              <a:ext cx="0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72370C26-67D2-E119-19F6-851D6A174DB0}"/>
                </a:ext>
              </a:extLst>
            </p:cNvPr>
            <p:cNvCxnSpPr>
              <a:cxnSpLocks/>
            </p:cNvCxnSpPr>
            <p:nvPr/>
          </p:nvCxnSpPr>
          <p:spPr>
            <a:xfrm>
              <a:off x="3790950" y="5618161"/>
              <a:ext cx="156369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1EA636E-C9C8-80D6-F878-AFF4D79A21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3769" y="5619750"/>
              <a:ext cx="311943" cy="1428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CA7F7CC9-D3C2-3B99-8406-3CA64D201D20}"/>
              </a:ext>
            </a:extLst>
          </p:cNvPr>
          <p:cNvSpPr txBox="1"/>
          <p:nvPr/>
        </p:nvSpPr>
        <p:spPr>
          <a:xfrm>
            <a:off x="4141686" y="637918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20.02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D06372B-C76C-B578-D4BF-4BCD441AE616}"/>
              </a:ext>
            </a:extLst>
          </p:cNvPr>
          <p:cNvGrpSpPr/>
          <p:nvPr/>
        </p:nvGrpSpPr>
        <p:grpSpPr>
          <a:xfrm>
            <a:off x="5649116" y="6064250"/>
            <a:ext cx="2170909" cy="784225"/>
            <a:chOff x="5649116" y="6064250"/>
            <a:chExt cx="2170909" cy="784225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E428A802-E5AD-BD65-5B22-31881BD544E2}"/>
                </a:ext>
              </a:extLst>
            </p:cNvPr>
            <p:cNvCxnSpPr>
              <a:cxnSpLocks/>
            </p:cNvCxnSpPr>
            <p:nvPr/>
          </p:nvCxnSpPr>
          <p:spPr>
            <a:xfrm>
              <a:off x="5649116" y="6600032"/>
              <a:ext cx="625478" cy="24844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DE5E095A-8181-9205-1423-C4BFFA8355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3005" y="6653213"/>
              <a:ext cx="470695" cy="1905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9434867-16CC-B0A7-7CB5-92C427022443}"/>
                </a:ext>
              </a:extLst>
            </p:cNvPr>
            <p:cNvCxnSpPr>
              <a:cxnSpLocks/>
            </p:cNvCxnSpPr>
            <p:nvPr/>
          </p:nvCxnSpPr>
          <p:spPr>
            <a:xfrm>
              <a:off x="6279356" y="6243638"/>
              <a:ext cx="292894" cy="1127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109CEBEE-D0A2-97D7-F141-523082EBE005}"/>
                </a:ext>
              </a:extLst>
            </p:cNvPr>
            <p:cNvCxnSpPr>
              <a:cxnSpLocks/>
            </p:cNvCxnSpPr>
            <p:nvPr/>
          </p:nvCxnSpPr>
          <p:spPr>
            <a:xfrm>
              <a:off x="6737348" y="6650038"/>
              <a:ext cx="161133" cy="746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345E8969-B13B-FACD-FCE2-FE171DCD1615}"/>
                </a:ext>
              </a:extLst>
            </p:cNvPr>
            <p:cNvCxnSpPr>
              <a:cxnSpLocks/>
            </p:cNvCxnSpPr>
            <p:nvPr/>
          </p:nvCxnSpPr>
          <p:spPr>
            <a:xfrm>
              <a:off x="7206455" y="6362700"/>
              <a:ext cx="0" cy="1047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A1D5FE6-CB19-643E-424E-70193378A99D}"/>
                </a:ext>
              </a:extLst>
            </p:cNvPr>
            <p:cNvCxnSpPr>
              <a:cxnSpLocks/>
            </p:cNvCxnSpPr>
            <p:nvPr/>
          </p:nvCxnSpPr>
          <p:spPr>
            <a:xfrm>
              <a:off x="7194548" y="6464301"/>
              <a:ext cx="168277" cy="746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28804F27-EED3-E7F0-9075-122E00522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10388" y="6360319"/>
              <a:ext cx="909637" cy="3643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B64780A-E570-0E3A-5782-CAC6EA39DD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8125" y="6172200"/>
              <a:ext cx="463550" cy="1809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35B552A-2688-96EB-60A1-66B3F9CA2B21}"/>
                </a:ext>
              </a:extLst>
            </p:cNvPr>
            <p:cNvCxnSpPr>
              <a:cxnSpLocks/>
            </p:cNvCxnSpPr>
            <p:nvPr/>
          </p:nvCxnSpPr>
          <p:spPr>
            <a:xfrm>
              <a:off x="7048498" y="6283326"/>
              <a:ext cx="168277" cy="746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BD360F1-F4E7-6553-411A-FF9F2A2629BD}"/>
                </a:ext>
              </a:extLst>
            </p:cNvPr>
            <p:cNvCxnSpPr>
              <a:cxnSpLocks/>
            </p:cNvCxnSpPr>
            <p:nvPr/>
          </p:nvCxnSpPr>
          <p:spPr>
            <a:xfrm>
              <a:off x="7054055" y="6064250"/>
              <a:ext cx="0" cy="2190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6258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454664</TotalTime>
  <Words>54</Words>
  <Application>Microsoft Office PowerPoint</Application>
  <PresentationFormat>Custom</PresentationFormat>
  <Paragraphs>53</Paragraphs>
  <Slides>6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Jiang, Ruoli</cp:lastModifiedBy>
  <cp:revision>1787</cp:revision>
  <cp:lastPrinted>2021-06-19T15:20:22Z</cp:lastPrinted>
  <dcterms:created xsi:type="dcterms:W3CDTF">2021-03-25T22:26:05Z</dcterms:created>
  <dcterms:modified xsi:type="dcterms:W3CDTF">2025-06-14T07:45:23Z</dcterms:modified>
</cp:coreProperties>
</file>