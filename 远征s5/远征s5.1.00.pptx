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notesMasterIdLst>
    <p:notesMasterId r:id="rId6"/>
  </p:notesMasterIdLst>
  <p:sldIdLst>
    <p:sldId id="262" r:id="rId2"/>
    <p:sldId id="257" r:id="rId3"/>
    <p:sldId id="261" r:id="rId4"/>
    <p:sldId id="263" r:id="rId5"/>
  </p:sldIdLst>
  <p:sldSz cx="12947650" cy="14630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C0C0"/>
    <a:srgbClr val="000000"/>
    <a:srgbClr val="FF99CC"/>
    <a:srgbClr val="666699"/>
    <a:srgbClr val="99FFC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18" autoAdjust="0"/>
    <p:restoredTop sz="90102" autoAdjust="0"/>
  </p:normalViewPr>
  <p:slideViewPr>
    <p:cSldViewPr snapToGrid="0">
      <p:cViewPr>
        <p:scale>
          <a:sx n="75" d="100"/>
          <a:sy n="75" d="100"/>
        </p:scale>
        <p:origin x="104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646032-165F-4113-8ACD-0D0C937A1FE5}" type="datetimeFigureOut">
              <a:rPr lang="en-US" smtClean="0"/>
              <a:t>9/19/2021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63750" y="1143000"/>
            <a:ext cx="2730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6BC739-174B-4662-B691-F353BB10E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561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4814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039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98087-4AF4-4B4E-8EEF-B55987B257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8456" y="2394374"/>
            <a:ext cx="9710738" cy="5093547"/>
          </a:xfrm>
        </p:spPr>
        <p:txBody>
          <a:bodyPr anchor="b"/>
          <a:lstStyle>
            <a:lvl1pPr algn="ctr">
              <a:defRPr sz="637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690943-9C8F-44C5-8561-7A7E11B9B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8456" y="7684348"/>
            <a:ext cx="9710738" cy="3532292"/>
          </a:xfrm>
        </p:spPr>
        <p:txBody>
          <a:bodyPr/>
          <a:lstStyle>
            <a:lvl1pPr marL="0" indent="0" algn="ctr">
              <a:buNone/>
              <a:defRPr sz="2549"/>
            </a:lvl1pPr>
            <a:lvl2pPr marL="485546" indent="0" algn="ctr">
              <a:buNone/>
              <a:defRPr sz="2124"/>
            </a:lvl2pPr>
            <a:lvl3pPr marL="971093" indent="0" algn="ctr">
              <a:buNone/>
              <a:defRPr sz="1912"/>
            </a:lvl3pPr>
            <a:lvl4pPr marL="1456639" indent="0" algn="ctr">
              <a:buNone/>
              <a:defRPr sz="1699"/>
            </a:lvl4pPr>
            <a:lvl5pPr marL="1942186" indent="0" algn="ctr">
              <a:buNone/>
              <a:defRPr sz="1699"/>
            </a:lvl5pPr>
            <a:lvl6pPr marL="2427732" indent="0" algn="ctr">
              <a:buNone/>
              <a:defRPr sz="1699"/>
            </a:lvl6pPr>
            <a:lvl7pPr marL="2913278" indent="0" algn="ctr">
              <a:buNone/>
              <a:defRPr sz="1699"/>
            </a:lvl7pPr>
            <a:lvl8pPr marL="3398825" indent="0" algn="ctr">
              <a:buNone/>
              <a:defRPr sz="1699"/>
            </a:lvl8pPr>
            <a:lvl9pPr marL="3884371" indent="0" algn="ctr">
              <a:buNone/>
              <a:defRPr sz="169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596BB-343E-4E43-AD66-5F95164C0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9/19/2021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FBCE4-F572-44DC-844E-B1B6C96E1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221D9-7173-439F-A513-2E13DC8AC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148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59866-A3E6-4800-89EE-C9D1A48E8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FADE1-8FE9-4398-969D-29CE42A5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82525-51E3-4634-9966-A7C8DC5E6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9/19/2021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06906-138C-496C-B891-01EE1F874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C3FE9-4F6E-4C74-B61C-2F7D2FEB2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940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BD5B8-1AB6-44FE-AC7D-6FECFCEDC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407" y="3647442"/>
            <a:ext cx="11167348" cy="6085839"/>
          </a:xfrm>
        </p:spPr>
        <p:txBody>
          <a:bodyPr anchor="b"/>
          <a:lstStyle>
            <a:lvl1pPr>
              <a:defRPr sz="637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F3EC27-100B-4881-86B6-42568D4CF7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3407" y="9790855"/>
            <a:ext cx="11167348" cy="3200399"/>
          </a:xfrm>
        </p:spPr>
        <p:txBody>
          <a:bodyPr/>
          <a:lstStyle>
            <a:lvl1pPr marL="0" indent="0">
              <a:buNone/>
              <a:defRPr sz="2549">
                <a:solidFill>
                  <a:schemeClr val="tx1">
                    <a:tint val="75000"/>
                  </a:schemeClr>
                </a:solidFill>
              </a:defRPr>
            </a:lvl1pPr>
            <a:lvl2pPr marL="485546" indent="0">
              <a:buNone/>
              <a:defRPr sz="2124">
                <a:solidFill>
                  <a:schemeClr val="tx1">
                    <a:tint val="75000"/>
                  </a:schemeClr>
                </a:solidFill>
              </a:defRPr>
            </a:lvl2pPr>
            <a:lvl3pPr marL="971093" indent="0">
              <a:buNone/>
              <a:defRPr sz="1912">
                <a:solidFill>
                  <a:schemeClr val="tx1">
                    <a:tint val="75000"/>
                  </a:schemeClr>
                </a:solidFill>
              </a:defRPr>
            </a:lvl3pPr>
            <a:lvl4pPr marL="1456639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4pPr>
            <a:lvl5pPr marL="1942186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5pPr>
            <a:lvl6pPr marL="2427732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6pPr>
            <a:lvl7pPr marL="2913278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7pPr>
            <a:lvl8pPr marL="3398825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8pPr>
            <a:lvl9pPr marL="3884371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44780-9046-49DD-9D62-80D526CC4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9/19/2021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78976-C347-4586-B841-3CD95153C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0B34B-E1C8-4C9D-9373-4B4C88881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365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D2D85-B5B8-4E55-A354-DB1D99BC3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0D55A-AF49-42B4-B654-4EF673C454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90151" y="3894667"/>
            <a:ext cx="5502751" cy="92828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583470-5C77-4422-B6BE-146AFE43BF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54748" y="3894667"/>
            <a:ext cx="5502751" cy="92828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C99315-247A-44F4-8693-85A2908BE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9/19/2021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B842A1-DFDC-4B85-9861-D712ABB8D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0C1B18-B82D-4F32-8DE8-70E5358B6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978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E288C-6F92-482B-9925-56C576383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837" y="778934"/>
            <a:ext cx="11167348" cy="282786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34961-3188-4587-BAE8-E86FC8A98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1838" y="3586481"/>
            <a:ext cx="5477462" cy="1757679"/>
          </a:xfrm>
        </p:spPr>
        <p:txBody>
          <a:bodyPr anchor="b"/>
          <a:lstStyle>
            <a:lvl1pPr marL="0" indent="0">
              <a:buNone/>
              <a:defRPr sz="2549" b="1"/>
            </a:lvl1pPr>
            <a:lvl2pPr marL="485546" indent="0">
              <a:buNone/>
              <a:defRPr sz="2124" b="1"/>
            </a:lvl2pPr>
            <a:lvl3pPr marL="971093" indent="0">
              <a:buNone/>
              <a:defRPr sz="1912" b="1"/>
            </a:lvl3pPr>
            <a:lvl4pPr marL="1456639" indent="0">
              <a:buNone/>
              <a:defRPr sz="1699" b="1"/>
            </a:lvl4pPr>
            <a:lvl5pPr marL="1942186" indent="0">
              <a:buNone/>
              <a:defRPr sz="1699" b="1"/>
            </a:lvl5pPr>
            <a:lvl6pPr marL="2427732" indent="0">
              <a:buNone/>
              <a:defRPr sz="1699" b="1"/>
            </a:lvl6pPr>
            <a:lvl7pPr marL="2913278" indent="0">
              <a:buNone/>
              <a:defRPr sz="1699" b="1"/>
            </a:lvl7pPr>
            <a:lvl8pPr marL="3398825" indent="0">
              <a:buNone/>
              <a:defRPr sz="1699" b="1"/>
            </a:lvl8pPr>
            <a:lvl9pPr marL="3884371" indent="0">
              <a:buNone/>
              <a:defRPr sz="16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D38504-E7A9-4640-BE6C-98680C2F37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1838" y="5344160"/>
            <a:ext cx="5477462" cy="78604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6147B8-4E2B-4F8B-ADDE-79B0A75337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54748" y="3586481"/>
            <a:ext cx="5504438" cy="1757679"/>
          </a:xfrm>
        </p:spPr>
        <p:txBody>
          <a:bodyPr anchor="b"/>
          <a:lstStyle>
            <a:lvl1pPr marL="0" indent="0">
              <a:buNone/>
              <a:defRPr sz="2549" b="1"/>
            </a:lvl1pPr>
            <a:lvl2pPr marL="485546" indent="0">
              <a:buNone/>
              <a:defRPr sz="2124" b="1"/>
            </a:lvl2pPr>
            <a:lvl3pPr marL="971093" indent="0">
              <a:buNone/>
              <a:defRPr sz="1912" b="1"/>
            </a:lvl3pPr>
            <a:lvl4pPr marL="1456639" indent="0">
              <a:buNone/>
              <a:defRPr sz="1699" b="1"/>
            </a:lvl4pPr>
            <a:lvl5pPr marL="1942186" indent="0">
              <a:buNone/>
              <a:defRPr sz="1699" b="1"/>
            </a:lvl5pPr>
            <a:lvl6pPr marL="2427732" indent="0">
              <a:buNone/>
              <a:defRPr sz="1699" b="1"/>
            </a:lvl6pPr>
            <a:lvl7pPr marL="2913278" indent="0">
              <a:buNone/>
              <a:defRPr sz="1699" b="1"/>
            </a:lvl7pPr>
            <a:lvl8pPr marL="3398825" indent="0">
              <a:buNone/>
              <a:defRPr sz="1699" b="1"/>
            </a:lvl8pPr>
            <a:lvl9pPr marL="3884371" indent="0">
              <a:buNone/>
              <a:defRPr sz="16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BCCD1C-4C7B-4417-8807-3384841EF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54748" y="5344160"/>
            <a:ext cx="5504438" cy="78604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B92E9F-0F23-4506-8558-54E2FB24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9/19/2021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4B29A4-6D86-43FD-B961-D6FC4D1B7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7F65DC-E68C-4963-B04E-2C594C6BF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820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9070B-EC5B-49B3-B12A-5FB56659D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78AEAA-757F-4616-98DD-767AA6408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9/19/2021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EABBE5-3E42-437F-B1B7-56571374E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A962FB-73B1-4FEE-A170-70B55707A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172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C04839-4D2C-4454-97B1-BA2059AA1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9/19/2021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F27F87-C696-492C-8949-FA7D0AF27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B0DFE-1F21-41F4-93D2-6750B51C4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383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77872-68BE-49B0-BFB4-4F60C5DA9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838" y="975360"/>
            <a:ext cx="4175954" cy="3413760"/>
          </a:xfrm>
        </p:spPr>
        <p:txBody>
          <a:bodyPr anchor="b"/>
          <a:lstStyle>
            <a:lvl1pPr>
              <a:defRPr sz="33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B6A99-CD6C-4059-BFA5-B0E7DDE6D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4438" y="2106508"/>
            <a:ext cx="6554748" cy="10397067"/>
          </a:xfrm>
        </p:spPr>
        <p:txBody>
          <a:bodyPr/>
          <a:lstStyle>
            <a:lvl1pPr>
              <a:defRPr sz="3398"/>
            </a:lvl1pPr>
            <a:lvl2pPr>
              <a:defRPr sz="2974"/>
            </a:lvl2pPr>
            <a:lvl3pPr>
              <a:defRPr sz="2549"/>
            </a:lvl3pPr>
            <a:lvl4pPr>
              <a:defRPr sz="2124"/>
            </a:lvl4pPr>
            <a:lvl5pPr>
              <a:defRPr sz="2124"/>
            </a:lvl5pPr>
            <a:lvl6pPr>
              <a:defRPr sz="2124"/>
            </a:lvl6pPr>
            <a:lvl7pPr>
              <a:defRPr sz="2124"/>
            </a:lvl7pPr>
            <a:lvl8pPr>
              <a:defRPr sz="2124"/>
            </a:lvl8pPr>
            <a:lvl9pPr>
              <a:defRPr sz="212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E295A8-7BCA-4234-8AC2-9F6F5EA847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1838" y="4389120"/>
            <a:ext cx="4175954" cy="8131388"/>
          </a:xfrm>
        </p:spPr>
        <p:txBody>
          <a:bodyPr/>
          <a:lstStyle>
            <a:lvl1pPr marL="0" indent="0">
              <a:buNone/>
              <a:defRPr sz="1699"/>
            </a:lvl1pPr>
            <a:lvl2pPr marL="485546" indent="0">
              <a:buNone/>
              <a:defRPr sz="1487"/>
            </a:lvl2pPr>
            <a:lvl3pPr marL="971093" indent="0">
              <a:buNone/>
              <a:defRPr sz="1274"/>
            </a:lvl3pPr>
            <a:lvl4pPr marL="1456639" indent="0">
              <a:buNone/>
              <a:defRPr sz="1062"/>
            </a:lvl4pPr>
            <a:lvl5pPr marL="1942186" indent="0">
              <a:buNone/>
              <a:defRPr sz="1062"/>
            </a:lvl5pPr>
            <a:lvl6pPr marL="2427732" indent="0">
              <a:buNone/>
              <a:defRPr sz="1062"/>
            </a:lvl6pPr>
            <a:lvl7pPr marL="2913278" indent="0">
              <a:buNone/>
              <a:defRPr sz="1062"/>
            </a:lvl7pPr>
            <a:lvl8pPr marL="3398825" indent="0">
              <a:buNone/>
              <a:defRPr sz="1062"/>
            </a:lvl8pPr>
            <a:lvl9pPr marL="3884371" indent="0">
              <a:buNone/>
              <a:defRPr sz="106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AA5C72-84F8-4C87-951F-74BEBDFB9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9/19/2021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B0025E-9247-4ECD-84B5-FA2CC23C9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7C30D7-2EDD-4866-A8E6-7CF79B5A4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80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57A3-A392-4DC6-A4F2-A8033A1CB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838" y="975360"/>
            <a:ext cx="4175954" cy="3413760"/>
          </a:xfrm>
        </p:spPr>
        <p:txBody>
          <a:bodyPr anchor="b"/>
          <a:lstStyle>
            <a:lvl1pPr>
              <a:defRPr sz="33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761122-1B5F-4246-A038-27F1E7C291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04438" y="2106508"/>
            <a:ext cx="6554748" cy="10397067"/>
          </a:xfrm>
        </p:spPr>
        <p:txBody>
          <a:bodyPr/>
          <a:lstStyle>
            <a:lvl1pPr marL="0" indent="0">
              <a:buNone/>
              <a:defRPr sz="3398"/>
            </a:lvl1pPr>
            <a:lvl2pPr marL="485546" indent="0">
              <a:buNone/>
              <a:defRPr sz="2974"/>
            </a:lvl2pPr>
            <a:lvl3pPr marL="971093" indent="0">
              <a:buNone/>
              <a:defRPr sz="2549"/>
            </a:lvl3pPr>
            <a:lvl4pPr marL="1456639" indent="0">
              <a:buNone/>
              <a:defRPr sz="2124"/>
            </a:lvl4pPr>
            <a:lvl5pPr marL="1942186" indent="0">
              <a:buNone/>
              <a:defRPr sz="2124"/>
            </a:lvl5pPr>
            <a:lvl6pPr marL="2427732" indent="0">
              <a:buNone/>
              <a:defRPr sz="2124"/>
            </a:lvl6pPr>
            <a:lvl7pPr marL="2913278" indent="0">
              <a:buNone/>
              <a:defRPr sz="2124"/>
            </a:lvl7pPr>
            <a:lvl8pPr marL="3398825" indent="0">
              <a:buNone/>
              <a:defRPr sz="2124"/>
            </a:lvl8pPr>
            <a:lvl9pPr marL="3884371" indent="0">
              <a:buNone/>
              <a:defRPr sz="2124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28D85-5C94-4DE9-8C4D-E17BD6EF0F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1838" y="4389120"/>
            <a:ext cx="4175954" cy="8131388"/>
          </a:xfrm>
        </p:spPr>
        <p:txBody>
          <a:bodyPr/>
          <a:lstStyle>
            <a:lvl1pPr marL="0" indent="0">
              <a:buNone/>
              <a:defRPr sz="1699"/>
            </a:lvl1pPr>
            <a:lvl2pPr marL="485546" indent="0">
              <a:buNone/>
              <a:defRPr sz="1487"/>
            </a:lvl2pPr>
            <a:lvl3pPr marL="971093" indent="0">
              <a:buNone/>
              <a:defRPr sz="1274"/>
            </a:lvl3pPr>
            <a:lvl4pPr marL="1456639" indent="0">
              <a:buNone/>
              <a:defRPr sz="1062"/>
            </a:lvl4pPr>
            <a:lvl5pPr marL="1942186" indent="0">
              <a:buNone/>
              <a:defRPr sz="1062"/>
            </a:lvl5pPr>
            <a:lvl6pPr marL="2427732" indent="0">
              <a:buNone/>
              <a:defRPr sz="1062"/>
            </a:lvl6pPr>
            <a:lvl7pPr marL="2913278" indent="0">
              <a:buNone/>
              <a:defRPr sz="1062"/>
            </a:lvl7pPr>
            <a:lvl8pPr marL="3398825" indent="0">
              <a:buNone/>
              <a:defRPr sz="1062"/>
            </a:lvl8pPr>
            <a:lvl9pPr marL="3884371" indent="0">
              <a:buNone/>
              <a:defRPr sz="106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DB4BC1-0B2C-4B2F-936F-862AA4EE8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9/19/2021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32C43E-7EB1-4F08-B85C-682F1D4EA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3AFE6-B237-4E83-90D2-64916C8FA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082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D63BE-8AA8-4447-9202-C76D914A0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85F36A-6822-4A4D-8A40-2F18DE719A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A42BC-BDE9-4734-8EAB-9FBDF5EA3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9/19/2021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7CEB7-8D53-4877-9490-582A7C76E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645D6-B5E0-471D-90B5-8C76EB046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035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5DF537-86B2-47F7-8493-AD5E30EA8D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65662" y="778933"/>
            <a:ext cx="2791837" cy="123985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63F050-0F59-4BED-ACB9-62F49F3DEC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90151" y="778933"/>
            <a:ext cx="8213665" cy="12398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E053F-9B50-4668-A432-DA06A9612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9/19/2021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34A59-7F3E-4323-8C33-4A1D2515E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963D1-BA02-45AF-9DEC-2AA068D53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575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A8C489-F225-40E1-A486-C12801FED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151" y="778934"/>
            <a:ext cx="11167348" cy="28278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4092A-C3E7-4509-B203-3835E47BDC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0151" y="3894667"/>
            <a:ext cx="11167348" cy="9282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D6CF9-9DEB-40A5-8351-381918D743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0151" y="13560215"/>
            <a:ext cx="2913221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A4187-90BA-4F65-8FAF-58A0B2AD8431}" type="datetimeFigureOut">
              <a:rPr lang="en-US" smtClean="0"/>
              <a:t>9/19/2021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8C78EE-72F1-4247-B7A7-0164487BAE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88909" y="13560215"/>
            <a:ext cx="4369832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51939-DDAE-49EC-AF83-9EA486CC9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278" y="13560215"/>
            <a:ext cx="2913221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397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l" defTabSz="971093" rtl="0" eaLnBrk="1" latinLnBrk="0" hangingPunct="1">
        <a:lnSpc>
          <a:spcPct val="90000"/>
        </a:lnSpc>
        <a:spcBef>
          <a:spcPct val="0"/>
        </a:spcBef>
        <a:buNone/>
        <a:defRPr sz="467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2773" indent="-242773" algn="l" defTabSz="971093" rtl="0" eaLnBrk="1" latinLnBrk="0" hangingPunct="1">
        <a:lnSpc>
          <a:spcPct val="90000"/>
        </a:lnSpc>
        <a:spcBef>
          <a:spcPts val="1062"/>
        </a:spcBef>
        <a:buFont typeface="Arial" panose="020B0604020202020204" pitchFamily="34" charset="0"/>
        <a:buChar char="•"/>
        <a:defRPr sz="2974" kern="1200">
          <a:solidFill>
            <a:schemeClr val="tx1"/>
          </a:solidFill>
          <a:latin typeface="+mn-lt"/>
          <a:ea typeface="+mn-ea"/>
          <a:cs typeface="+mn-cs"/>
        </a:defRPr>
      </a:lvl1pPr>
      <a:lvl2pPr marL="728320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2549" kern="1200">
          <a:solidFill>
            <a:schemeClr val="tx1"/>
          </a:solidFill>
          <a:latin typeface="+mn-lt"/>
          <a:ea typeface="+mn-ea"/>
          <a:cs typeface="+mn-cs"/>
        </a:defRPr>
      </a:lvl2pPr>
      <a:lvl3pPr marL="1213866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2124" kern="1200">
          <a:solidFill>
            <a:schemeClr val="tx1"/>
          </a:solidFill>
          <a:latin typeface="+mn-lt"/>
          <a:ea typeface="+mn-ea"/>
          <a:cs typeface="+mn-cs"/>
        </a:defRPr>
      </a:lvl3pPr>
      <a:lvl4pPr marL="1699412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4pPr>
      <a:lvl5pPr marL="2184959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5pPr>
      <a:lvl6pPr marL="2670505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6pPr>
      <a:lvl7pPr marL="3156052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7pPr>
      <a:lvl8pPr marL="3641598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8pPr>
      <a:lvl9pPr marL="4127144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1pPr>
      <a:lvl2pPr marL="485546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2pPr>
      <a:lvl3pPr marL="971093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3pPr>
      <a:lvl4pPr marL="1456639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4pPr>
      <a:lvl5pPr marL="1942186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5pPr>
      <a:lvl6pPr marL="2427732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6pPr>
      <a:lvl7pPr marL="2913278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7pPr>
      <a:lvl8pPr marL="3398825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8pPr>
      <a:lvl9pPr marL="3884371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452">
            <a:extLst>
              <a:ext uri="{FF2B5EF4-FFF2-40B4-BE49-F238E27FC236}">
                <a16:creationId xmlns:a16="http://schemas.microsoft.com/office/drawing/2014/main" id="{A46C148A-A729-40EF-8628-74D872196A05}"/>
              </a:ext>
            </a:extLst>
          </p:cNvPr>
          <p:cNvCxnSpPr>
            <a:cxnSpLocks/>
          </p:cNvCxnSpPr>
          <p:nvPr/>
        </p:nvCxnSpPr>
        <p:spPr>
          <a:xfrm flipV="1">
            <a:off x="2214880" y="1286510"/>
            <a:ext cx="0" cy="272669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452">
            <a:extLst>
              <a:ext uri="{FF2B5EF4-FFF2-40B4-BE49-F238E27FC236}">
                <a16:creationId xmlns:a16="http://schemas.microsoft.com/office/drawing/2014/main" id="{6F2E9BA9-EC94-45DD-BE38-95D8ABBA9E71}"/>
              </a:ext>
            </a:extLst>
          </p:cNvPr>
          <p:cNvCxnSpPr>
            <a:cxnSpLocks/>
          </p:cNvCxnSpPr>
          <p:nvPr/>
        </p:nvCxnSpPr>
        <p:spPr>
          <a:xfrm flipV="1">
            <a:off x="4059476" y="7176542"/>
            <a:ext cx="6552" cy="17051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452">
            <a:extLst>
              <a:ext uri="{FF2B5EF4-FFF2-40B4-BE49-F238E27FC236}">
                <a16:creationId xmlns:a16="http://schemas.microsoft.com/office/drawing/2014/main" id="{E3C4E7F9-D02C-44BC-B2EB-A169DFF22DA3}"/>
              </a:ext>
            </a:extLst>
          </p:cNvPr>
          <p:cNvCxnSpPr>
            <a:cxnSpLocks/>
          </p:cNvCxnSpPr>
          <p:nvPr/>
        </p:nvCxnSpPr>
        <p:spPr>
          <a:xfrm flipH="1">
            <a:off x="1986280" y="4013200"/>
            <a:ext cx="228600" cy="9144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452">
            <a:extLst>
              <a:ext uri="{FF2B5EF4-FFF2-40B4-BE49-F238E27FC236}">
                <a16:creationId xmlns:a16="http://schemas.microsoft.com/office/drawing/2014/main" id="{1F94D7F4-C8E7-4D3A-BADA-86E2E57A2D1E}"/>
              </a:ext>
            </a:extLst>
          </p:cNvPr>
          <p:cNvCxnSpPr>
            <a:cxnSpLocks/>
          </p:cNvCxnSpPr>
          <p:nvPr/>
        </p:nvCxnSpPr>
        <p:spPr>
          <a:xfrm flipH="1" flipV="1">
            <a:off x="1748790" y="4516120"/>
            <a:ext cx="279400" cy="9144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452">
            <a:extLst>
              <a:ext uri="{FF2B5EF4-FFF2-40B4-BE49-F238E27FC236}">
                <a16:creationId xmlns:a16="http://schemas.microsoft.com/office/drawing/2014/main" id="{71EED9CD-C1BC-4C3D-A15B-17923185A20B}"/>
              </a:ext>
            </a:extLst>
          </p:cNvPr>
          <p:cNvCxnSpPr>
            <a:cxnSpLocks/>
          </p:cNvCxnSpPr>
          <p:nvPr/>
        </p:nvCxnSpPr>
        <p:spPr>
          <a:xfrm flipV="1">
            <a:off x="2002790" y="4607560"/>
            <a:ext cx="0" cy="266192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452">
            <a:extLst>
              <a:ext uri="{FF2B5EF4-FFF2-40B4-BE49-F238E27FC236}">
                <a16:creationId xmlns:a16="http://schemas.microsoft.com/office/drawing/2014/main" id="{195D147F-C941-4247-8D1C-B5ADE7D78B0A}"/>
              </a:ext>
            </a:extLst>
          </p:cNvPr>
          <p:cNvCxnSpPr>
            <a:cxnSpLocks/>
          </p:cNvCxnSpPr>
          <p:nvPr/>
        </p:nvCxnSpPr>
        <p:spPr>
          <a:xfrm flipH="1">
            <a:off x="1986280" y="6818422"/>
            <a:ext cx="1156511" cy="451058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52">
            <a:extLst>
              <a:ext uri="{FF2B5EF4-FFF2-40B4-BE49-F238E27FC236}">
                <a16:creationId xmlns:a16="http://schemas.microsoft.com/office/drawing/2014/main" id="{C4206847-62EE-4D7C-8647-C85FBA3A1B26}"/>
              </a:ext>
            </a:extLst>
          </p:cNvPr>
          <p:cNvCxnSpPr>
            <a:cxnSpLocks/>
          </p:cNvCxnSpPr>
          <p:nvPr/>
        </p:nvCxnSpPr>
        <p:spPr>
          <a:xfrm flipH="1" flipV="1">
            <a:off x="3605342" y="6818422"/>
            <a:ext cx="460690" cy="186898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86DB61D-DCBB-458A-86D4-C36B906901B7}"/>
              </a:ext>
            </a:extLst>
          </p:cNvPr>
          <p:cNvSpPr txBox="1"/>
          <p:nvPr/>
        </p:nvSpPr>
        <p:spPr>
          <a:xfrm>
            <a:off x="187302" y="24168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一条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32" name="Straight Connector 452">
            <a:extLst>
              <a:ext uri="{FF2B5EF4-FFF2-40B4-BE49-F238E27FC236}">
                <a16:creationId xmlns:a16="http://schemas.microsoft.com/office/drawing/2014/main" id="{5F1178A2-9548-4EA5-A443-26780D035179}"/>
              </a:ext>
            </a:extLst>
          </p:cNvPr>
          <p:cNvCxnSpPr>
            <a:cxnSpLocks/>
          </p:cNvCxnSpPr>
          <p:nvPr/>
        </p:nvCxnSpPr>
        <p:spPr>
          <a:xfrm>
            <a:off x="1280589" y="712470"/>
            <a:ext cx="0" cy="21717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452">
            <a:extLst>
              <a:ext uri="{FF2B5EF4-FFF2-40B4-BE49-F238E27FC236}">
                <a16:creationId xmlns:a16="http://schemas.microsoft.com/office/drawing/2014/main" id="{6C449778-C375-42A0-AB66-F75CB18F2590}"/>
              </a:ext>
            </a:extLst>
          </p:cNvPr>
          <p:cNvCxnSpPr>
            <a:cxnSpLocks/>
          </p:cNvCxnSpPr>
          <p:nvPr/>
        </p:nvCxnSpPr>
        <p:spPr>
          <a:xfrm>
            <a:off x="1280589" y="929640"/>
            <a:ext cx="934291" cy="35687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52">
            <a:extLst>
              <a:ext uri="{FF2B5EF4-FFF2-40B4-BE49-F238E27FC236}">
                <a16:creationId xmlns:a16="http://schemas.microsoft.com/office/drawing/2014/main" id="{A7E26F32-19A0-47A5-81D5-7A93B79C7AAF}"/>
              </a:ext>
            </a:extLst>
          </p:cNvPr>
          <p:cNvCxnSpPr>
            <a:cxnSpLocks/>
          </p:cNvCxnSpPr>
          <p:nvPr/>
        </p:nvCxnSpPr>
        <p:spPr>
          <a:xfrm>
            <a:off x="2214880" y="1643380"/>
            <a:ext cx="711950" cy="28285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452">
            <a:extLst>
              <a:ext uri="{FF2B5EF4-FFF2-40B4-BE49-F238E27FC236}">
                <a16:creationId xmlns:a16="http://schemas.microsoft.com/office/drawing/2014/main" id="{5484FBCD-1FEA-46C5-B530-7619819F6DFF}"/>
              </a:ext>
            </a:extLst>
          </p:cNvPr>
          <p:cNvCxnSpPr>
            <a:cxnSpLocks/>
          </p:cNvCxnSpPr>
          <p:nvPr/>
        </p:nvCxnSpPr>
        <p:spPr>
          <a:xfrm flipV="1">
            <a:off x="4066029" y="6822440"/>
            <a:ext cx="439931" cy="18288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452">
            <a:extLst>
              <a:ext uri="{FF2B5EF4-FFF2-40B4-BE49-F238E27FC236}">
                <a16:creationId xmlns:a16="http://schemas.microsoft.com/office/drawing/2014/main" id="{B5F442D0-5A40-4306-A968-FB9234EFEE83}"/>
              </a:ext>
            </a:extLst>
          </p:cNvPr>
          <p:cNvCxnSpPr>
            <a:cxnSpLocks/>
          </p:cNvCxnSpPr>
          <p:nvPr/>
        </p:nvCxnSpPr>
        <p:spPr>
          <a:xfrm flipV="1">
            <a:off x="4505960" y="6085840"/>
            <a:ext cx="0" cy="73660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452">
            <a:extLst>
              <a:ext uri="{FF2B5EF4-FFF2-40B4-BE49-F238E27FC236}">
                <a16:creationId xmlns:a16="http://schemas.microsoft.com/office/drawing/2014/main" id="{21909CEA-7D9E-40B5-BFBE-F7394B0B4472}"/>
              </a:ext>
            </a:extLst>
          </p:cNvPr>
          <p:cNvCxnSpPr>
            <a:cxnSpLocks/>
          </p:cNvCxnSpPr>
          <p:nvPr/>
        </p:nvCxnSpPr>
        <p:spPr>
          <a:xfrm flipV="1">
            <a:off x="5399637" y="6182360"/>
            <a:ext cx="700176" cy="27432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452">
            <a:extLst>
              <a:ext uri="{FF2B5EF4-FFF2-40B4-BE49-F238E27FC236}">
                <a16:creationId xmlns:a16="http://schemas.microsoft.com/office/drawing/2014/main" id="{982C913E-5C39-4B00-9A41-09FA58BAD4EF}"/>
              </a:ext>
            </a:extLst>
          </p:cNvPr>
          <p:cNvCxnSpPr>
            <a:cxnSpLocks/>
          </p:cNvCxnSpPr>
          <p:nvPr/>
        </p:nvCxnSpPr>
        <p:spPr>
          <a:xfrm>
            <a:off x="7239000" y="3266440"/>
            <a:ext cx="0" cy="248920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452">
            <a:extLst>
              <a:ext uri="{FF2B5EF4-FFF2-40B4-BE49-F238E27FC236}">
                <a16:creationId xmlns:a16="http://schemas.microsoft.com/office/drawing/2014/main" id="{C4BEF2D7-B40D-45C7-9FFF-40D3422560EA}"/>
              </a:ext>
            </a:extLst>
          </p:cNvPr>
          <p:cNvCxnSpPr>
            <a:cxnSpLocks/>
          </p:cNvCxnSpPr>
          <p:nvPr/>
        </p:nvCxnSpPr>
        <p:spPr>
          <a:xfrm flipV="1">
            <a:off x="7239001" y="3159760"/>
            <a:ext cx="238759" cy="12192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452">
            <a:extLst>
              <a:ext uri="{FF2B5EF4-FFF2-40B4-BE49-F238E27FC236}">
                <a16:creationId xmlns:a16="http://schemas.microsoft.com/office/drawing/2014/main" id="{05DD2B62-2B98-4B2D-BD18-AB5C6D1BE867}"/>
              </a:ext>
            </a:extLst>
          </p:cNvPr>
          <p:cNvCxnSpPr>
            <a:cxnSpLocks/>
          </p:cNvCxnSpPr>
          <p:nvPr/>
        </p:nvCxnSpPr>
        <p:spPr>
          <a:xfrm>
            <a:off x="6319520" y="2913986"/>
            <a:ext cx="914399" cy="390554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452">
            <a:extLst>
              <a:ext uri="{FF2B5EF4-FFF2-40B4-BE49-F238E27FC236}">
                <a16:creationId xmlns:a16="http://schemas.microsoft.com/office/drawing/2014/main" id="{FFA73994-B2B1-4C44-9FB7-E57FF6305A41}"/>
              </a:ext>
            </a:extLst>
          </p:cNvPr>
          <p:cNvCxnSpPr>
            <a:cxnSpLocks/>
          </p:cNvCxnSpPr>
          <p:nvPr/>
        </p:nvCxnSpPr>
        <p:spPr>
          <a:xfrm flipH="1" flipV="1">
            <a:off x="5639562" y="2968052"/>
            <a:ext cx="5585" cy="420309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452">
            <a:extLst>
              <a:ext uri="{FF2B5EF4-FFF2-40B4-BE49-F238E27FC236}">
                <a16:creationId xmlns:a16="http://schemas.microsoft.com/office/drawing/2014/main" id="{2929ADD6-8A0B-4A74-B0DE-1B8E8687EB9E}"/>
              </a:ext>
            </a:extLst>
          </p:cNvPr>
          <p:cNvCxnSpPr>
            <a:cxnSpLocks/>
          </p:cNvCxnSpPr>
          <p:nvPr/>
        </p:nvCxnSpPr>
        <p:spPr>
          <a:xfrm flipV="1">
            <a:off x="5868162" y="2909583"/>
            <a:ext cx="466195" cy="178099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452">
            <a:extLst>
              <a:ext uri="{FF2B5EF4-FFF2-40B4-BE49-F238E27FC236}">
                <a16:creationId xmlns:a16="http://schemas.microsoft.com/office/drawing/2014/main" id="{B1FFDDEB-E131-4F68-AD4A-28D39D6EEAAE}"/>
              </a:ext>
            </a:extLst>
          </p:cNvPr>
          <p:cNvCxnSpPr>
            <a:cxnSpLocks/>
          </p:cNvCxnSpPr>
          <p:nvPr/>
        </p:nvCxnSpPr>
        <p:spPr>
          <a:xfrm flipV="1">
            <a:off x="6331002" y="2488076"/>
            <a:ext cx="679451" cy="245774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452">
            <a:extLst>
              <a:ext uri="{FF2B5EF4-FFF2-40B4-BE49-F238E27FC236}">
                <a16:creationId xmlns:a16="http://schemas.microsoft.com/office/drawing/2014/main" id="{BD04C883-AF5E-4170-8576-77F979DC4A2C}"/>
              </a:ext>
            </a:extLst>
          </p:cNvPr>
          <p:cNvCxnSpPr>
            <a:cxnSpLocks/>
          </p:cNvCxnSpPr>
          <p:nvPr/>
        </p:nvCxnSpPr>
        <p:spPr>
          <a:xfrm flipH="1" flipV="1">
            <a:off x="6995160" y="1257877"/>
            <a:ext cx="23705" cy="1238366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452">
            <a:extLst>
              <a:ext uri="{FF2B5EF4-FFF2-40B4-BE49-F238E27FC236}">
                <a16:creationId xmlns:a16="http://schemas.microsoft.com/office/drawing/2014/main" id="{97CB4053-3DF5-40F6-8BD2-642BD479595A}"/>
              </a:ext>
            </a:extLst>
          </p:cNvPr>
          <p:cNvCxnSpPr>
            <a:cxnSpLocks/>
          </p:cNvCxnSpPr>
          <p:nvPr/>
        </p:nvCxnSpPr>
        <p:spPr>
          <a:xfrm flipV="1">
            <a:off x="7006590" y="1108075"/>
            <a:ext cx="262890" cy="13280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452">
            <a:extLst>
              <a:ext uri="{FF2B5EF4-FFF2-40B4-BE49-F238E27FC236}">
                <a16:creationId xmlns:a16="http://schemas.microsoft.com/office/drawing/2014/main" id="{C165BB7D-4D87-4BAC-8611-64F78AF8500D}"/>
              </a:ext>
            </a:extLst>
          </p:cNvPr>
          <p:cNvCxnSpPr>
            <a:cxnSpLocks/>
          </p:cNvCxnSpPr>
          <p:nvPr/>
        </p:nvCxnSpPr>
        <p:spPr>
          <a:xfrm>
            <a:off x="4525769" y="6103620"/>
            <a:ext cx="886971" cy="35052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452">
            <a:extLst>
              <a:ext uri="{FF2B5EF4-FFF2-40B4-BE49-F238E27FC236}">
                <a16:creationId xmlns:a16="http://schemas.microsoft.com/office/drawing/2014/main" id="{3E9FBB77-B1B0-4A1B-9AE8-91693E21DECE}"/>
              </a:ext>
            </a:extLst>
          </p:cNvPr>
          <p:cNvCxnSpPr>
            <a:cxnSpLocks/>
          </p:cNvCxnSpPr>
          <p:nvPr/>
        </p:nvCxnSpPr>
        <p:spPr>
          <a:xfrm flipV="1">
            <a:off x="6099813" y="5994400"/>
            <a:ext cx="0" cy="18796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452">
            <a:extLst>
              <a:ext uri="{FF2B5EF4-FFF2-40B4-BE49-F238E27FC236}">
                <a16:creationId xmlns:a16="http://schemas.microsoft.com/office/drawing/2014/main" id="{3FB848C2-CEA0-46E8-8B80-357D2BC95F85}"/>
              </a:ext>
            </a:extLst>
          </p:cNvPr>
          <p:cNvCxnSpPr>
            <a:cxnSpLocks/>
          </p:cNvCxnSpPr>
          <p:nvPr/>
        </p:nvCxnSpPr>
        <p:spPr>
          <a:xfrm flipV="1">
            <a:off x="6120133" y="5659120"/>
            <a:ext cx="926632" cy="33528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452">
            <a:extLst>
              <a:ext uri="{FF2B5EF4-FFF2-40B4-BE49-F238E27FC236}">
                <a16:creationId xmlns:a16="http://schemas.microsoft.com/office/drawing/2014/main" id="{AE3C5C34-3C40-4A64-8E19-CC4BC303617B}"/>
              </a:ext>
            </a:extLst>
          </p:cNvPr>
          <p:cNvCxnSpPr>
            <a:cxnSpLocks/>
          </p:cNvCxnSpPr>
          <p:nvPr/>
        </p:nvCxnSpPr>
        <p:spPr>
          <a:xfrm flipH="1" flipV="1">
            <a:off x="7015483" y="5638800"/>
            <a:ext cx="253997" cy="11684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452">
            <a:extLst>
              <a:ext uri="{FF2B5EF4-FFF2-40B4-BE49-F238E27FC236}">
                <a16:creationId xmlns:a16="http://schemas.microsoft.com/office/drawing/2014/main" id="{71ABAF46-654A-4059-854A-3949C87E51D0}"/>
              </a:ext>
            </a:extLst>
          </p:cNvPr>
          <p:cNvCxnSpPr>
            <a:cxnSpLocks/>
          </p:cNvCxnSpPr>
          <p:nvPr/>
        </p:nvCxnSpPr>
        <p:spPr>
          <a:xfrm>
            <a:off x="2926830" y="1926236"/>
            <a:ext cx="0" cy="54714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452">
            <a:extLst>
              <a:ext uri="{FF2B5EF4-FFF2-40B4-BE49-F238E27FC236}">
                <a16:creationId xmlns:a16="http://schemas.microsoft.com/office/drawing/2014/main" id="{EA4BA216-7C92-4126-A8DF-510FBE4201F6}"/>
              </a:ext>
            </a:extLst>
          </p:cNvPr>
          <p:cNvCxnSpPr>
            <a:cxnSpLocks/>
          </p:cNvCxnSpPr>
          <p:nvPr/>
        </p:nvCxnSpPr>
        <p:spPr>
          <a:xfrm>
            <a:off x="2926830" y="2461646"/>
            <a:ext cx="711950" cy="26418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452">
            <a:extLst>
              <a:ext uri="{FF2B5EF4-FFF2-40B4-BE49-F238E27FC236}">
                <a16:creationId xmlns:a16="http://schemas.microsoft.com/office/drawing/2014/main" id="{0AC4C6D5-C212-4245-BCEE-6B6EEAFFF0B0}"/>
              </a:ext>
            </a:extLst>
          </p:cNvPr>
          <p:cNvCxnSpPr>
            <a:cxnSpLocks/>
          </p:cNvCxnSpPr>
          <p:nvPr/>
        </p:nvCxnSpPr>
        <p:spPr>
          <a:xfrm>
            <a:off x="3605342" y="2725827"/>
            <a:ext cx="9828" cy="54017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452">
            <a:extLst>
              <a:ext uri="{FF2B5EF4-FFF2-40B4-BE49-F238E27FC236}">
                <a16:creationId xmlns:a16="http://schemas.microsoft.com/office/drawing/2014/main" id="{14E98AE6-229E-4C9B-906E-07C496771917}"/>
              </a:ext>
            </a:extLst>
          </p:cNvPr>
          <p:cNvCxnSpPr>
            <a:cxnSpLocks/>
          </p:cNvCxnSpPr>
          <p:nvPr/>
        </p:nvCxnSpPr>
        <p:spPr>
          <a:xfrm>
            <a:off x="3605342" y="3256655"/>
            <a:ext cx="250878" cy="13170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52">
            <a:extLst>
              <a:ext uri="{FF2B5EF4-FFF2-40B4-BE49-F238E27FC236}">
                <a16:creationId xmlns:a16="http://schemas.microsoft.com/office/drawing/2014/main" id="{F251972F-2213-4E0C-95BC-B435287E66D4}"/>
              </a:ext>
            </a:extLst>
          </p:cNvPr>
          <p:cNvCxnSpPr>
            <a:cxnSpLocks/>
          </p:cNvCxnSpPr>
          <p:nvPr/>
        </p:nvCxnSpPr>
        <p:spPr>
          <a:xfrm>
            <a:off x="3837431" y="3379012"/>
            <a:ext cx="18789" cy="17365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52">
            <a:extLst>
              <a:ext uri="{FF2B5EF4-FFF2-40B4-BE49-F238E27FC236}">
                <a16:creationId xmlns:a16="http://schemas.microsoft.com/office/drawing/2014/main" id="{C5CA6B53-4418-4C03-9139-3DB94B03C7F5}"/>
              </a:ext>
            </a:extLst>
          </p:cNvPr>
          <p:cNvCxnSpPr>
            <a:cxnSpLocks/>
          </p:cNvCxnSpPr>
          <p:nvPr/>
        </p:nvCxnSpPr>
        <p:spPr>
          <a:xfrm flipH="1">
            <a:off x="4497049" y="4157252"/>
            <a:ext cx="3794" cy="51967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52">
            <a:extLst>
              <a:ext uri="{FF2B5EF4-FFF2-40B4-BE49-F238E27FC236}">
                <a16:creationId xmlns:a16="http://schemas.microsoft.com/office/drawing/2014/main" id="{1277C870-9196-45D2-BCEE-A6FE5ED630A2}"/>
              </a:ext>
            </a:extLst>
          </p:cNvPr>
          <p:cNvCxnSpPr>
            <a:cxnSpLocks/>
          </p:cNvCxnSpPr>
          <p:nvPr/>
        </p:nvCxnSpPr>
        <p:spPr>
          <a:xfrm>
            <a:off x="4481803" y="4672376"/>
            <a:ext cx="512909" cy="21361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452">
            <a:extLst>
              <a:ext uri="{FF2B5EF4-FFF2-40B4-BE49-F238E27FC236}">
                <a16:creationId xmlns:a16="http://schemas.microsoft.com/office/drawing/2014/main" id="{82A05294-1053-4340-984D-3DF71D4DAA77}"/>
              </a:ext>
            </a:extLst>
          </p:cNvPr>
          <p:cNvCxnSpPr>
            <a:cxnSpLocks/>
          </p:cNvCxnSpPr>
          <p:nvPr/>
        </p:nvCxnSpPr>
        <p:spPr>
          <a:xfrm flipV="1">
            <a:off x="1986280" y="2552685"/>
            <a:ext cx="227297" cy="102250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452">
            <a:extLst>
              <a:ext uri="{FF2B5EF4-FFF2-40B4-BE49-F238E27FC236}">
                <a16:creationId xmlns:a16="http://schemas.microsoft.com/office/drawing/2014/main" id="{59A48CE4-E0CB-48E2-81FE-F253368E2670}"/>
              </a:ext>
            </a:extLst>
          </p:cNvPr>
          <p:cNvCxnSpPr>
            <a:cxnSpLocks/>
          </p:cNvCxnSpPr>
          <p:nvPr/>
        </p:nvCxnSpPr>
        <p:spPr>
          <a:xfrm flipH="1" flipV="1">
            <a:off x="4066027" y="7007608"/>
            <a:ext cx="1" cy="168934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452">
            <a:extLst>
              <a:ext uri="{FF2B5EF4-FFF2-40B4-BE49-F238E27FC236}">
                <a16:creationId xmlns:a16="http://schemas.microsoft.com/office/drawing/2014/main" id="{24D5862D-1E4F-4575-A954-4601E1D9C0D4}"/>
              </a:ext>
            </a:extLst>
          </p:cNvPr>
          <p:cNvCxnSpPr>
            <a:cxnSpLocks/>
          </p:cNvCxnSpPr>
          <p:nvPr/>
        </p:nvCxnSpPr>
        <p:spPr>
          <a:xfrm flipV="1">
            <a:off x="880879" y="5130383"/>
            <a:ext cx="1105400" cy="450189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452">
            <a:extLst>
              <a:ext uri="{FF2B5EF4-FFF2-40B4-BE49-F238E27FC236}">
                <a16:creationId xmlns:a16="http://schemas.microsoft.com/office/drawing/2014/main" id="{CB95E3A8-DDAF-4574-AED8-D9B2FCC0952D}"/>
              </a:ext>
            </a:extLst>
          </p:cNvPr>
          <p:cNvCxnSpPr>
            <a:cxnSpLocks/>
          </p:cNvCxnSpPr>
          <p:nvPr/>
        </p:nvCxnSpPr>
        <p:spPr>
          <a:xfrm flipH="1">
            <a:off x="1064302" y="5659120"/>
            <a:ext cx="28302" cy="142979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452">
            <a:extLst>
              <a:ext uri="{FF2B5EF4-FFF2-40B4-BE49-F238E27FC236}">
                <a16:creationId xmlns:a16="http://schemas.microsoft.com/office/drawing/2014/main" id="{0E59BB70-EC14-4E63-82CF-C70089CB0D6B}"/>
              </a:ext>
            </a:extLst>
          </p:cNvPr>
          <p:cNvCxnSpPr>
            <a:cxnSpLocks/>
          </p:cNvCxnSpPr>
          <p:nvPr/>
        </p:nvCxnSpPr>
        <p:spPr>
          <a:xfrm>
            <a:off x="880879" y="5580572"/>
            <a:ext cx="183423" cy="7854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452">
            <a:extLst>
              <a:ext uri="{FF2B5EF4-FFF2-40B4-BE49-F238E27FC236}">
                <a16:creationId xmlns:a16="http://schemas.microsoft.com/office/drawing/2014/main" id="{90C62649-EFBD-43AA-8ED0-1A2202155F3A}"/>
              </a:ext>
            </a:extLst>
          </p:cNvPr>
          <p:cNvCxnSpPr>
            <a:cxnSpLocks/>
          </p:cNvCxnSpPr>
          <p:nvPr/>
        </p:nvCxnSpPr>
        <p:spPr>
          <a:xfrm>
            <a:off x="1078448" y="7088911"/>
            <a:ext cx="455098" cy="180569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452">
            <a:extLst>
              <a:ext uri="{FF2B5EF4-FFF2-40B4-BE49-F238E27FC236}">
                <a16:creationId xmlns:a16="http://schemas.microsoft.com/office/drawing/2014/main" id="{67B1B699-92BC-407B-BAF7-5F99ADF7A926}"/>
              </a:ext>
            </a:extLst>
          </p:cNvPr>
          <p:cNvCxnSpPr>
            <a:cxnSpLocks/>
          </p:cNvCxnSpPr>
          <p:nvPr/>
        </p:nvCxnSpPr>
        <p:spPr>
          <a:xfrm>
            <a:off x="1543902" y="7258988"/>
            <a:ext cx="3790" cy="176133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452">
            <a:extLst>
              <a:ext uri="{FF2B5EF4-FFF2-40B4-BE49-F238E27FC236}">
                <a16:creationId xmlns:a16="http://schemas.microsoft.com/office/drawing/2014/main" id="{724DA319-5F08-4F98-9B4A-89D627D03DC4}"/>
              </a:ext>
            </a:extLst>
          </p:cNvPr>
          <p:cNvCxnSpPr>
            <a:cxnSpLocks/>
          </p:cNvCxnSpPr>
          <p:nvPr/>
        </p:nvCxnSpPr>
        <p:spPr>
          <a:xfrm>
            <a:off x="1558048" y="7435121"/>
            <a:ext cx="679275" cy="264870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452">
            <a:extLst>
              <a:ext uri="{FF2B5EF4-FFF2-40B4-BE49-F238E27FC236}">
                <a16:creationId xmlns:a16="http://schemas.microsoft.com/office/drawing/2014/main" id="{95B4C09C-09AA-4EEB-B6F6-249C8B7CEA65}"/>
              </a:ext>
            </a:extLst>
          </p:cNvPr>
          <p:cNvCxnSpPr>
            <a:cxnSpLocks/>
          </p:cNvCxnSpPr>
          <p:nvPr/>
        </p:nvCxnSpPr>
        <p:spPr>
          <a:xfrm flipH="1">
            <a:off x="2247680" y="7515361"/>
            <a:ext cx="432020" cy="172764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452">
            <a:extLst>
              <a:ext uri="{FF2B5EF4-FFF2-40B4-BE49-F238E27FC236}">
                <a16:creationId xmlns:a16="http://schemas.microsoft.com/office/drawing/2014/main" id="{FE5F30DA-C480-446D-9D98-CE477C9A2378}"/>
              </a:ext>
            </a:extLst>
          </p:cNvPr>
          <p:cNvCxnSpPr>
            <a:cxnSpLocks/>
          </p:cNvCxnSpPr>
          <p:nvPr/>
        </p:nvCxnSpPr>
        <p:spPr>
          <a:xfrm flipH="1">
            <a:off x="2682596" y="6786797"/>
            <a:ext cx="7461" cy="728564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452">
            <a:extLst>
              <a:ext uri="{FF2B5EF4-FFF2-40B4-BE49-F238E27FC236}">
                <a16:creationId xmlns:a16="http://schemas.microsoft.com/office/drawing/2014/main" id="{2945728B-20D3-4818-84E9-6A12E7BD8C5D}"/>
              </a:ext>
            </a:extLst>
          </p:cNvPr>
          <p:cNvCxnSpPr>
            <a:cxnSpLocks/>
          </p:cNvCxnSpPr>
          <p:nvPr/>
        </p:nvCxnSpPr>
        <p:spPr>
          <a:xfrm flipH="1">
            <a:off x="2689223" y="6640643"/>
            <a:ext cx="453568" cy="177779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452">
            <a:extLst>
              <a:ext uri="{FF2B5EF4-FFF2-40B4-BE49-F238E27FC236}">
                <a16:creationId xmlns:a16="http://schemas.microsoft.com/office/drawing/2014/main" id="{93904820-B9E2-4EE4-8C80-C3DA0C3293DB}"/>
              </a:ext>
            </a:extLst>
          </p:cNvPr>
          <p:cNvCxnSpPr>
            <a:cxnSpLocks/>
          </p:cNvCxnSpPr>
          <p:nvPr/>
        </p:nvCxnSpPr>
        <p:spPr>
          <a:xfrm flipH="1" flipV="1">
            <a:off x="3582899" y="6640643"/>
            <a:ext cx="476577" cy="177779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452">
            <a:extLst>
              <a:ext uri="{FF2B5EF4-FFF2-40B4-BE49-F238E27FC236}">
                <a16:creationId xmlns:a16="http://schemas.microsoft.com/office/drawing/2014/main" id="{16E452F1-913B-4869-BFC1-232E5949342B}"/>
              </a:ext>
            </a:extLst>
          </p:cNvPr>
          <p:cNvCxnSpPr>
            <a:cxnSpLocks/>
          </p:cNvCxnSpPr>
          <p:nvPr/>
        </p:nvCxnSpPr>
        <p:spPr>
          <a:xfrm>
            <a:off x="4961774" y="4885986"/>
            <a:ext cx="5605" cy="52771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452">
            <a:extLst>
              <a:ext uri="{FF2B5EF4-FFF2-40B4-BE49-F238E27FC236}">
                <a16:creationId xmlns:a16="http://schemas.microsoft.com/office/drawing/2014/main" id="{471DC6B1-BD96-41CD-9660-9126F1DDF5C3}"/>
              </a:ext>
            </a:extLst>
          </p:cNvPr>
          <p:cNvCxnSpPr>
            <a:cxnSpLocks/>
          </p:cNvCxnSpPr>
          <p:nvPr/>
        </p:nvCxnSpPr>
        <p:spPr>
          <a:xfrm flipH="1">
            <a:off x="3580131" y="5408796"/>
            <a:ext cx="1381644" cy="52030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452">
            <a:extLst>
              <a:ext uri="{FF2B5EF4-FFF2-40B4-BE49-F238E27FC236}">
                <a16:creationId xmlns:a16="http://schemas.microsoft.com/office/drawing/2014/main" id="{A67BE741-42DF-4047-8EEF-AE61650DFC6B}"/>
              </a:ext>
            </a:extLst>
          </p:cNvPr>
          <p:cNvCxnSpPr>
            <a:cxnSpLocks/>
          </p:cNvCxnSpPr>
          <p:nvPr/>
        </p:nvCxnSpPr>
        <p:spPr>
          <a:xfrm flipH="1" flipV="1">
            <a:off x="3377899" y="5863346"/>
            <a:ext cx="2640" cy="35331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452">
            <a:extLst>
              <a:ext uri="{FF2B5EF4-FFF2-40B4-BE49-F238E27FC236}">
                <a16:creationId xmlns:a16="http://schemas.microsoft.com/office/drawing/2014/main" id="{06C2FA59-3DC6-4256-AC80-1B37BB1300E2}"/>
              </a:ext>
            </a:extLst>
          </p:cNvPr>
          <p:cNvCxnSpPr>
            <a:cxnSpLocks/>
          </p:cNvCxnSpPr>
          <p:nvPr/>
        </p:nvCxnSpPr>
        <p:spPr>
          <a:xfrm flipH="1" flipV="1">
            <a:off x="4066029" y="5762343"/>
            <a:ext cx="235001" cy="101003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452">
            <a:extLst>
              <a:ext uri="{FF2B5EF4-FFF2-40B4-BE49-F238E27FC236}">
                <a16:creationId xmlns:a16="http://schemas.microsoft.com/office/drawing/2014/main" id="{6413B8A6-EEF0-4513-A2E7-122A63793CDC}"/>
              </a:ext>
            </a:extLst>
          </p:cNvPr>
          <p:cNvCxnSpPr>
            <a:cxnSpLocks/>
          </p:cNvCxnSpPr>
          <p:nvPr/>
        </p:nvCxnSpPr>
        <p:spPr>
          <a:xfrm flipH="1" flipV="1">
            <a:off x="3386165" y="5891838"/>
            <a:ext cx="192234" cy="3145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452">
            <a:extLst>
              <a:ext uri="{FF2B5EF4-FFF2-40B4-BE49-F238E27FC236}">
                <a16:creationId xmlns:a16="http://schemas.microsoft.com/office/drawing/2014/main" id="{2FF64502-F935-4271-AA05-0EC8BE7AD9D4}"/>
              </a:ext>
            </a:extLst>
          </p:cNvPr>
          <p:cNvCxnSpPr>
            <a:cxnSpLocks/>
          </p:cNvCxnSpPr>
          <p:nvPr/>
        </p:nvCxnSpPr>
        <p:spPr>
          <a:xfrm flipH="1">
            <a:off x="4271463" y="5764091"/>
            <a:ext cx="240028" cy="10028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452">
            <a:extLst>
              <a:ext uri="{FF2B5EF4-FFF2-40B4-BE49-F238E27FC236}">
                <a16:creationId xmlns:a16="http://schemas.microsoft.com/office/drawing/2014/main" id="{383D0303-1A28-47AD-BD7E-1AD4BD4BC0B0}"/>
              </a:ext>
            </a:extLst>
          </p:cNvPr>
          <p:cNvCxnSpPr>
            <a:cxnSpLocks/>
          </p:cNvCxnSpPr>
          <p:nvPr/>
        </p:nvCxnSpPr>
        <p:spPr>
          <a:xfrm flipV="1">
            <a:off x="4961383" y="5984011"/>
            <a:ext cx="18839" cy="49746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452">
            <a:extLst>
              <a:ext uri="{FF2B5EF4-FFF2-40B4-BE49-F238E27FC236}">
                <a16:creationId xmlns:a16="http://schemas.microsoft.com/office/drawing/2014/main" id="{DB92A53F-3219-4BFF-B32B-6011EBB82012}"/>
              </a:ext>
            </a:extLst>
          </p:cNvPr>
          <p:cNvCxnSpPr>
            <a:cxnSpLocks/>
          </p:cNvCxnSpPr>
          <p:nvPr/>
        </p:nvCxnSpPr>
        <p:spPr>
          <a:xfrm flipH="1" flipV="1">
            <a:off x="4952446" y="6481473"/>
            <a:ext cx="701798" cy="25593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452">
            <a:extLst>
              <a:ext uri="{FF2B5EF4-FFF2-40B4-BE49-F238E27FC236}">
                <a16:creationId xmlns:a16="http://schemas.microsoft.com/office/drawing/2014/main" id="{8FC1D08D-9498-4A55-940F-E9ED4838D566}"/>
              </a:ext>
            </a:extLst>
          </p:cNvPr>
          <p:cNvCxnSpPr>
            <a:cxnSpLocks/>
          </p:cNvCxnSpPr>
          <p:nvPr/>
        </p:nvCxnSpPr>
        <p:spPr>
          <a:xfrm flipH="1" flipV="1">
            <a:off x="5647688" y="6211538"/>
            <a:ext cx="6556" cy="51253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452">
            <a:extLst>
              <a:ext uri="{FF2B5EF4-FFF2-40B4-BE49-F238E27FC236}">
                <a16:creationId xmlns:a16="http://schemas.microsoft.com/office/drawing/2014/main" id="{24793317-7AC1-40B3-AD7A-4827E09D15B2}"/>
              </a:ext>
            </a:extLst>
          </p:cNvPr>
          <p:cNvCxnSpPr>
            <a:cxnSpLocks/>
          </p:cNvCxnSpPr>
          <p:nvPr/>
        </p:nvCxnSpPr>
        <p:spPr>
          <a:xfrm flipV="1">
            <a:off x="5648848" y="6085840"/>
            <a:ext cx="226724" cy="16482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452">
            <a:extLst>
              <a:ext uri="{FF2B5EF4-FFF2-40B4-BE49-F238E27FC236}">
                <a16:creationId xmlns:a16="http://schemas.microsoft.com/office/drawing/2014/main" id="{87BCC8AD-4FC2-41FD-BC24-F50952CEAE0B}"/>
              </a:ext>
            </a:extLst>
          </p:cNvPr>
          <p:cNvCxnSpPr>
            <a:cxnSpLocks/>
          </p:cNvCxnSpPr>
          <p:nvPr/>
        </p:nvCxnSpPr>
        <p:spPr>
          <a:xfrm flipV="1">
            <a:off x="5868162" y="5923288"/>
            <a:ext cx="0" cy="16255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452">
            <a:extLst>
              <a:ext uri="{FF2B5EF4-FFF2-40B4-BE49-F238E27FC236}">
                <a16:creationId xmlns:a16="http://schemas.microsoft.com/office/drawing/2014/main" id="{3980DF5D-2000-4855-88A6-F0E48C640721}"/>
              </a:ext>
            </a:extLst>
          </p:cNvPr>
          <p:cNvCxnSpPr>
            <a:cxnSpLocks/>
          </p:cNvCxnSpPr>
          <p:nvPr/>
        </p:nvCxnSpPr>
        <p:spPr>
          <a:xfrm flipV="1">
            <a:off x="5868162" y="5762342"/>
            <a:ext cx="495163" cy="16094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452">
            <a:extLst>
              <a:ext uri="{FF2B5EF4-FFF2-40B4-BE49-F238E27FC236}">
                <a16:creationId xmlns:a16="http://schemas.microsoft.com/office/drawing/2014/main" id="{46E3997B-5BF2-4B83-BC12-3C7FE6E7A45B}"/>
              </a:ext>
            </a:extLst>
          </p:cNvPr>
          <p:cNvCxnSpPr>
            <a:cxnSpLocks/>
          </p:cNvCxnSpPr>
          <p:nvPr/>
        </p:nvCxnSpPr>
        <p:spPr>
          <a:xfrm flipV="1">
            <a:off x="6341108" y="5241891"/>
            <a:ext cx="0" cy="51883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452">
            <a:extLst>
              <a:ext uri="{FF2B5EF4-FFF2-40B4-BE49-F238E27FC236}">
                <a16:creationId xmlns:a16="http://schemas.microsoft.com/office/drawing/2014/main" id="{0203C336-FC74-441B-AFF4-820A54FA0CDA}"/>
              </a:ext>
            </a:extLst>
          </p:cNvPr>
          <p:cNvCxnSpPr>
            <a:cxnSpLocks/>
          </p:cNvCxnSpPr>
          <p:nvPr/>
        </p:nvCxnSpPr>
        <p:spPr>
          <a:xfrm flipH="1" flipV="1">
            <a:off x="6366067" y="5248909"/>
            <a:ext cx="680698" cy="25290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452">
            <a:extLst>
              <a:ext uri="{FF2B5EF4-FFF2-40B4-BE49-F238E27FC236}">
                <a16:creationId xmlns:a16="http://schemas.microsoft.com/office/drawing/2014/main" id="{22143D85-E01C-41F9-8DA9-F76AF3C02FAC}"/>
              </a:ext>
            </a:extLst>
          </p:cNvPr>
          <p:cNvCxnSpPr>
            <a:cxnSpLocks/>
          </p:cNvCxnSpPr>
          <p:nvPr/>
        </p:nvCxnSpPr>
        <p:spPr>
          <a:xfrm flipH="1" flipV="1">
            <a:off x="7231389" y="5923288"/>
            <a:ext cx="705651" cy="26551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452">
            <a:extLst>
              <a:ext uri="{FF2B5EF4-FFF2-40B4-BE49-F238E27FC236}">
                <a16:creationId xmlns:a16="http://schemas.microsoft.com/office/drawing/2014/main" id="{C85005CD-0777-4572-AF2E-5A3C1E40FE84}"/>
              </a:ext>
            </a:extLst>
          </p:cNvPr>
          <p:cNvCxnSpPr>
            <a:cxnSpLocks/>
          </p:cNvCxnSpPr>
          <p:nvPr/>
        </p:nvCxnSpPr>
        <p:spPr>
          <a:xfrm>
            <a:off x="6776719" y="787492"/>
            <a:ext cx="457200" cy="163278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452">
            <a:extLst>
              <a:ext uri="{FF2B5EF4-FFF2-40B4-BE49-F238E27FC236}">
                <a16:creationId xmlns:a16="http://schemas.microsoft.com/office/drawing/2014/main" id="{C33A835B-A4CD-4BD7-8A5B-4376EC5EA7E5}"/>
              </a:ext>
            </a:extLst>
          </p:cNvPr>
          <p:cNvCxnSpPr>
            <a:cxnSpLocks/>
          </p:cNvCxnSpPr>
          <p:nvPr/>
        </p:nvCxnSpPr>
        <p:spPr>
          <a:xfrm>
            <a:off x="7244412" y="918306"/>
            <a:ext cx="0" cy="189769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452">
            <a:extLst>
              <a:ext uri="{FF2B5EF4-FFF2-40B4-BE49-F238E27FC236}">
                <a16:creationId xmlns:a16="http://schemas.microsoft.com/office/drawing/2014/main" id="{4C758EF6-0B6E-4322-B827-59630A199D73}"/>
              </a:ext>
            </a:extLst>
          </p:cNvPr>
          <p:cNvCxnSpPr>
            <a:cxnSpLocks/>
          </p:cNvCxnSpPr>
          <p:nvPr/>
        </p:nvCxnSpPr>
        <p:spPr>
          <a:xfrm flipV="1">
            <a:off x="5639562" y="821055"/>
            <a:ext cx="1137157" cy="384974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452">
            <a:extLst>
              <a:ext uri="{FF2B5EF4-FFF2-40B4-BE49-F238E27FC236}">
                <a16:creationId xmlns:a16="http://schemas.microsoft.com/office/drawing/2014/main" id="{2439C73C-75A6-4EE5-8072-5DCC5713091C}"/>
              </a:ext>
            </a:extLst>
          </p:cNvPr>
          <p:cNvCxnSpPr>
            <a:cxnSpLocks/>
          </p:cNvCxnSpPr>
          <p:nvPr/>
        </p:nvCxnSpPr>
        <p:spPr>
          <a:xfrm>
            <a:off x="5156545" y="1026608"/>
            <a:ext cx="1170594" cy="479903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452">
            <a:extLst>
              <a:ext uri="{FF2B5EF4-FFF2-40B4-BE49-F238E27FC236}">
                <a16:creationId xmlns:a16="http://schemas.microsoft.com/office/drawing/2014/main" id="{3997EF39-4D89-4CEC-BBA0-19EB9A9DF6A4}"/>
              </a:ext>
            </a:extLst>
          </p:cNvPr>
          <p:cNvCxnSpPr>
            <a:cxnSpLocks/>
          </p:cNvCxnSpPr>
          <p:nvPr/>
        </p:nvCxnSpPr>
        <p:spPr>
          <a:xfrm>
            <a:off x="5638106" y="2958335"/>
            <a:ext cx="237466" cy="122909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452">
            <a:extLst>
              <a:ext uri="{FF2B5EF4-FFF2-40B4-BE49-F238E27FC236}">
                <a16:creationId xmlns:a16="http://schemas.microsoft.com/office/drawing/2014/main" id="{6F3FEC4D-DDB9-4891-8B63-A450DE038E63}"/>
              </a:ext>
            </a:extLst>
          </p:cNvPr>
          <p:cNvCxnSpPr>
            <a:cxnSpLocks/>
          </p:cNvCxnSpPr>
          <p:nvPr/>
        </p:nvCxnSpPr>
        <p:spPr>
          <a:xfrm>
            <a:off x="6324432" y="1504002"/>
            <a:ext cx="2707" cy="159814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452">
            <a:extLst>
              <a:ext uri="{FF2B5EF4-FFF2-40B4-BE49-F238E27FC236}">
                <a16:creationId xmlns:a16="http://schemas.microsoft.com/office/drawing/2014/main" id="{FB74C251-6929-4E80-9EA3-666CBF662CD2}"/>
              </a:ext>
            </a:extLst>
          </p:cNvPr>
          <p:cNvCxnSpPr>
            <a:cxnSpLocks/>
          </p:cNvCxnSpPr>
          <p:nvPr/>
        </p:nvCxnSpPr>
        <p:spPr>
          <a:xfrm>
            <a:off x="6319520" y="1663816"/>
            <a:ext cx="493510" cy="191925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452">
            <a:extLst>
              <a:ext uri="{FF2B5EF4-FFF2-40B4-BE49-F238E27FC236}">
                <a16:creationId xmlns:a16="http://schemas.microsoft.com/office/drawing/2014/main" id="{784117DC-34E4-4DF4-B619-9D3C10B541FF}"/>
              </a:ext>
            </a:extLst>
          </p:cNvPr>
          <p:cNvCxnSpPr>
            <a:cxnSpLocks/>
          </p:cNvCxnSpPr>
          <p:nvPr/>
        </p:nvCxnSpPr>
        <p:spPr>
          <a:xfrm>
            <a:off x="6800010" y="1838431"/>
            <a:ext cx="0" cy="181849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452">
            <a:extLst>
              <a:ext uri="{FF2B5EF4-FFF2-40B4-BE49-F238E27FC236}">
                <a16:creationId xmlns:a16="http://schemas.microsoft.com/office/drawing/2014/main" id="{6CED734A-3C4B-4047-A99F-F0A89A4FE6DE}"/>
              </a:ext>
            </a:extLst>
          </p:cNvPr>
          <p:cNvCxnSpPr>
            <a:cxnSpLocks/>
          </p:cNvCxnSpPr>
          <p:nvPr/>
        </p:nvCxnSpPr>
        <p:spPr>
          <a:xfrm>
            <a:off x="6800010" y="2020280"/>
            <a:ext cx="469470" cy="179526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452">
            <a:extLst>
              <a:ext uri="{FF2B5EF4-FFF2-40B4-BE49-F238E27FC236}">
                <a16:creationId xmlns:a16="http://schemas.microsoft.com/office/drawing/2014/main" id="{FD3D0B2A-DB06-4378-BF06-F6A427BFDA13}"/>
              </a:ext>
            </a:extLst>
          </p:cNvPr>
          <p:cNvCxnSpPr>
            <a:cxnSpLocks/>
          </p:cNvCxnSpPr>
          <p:nvPr/>
        </p:nvCxnSpPr>
        <p:spPr>
          <a:xfrm>
            <a:off x="7244412" y="2182491"/>
            <a:ext cx="12535" cy="53919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452">
            <a:extLst>
              <a:ext uri="{FF2B5EF4-FFF2-40B4-BE49-F238E27FC236}">
                <a16:creationId xmlns:a16="http://schemas.microsoft.com/office/drawing/2014/main" id="{80C5524A-4351-4854-9F12-3AA4A7499EAE}"/>
              </a:ext>
            </a:extLst>
          </p:cNvPr>
          <p:cNvCxnSpPr>
            <a:cxnSpLocks/>
          </p:cNvCxnSpPr>
          <p:nvPr/>
        </p:nvCxnSpPr>
        <p:spPr>
          <a:xfrm flipV="1">
            <a:off x="6776719" y="2707283"/>
            <a:ext cx="492761" cy="21371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452">
            <a:extLst>
              <a:ext uri="{FF2B5EF4-FFF2-40B4-BE49-F238E27FC236}">
                <a16:creationId xmlns:a16="http://schemas.microsoft.com/office/drawing/2014/main" id="{201B60F7-0B82-457B-A1B0-AEEB917D7CDE}"/>
              </a:ext>
            </a:extLst>
          </p:cNvPr>
          <p:cNvCxnSpPr>
            <a:cxnSpLocks/>
          </p:cNvCxnSpPr>
          <p:nvPr/>
        </p:nvCxnSpPr>
        <p:spPr>
          <a:xfrm>
            <a:off x="6556035" y="3161273"/>
            <a:ext cx="0" cy="24081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452">
            <a:extLst>
              <a:ext uri="{FF2B5EF4-FFF2-40B4-BE49-F238E27FC236}">
                <a16:creationId xmlns:a16="http://schemas.microsoft.com/office/drawing/2014/main" id="{9082CB43-1376-49AA-A62C-B4E2DB323922}"/>
              </a:ext>
            </a:extLst>
          </p:cNvPr>
          <p:cNvCxnSpPr>
            <a:cxnSpLocks/>
          </p:cNvCxnSpPr>
          <p:nvPr/>
        </p:nvCxnSpPr>
        <p:spPr>
          <a:xfrm flipH="1">
            <a:off x="6526306" y="3251631"/>
            <a:ext cx="200428" cy="136729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452">
            <a:extLst>
              <a:ext uri="{FF2B5EF4-FFF2-40B4-BE49-F238E27FC236}">
                <a16:creationId xmlns:a16="http://schemas.microsoft.com/office/drawing/2014/main" id="{72AD5CD1-DA1A-46FE-A4F5-176AF2077A2E}"/>
              </a:ext>
            </a:extLst>
          </p:cNvPr>
          <p:cNvCxnSpPr>
            <a:cxnSpLocks/>
          </p:cNvCxnSpPr>
          <p:nvPr/>
        </p:nvCxnSpPr>
        <p:spPr>
          <a:xfrm flipH="1" flipV="1">
            <a:off x="6714441" y="3237905"/>
            <a:ext cx="280719" cy="15045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452">
            <a:extLst>
              <a:ext uri="{FF2B5EF4-FFF2-40B4-BE49-F238E27FC236}">
                <a16:creationId xmlns:a16="http://schemas.microsoft.com/office/drawing/2014/main" id="{7F4A0D63-1E01-4C55-8305-1A8F55D6B755}"/>
              </a:ext>
            </a:extLst>
          </p:cNvPr>
          <p:cNvCxnSpPr>
            <a:cxnSpLocks/>
          </p:cNvCxnSpPr>
          <p:nvPr/>
        </p:nvCxnSpPr>
        <p:spPr>
          <a:xfrm flipH="1" flipV="1">
            <a:off x="6979653" y="3367102"/>
            <a:ext cx="15507" cy="20803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452">
            <a:extLst>
              <a:ext uri="{FF2B5EF4-FFF2-40B4-BE49-F238E27FC236}">
                <a16:creationId xmlns:a16="http://schemas.microsoft.com/office/drawing/2014/main" id="{FA4F211D-0D16-4115-A92E-7EF896D739A8}"/>
              </a:ext>
            </a:extLst>
          </p:cNvPr>
          <p:cNvCxnSpPr>
            <a:cxnSpLocks/>
          </p:cNvCxnSpPr>
          <p:nvPr/>
        </p:nvCxnSpPr>
        <p:spPr>
          <a:xfrm flipH="1" flipV="1">
            <a:off x="6995161" y="3567026"/>
            <a:ext cx="482599" cy="16406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452">
            <a:extLst>
              <a:ext uri="{FF2B5EF4-FFF2-40B4-BE49-F238E27FC236}">
                <a16:creationId xmlns:a16="http://schemas.microsoft.com/office/drawing/2014/main" id="{6CE00455-AD1F-4C02-BEEF-DA5297AB2EF6}"/>
              </a:ext>
            </a:extLst>
          </p:cNvPr>
          <p:cNvCxnSpPr>
            <a:cxnSpLocks/>
          </p:cNvCxnSpPr>
          <p:nvPr/>
        </p:nvCxnSpPr>
        <p:spPr>
          <a:xfrm flipH="1" flipV="1">
            <a:off x="7456986" y="3726912"/>
            <a:ext cx="20774" cy="690179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452">
            <a:extLst>
              <a:ext uri="{FF2B5EF4-FFF2-40B4-BE49-F238E27FC236}">
                <a16:creationId xmlns:a16="http://schemas.microsoft.com/office/drawing/2014/main" id="{B18EA075-6E1F-473E-9C1C-1A2DDAD9EC3A}"/>
              </a:ext>
            </a:extLst>
          </p:cNvPr>
          <p:cNvCxnSpPr>
            <a:cxnSpLocks/>
          </p:cNvCxnSpPr>
          <p:nvPr/>
        </p:nvCxnSpPr>
        <p:spPr>
          <a:xfrm flipH="1">
            <a:off x="6776719" y="4403554"/>
            <a:ext cx="711200" cy="282939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452">
            <a:extLst>
              <a:ext uri="{FF2B5EF4-FFF2-40B4-BE49-F238E27FC236}">
                <a16:creationId xmlns:a16="http://schemas.microsoft.com/office/drawing/2014/main" id="{84023CB4-EFBA-417E-A88F-64631284AD8D}"/>
              </a:ext>
            </a:extLst>
          </p:cNvPr>
          <p:cNvCxnSpPr>
            <a:cxnSpLocks/>
          </p:cNvCxnSpPr>
          <p:nvPr/>
        </p:nvCxnSpPr>
        <p:spPr>
          <a:xfrm>
            <a:off x="6787283" y="4664900"/>
            <a:ext cx="12727" cy="20931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452">
            <a:extLst>
              <a:ext uri="{FF2B5EF4-FFF2-40B4-BE49-F238E27FC236}">
                <a16:creationId xmlns:a16="http://schemas.microsoft.com/office/drawing/2014/main" id="{D8218950-CE99-4EA3-8129-C60674A57FE1}"/>
              </a:ext>
            </a:extLst>
          </p:cNvPr>
          <p:cNvCxnSpPr>
            <a:cxnSpLocks/>
          </p:cNvCxnSpPr>
          <p:nvPr/>
        </p:nvCxnSpPr>
        <p:spPr>
          <a:xfrm flipV="1">
            <a:off x="6808886" y="4587086"/>
            <a:ext cx="689597" cy="298901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452">
            <a:extLst>
              <a:ext uri="{FF2B5EF4-FFF2-40B4-BE49-F238E27FC236}">
                <a16:creationId xmlns:a16="http://schemas.microsoft.com/office/drawing/2014/main" id="{6CCD9392-33EB-409B-BBB6-1A68E6F56F03}"/>
              </a:ext>
            </a:extLst>
          </p:cNvPr>
          <p:cNvCxnSpPr>
            <a:cxnSpLocks/>
          </p:cNvCxnSpPr>
          <p:nvPr/>
        </p:nvCxnSpPr>
        <p:spPr>
          <a:xfrm>
            <a:off x="7695745" y="3619698"/>
            <a:ext cx="7311" cy="7195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452">
            <a:extLst>
              <a:ext uri="{FF2B5EF4-FFF2-40B4-BE49-F238E27FC236}">
                <a16:creationId xmlns:a16="http://schemas.microsoft.com/office/drawing/2014/main" id="{149A38DE-90D2-4ED1-A3A3-C1DE13CBC2D6}"/>
              </a:ext>
            </a:extLst>
          </p:cNvPr>
          <p:cNvCxnSpPr>
            <a:cxnSpLocks/>
          </p:cNvCxnSpPr>
          <p:nvPr/>
        </p:nvCxnSpPr>
        <p:spPr>
          <a:xfrm>
            <a:off x="7456986" y="3552669"/>
            <a:ext cx="241299" cy="67029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452">
            <a:extLst>
              <a:ext uri="{FF2B5EF4-FFF2-40B4-BE49-F238E27FC236}">
                <a16:creationId xmlns:a16="http://schemas.microsoft.com/office/drawing/2014/main" id="{C18D415E-1DF4-415D-A137-E3DF167973B2}"/>
              </a:ext>
            </a:extLst>
          </p:cNvPr>
          <p:cNvCxnSpPr>
            <a:cxnSpLocks/>
          </p:cNvCxnSpPr>
          <p:nvPr/>
        </p:nvCxnSpPr>
        <p:spPr>
          <a:xfrm>
            <a:off x="7477758" y="3168983"/>
            <a:ext cx="1" cy="383686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452">
            <a:extLst>
              <a:ext uri="{FF2B5EF4-FFF2-40B4-BE49-F238E27FC236}">
                <a16:creationId xmlns:a16="http://schemas.microsoft.com/office/drawing/2014/main" id="{ABDD7DC8-EB0F-49DB-82B6-2BD4FD0413DE}"/>
              </a:ext>
            </a:extLst>
          </p:cNvPr>
          <p:cNvCxnSpPr>
            <a:cxnSpLocks/>
          </p:cNvCxnSpPr>
          <p:nvPr/>
        </p:nvCxnSpPr>
        <p:spPr>
          <a:xfrm flipH="1">
            <a:off x="7486840" y="2913986"/>
            <a:ext cx="657967" cy="24577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452">
            <a:extLst>
              <a:ext uri="{FF2B5EF4-FFF2-40B4-BE49-F238E27FC236}">
                <a16:creationId xmlns:a16="http://schemas.microsoft.com/office/drawing/2014/main" id="{BD3359DC-D7E0-4501-9E27-C6EBB13BFAEE}"/>
              </a:ext>
            </a:extLst>
          </p:cNvPr>
          <p:cNvCxnSpPr>
            <a:cxnSpLocks/>
          </p:cNvCxnSpPr>
          <p:nvPr/>
        </p:nvCxnSpPr>
        <p:spPr>
          <a:xfrm flipH="1" flipV="1">
            <a:off x="3128213" y="6805458"/>
            <a:ext cx="245853" cy="106413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452">
            <a:extLst>
              <a:ext uri="{FF2B5EF4-FFF2-40B4-BE49-F238E27FC236}">
                <a16:creationId xmlns:a16="http://schemas.microsoft.com/office/drawing/2014/main" id="{A0D3A6D1-D102-4A72-A458-8621B42AAF3F}"/>
              </a:ext>
            </a:extLst>
          </p:cNvPr>
          <p:cNvCxnSpPr>
            <a:cxnSpLocks/>
          </p:cNvCxnSpPr>
          <p:nvPr/>
        </p:nvCxnSpPr>
        <p:spPr>
          <a:xfrm flipH="1">
            <a:off x="3376544" y="6812614"/>
            <a:ext cx="226932" cy="9472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452">
            <a:extLst>
              <a:ext uri="{FF2B5EF4-FFF2-40B4-BE49-F238E27FC236}">
                <a16:creationId xmlns:a16="http://schemas.microsoft.com/office/drawing/2014/main" id="{4D0CCC36-6C06-457E-A6C5-0750D3D06869}"/>
              </a:ext>
            </a:extLst>
          </p:cNvPr>
          <p:cNvCxnSpPr>
            <a:cxnSpLocks/>
          </p:cNvCxnSpPr>
          <p:nvPr/>
        </p:nvCxnSpPr>
        <p:spPr>
          <a:xfrm flipH="1" flipV="1">
            <a:off x="3138201" y="6640644"/>
            <a:ext cx="231661" cy="96765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452">
            <a:extLst>
              <a:ext uri="{FF2B5EF4-FFF2-40B4-BE49-F238E27FC236}">
                <a16:creationId xmlns:a16="http://schemas.microsoft.com/office/drawing/2014/main" id="{6505A55C-32B7-46A6-ACE8-9DBE57CC3655}"/>
              </a:ext>
            </a:extLst>
          </p:cNvPr>
          <p:cNvCxnSpPr>
            <a:cxnSpLocks/>
          </p:cNvCxnSpPr>
          <p:nvPr/>
        </p:nvCxnSpPr>
        <p:spPr>
          <a:xfrm flipH="1">
            <a:off x="3369862" y="6648496"/>
            <a:ext cx="225912" cy="81036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452">
            <a:extLst>
              <a:ext uri="{FF2B5EF4-FFF2-40B4-BE49-F238E27FC236}">
                <a16:creationId xmlns:a16="http://schemas.microsoft.com/office/drawing/2014/main" id="{AB9B2008-7B4B-4A45-8BCE-04DD973781FF}"/>
              </a:ext>
            </a:extLst>
          </p:cNvPr>
          <p:cNvCxnSpPr>
            <a:cxnSpLocks/>
          </p:cNvCxnSpPr>
          <p:nvPr/>
        </p:nvCxnSpPr>
        <p:spPr>
          <a:xfrm flipH="1" flipV="1">
            <a:off x="1999833" y="2661571"/>
            <a:ext cx="210079" cy="84804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452">
            <a:extLst>
              <a:ext uri="{FF2B5EF4-FFF2-40B4-BE49-F238E27FC236}">
                <a16:creationId xmlns:a16="http://schemas.microsoft.com/office/drawing/2014/main" id="{A0510EB4-7735-4E15-9660-BB4F211587D7}"/>
              </a:ext>
            </a:extLst>
          </p:cNvPr>
          <p:cNvCxnSpPr>
            <a:cxnSpLocks/>
          </p:cNvCxnSpPr>
          <p:nvPr/>
        </p:nvCxnSpPr>
        <p:spPr>
          <a:xfrm flipH="1" flipV="1">
            <a:off x="4059476" y="7344849"/>
            <a:ext cx="226518" cy="98567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452">
            <a:extLst>
              <a:ext uri="{FF2B5EF4-FFF2-40B4-BE49-F238E27FC236}">
                <a16:creationId xmlns:a16="http://schemas.microsoft.com/office/drawing/2014/main" id="{2D5A7E3A-A7F7-4BE2-9A70-2809EB8A69C6}"/>
              </a:ext>
            </a:extLst>
          </p:cNvPr>
          <p:cNvCxnSpPr>
            <a:cxnSpLocks/>
          </p:cNvCxnSpPr>
          <p:nvPr/>
        </p:nvCxnSpPr>
        <p:spPr>
          <a:xfrm flipV="1">
            <a:off x="4046416" y="7444774"/>
            <a:ext cx="252835" cy="11671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452">
            <a:extLst>
              <a:ext uri="{FF2B5EF4-FFF2-40B4-BE49-F238E27FC236}">
                <a16:creationId xmlns:a16="http://schemas.microsoft.com/office/drawing/2014/main" id="{5A1BC4D2-1ABD-496D-9A93-5AA6CC884FB9}"/>
              </a:ext>
            </a:extLst>
          </p:cNvPr>
          <p:cNvCxnSpPr>
            <a:cxnSpLocks/>
          </p:cNvCxnSpPr>
          <p:nvPr/>
        </p:nvCxnSpPr>
        <p:spPr>
          <a:xfrm flipH="1" flipV="1">
            <a:off x="2915255" y="7976880"/>
            <a:ext cx="752" cy="557520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452">
            <a:extLst>
              <a:ext uri="{FF2B5EF4-FFF2-40B4-BE49-F238E27FC236}">
                <a16:creationId xmlns:a16="http://schemas.microsoft.com/office/drawing/2014/main" id="{26F5549F-463A-49D6-B867-74E7629E1F9B}"/>
              </a:ext>
            </a:extLst>
          </p:cNvPr>
          <p:cNvCxnSpPr>
            <a:cxnSpLocks/>
          </p:cNvCxnSpPr>
          <p:nvPr/>
        </p:nvCxnSpPr>
        <p:spPr>
          <a:xfrm flipH="1" flipV="1">
            <a:off x="3138201" y="8761054"/>
            <a:ext cx="231662" cy="108626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452">
            <a:extLst>
              <a:ext uri="{FF2B5EF4-FFF2-40B4-BE49-F238E27FC236}">
                <a16:creationId xmlns:a16="http://schemas.microsoft.com/office/drawing/2014/main" id="{CF545B1C-96F6-4A8F-B32C-3512A970B34A}"/>
              </a:ext>
            </a:extLst>
          </p:cNvPr>
          <p:cNvCxnSpPr>
            <a:cxnSpLocks/>
          </p:cNvCxnSpPr>
          <p:nvPr/>
        </p:nvCxnSpPr>
        <p:spPr>
          <a:xfrm flipV="1">
            <a:off x="3368937" y="8869680"/>
            <a:ext cx="1" cy="377190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452">
            <a:extLst>
              <a:ext uri="{FF2B5EF4-FFF2-40B4-BE49-F238E27FC236}">
                <a16:creationId xmlns:a16="http://schemas.microsoft.com/office/drawing/2014/main" id="{0ED24D02-711E-456D-B0C4-881D04FEB97E}"/>
              </a:ext>
            </a:extLst>
          </p:cNvPr>
          <p:cNvCxnSpPr>
            <a:cxnSpLocks/>
          </p:cNvCxnSpPr>
          <p:nvPr/>
        </p:nvCxnSpPr>
        <p:spPr>
          <a:xfrm flipH="1">
            <a:off x="3368015" y="9058275"/>
            <a:ext cx="488205" cy="188595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452">
            <a:extLst>
              <a:ext uri="{FF2B5EF4-FFF2-40B4-BE49-F238E27FC236}">
                <a16:creationId xmlns:a16="http://schemas.microsoft.com/office/drawing/2014/main" id="{D69ED1CF-568C-465C-8C71-3318B950EFED}"/>
              </a:ext>
            </a:extLst>
          </p:cNvPr>
          <p:cNvCxnSpPr>
            <a:cxnSpLocks/>
          </p:cNvCxnSpPr>
          <p:nvPr/>
        </p:nvCxnSpPr>
        <p:spPr>
          <a:xfrm flipV="1">
            <a:off x="3366202" y="7284363"/>
            <a:ext cx="8543" cy="522979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452">
            <a:extLst>
              <a:ext uri="{FF2B5EF4-FFF2-40B4-BE49-F238E27FC236}">
                <a16:creationId xmlns:a16="http://schemas.microsoft.com/office/drawing/2014/main" id="{9C9B3C37-4B67-4CA6-ACFD-5641B6E67594}"/>
              </a:ext>
            </a:extLst>
          </p:cNvPr>
          <p:cNvCxnSpPr>
            <a:cxnSpLocks/>
          </p:cNvCxnSpPr>
          <p:nvPr/>
        </p:nvCxnSpPr>
        <p:spPr>
          <a:xfrm flipV="1">
            <a:off x="2898054" y="7788547"/>
            <a:ext cx="454643" cy="194375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452">
            <a:extLst>
              <a:ext uri="{FF2B5EF4-FFF2-40B4-BE49-F238E27FC236}">
                <a16:creationId xmlns:a16="http://schemas.microsoft.com/office/drawing/2014/main" id="{5A6E971B-2F48-4B1D-A218-2180EF0E13E4}"/>
              </a:ext>
            </a:extLst>
          </p:cNvPr>
          <p:cNvCxnSpPr>
            <a:cxnSpLocks/>
          </p:cNvCxnSpPr>
          <p:nvPr/>
        </p:nvCxnSpPr>
        <p:spPr>
          <a:xfrm>
            <a:off x="3832628" y="8661802"/>
            <a:ext cx="0" cy="410514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452">
            <a:extLst>
              <a:ext uri="{FF2B5EF4-FFF2-40B4-BE49-F238E27FC236}">
                <a16:creationId xmlns:a16="http://schemas.microsoft.com/office/drawing/2014/main" id="{A70B7858-C45E-49B4-BEA9-49E7A021FE31}"/>
              </a:ext>
            </a:extLst>
          </p:cNvPr>
          <p:cNvCxnSpPr>
            <a:cxnSpLocks/>
          </p:cNvCxnSpPr>
          <p:nvPr/>
        </p:nvCxnSpPr>
        <p:spPr>
          <a:xfrm flipV="1">
            <a:off x="3138201" y="8607087"/>
            <a:ext cx="0" cy="15396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452">
            <a:extLst>
              <a:ext uri="{FF2B5EF4-FFF2-40B4-BE49-F238E27FC236}">
                <a16:creationId xmlns:a16="http://schemas.microsoft.com/office/drawing/2014/main" id="{A06712DA-E57A-414E-A06F-890F53EDA3FE}"/>
              </a:ext>
            </a:extLst>
          </p:cNvPr>
          <p:cNvCxnSpPr>
            <a:cxnSpLocks/>
          </p:cNvCxnSpPr>
          <p:nvPr/>
        </p:nvCxnSpPr>
        <p:spPr>
          <a:xfrm>
            <a:off x="8161348" y="2912618"/>
            <a:ext cx="677852" cy="30810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452">
            <a:extLst>
              <a:ext uri="{FF2B5EF4-FFF2-40B4-BE49-F238E27FC236}">
                <a16:creationId xmlns:a16="http://schemas.microsoft.com/office/drawing/2014/main" id="{18569A1D-6C47-4B91-BB22-63DF7C087B0A}"/>
              </a:ext>
            </a:extLst>
          </p:cNvPr>
          <p:cNvCxnSpPr>
            <a:cxnSpLocks/>
          </p:cNvCxnSpPr>
          <p:nvPr/>
        </p:nvCxnSpPr>
        <p:spPr>
          <a:xfrm flipV="1">
            <a:off x="8839200" y="3109263"/>
            <a:ext cx="228600" cy="9751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452">
            <a:extLst>
              <a:ext uri="{FF2B5EF4-FFF2-40B4-BE49-F238E27FC236}">
                <a16:creationId xmlns:a16="http://schemas.microsoft.com/office/drawing/2014/main" id="{6E8E55AB-FE77-49C4-93FC-A41AE79BCCB1}"/>
              </a:ext>
            </a:extLst>
          </p:cNvPr>
          <p:cNvCxnSpPr>
            <a:cxnSpLocks/>
          </p:cNvCxnSpPr>
          <p:nvPr/>
        </p:nvCxnSpPr>
        <p:spPr>
          <a:xfrm flipV="1">
            <a:off x="9067800" y="2552685"/>
            <a:ext cx="0" cy="53917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452">
            <a:extLst>
              <a:ext uri="{FF2B5EF4-FFF2-40B4-BE49-F238E27FC236}">
                <a16:creationId xmlns:a16="http://schemas.microsoft.com/office/drawing/2014/main" id="{635E0C66-1CA6-4980-8A7F-E35D865D1DFC}"/>
              </a:ext>
            </a:extLst>
          </p:cNvPr>
          <p:cNvCxnSpPr>
            <a:cxnSpLocks/>
          </p:cNvCxnSpPr>
          <p:nvPr/>
        </p:nvCxnSpPr>
        <p:spPr>
          <a:xfrm flipH="1" flipV="1">
            <a:off x="8839200" y="2452087"/>
            <a:ext cx="228600" cy="11800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452">
            <a:extLst>
              <a:ext uri="{FF2B5EF4-FFF2-40B4-BE49-F238E27FC236}">
                <a16:creationId xmlns:a16="http://schemas.microsoft.com/office/drawing/2014/main" id="{9F46922A-A261-4E7E-AEC9-87DF53718286}"/>
              </a:ext>
            </a:extLst>
          </p:cNvPr>
          <p:cNvCxnSpPr>
            <a:cxnSpLocks/>
          </p:cNvCxnSpPr>
          <p:nvPr/>
        </p:nvCxnSpPr>
        <p:spPr>
          <a:xfrm flipH="1">
            <a:off x="8585200" y="2452087"/>
            <a:ext cx="271780" cy="10059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452">
            <a:extLst>
              <a:ext uri="{FF2B5EF4-FFF2-40B4-BE49-F238E27FC236}">
                <a16:creationId xmlns:a16="http://schemas.microsoft.com/office/drawing/2014/main" id="{AEAB2DD8-1BD2-4723-99B0-50B87F50E414}"/>
              </a:ext>
            </a:extLst>
          </p:cNvPr>
          <p:cNvCxnSpPr>
            <a:cxnSpLocks/>
          </p:cNvCxnSpPr>
          <p:nvPr/>
        </p:nvCxnSpPr>
        <p:spPr>
          <a:xfrm>
            <a:off x="8606790" y="2545794"/>
            <a:ext cx="0" cy="17589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452">
            <a:extLst>
              <a:ext uri="{FF2B5EF4-FFF2-40B4-BE49-F238E27FC236}">
                <a16:creationId xmlns:a16="http://schemas.microsoft.com/office/drawing/2014/main" id="{C5F01DC7-0452-41BB-89F9-EAF5BCE4F42F}"/>
              </a:ext>
            </a:extLst>
          </p:cNvPr>
          <p:cNvCxnSpPr>
            <a:cxnSpLocks/>
          </p:cNvCxnSpPr>
          <p:nvPr/>
        </p:nvCxnSpPr>
        <p:spPr>
          <a:xfrm flipH="1">
            <a:off x="8379460" y="2710715"/>
            <a:ext cx="233680" cy="11155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452">
            <a:extLst>
              <a:ext uri="{FF2B5EF4-FFF2-40B4-BE49-F238E27FC236}">
                <a16:creationId xmlns:a16="http://schemas.microsoft.com/office/drawing/2014/main" id="{5AB2DDE0-272F-418E-98D0-9591B9FBD20E}"/>
              </a:ext>
            </a:extLst>
          </p:cNvPr>
          <p:cNvCxnSpPr>
            <a:cxnSpLocks/>
          </p:cNvCxnSpPr>
          <p:nvPr/>
        </p:nvCxnSpPr>
        <p:spPr>
          <a:xfrm flipH="1" flipV="1">
            <a:off x="8142267" y="2746375"/>
            <a:ext cx="248623" cy="6529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452">
            <a:extLst>
              <a:ext uri="{FF2B5EF4-FFF2-40B4-BE49-F238E27FC236}">
                <a16:creationId xmlns:a16="http://schemas.microsoft.com/office/drawing/2014/main" id="{94480F4A-F843-42E0-BD2C-A3ACBB0C94F7}"/>
              </a:ext>
            </a:extLst>
          </p:cNvPr>
          <p:cNvCxnSpPr>
            <a:cxnSpLocks/>
          </p:cNvCxnSpPr>
          <p:nvPr/>
        </p:nvCxnSpPr>
        <p:spPr>
          <a:xfrm flipH="1">
            <a:off x="7915276" y="2746375"/>
            <a:ext cx="233680" cy="11155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452">
            <a:extLst>
              <a:ext uri="{FF2B5EF4-FFF2-40B4-BE49-F238E27FC236}">
                <a16:creationId xmlns:a16="http://schemas.microsoft.com/office/drawing/2014/main" id="{97CE2C4E-B328-4F2F-BAC2-99FCBF3F2EA5}"/>
              </a:ext>
            </a:extLst>
          </p:cNvPr>
          <p:cNvCxnSpPr>
            <a:cxnSpLocks/>
          </p:cNvCxnSpPr>
          <p:nvPr/>
        </p:nvCxnSpPr>
        <p:spPr>
          <a:xfrm>
            <a:off x="7928150" y="2658430"/>
            <a:ext cx="0" cy="17589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452">
            <a:extLst>
              <a:ext uri="{FF2B5EF4-FFF2-40B4-BE49-F238E27FC236}">
                <a16:creationId xmlns:a16="http://schemas.microsoft.com/office/drawing/2014/main" id="{413D790E-D4AE-4B08-B04F-9728A1B8B4D7}"/>
              </a:ext>
            </a:extLst>
          </p:cNvPr>
          <p:cNvCxnSpPr>
            <a:cxnSpLocks/>
          </p:cNvCxnSpPr>
          <p:nvPr/>
        </p:nvCxnSpPr>
        <p:spPr>
          <a:xfrm flipH="1" flipV="1">
            <a:off x="8145782" y="2545794"/>
            <a:ext cx="245108" cy="8902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452">
            <a:extLst>
              <a:ext uri="{FF2B5EF4-FFF2-40B4-BE49-F238E27FC236}">
                <a16:creationId xmlns:a16="http://schemas.microsoft.com/office/drawing/2014/main" id="{500F2EB8-6FF9-4862-BF81-9C909BC1F917}"/>
              </a:ext>
            </a:extLst>
          </p:cNvPr>
          <p:cNvCxnSpPr>
            <a:cxnSpLocks/>
          </p:cNvCxnSpPr>
          <p:nvPr/>
        </p:nvCxnSpPr>
        <p:spPr>
          <a:xfrm flipH="1">
            <a:off x="7918790" y="2545794"/>
            <a:ext cx="233680" cy="11155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452">
            <a:extLst>
              <a:ext uri="{FF2B5EF4-FFF2-40B4-BE49-F238E27FC236}">
                <a16:creationId xmlns:a16="http://schemas.microsoft.com/office/drawing/2014/main" id="{BED104F3-CEE0-486E-B86C-9A34F8707FF3}"/>
              </a:ext>
            </a:extLst>
          </p:cNvPr>
          <p:cNvCxnSpPr>
            <a:cxnSpLocks/>
          </p:cNvCxnSpPr>
          <p:nvPr/>
        </p:nvCxnSpPr>
        <p:spPr>
          <a:xfrm>
            <a:off x="8379460" y="2298700"/>
            <a:ext cx="810" cy="32927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452">
            <a:extLst>
              <a:ext uri="{FF2B5EF4-FFF2-40B4-BE49-F238E27FC236}">
                <a16:creationId xmlns:a16="http://schemas.microsoft.com/office/drawing/2014/main" id="{9B359E23-0298-4DF1-BB19-5A79E02935FC}"/>
              </a:ext>
            </a:extLst>
          </p:cNvPr>
          <p:cNvCxnSpPr>
            <a:cxnSpLocks/>
          </p:cNvCxnSpPr>
          <p:nvPr/>
        </p:nvCxnSpPr>
        <p:spPr>
          <a:xfrm flipH="1" flipV="1">
            <a:off x="8368032" y="2304136"/>
            <a:ext cx="245108" cy="8902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452">
            <a:extLst>
              <a:ext uri="{FF2B5EF4-FFF2-40B4-BE49-F238E27FC236}">
                <a16:creationId xmlns:a16="http://schemas.microsoft.com/office/drawing/2014/main" id="{A212DD99-C26A-4A52-8D27-11181387A28E}"/>
              </a:ext>
            </a:extLst>
          </p:cNvPr>
          <p:cNvCxnSpPr>
            <a:cxnSpLocks/>
          </p:cNvCxnSpPr>
          <p:nvPr/>
        </p:nvCxnSpPr>
        <p:spPr>
          <a:xfrm flipH="1">
            <a:off x="8606790" y="2294057"/>
            <a:ext cx="225710" cy="10755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452">
            <a:extLst>
              <a:ext uri="{FF2B5EF4-FFF2-40B4-BE49-F238E27FC236}">
                <a16:creationId xmlns:a16="http://schemas.microsoft.com/office/drawing/2014/main" id="{BF05C006-2953-4399-835B-5221A21E9F0B}"/>
              </a:ext>
            </a:extLst>
          </p:cNvPr>
          <p:cNvCxnSpPr>
            <a:cxnSpLocks/>
          </p:cNvCxnSpPr>
          <p:nvPr/>
        </p:nvCxnSpPr>
        <p:spPr>
          <a:xfrm flipH="1" flipV="1">
            <a:off x="7915276" y="1953088"/>
            <a:ext cx="923924" cy="35104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452">
            <a:extLst>
              <a:ext uri="{FF2B5EF4-FFF2-40B4-BE49-F238E27FC236}">
                <a16:creationId xmlns:a16="http://schemas.microsoft.com/office/drawing/2014/main" id="{06C0D2F1-5478-46D7-B7D3-AFEB27342C75}"/>
              </a:ext>
            </a:extLst>
          </p:cNvPr>
          <p:cNvCxnSpPr>
            <a:cxnSpLocks/>
          </p:cNvCxnSpPr>
          <p:nvPr/>
        </p:nvCxnSpPr>
        <p:spPr>
          <a:xfrm>
            <a:off x="7927340" y="1763160"/>
            <a:ext cx="810" cy="20180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452">
            <a:extLst>
              <a:ext uri="{FF2B5EF4-FFF2-40B4-BE49-F238E27FC236}">
                <a16:creationId xmlns:a16="http://schemas.microsoft.com/office/drawing/2014/main" id="{DFE183C1-E526-4B28-A66E-99F13FB47651}"/>
              </a:ext>
            </a:extLst>
          </p:cNvPr>
          <p:cNvCxnSpPr>
            <a:cxnSpLocks/>
          </p:cNvCxnSpPr>
          <p:nvPr/>
        </p:nvCxnSpPr>
        <p:spPr>
          <a:xfrm flipH="1" flipV="1">
            <a:off x="7908576" y="1777998"/>
            <a:ext cx="923924" cy="357139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452">
            <a:extLst>
              <a:ext uri="{FF2B5EF4-FFF2-40B4-BE49-F238E27FC236}">
                <a16:creationId xmlns:a16="http://schemas.microsoft.com/office/drawing/2014/main" id="{FA108861-93F9-4D38-B692-845895D2E008}"/>
              </a:ext>
            </a:extLst>
          </p:cNvPr>
          <p:cNvCxnSpPr>
            <a:cxnSpLocks/>
          </p:cNvCxnSpPr>
          <p:nvPr/>
        </p:nvCxnSpPr>
        <p:spPr>
          <a:xfrm>
            <a:off x="8832500" y="1763160"/>
            <a:ext cx="0" cy="378949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452">
            <a:extLst>
              <a:ext uri="{FF2B5EF4-FFF2-40B4-BE49-F238E27FC236}">
                <a16:creationId xmlns:a16="http://schemas.microsoft.com/office/drawing/2014/main" id="{01B8846B-6C79-468F-B9BB-AB82BFB11323}"/>
              </a:ext>
            </a:extLst>
          </p:cNvPr>
          <p:cNvCxnSpPr>
            <a:cxnSpLocks/>
          </p:cNvCxnSpPr>
          <p:nvPr/>
        </p:nvCxnSpPr>
        <p:spPr>
          <a:xfrm flipH="1">
            <a:off x="8814720" y="1504002"/>
            <a:ext cx="687420" cy="29085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452">
            <a:extLst>
              <a:ext uri="{FF2B5EF4-FFF2-40B4-BE49-F238E27FC236}">
                <a16:creationId xmlns:a16="http://schemas.microsoft.com/office/drawing/2014/main" id="{E1E63870-2E0E-41CF-944D-74A0FB6DC4AB}"/>
              </a:ext>
            </a:extLst>
          </p:cNvPr>
          <p:cNvCxnSpPr>
            <a:cxnSpLocks/>
          </p:cNvCxnSpPr>
          <p:nvPr/>
        </p:nvCxnSpPr>
        <p:spPr>
          <a:xfrm>
            <a:off x="9502140" y="1465364"/>
            <a:ext cx="0" cy="23709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452">
            <a:extLst>
              <a:ext uri="{FF2B5EF4-FFF2-40B4-BE49-F238E27FC236}">
                <a16:creationId xmlns:a16="http://schemas.microsoft.com/office/drawing/2014/main" id="{8C92F20C-366C-4F0B-94C9-D75E391CCBD8}"/>
              </a:ext>
            </a:extLst>
          </p:cNvPr>
          <p:cNvCxnSpPr>
            <a:cxnSpLocks/>
          </p:cNvCxnSpPr>
          <p:nvPr/>
        </p:nvCxnSpPr>
        <p:spPr>
          <a:xfrm flipH="1" flipV="1">
            <a:off x="9504616" y="1688974"/>
            <a:ext cx="245108" cy="8902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452">
            <a:extLst>
              <a:ext uri="{FF2B5EF4-FFF2-40B4-BE49-F238E27FC236}">
                <a16:creationId xmlns:a16="http://schemas.microsoft.com/office/drawing/2014/main" id="{2B8FA731-32F0-49C6-833E-DBD76927EC65}"/>
              </a:ext>
            </a:extLst>
          </p:cNvPr>
          <p:cNvCxnSpPr>
            <a:cxnSpLocks/>
          </p:cNvCxnSpPr>
          <p:nvPr/>
        </p:nvCxnSpPr>
        <p:spPr>
          <a:xfrm>
            <a:off x="9742038" y="1759778"/>
            <a:ext cx="0" cy="198361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452">
            <a:extLst>
              <a:ext uri="{FF2B5EF4-FFF2-40B4-BE49-F238E27FC236}">
                <a16:creationId xmlns:a16="http://schemas.microsoft.com/office/drawing/2014/main" id="{09737197-46B9-4A51-8AB7-7F0FFA0B5F58}"/>
              </a:ext>
            </a:extLst>
          </p:cNvPr>
          <p:cNvCxnSpPr>
            <a:cxnSpLocks/>
          </p:cNvCxnSpPr>
          <p:nvPr/>
        </p:nvCxnSpPr>
        <p:spPr>
          <a:xfrm flipH="1" flipV="1">
            <a:off x="9281160" y="1759778"/>
            <a:ext cx="475264" cy="19040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452">
            <a:extLst>
              <a:ext uri="{FF2B5EF4-FFF2-40B4-BE49-F238E27FC236}">
                <a16:creationId xmlns:a16="http://schemas.microsoft.com/office/drawing/2014/main" id="{9422BF77-D7C9-4B46-8A01-1720722DE696}"/>
              </a:ext>
            </a:extLst>
          </p:cNvPr>
          <p:cNvCxnSpPr>
            <a:cxnSpLocks/>
          </p:cNvCxnSpPr>
          <p:nvPr/>
        </p:nvCxnSpPr>
        <p:spPr>
          <a:xfrm flipH="1">
            <a:off x="9063355" y="1754995"/>
            <a:ext cx="233614" cy="9718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452">
            <a:extLst>
              <a:ext uri="{FF2B5EF4-FFF2-40B4-BE49-F238E27FC236}">
                <a16:creationId xmlns:a16="http://schemas.microsoft.com/office/drawing/2014/main" id="{46B083DB-39B9-4691-A60D-E849D298690F}"/>
              </a:ext>
            </a:extLst>
          </p:cNvPr>
          <p:cNvCxnSpPr>
            <a:cxnSpLocks/>
          </p:cNvCxnSpPr>
          <p:nvPr/>
        </p:nvCxnSpPr>
        <p:spPr>
          <a:xfrm>
            <a:off x="9063355" y="1831633"/>
            <a:ext cx="0" cy="23709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452">
            <a:extLst>
              <a:ext uri="{FF2B5EF4-FFF2-40B4-BE49-F238E27FC236}">
                <a16:creationId xmlns:a16="http://schemas.microsoft.com/office/drawing/2014/main" id="{35C72951-A34E-42A8-BF0B-C57A484AE1CA}"/>
              </a:ext>
            </a:extLst>
          </p:cNvPr>
          <p:cNvCxnSpPr>
            <a:cxnSpLocks/>
          </p:cNvCxnSpPr>
          <p:nvPr/>
        </p:nvCxnSpPr>
        <p:spPr>
          <a:xfrm flipH="1">
            <a:off x="9046002" y="2129627"/>
            <a:ext cx="233614" cy="9718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452">
            <a:extLst>
              <a:ext uri="{FF2B5EF4-FFF2-40B4-BE49-F238E27FC236}">
                <a16:creationId xmlns:a16="http://schemas.microsoft.com/office/drawing/2014/main" id="{6E57DBBA-895A-4768-9FB4-D5632E2D0F65}"/>
              </a:ext>
            </a:extLst>
          </p:cNvPr>
          <p:cNvCxnSpPr>
            <a:cxnSpLocks/>
          </p:cNvCxnSpPr>
          <p:nvPr/>
        </p:nvCxnSpPr>
        <p:spPr>
          <a:xfrm flipH="1" flipV="1">
            <a:off x="9271930" y="2123008"/>
            <a:ext cx="245108" cy="8902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452">
            <a:extLst>
              <a:ext uri="{FF2B5EF4-FFF2-40B4-BE49-F238E27FC236}">
                <a16:creationId xmlns:a16="http://schemas.microsoft.com/office/drawing/2014/main" id="{58848466-C73F-4998-AB41-27412C6265C9}"/>
              </a:ext>
            </a:extLst>
          </p:cNvPr>
          <p:cNvCxnSpPr>
            <a:cxnSpLocks/>
          </p:cNvCxnSpPr>
          <p:nvPr/>
        </p:nvCxnSpPr>
        <p:spPr>
          <a:xfrm>
            <a:off x="9523771" y="2000000"/>
            <a:ext cx="0" cy="23709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452">
            <a:extLst>
              <a:ext uri="{FF2B5EF4-FFF2-40B4-BE49-F238E27FC236}">
                <a16:creationId xmlns:a16="http://schemas.microsoft.com/office/drawing/2014/main" id="{C945E3EE-3FB1-40D2-8D30-AE6B60635AD5}"/>
              </a:ext>
            </a:extLst>
          </p:cNvPr>
          <p:cNvCxnSpPr>
            <a:cxnSpLocks/>
          </p:cNvCxnSpPr>
          <p:nvPr/>
        </p:nvCxnSpPr>
        <p:spPr>
          <a:xfrm flipH="1">
            <a:off x="9046967" y="1942807"/>
            <a:ext cx="233614" cy="9718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452">
            <a:extLst>
              <a:ext uri="{FF2B5EF4-FFF2-40B4-BE49-F238E27FC236}">
                <a16:creationId xmlns:a16="http://schemas.microsoft.com/office/drawing/2014/main" id="{2164DC81-8649-46DB-9376-F3AE947E58AD}"/>
              </a:ext>
            </a:extLst>
          </p:cNvPr>
          <p:cNvCxnSpPr>
            <a:cxnSpLocks/>
          </p:cNvCxnSpPr>
          <p:nvPr/>
        </p:nvCxnSpPr>
        <p:spPr>
          <a:xfrm flipH="1" flipV="1">
            <a:off x="9272895" y="1936188"/>
            <a:ext cx="245108" cy="8902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452">
            <a:extLst>
              <a:ext uri="{FF2B5EF4-FFF2-40B4-BE49-F238E27FC236}">
                <a16:creationId xmlns:a16="http://schemas.microsoft.com/office/drawing/2014/main" id="{1B0DAC73-8FE6-43C2-92DF-793B119B8498}"/>
              </a:ext>
            </a:extLst>
          </p:cNvPr>
          <p:cNvCxnSpPr>
            <a:cxnSpLocks/>
          </p:cNvCxnSpPr>
          <p:nvPr/>
        </p:nvCxnSpPr>
        <p:spPr>
          <a:xfrm>
            <a:off x="9063355" y="2212032"/>
            <a:ext cx="0" cy="189579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452">
            <a:extLst>
              <a:ext uri="{FF2B5EF4-FFF2-40B4-BE49-F238E27FC236}">
                <a16:creationId xmlns:a16="http://schemas.microsoft.com/office/drawing/2014/main" id="{0084B65B-BFCC-4BF4-B6B2-8894E18EE7DC}"/>
              </a:ext>
            </a:extLst>
          </p:cNvPr>
          <p:cNvCxnSpPr>
            <a:cxnSpLocks/>
          </p:cNvCxnSpPr>
          <p:nvPr/>
        </p:nvCxnSpPr>
        <p:spPr>
          <a:xfrm flipH="1">
            <a:off x="9046002" y="2294728"/>
            <a:ext cx="233614" cy="9718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452">
            <a:extLst>
              <a:ext uri="{FF2B5EF4-FFF2-40B4-BE49-F238E27FC236}">
                <a16:creationId xmlns:a16="http://schemas.microsoft.com/office/drawing/2014/main" id="{28F03A08-7207-4143-84C3-9D468E21F9D1}"/>
              </a:ext>
            </a:extLst>
          </p:cNvPr>
          <p:cNvCxnSpPr>
            <a:cxnSpLocks/>
          </p:cNvCxnSpPr>
          <p:nvPr/>
        </p:nvCxnSpPr>
        <p:spPr>
          <a:xfrm flipH="1" flipV="1">
            <a:off x="9271930" y="2288109"/>
            <a:ext cx="245108" cy="8902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452">
            <a:extLst>
              <a:ext uri="{FF2B5EF4-FFF2-40B4-BE49-F238E27FC236}">
                <a16:creationId xmlns:a16="http://schemas.microsoft.com/office/drawing/2014/main" id="{0A69278C-8D02-451B-83E4-9E16D0C4D163}"/>
              </a:ext>
            </a:extLst>
          </p:cNvPr>
          <p:cNvCxnSpPr>
            <a:cxnSpLocks/>
          </p:cNvCxnSpPr>
          <p:nvPr/>
        </p:nvCxnSpPr>
        <p:spPr>
          <a:xfrm>
            <a:off x="9523771" y="2354832"/>
            <a:ext cx="0" cy="23709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452">
            <a:extLst>
              <a:ext uri="{FF2B5EF4-FFF2-40B4-BE49-F238E27FC236}">
                <a16:creationId xmlns:a16="http://schemas.microsoft.com/office/drawing/2014/main" id="{F09FBC36-0200-4CC3-BFBA-91D8CC93D3D3}"/>
              </a:ext>
            </a:extLst>
          </p:cNvPr>
          <p:cNvCxnSpPr>
            <a:cxnSpLocks/>
          </p:cNvCxnSpPr>
          <p:nvPr/>
        </p:nvCxnSpPr>
        <p:spPr>
          <a:xfrm flipH="1" flipV="1">
            <a:off x="9285397" y="2473377"/>
            <a:ext cx="245108" cy="8902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452">
            <a:extLst>
              <a:ext uri="{FF2B5EF4-FFF2-40B4-BE49-F238E27FC236}">
                <a16:creationId xmlns:a16="http://schemas.microsoft.com/office/drawing/2014/main" id="{7712E95D-4264-4985-9E16-FC1C929FE43D}"/>
              </a:ext>
            </a:extLst>
          </p:cNvPr>
          <p:cNvCxnSpPr>
            <a:cxnSpLocks/>
          </p:cNvCxnSpPr>
          <p:nvPr/>
        </p:nvCxnSpPr>
        <p:spPr>
          <a:xfrm>
            <a:off x="9296969" y="2471761"/>
            <a:ext cx="0" cy="18981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452">
            <a:extLst>
              <a:ext uri="{FF2B5EF4-FFF2-40B4-BE49-F238E27FC236}">
                <a16:creationId xmlns:a16="http://schemas.microsoft.com/office/drawing/2014/main" id="{9A2E6520-11FA-42CE-A4A7-1109F740F9C3}"/>
              </a:ext>
            </a:extLst>
          </p:cNvPr>
          <p:cNvCxnSpPr>
            <a:cxnSpLocks/>
          </p:cNvCxnSpPr>
          <p:nvPr/>
        </p:nvCxnSpPr>
        <p:spPr>
          <a:xfrm flipH="1" flipV="1">
            <a:off x="9265534" y="2646784"/>
            <a:ext cx="476504" cy="18526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452">
            <a:extLst>
              <a:ext uri="{FF2B5EF4-FFF2-40B4-BE49-F238E27FC236}">
                <a16:creationId xmlns:a16="http://schemas.microsoft.com/office/drawing/2014/main" id="{3BA929F3-A7EF-4B1B-A6A6-D132324E0AF9}"/>
              </a:ext>
            </a:extLst>
          </p:cNvPr>
          <p:cNvCxnSpPr>
            <a:cxnSpLocks/>
          </p:cNvCxnSpPr>
          <p:nvPr/>
        </p:nvCxnSpPr>
        <p:spPr>
          <a:xfrm>
            <a:off x="9742038" y="2816439"/>
            <a:ext cx="0" cy="18981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452">
            <a:extLst>
              <a:ext uri="{FF2B5EF4-FFF2-40B4-BE49-F238E27FC236}">
                <a16:creationId xmlns:a16="http://schemas.microsoft.com/office/drawing/2014/main" id="{DF356BFA-2242-45FD-AFEE-8221F78EFD9F}"/>
              </a:ext>
            </a:extLst>
          </p:cNvPr>
          <p:cNvCxnSpPr>
            <a:cxnSpLocks/>
          </p:cNvCxnSpPr>
          <p:nvPr/>
        </p:nvCxnSpPr>
        <p:spPr>
          <a:xfrm flipH="1" flipV="1">
            <a:off x="9285397" y="2824626"/>
            <a:ext cx="476504" cy="18526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452">
            <a:extLst>
              <a:ext uri="{FF2B5EF4-FFF2-40B4-BE49-F238E27FC236}">
                <a16:creationId xmlns:a16="http://schemas.microsoft.com/office/drawing/2014/main" id="{F533CDD9-AE45-4D05-BC3E-483270AFDAAB}"/>
              </a:ext>
            </a:extLst>
          </p:cNvPr>
          <p:cNvCxnSpPr>
            <a:cxnSpLocks/>
          </p:cNvCxnSpPr>
          <p:nvPr/>
        </p:nvCxnSpPr>
        <p:spPr>
          <a:xfrm>
            <a:off x="9290914" y="2834219"/>
            <a:ext cx="0" cy="18981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452">
            <a:extLst>
              <a:ext uri="{FF2B5EF4-FFF2-40B4-BE49-F238E27FC236}">
                <a16:creationId xmlns:a16="http://schemas.microsoft.com/office/drawing/2014/main" id="{3E4BDBD3-D606-4BFA-B1D3-BC514FAE2505}"/>
              </a:ext>
            </a:extLst>
          </p:cNvPr>
          <p:cNvCxnSpPr>
            <a:cxnSpLocks/>
          </p:cNvCxnSpPr>
          <p:nvPr/>
        </p:nvCxnSpPr>
        <p:spPr>
          <a:xfrm flipH="1" flipV="1">
            <a:off x="9285397" y="3001467"/>
            <a:ext cx="245108" cy="8902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452">
            <a:extLst>
              <a:ext uri="{FF2B5EF4-FFF2-40B4-BE49-F238E27FC236}">
                <a16:creationId xmlns:a16="http://schemas.microsoft.com/office/drawing/2014/main" id="{2E4A264F-DA58-4FA1-B709-A8EBCA39D86B}"/>
              </a:ext>
            </a:extLst>
          </p:cNvPr>
          <p:cNvCxnSpPr>
            <a:cxnSpLocks/>
          </p:cNvCxnSpPr>
          <p:nvPr/>
        </p:nvCxnSpPr>
        <p:spPr>
          <a:xfrm>
            <a:off x="9517038" y="3081244"/>
            <a:ext cx="0" cy="355376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452">
            <a:extLst>
              <a:ext uri="{FF2B5EF4-FFF2-40B4-BE49-F238E27FC236}">
                <a16:creationId xmlns:a16="http://schemas.microsoft.com/office/drawing/2014/main" id="{D195835D-1155-4BEE-BBAC-D9FD26136EE3}"/>
              </a:ext>
            </a:extLst>
          </p:cNvPr>
          <p:cNvCxnSpPr>
            <a:cxnSpLocks/>
          </p:cNvCxnSpPr>
          <p:nvPr/>
        </p:nvCxnSpPr>
        <p:spPr>
          <a:xfrm flipV="1">
            <a:off x="7231389" y="6211538"/>
            <a:ext cx="695952" cy="26993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Connector 452">
            <a:extLst>
              <a:ext uri="{FF2B5EF4-FFF2-40B4-BE49-F238E27FC236}">
                <a16:creationId xmlns:a16="http://schemas.microsoft.com/office/drawing/2014/main" id="{E41F610D-CF6A-4F98-AB83-F6AFF81AB34C}"/>
              </a:ext>
            </a:extLst>
          </p:cNvPr>
          <p:cNvCxnSpPr>
            <a:cxnSpLocks/>
          </p:cNvCxnSpPr>
          <p:nvPr/>
        </p:nvCxnSpPr>
        <p:spPr>
          <a:xfrm flipH="1" flipV="1">
            <a:off x="7226315" y="6481473"/>
            <a:ext cx="260525" cy="58023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452">
            <a:extLst>
              <a:ext uri="{FF2B5EF4-FFF2-40B4-BE49-F238E27FC236}">
                <a16:creationId xmlns:a16="http://schemas.microsoft.com/office/drawing/2014/main" id="{CA52C9E7-6ABB-4ADE-8F2C-C4F2A94675B7}"/>
              </a:ext>
            </a:extLst>
          </p:cNvPr>
          <p:cNvCxnSpPr>
            <a:cxnSpLocks/>
          </p:cNvCxnSpPr>
          <p:nvPr/>
        </p:nvCxnSpPr>
        <p:spPr>
          <a:xfrm flipV="1">
            <a:off x="7484206" y="6361501"/>
            <a:ext cx="467527" cy="16555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452">
            <a:extLst>
              <a:ext uri="{FF2B5EF4-FFF2-40B4-BE49-F238E27FC236}">
                <a16:creationId xmlns:a16="http://schemas.microsoft.com/office/drawing/2014/main" id="{41641079-6195-4293-B85E-F1B2B7CC8E0A}"/>
              </a:ext>
            </a:extLst>
          </p:cNvPr>
          <p:cNvCxnSpPr>
            <a:cxnSpLocks/>
          </p:cNvCxnSpPr>
          <p:nvPr/>
        </p:nvCxnSpPr>
        <p:spPr>
          <a:xfrm flipV="1">
            <a:off x="8169730" y="6094563"/>
            <a:ext cx="0" cy="16255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452">
            <a:extLst>
              <a:ext uri="{FF2B5EF4-FFF2-40B4-BE49-F238E27FC236}">
                <a16:creationId xmlns:a16="http://schemas.microsoft.com/office/drawing/2014/main" id="{A344930C-5FD3-44DD-A694-C0741E2DB20D}"/>
              </a:ext>
            </a:extLst>
          </p:cNvPr>
          <p:cNvCxnSpPr>
            <a:cxnSpLocks/>
          </p:cNvCxnSpPr>
          <p:nvPr/>
        </p:nvCxnSpPr>
        <p:spPr>
          <a:xfrm flipH="1">
            <a:off x="10424732" y="5121526"/>
            <a:ext cx="239458" cy="127383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Connector 452">
            <a:extLst>
              <a:ext uri="{FF2B5EF4-FFF2-40B4-BE49-F238E27FC236}">
                <a16:creationId xmlns:a16="http://schemas.microsoft.com/office/drawing/2014/main" id="{D7FF9669-AEAE-4C84-AFDB-849FFC541137}"/>
              </a:ext>
            </a:extLst>
          </p:cNvPr>
          <p:cNvCxnSpPr>
            <a:cxnSpLocks/>
          </p:cNvCxnSpPr>
          <p:nvPr/>
        </p:nvCxnSpPr>
        <p:spPr>
          <a:xfrm flipV="1">
            <a:off x="8384360" y="6183953"/>
            <a:ext cx="0" cy="16255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452">
            <a:extLst>
              <a:ext uri="{FF2B5EF4-FFF2-40B4-BE49-F238E27FC236}">
                <a16:creationId xmlns:a16="http://schemas.microsoft.com/office/drawing/2014/main" id="{A9DC92A8-AE75-41F5-8312-B1DC7F1B0943}"/>
              </a:ext>
            </a:extLst>
          </p:cNvPr>
          <p:cNvCxnSpPr>
            <a:cxnSpLocks/>
          </p:cNvCxnSpPr>
          <p:nvPr/>
        </p:nvCxnSpPr>
        <p:spPr>
          <a:xfrm flipV="1">
            <a:off x="8379628" y="6265229"/>
            <a:ext cx="241292" cy="8959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452">
            <a:extLst>
              <a:ext uri="{FF2B5EF4-FFF2-40B4-BE49-F238E27FC236}">
                <a16:creationId xmlns:a16="http://schemas.microsoft.com/office/drawing/2014/main" id="{E8C87D7F-5FB4-4D5E-AA24-7004A8B30296}"/>
              </a:ext>
            </a:extLst>
          </p:cNvPr>
          <p:cNvCxnSpPr>
            <a:cxnSpLocks/>
          </p:cNvCxnSpPr>
          <p:nvPr/>
        </p:nvCxnSpPr>
        <p:spPr>
          <a:xfrm flipH="1" flipV="1">
            <a:off x="8598991" y="6271443"/>
            <a:ext cx="257989" cy="1025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452">
            <a:extLst>
              <a:ext uri="{FF2B5EF4-FFF2-40B4-BE49-F238E27FC236}">
                <a16:creationId xmlns:a16="http://schemas.microsoft.com/office/drawing/2014/main" id="{04F3AE20-EA2B-4CC0-B041-D831D761CBBE}"/>
              </a:ext>
            </a:extLst>
          </p:cNvPr>
          <p:cNvCxnSpPr>
            <a:cxnSpLocks/>
          </p:cNvCxnSpPr>
          <p:nvPr/>
        </p:nvCxnSpPr>
        <p:spPr>
          <a:xfrm flipV="1">
            <a:off x="8851720" y="6372864"/>
            <a:ext cx="0" cy="16255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452">
            <a:extLst>
              <a:ext uri="{FF2B5EF4-FFF2-40B4-BE49-F238E27FC236}">
                <a16:creationId xmlns:a16="http://schemas.microsoft.com/office/drawing/2014/main" id="{7586BDFD-FDCA-4BC2-9FF4-CBEF223D33BF}"/>
              </a:ext>
            </a:extLst>
          </p:cNvPr>
          <p:cNvCxnSpPr>
            <a:cxnSpLocks/>
          </p:cNvCxnSpPr>
          <p:nvPr/>
        </p:nvCxnSpPr>
        <p:spPr>
          <a:xfrm flipV="1">
            <a:off x="8840454" y="6372864"/>
            <a:ext cx="445569" cy="18241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452">
            <a:extLst>
              <a:ext uri="{FF2B5EF4-FFF2-40B4-BE49-F238E27FC236}">
                <a16:creationId xmlns:a16="http://schemas.microsoft.com/office/drawing/2014/main" id="{191B88BB-1988-43B8-BD61-5FEE7F9D8D8D}"/>
              </a:ext>
            </a:extLst>
          </p:cNvPr>
          <p:cNvCxnSpPr>
            <a:cxnSpLocks/>
          </p:cNvCxnSpPr>
          <p:nvPr/>
        </p:nvCxnSpPr>
        <p:spPr>
          <a:xfrm flipH="1" flipV="1">
            <a:off x="9279616" y="6361501"/>
            <a:ext cx="257989" cy="1025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452">
            <a:extLst>
              <a:ext uri="{FF2B5EF4-FFF2-40B4-BE49-F238E27FC236}">
                <a16:creationId xmlns:a16="http://schemas.microsoft.com/office/drawing/2014/main" id="{4FAE1E55-CD8D-457A-968B-B5B101FF5A93}"/>
              </a:ext>
            </a:extLst>
          </p:cNvPr>
          <p:cNvCxnSpPr>
            <a:cxnSpLocks/>
          </p:cNvCxnSpPr>
          <p:nvPr/>
        </p:nvCxnSpPr>
        <p:spPr>
          <a:xfrm flipV="1">
            <a:off x="9537605" y="6114426"/>
            <a:ext cx="0" cy="35815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452">
            <a:extLst>
              <a:ext uri="{FF2B5EF4-FFF2-40B4-BE49-F238E27FC236}">
                <a16:creationId xmlns:a16="http://schemas.microsoft.com/office/drawing/2014/main" id="{DDCF6AC3-2B4B-4D21-84F6-1E8000C74676}"/>
              </a:ext>
            </a:extLst>
          </p:cNvPr>
          <p:cNvCxnSpPr>
            <a:cxnSpLocks/>
          </p:cNvCxnSpPr>
          <p:nvPr/>
        </p:nvCxnSpPr>
        <p:spPr>
          <a:xfrm flipV="1">
            <a:off x="9071393" y="6181846"/>
            <a:ext cx="241292" cy="8959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452">
            <a:extLst>
              <a:ext uri="{FF2B5EF4-FFF2-40B4-BE49-F238E27FC236}">
                <a16:creationId xmlns:a16="http://schemas.microsoft.com/office/drawing/2014/main" id="{018DA1C0-7CEE-4573-BFCB-4E073393EBB0}"/>
              </a:ext>
            </a:extLst>
          </p:cNvPr>
          <p:cNvCxnSpPr>
            <a:cxnSpLocks/>
          </p:cNvCxnSpPr>
          <p:nvPr/>
        </p:nvCxnSpPr>
        <p:spPr>
          <a:xfrm flipH="1" flipV="1">
            <a:off x="8402421" y="6016745"/>
            <a:ext cx="685149" cy="26834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452">
            <a:extLst>
              <a:ext uri="{FF2B5EF4-FFF2-40B4-BE49-F238E27FC236}">
                <a16:creationId xmlns:a16="http://schemas.microsoft.com/office/drawing/2014/main" id="{192AC766-59D7-4BA6-9D6B-620A14660B0B}"/>
              </a:ext>
            </a:extLst>
          </p:cNvPr>
          <p:cNvCxnSpPr>
            <a:cxnSpLocks/>
          </p:cNvCxnSpPr>
          <p:nvPr/>
        </p:nvCxnSpPr>
        <p:spPr>
          <a:xfrm flipV="1">
            <a:off x="8162269" y="6010536"/>
            <a:ext cx="254590" cy="96513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452">
            <a:extLst>
              <a:ext uri="{FF2B5EF4-FFF2-40B4-BE49-F238E27FC236}">
                <a16:creationId xmlns:a16="http://schemas.microsoft.com/office/drawing/2014/main" id="{5198DFB1-93AA-4940-8FD4-AFD7CA7C3AF5}"/>
              </a:ext>
            </a:extLst>
          </p:cNvPr>
          <p:cNvCxnSpPr>
            <a:cxnSpLocks/>
          </p:cNvCxnSpPr>
          <p:nvPr/>
        </p:nvCxnSpPr>
        <p:spPr>
          <a:xfrm flipV="1">
            <a:off x="8620920" y="5744821"/>
            <a:ext cx="0" cy="19369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452">
            <a:extLst>
              <a:ext uri="{FF2B5EF4-FFF2-40B4-BE49-F238E27FC236}">
                <a16:creationId xmlns:a16="http://schemas.microsoft.com/office/drawing/2014/main" id="{E1E7BAB3-929B-43DD-81FA-172BFB66116E}"/>
              </a:ext>
            </a:extLst>
          </p:cNvPr>
          <p:cNvCxnSpPr>
            <a:cxnSpLocks/>
          </p:cNvCxnSpPr>
          <p:nvPr/>
        </p:nvCxnSpPr>
        <p:spPr>
          <a:xfrm flipH="1" flipV="1">
            <a:off x="8152470" y="5558771"/>
            <a:ext cx="481147" cy="19150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452">
            <a:extLst>
              <a:ext uri="{FF2B5EF4-FFF2-40B4-BE49-F238E27FC236}">
                <a16:creationId xmlns:a16="http://schemas.microsoft.com/office/drawing/2014/main" id="{264423B9-3C93-4B43-A045-54E5C39D794D}"/>
              </a:ext>
            </a:extLst>
          </p:cNvPr>
          <p:cNvCxnSpPr>
            <a:cxnSpLocks/>
          </p:cNvCxnSpPr>
          <p:nvPr/>
        </p:nvCxnSpPr>
        <p:spPr>
          <a:xfrm flipV="1">
            <a:off x="8148956" y="5375362"/>
            <a:ext cx="0" cy="19369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452">
            <a:extLst>
              <a:ext uri="{FF2B5EF4-FFF2-40B4-BE49-F238E27FC236}">
                <a16:creationId xmlns:a16="http://schemas.microsoft.com/office/drawing/2014/main" id="{F3A48216-F340-48E1-B353-807F65CFA6A8}"/>
              </a:ext>
            </a:extLst>
          </p:cNvPr>
          <p:cNvCxnSpPr>
            <a:cxnSpLocks/>
          </p:cNvCxnSpPr>
          <p:nvPr/>
        </p:nvCxnSpPr>
        <p:spPr>
          <a:xfrm flipV="1">
            <a:off x="8152470" y="5139343"/>
            <a:ext cx="680030" cy="22940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Connector 452">
            <a:extLst>
              <a:ext uri="{FF2B5EF4-FFF2-40B4-BE49-F238E27FC236}">
                <a16:creationId xmlns:a16="http://schemas.microsoft.com/office/drawing/2014/main" id="{D7A04DF5-A251-40EB-B01F-F97622CF4979}"/>
              </a:ext>
            </a:extLst>
          </p:cNvPr>
          <p:cNvCxnSpPr>
            <a:cxnSpLocks/>
          </p:cNvCxnSpPr>
          <p:nvPr/>
        </p:nvCxnSpPr>
        <p:spPr>
          <a:xfrm flipV="1">
            <a:off x="8831866" y="5123233"/>
            <a:ext cx="0" cy="19369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Connector 452">
            <a:extLst>
              <a:ext uri="{FF2B5EF4-FFF2-40B4-BE49-F238E27FC236}">
                <a16:creationId xmlns:a16="http://schemas.microsoft.com/office/drawing/2014/main" id="{99FC4B2B-243B-4A9D-8B1B-9F9C57F7C036}"/>
              </a:ext>
            </a:extLst>
          </p:cNvPr>
          <p:cNvCxnSpPr>
            <a:cxnSpLocks/>
          </p:cNvCxnSpPr>
          <p:nvPr/>
        </p:nvCxnSpPr>
        <p:spPr>
          <a:xfrm flipV="1">
            <a:off x="8390890" y="5292298"/>
            <a:ext cx="477828" cy="177373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452">
            <a:extLst>
              <a:ext uri="{FF2B5EF4-FFF2-40B4-BE49-F238E27FC236}">
                <a16:creationId xmlns:a16="http://schemas.microsoft.com/office/drawing/2014/main" id="{2840E93E-2C09-4A7D-9D17-7AB36E480EBC}"/>
              </a:ext>
            </a:extLst>
          </p:cNvPr>
          <p:cNvCxnSpPr>
            <a:cxnSpLocks/>
          </p:cNvCxnSpPr>
          <p:nvPr/>
        </p:nvCxnSpPr>
        <p:spPr>
          <a:xfrm flipH="1" flipV="1">
            <a:off x="8377239" y="5484822"/>
            <a:ext cx="235901" cy="8313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Connector 452">
            <a:extLst>
              <a:ext uri="{FF2B5EF4-FFF2-40B4-BE49-F238E27FC236}">
                <a16:creationId xmlns:a16="http://schemas.microsoft.com/office/drawing/2014/main" id="{E084F17E-21C3-4BA7-BE6F-25806DBB2635}"/>
              </a:ext>
            </a:extLst>
          </p:cNvPr>
          <p:cNvCxnSpPr>
            <a:cxnSpLocks/>
          </p:cNvCxnSpPr>
          <p:nvPr/>
        </p:nvCxnSpPr>
        <p:spPr>
          <a:xfrm flipV="1">
            <a:off x="8597908" y="5470707"/>
            <a:ext cx="241292" cy="8959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Connector 452">
            <a:extLst>
              <a:ext uri="{FF2B5EF4-FFF2-40B4-BE49-F238E27FC236}">
                <a16:creationId xmlns:a16="http://schemas.microsoft.com/office/drawing/2014/main" id="{EA041050-D234-49E8-9B8E-A022B93EF601}"/>
              </a:ext>
            </a:extLst>
          </p:cNvPr>
          <p:cNvCxnSpPr>
            <a:cxnSpLocks/>
          </p:cNvCxnSpPr>
          <p:nvPr/>
        </p:nvCxnSpPr>
        <p:spPr>
          <a:xfrm flipV="1">
            <a:off x="8831866" y="5459054"/>
            <a:ext cx="7334" cy="37565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452">
            <a:extLst>
              <a:ext uri="{FF2B5EF4-FFF2-40B4-BE49-F238E27FC236}">
                <a16:creationId xmlns:a16="http://schemas.microsoft.com/office/drawing/2014/main" id="{5CCA89A8-57C4-4265-94A9-3EF16E055759}"/>
              </a:ext>
            </a:extLst>
          </p:cNvPr>
          <p:cNvCxnSpPr>
            <a:cxnSpLocks/>
          </p:cNvCxnSpPr>
          <p:nvPr/>
        </p:nvCxnSpPr>
        <p:spPr>
          <a:xfrm flipH="1" flipV="1">
            <a:off x="8635571" y="5918650"/>
            <a:ext cx="446606" cy="211633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Connector 452">
            <a:extLst>
              <a:ext uri="{FF2B5EF4-FFF2-40B4-BE49-F238E27FC236}">
                <a16:creationId xmlns:a16="http://schemas.microsoft.com/office/drawing/2014/main" id="{411963CF-8684-4FE7-87A7-1CA37CFFDA2E}"/>
              </a:ext>
            </a:extLst>
          </p:cNvPr>
          <p:cNvCxnSpPr>
            <a:cxnSpLocks/>
          </p:cNvCxnSpPr>
          <p:nvPr/>
        </p:nvCxnSpPr>
        <p:spPr>
          <a:xfrm flipV="1">
            <a:off x="9079013" y="6028554"/>
            <a:ext cx="213773" cy="858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452">
            <a:extLst>
              <a:ext uri="{FF2B5EF4-FFF2-40B4-BE49-F238E27FC236}">
                <a16:creationId xmlns:a16="http://schemas.microsoft.com/office/drawing/2014/main" id="{D951DB67-5340-4793-B1AF-33A7EFA2C5B4}"/>
              </a:ext>
            </a:extLst>
          </p:cNvPr>
          <p:cNvCxnSpPr>
            <a:cxnSpLocks/>
          </p:cNvCxnSpPr>
          <p:nvPr/>
        </p:nvCxnSpPr>
        <p:spPr>
          <a:xfrm flipV="1">
            <a:off x="9535028" y="6004564"/>
            <a:ext cx="221396" cy="10413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Straight Connector 452">
            <a:extLst>
              <a:ext uri="{FF2B5EF4-FFF2-40B4-BE49-F238E27FC236}">
                <a16:creationId xmlns:a16="http://schemas.microsoft.com/office/drawing/2014/main" id="{E8068785-EAF2-4E41-BB1B-2AF92B47755B}"/>
              </a:ext>
            </a:extLst>
          </p:cNvPr>
          <p:cNvCxnSpPr>
            <a:cxnSpLocks/>
          </p:cNvCxnSpPr>
          <p:nvPr/>
        </p:nvCxnSpPr>
        <p:spPr>
          <a:xfrm flipH="1" flipV="1">
            <a:off x="9749724" y="6018520"/>
            <a:ext cx="257989" cy="1025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Connector 452">
            <a:extLst>
              <a:ext uri="{FF2B5EF4-FFF2-40B4-BE49-F238E27FC236}">
                <a16:creationId xmlns:a16="http://schemas.microsoft.com/office/drawing/2014/main" id="{9A9F286E-50D9-482E-BF12-839BA2D39D6B}"/>
              </a:ext>
            </a:extLst>
          </p:cNvPr>
          <p:cNvCxnSpPr>
            <a:cxnSpLocks/>
          </p:cNvCxnSpPr>
          <p:nvPr/>
        </p:nvCxnSpPr>
        <p:spPr>
          <a:xfrm flipV="1">
            <a:off x="10001268" y="5923288"/>
            <a:ext cx="0" cy="19369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Connector 452">
            <a:extLst>
              <a:ext uri="{FF2B5EF4-FFF2-40B4-BE49-F238E27FC236}">
                <a16:creationId xmlns:a16="http://schemas.microsoft.com/office/drawing/2014/main" id="{3F2DB68C-FB0E-4B43-B856-F56249287A3F}"/>
              </a:ext>
            </a:extLst>
          </p:cNvPr>
          <p:cNvCxnSpPr>
            <a:cxnSpLocks/>
          </p:cNvCxnSpPr>
          <p:nvPr/>
        </p:nvCxnSpPr>
        <p:spPr>
          <a:xfrm flipH="1" flipV="1">
            <a:off x="9749724" y="5834712"/>
            <a:ext cx="257989" cy="1025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452">
            <a:extLst>
              <a:ext uri="{FF2B5EF4-FFF2-40B4-BE49-F238E27FC236}">
                <a16:creationId xmlns:a16="http://schemas.microsoft.com/office/drawing/2014/main" id="{DB133EC7-65F8-48CD-8277-8FD29CBC78E5}"/>
              </a:ext>
            </a:extLst>
          </p:cNvPr>
          <p:cNvCxnSpPr>
            <a:cxnSpLocks/>
          </p:cNvCxnSpPr>
          <p:nvPr/>
        </p:nvCxnSpPr>
        <p:spPr>
          <a:xfrm flipV="1">
            <a:off x="9543402" y="5835548"/>
            <a:ext cx="221396" cy="10413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452">
            <a:extLst>
              <a:ext uri="{FF2B5EF4-FFF2-40B4-BE49-F238E27FC236}">
                <a16:creationId xmlns:a16="http://schemas.microsoft.com/office/drawing/2014/main" id="{C028E5D2-A36E-4986-AFE5-DE3840E134B7}"/>
              </a:ext>
            </a:extLst>
          </p:cNvPr>
          <p:cNvCxnSpPr>
            <a:cxnSpLocks/>
          </p:cNvCxnSpPr>
          <p:nvPr/>
        </p:nvCxnSpPr>
        <p:spPr>
          <a:xfrm flipH="1" flipV="1">
            <a:off x="9304709" y="5836537"/>
            <a:ext cx="257989" cy="1025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452">
            <a:extLst>
              <a:ext uri="{FF2B5EF4-FFF2-40B4-BE49-F238E27FC236}">
                <a16:creationId xmlns:a16="http://schemas.microsoft.com/office/drawing/2014/main" id="{433D6484-B18F-4675-B19D-8F7AC756F201}"/>
              </a:ext>
            </a:extLst>
          </p:cNvPr>
          <p:cNvCxnSpPr>
            <a:cxnSpLocks/>
          </p:cNvCxnSpPr>
          <p:nvPr/>
        </p:nvCxnSpPr>
        <p:spPr>
          <a:xfrm flipV="1">
            <a:off x="9292786" y="5646883"/>
            <a:ext cx="0" cy="19369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Connector 452">
            <a:extLst>
              <a:ext uri="{FF2B5EF4-FFF2-40B4-BE49-F238E27FC236}">
                <a16:creationId xmlns:a16="http://schemas.microsoft.com/office/drawing/2014/main" id="{2F52DF85-A1C4-4541-BB09-3C89AB97D3E5}"/>
              </a:ext>
            </a:extLst>
          </p:cNvPr>
          <p:cNvCxnSpPr>
            <a:cxnSpLocks/>
          </p:cNvCxnSpPr>
          <p:nvPr/>
        </p:nvCxnSpPr>
        <p:spPr>
          <a:xfrm flipH="1" flipV="1">
            <a:off x="9277152" y="5659508"/>
            <a:ext cx="257989" cy="1025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Connector 452">
            <a:extLst>
              <a:ext uri="{FF2B5EF4-FFF2-40B4-BE49-F238E27FC236}">
                <a16:creationId xmlns:a16="http://schemas.microsoft.com/office/drawing/2014/main" id="{99F6AF3D-5EF3-4C1F-A114-9CEABFBCCE3B}"/>
              </a:ext>
            </a:extLst>
          </p:cNvPr>
          <p:cNvCxnSpPr>
            <a:cxnSpLocks/>
          </p:cNvCxnSpPr>
          <p:nvPr/>
        </p:nvCxnSpPr>
        <p:spPr>
          <a:xfrm flipV="1">
            <a:off x="9528328" y="5662349"/>
            <a:ext cx="221396" cy="10413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452">
            <a:extLst>
              <a:ext uri="{FF2B5EF4-FFF2-40B4-BE49-F238E27FC236}">
                <a16:creationId xmlns:a16="http://schemas.microsoft.com/office/drawing/2014/main" id="{5D2759F7-B0F4-47FF-893D-1A6030E314F4}"/>
              </a:ext>
            </a:extLst>
          </p:cNvPr>
          <p:cNvCxnSpPr>
            <a:cxnSpLocks/>
          </p:cNvCxnSpPr>
          <p:nvPr/>
        </p:nvCxnSpPr>
        <p:spPr>
          <a:xfrm flipV="1">
            <a:off x="9749724" y="5484822"/>
            <a:ext cx="0" cy="19369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Connector 452">
            <a:extLst>
              <a:ext uri="{FF2B5EF4-FFF2-40B4-BE49-F238E27FC236}">
                <a16:creationId xmlns:a16="http://schemas.microsoft.com/office/drawing/2014/main" id="{85902FF9-B67E-4FB1-8A15-6025231E92AC}"/>
              </a:ext>
            </a:extLst>
          </p:cNvPr>
          <p:cNvCxnSpPr>
            <a:cxnSpLocks/>
          </p:cNvCxnSpPr>
          <p:nvPr/>
        </p:nvCxnSpPr>
        <p:spPr>
          <a:xfrm flipV="1">
            <a:off x="9523106" y="5479279"/>
            <a:ext cx="221396" cy="10413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Straight Connector 452">
            <a:extLst>
              <a:ext uri="{FF2B5EF4-FFF2-40B4-BE49-F238E27FC236}">
                <a16:creationId xmlns:a16="http://schemas.microsoft.com/office/drawing/2014/main" id="{7550A2D5-FEAE-4711-B1BF-E0AFB7F2205D}"/>
              </a:ext>
            </a:extLst>
          </p:cNvPr>
          <p:cNvCxnSpPr>
            <a:cxnSpLocks/>
          </p:cNvCxnSpPr>
          <p:nvPr/>
        </p:nvCxnSpPr>
        <p:spPr>
          <a:xfrm flipH="1" flipV="1">
            <a:off x="3366202" y="7273804"/>
            <a:ext cx="701767" cy="28946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452">
            <a:extLst>
              <a:ext uri="{FF2B5EF4-FFF2-40B4-BE49-F238E27FC236}">
                <a16:creationId xmlns:a16="http://schemas.microsoft.com/office/drawing/2014/main" id="{04C8F4E7-B88C-48ED-A254-CF2FBA46BE70}"/>
              </a:ext>
            </a:extLst>
          </p:cNvPr>
          <p:cNvCxnSpPr>
            <a:cxnSpLocks/>
          </p:cNvCxnSpPr>
          <p:nvPr/>
        </p:nvCxnSpPr>
        <p:spPr>
          <a:xfrm flipH="1" flipV="1">
            <a:off x="2915255" y="8508709"/>
            <a:ext cx="241780" cy="8895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Straight Connector 452">
            <a:extLst>
              <a:ext uri="{FF2B5EF4-FFF2-40B4-BE49-F238E27FC236}">
                <a16:creationId xmlns:a16="http://schemas.microsoft.com/office/drawing/2014/main" id="{0A238DC3-8F6B-4E4E-889D-9C0FFD726ED9}"/>
              </a:ext>
            </a:extLst>
          </p:cNvPr>
          <p:cNvCxnSpPr>
            <a:cxnSpLocks/>
          </p:cNvCxnSpPr>
          <p:nvPr/>
        </p:nvCxnSpPr>
        <p:spPr>
          <a:xfrm flipV="1">
            <a:off x="7949013" y="6340716"/>
            <a:ext cx="0" cy="57316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Connector 452">
            <a:extLst>
              <a:ext uri="{FF2B5EF4-FFF2-40B4-BE49-F238E27FC236}">
                <a16:creationId xmlns:a16="http://schemas.microsoft.com/office/drawing/2014/main" id="{E77D9CE7-06C8-4529-8870-B2D331FE7FEF}"/>
              </a:ext>
            </a:extLst>
          </p:cNvPr>
          <p:cNvCxnSpPr>
            <a:cxnSpLocks/>
          </p:cNvCxnSpPr>
          <p:nvPr/>
        </p:nvCxnSpPr>
        <p:spPr>
          <a:xfrm flipV="1">
            <a:off x="7937040" y="6738072"/>
            <a:ext cx="467527" cy="16555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Connector 452">
            <a:extLst>
              <a:ext uri="{FF2B5EF4-FFF2-40B4-BE49-F238E27FC236}">
                <a16:creationId xmlns:a16="http://schemas.microsoft.com/office/drawing/2014/main" id="{808AAE7E-D30F-4BDC-A599-5B4C8FF1C712}"/>
              </a:ext>
            </a:extLst>
          </p:cNvPr>
          <p:cNvCxnSpPr>
            <a:cxnSpLocks/>
          </p:cNvCxnSpPr>
          <p:nvPr/>
        </p:nvCxnSpPr>
        <p:spPr>
          <a:xfrm flipH="1" flipV="1">
            <a:off x="8408788" y="6723940"/>
            <a:ext cx="221159" cy="8950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452">
            <a:extLst>
              <a:ext uri="{FF2B5EF4-FFF2-40B4-BE49-F238E27FC236}">
                <a16:creationId xmlns:a16="http://schemas.microsoft.com/office/drawing/2014/main" id="{CE0F4D31-E44B-40FB-8CD5-D6CC2B5F41EF}"/>
              </a:ext>
            </a:extLst>
          </p:cNvPr>
          <p:cNvCxnSpPr>
            <a:cxnSpLocks/>
          </p:cNvCxnSpPr>
          <p:nvPr/>
        </p:nvCxnSpPr>
        <p:spPr>
          <a:xfrm flipV="1">
            <a:off x="8597908" y="6723940"/>
            <a:ext cx="241292" cy="9451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452">
            <a:extLst>
              <a:ext uri="{FF2B5EF4-FFF2-40B4-BE49-F238E27FC236}">
                <a16:creationId xmlns:a16="http://schemas.microsoft.com/office/drawing/2014/main" id="{0253BF99-F535-4252-9215-F0D87D5C3675}"/>
              </a:ext>
            </a:extLst>
          </p:cNvPr>
          <p:cNvCxnSpPr>
            <a:cxnSpLocks/>
          </p:cNvCxnSpPr>
          <p:nvPr/>
        </p:nvCxnSpPr>
        <p:spPr>
          <a:xfrm flipV="1">
            <a:off x="8840553" y="6685824"/>
            <a:ext cx="0" cy="40308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452">
            <a:extLst>
              <a:ext uri="{FF2B5EF4-FFF2-40B4-BE49-F238E27FC236}">
                <a16:creationId xmlns:a16="http://schemas.microsoft.com/office/drawing/2014/main" id="{6EF30BD9-7E56-4D08-A889-4B2AACA974FD}"/>
              </a:ext>
            </a:extLst>
          </p:cNvPr>
          <p:cNvCxnSpPr>
            <a:cxnSpLocks/>
          </p:cNvCxnSpPr>
          <p:nvPr/>
        </p:nvCxnSpPr>
        <p:spPr>
          <a:xfrm flipV="1">
            <a:off x="8606790" y="7084158"/>
            <a:ext cx="241292" cy="9451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452">
            <a:extLst>
              <a:ext uri="{FF2B5EF4-FFF2-40B4-BE49-F238E27FC236}">
                <a16:creationId xmlns:a16="http://schemas.microsoft.com/office/drawing/2014/main" id="{1169FA9F-0587-49D2-BBE5-9ED82EB43A44}"/>
              </a:ext>
            </a:extLst>
          </p:cNvPr>
          <p:cNvCxnSpPr>
            <a:cxnSpLocks/>
          </p:cNvCxnSpPr>
          <p:nvPr/>
        </p:nvCxnSpPr>
        <p:spPr>
          <a:xfrm flipV="1">
            <a:off x="8631157" y="7173189"/>
            <a:ext cx="0" cy="17166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Connector 452">
            <a:extLst>
              <a:ext uri="{FF2B5EF4-FFF2-40B4-BE49-F238E27FC236}">
                <a16:creationId xmlns:a16="http://schemas.microsoft.com/office/drawing/2014/main" id="{7CA84D77-A537-4774-8A56-523CA3E2F3AE}"/>
              </a:ext>
            </a:extLst>
          </p:cNvPr>
          <p:cNvCxnSpPr>
            <a:cxnSpLocks/>
          </p:cNvCxnSpPr>
          <p:nvPr/>
        </p:nvCxnSpPr>
        <p:spPr>
          <a:xfrm flipV="1">
            <a:off x="8389557" y="7333800"/>
            <a:ext cx="241292" cy="9451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Connector 452">
            <a:extLst>
              <a:ext uri="{FF2B5EF4-FFF2-40B4-BE49-F238E27FC236}">
                <a16:creationId xmlns:a16="http://schemas.microsoft.com/office/drawing/2014/main" id="{AA25E272-49A2-45F8-8882-0E5FA1A1A481}"/>
              </a:ext>
            </a:extLst>
          </p:cNvPr>
          <p:cNvCxnSpPr>
            <a:cxnSpLocks/>
          </p:cNvCxnSpPr>
          <p:nvPr/>
        </p:nvCxnSpPr>
        <p:spPr>
          <a:xfrm flipV="1">
            <a:off x="8402421" y="7422880"/>
            <a:ext cx="0" cy="51716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452">
            <a:extLst>
              <a:ext uri="{FF2B5EF4-FFF2-40B4-BE49-F238E27FC236}">
                <a16:creationId xmlns:a16="http://schemas.microsoft.com/office/drawing/2014/main" id="{B41562EE-688A-4B95-A695-842365B8A739}"/>
              </a:ext>
            </a:extLst>
          </p:cNvPr>
          <p:cNvCxnSpPr>
            <a:cxnSpLocks/>
          </p:cNvCxnSpPr>
          <p:nvPr/>
        </p:nvCxnSpPr>
        <p:spPr>
          <a:xfrm flipV="1">
            <a:off x="7915276" y="7931688"/>
            <a:ext cx="495746" cy="21759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452">
            <a:extLst>
              <a:ext uri="{FF2B5EF4-FFF2-40B4-BE49-F238E27FC236}">
                <a16:creationId xmlns:a16="http://schemas.microsoft.com/office/drawing/2014/main" id="{12B52443-D2F6-47D4-951C-8D5D0FCDA8C3}"/>
              </a:ext>
            </a:extLst>
          </p:cNvPr>
          <p:cNvCxnSpPr>
            <a:cxnSpLocks/>
          </p:cNvCxnSpPr>
          <p:nvPr/>
        </p:nvCxnSpPr>
        <p:spPr>
          <a:xfrm flipV="1">
            <a:off x="7925037" y="8118918"/>
            <a:ext cx="0" cy="17166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Connector 452">
            <a:extLst>
              <a:ext uri="{FF2B5EF4-FFF2-40B4-BE49-F238E27FC236}">
                <a16:creationId xmlns:a16="http://schemas.microsoft.com/office/drawing/2014/main" id="{D4DCC97F-6E10-4A58-B058-C214D699BA94}"/>
              </a:ext>
            </a:extLst>
          </p:cNvPr>
          <p:cNvCxnSpPr>
            <a:cxnSpLocks/>
          </p:cNvCxnSpPr>
          <p:nvPr/>
        </p:nvCxnSpPr>
        <p:spPr>
          <a:xfrm>
            <a:off x="7900975" y="8290578"/>
            <a:ext cx="247981" cy="12472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Connector 452">
            <a:extLst>
              <a:ext uri="{FF2B5EF4-FFF2-40B4-BE49-F238E27FC236}">
                <a16:creationId xmlns:a16="http://schemas.microsoft.com/office/drawing/2014/main" id="{F880081C-3FB9-4F38-9C83-AEC5291A4EC0}"/>
              </a:ext>
            </a:extLst>
          </p:cNvPr>
          <p:cNvCxnSpPr>
            <a:cxnSpLocks/>
          </p:cNvCxnSpPr>
          <p:nvPr/>
        </p:nvCxnSpPr>
        <p:spPr>
          <a:xfrm flipV="1">
            <a:off x="7484206" y="8400308"/>
            <a:ext cx="658061" cy="283763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Connector 452">
            <a:extLst>
              <a:ext uri="{FF2B5EF4-FFF2-40B4-BE49-F238E27FC236}">
                <a16:creationId xmlns:a16="http://schemas.microsoft.com/office/drawing/2014/main" id="{7285011C-7D01-4335-AFF8-CCCA89D89CAC}"/>
              </a:ext>
            </a:extLst>
          </p:cNvPr>
          <p:cNvCxnSpPr>
            <a:cxnSpLocks/>
          </p:cNvCxnSpPr>
          <p:nvPr/>
        </p:nvCxnSpPr>
        <p:spPr>
          <a:xfrm flipV="1">
            <a:off x="7467373" y="8661802"/>
            <a:ext cx="0" cy="58506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Connector 452">
            <a:extLst>
              <a:ext uri="{FF2B5EF4-FFF2-40B4-BE49-F238E27FC236}">
                <a16:creationId xmlns:a16="http://schemas.microsoft.com/office/drawing/2014/main" id="{7BA8AF83-AFCB-40F4-96D8-B95811897709}"/>
              </a:ext>
            </a:extLst>
          </p:cNvPr>
          <p:cNvCxnSpPr>
            <a:cxnSpLocks/>
          </p:cNvCxnSpPr>
          <p:nvPr/>
        </p:nvCxnSpPr>
        <p:spPr>
          <a:xfrm flipV="1">
            <a:off x="7481865" y="9107285"/>
            <a:ext cx="221191" cy="10879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Straight Connector 452">
            <a:extLst>
              <a:ext uri="{FF2B5EF4-FFF2-40B4-BE49-F238E27FC236}">
                <a16:creationId xmlns:a16="http://schemas.microsoft.com/office/drawing/2014/main" id="{F94EE2A6-E7EE-43D9-B8F8-2BBF8126124C}"/>
              </a:ext>
            </a:extLst>
          </p:cNvPr>
          <p:cNvCxnSpPr>
            <a:cxnSpLocks/>
          </p:cNvCxnSpPr>
          <p:nvPr/>
        </p:nvCxnSpPr>
        <p:spPr>
          <a:xfrm flipV="1">
            <a:off x="7684552" y="9130252"/>
            <a:ext cx="0" cy="17166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452">
            <a:extLst>
              <a:ext uri="{FF2B5EF4-FFF2-40B4-BE49-F238E27FC236}">
                <a16:creationId xmlns:a16="http://schemas.microsoft.com/office/drawing/2014/main" id="{6279A58D-5E25-4AA5-843C-D6DAB75E0506}"/>
              </a:ext>
            </a:extLst>
          </p:cNvPr>
          <p:cNvCxnSpPr>
            <a:cxnSpLocks/>
          </p:cNvCxnSpPr>
          <p:nvPr/>
        </p:nvCxnSpPr>
        <p:spPr>
          <a:xfrm flipV="1">
            <a:off x="7684552" y="9024249"/>
            <a:ext cx="692686" cy="28376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Connector 452">
            <a:extLst>
              <a:ext uri="{FF2B5EF4-FFF2-40B4-BE49-F238E27FC236}">
                <a16:creationId xmlns:a16="http://schemas.microsoft.com/office/drawing/2014/main" id="{749A654A-29C2-40B2-A713-CE23EBE88D6A}"/>
              </a:ext>
            </a:extLst>
          </p:cNvPr>
          <p:cNvCxnSpPr>
            <a:cxnSpLocks/>
          </p:cNvCxnSpPr>
          <p:nvPr/>
        </p:nvCxnSpPr>
        <p:spPr>
          <a:xfrm flipV="1">
            <a:off x="10424732" y="5218375"/>
            <a:ext cx="0" cy="19369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Connector 452">
            <a:extLst>
              <a:ext uri="{FF2B5EF4-FFF2-40B4-BE49-F238E27FC236}">
                <a16:creationId xmlns:a16="http://schemas.microsoft.com/office/drawing/2014/main" id="{E99A0B17-5485-4AA1-80C6-9FB8FBAA06A2}"/>
              </a:ext>
            </a:extLst>
          </p:cNvPr>
          <p:cNvCxnSpPr>
            <a:cxnSpLocks/>
          </p:cNvCxnSpPr>
          <p:nvPr/>
        </p:nvCxnSpPr>
        <p:spPr>
          <a:xfrm flipH="1">
            <a:off x="10200984" y="5380822"/>
            <a:ext cx="239458" cy="127383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452">
            <a:extLst>
              <a:ext uri="{FF2B5EF4-FFF2-40B4-BE49-F238E27FC236}">
                <a16:creationId xmlns:a16="http://schemas.microsoft.com/office/drawing/2014/main" id="{CB492FBB-D058-406C-9B7D-73DE692E9D72}"/>
              </a:ext>
            </a:extLst>
          </p:cNvPr>
          <p:cNvCxnSpPr>
            <a:cxnSpLocks/>
          </p:cNvCxnSpPr>
          <p:nvPr/>
        </p:nvCxnSpPr>
        <p:spPr>
          <a:xfrm flipV="1">
            <a:off x="10212986" y="5484822"/>
            <a:ext cx="0" cy="19369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452">
            <a:extLst>
              <a:ext uri="{FF2B5EF4-FFF2-40B4-BE49-F238E27FC236}">
                <a16:creationId xmlns:a16="http://schemas.microsoft.com/office/drawing/2014/main" id="{462FF800-30E6-4938-8193-7493AA93D3B8}"/>
              </a:ext>
            </a:extLst>
          </p:cNvPr>
          <p:cNvCxnSpPr>
            <a:cxnSpLocks/>
          </p:cNvCxnSpPr>
          <p:nvPr/>
        </p:nvCxnSpPr>
        <p:spPr>
          <a:xfrm flipH="1" flipV="1">
            <a:off x="9961057" y="5563628"/>
            <a:ext cx="257989" cy="1025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Connector 452">
            <a:extLst>
              <a:ext uri="{FF2B5EF4-FFF2-40B4-BE49-F238E27FC236}">
                <a16:creationId xmlns:a16="http://schemas.microsoft.com/office/drawing/2014/main" id="{E3FC9533-6447-4871-B742-B99C564D2FDE}"/>
              </a:ext>
            </a:extLst>
          </p:cNvPr>
          <p:cNvCxnSpPr>
            <a:cxnSpLocks/>
          </p:cNvCxnSpPr>
          <p:nvPr/>
        </p:nvCxnSpPr>
        <p:spPr>
          <a:xfrm flipV="1">
            <a:off x="9984404" y="5407545"/>
            <a:ext cx="0" cy="17033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Straight Connector 452">
            <a:extLst>
              <a:ext uri="{FF2B5EF4-FFF2-40B4-BE49-F238E27FC236}">
                <a16:creationId xmlns:a16="http://schemas.microsoft.com/office/drawing/2014/main" id="{048A484C-2C2C-4390-B230-CBB6BE3A156B}"/>
              </a:ext>
            </a:extLst>
          </p:cNvPr>
          <p:cNvCxnSpPr>
            <a:cxnSpLocks/>
          </p:cNvCxnSpPr>
          <p:nvPr/>
        </p:nvCxnSpPr>
        <p:spPr>
          <a:xfrm flipH="1">
            <a:off x="9993071" y="5304809"/>
            <a:ext cx="239458" cy="127383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Straight Connector 452">
            <a:extLst>
              <a:ext uri="{FF2B5EF4-FFF2-40B4-BE49-F238E27FC236}">
                <a16:creationId xmlns:a16="http://schemas.microsoft.com/office/drawing/2014/main" id="{0B822ADE-BF34-4124-8BEE-7E0419C67D2D}"/>
              </a:ext>
            </a:extLst>
          </p:cNvPr>
          <p:cNvCxnSpPr>
            <a:cxnSpLocks/>
          </p:cNvCxnSpPr>
          <p:nvPr/>
        </p:nvCxnSpPr>
        <p:spPr>
          <a:xfrm flipV="1">
            <a:off x="10212986" y="5121526"/>
            <a:ext cx="0" cy="16729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Connector 452">
            <a:extLst>
              <a:ext uri="{FF2B5EF4-FFF2-40B4-BE49-F238E27FC236}">
                <a16:creationId xmlns:a16="http://schemas.microsoft.com/office/drawing/2014/main" id="{E0CC7B42-EEC7-42CB-B02C-87DBE08109B0}"/>
              </a:ext>
            </a:extLst>
          </p:cNvPr>
          <p:cNvCxnSpPr>
            <a:cxnSpLocks/>
          </p:cNvCxnSpPr>
          <p:nvPr/>
        </p:nvCxnSpPr>
        <p:spPr>
          <a:xfrm flipH="1">
            <a:off x="9523649" y="5121526"/>
            <a:ext cx="697837" cy="27976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Straight Connector 452">
            <a:extLst>
              <a:ext uri="{FF2B5EF4-FFF2-40B4-BE49-F238E27FC236}">
                <a16:creationId xmlns:a16="http://schemas.microsoft.com/office/drawing/2014/main" id="{C90579D5-D6E4-4939-A445-EE13FBF10C61}"/>
              </a:ext>
            </a:extLst>
          </p:cNvPr>
          <p:cNvCxnSpPr>
            <a:cxnSpLocks/>
          </p:cNvCxnSpPr>
          <p:nvPr/>
        </p:nvCxnSpPr>
        <p:spPr>
          <a:xfrm flipV="1">
            <a:off x="9533069" y="5359591"/>
            <a:ext cx="0" cy="19369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452">
            <a:extLst>
              <a:ext uri="{FF2B5EF4-FFF2-40B4-BE49-F238E27FC236}">
                <a16:creationId xmlns:a16="http://schemas.microsoft.com/office/drawing/2014/main" id="{88FB7045-90C1-4BF8-98C5-40C4E8BF6A97}"/>
              </a:ext>
            </a:extLst>
          </p:cNvPr>
          <p:cNvCxnSpPr>
            <a:cxnSpLocks/>
          </p:cNvCxnSpPr>
          <p:nvPr/>
        </p:nvCxnSpPr>
        <p:spPr>
          <a:xfrm flipV="1">
            <a:off x="8154458" y="6190517"/>
            <a:ext cx="241292" cy="8959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Straight Connector 452">
            <a:extLst>
              <a:ext uri="{FF2B5EF4-FFF2-40B4-BE49-F238E27FC236}">
                <a16:creationId xmlns:a16="http://schemas.microsoft.com/office/drawing/2014/main" id="{D23A05AE-3A11-4ACA-A989-EDE3CC28416B}"/>
              </a:ext>
            </a:extLst>
          </p:cNvPr>
          <p:cNvCxnSpPr>
            <a:cxnSpLocks/>
          </p:cNvCxnSpPr>
          <p:nvPr/>
        </p:nvCxnSpPr>
        <p:spPr>
          <a:xfrm flipV="1">
            <a:off x="9298179" y="6013929"/>
            <a:ext cx="0" cy="16255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Straight Connector 452">
            <a:extLst>
              <a:ext uri="{FF2B5EF4-FFF2-40B4-BE49-F238E27FC236}">
                <a16:creationId xmlns:a16="http://schemas.microsoft.com/office/drawing/2014/main" id="{B9CD658D-7E63-4F3F-BF71-B63AE2331475}"/>
              </a:ext>
            </a:extLst>
          </p:cNvPr>
          <p:cNvCxnSpPr>
            <a:cxnSpLocks/>
          </p:cNvCxnSpPr>
          <p:nvPr/>
        </p:nvCxnSpPr>
        <p:spPr>
          <a:xfrm flipH="1" flipV="1">
            <a:off x="8831382" y="5841045"/>
            <a:ext cx="257989" cy="1025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Connector 452">
            <a:extLst>
              <a:ext uri="{FF2B5EF4-FFF2-40B4-BE49-F238E27FC236}">
                <a16:creationId xmlns:a16="http://schemas.microsoft.com/office/drawing/2014/main" id="{A71A0A6E-76CE-4BF6-9E8A-A6C8C1D0A713}"/>
              </a:ext>
            </a:extLst>
          </p:cNvPr>
          <p:cNvCxnSpPr>
            <a:cxnSpLocks/>
          </p:cNvCxnSpPr>
          <p:nvPr/>
        </p:nvCxnSpPr>
        <p:spPr>
          <a:xfrm flipV="1">
            <a:off x="9075399" y="5408796"/>
            <a:ext cx="3614" cy="52276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Straight Connector 452">
            <a:extLst>
              <a:ext uri="{FF2B5EF4-FFF2-40B4-BE49-F238E27FC236}">
                <a16:creationId xmlns:a16="http://schemas.microsoft.com/office/drawing/2014/main" id="{7666EC67-4B71-41BB-B9DE-335A555A0944}"/>
              </a:ext>
            </a:extLst>
          </p:cNvPr>
          <p:cNvCxnSpPr>
            <a:cxnSpLocks/>
          </p:cNvCxnSpPr>
          <p:nvPr/>
        </p:nvCxnSpPr>
        <p:spPr>
          <a:xfrm flipH="1" flipV="1">
            <a:off x="9072347" y="5422535"/>
            <a:ext cx="257989" cy="1025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Straight Connector 452">
            <a:extLst>
              <a:ext uri="{FF2B5EF4-FFF2-40B4-BE49-F238E27FC236}">
                <a16:creationId xmlns:a16="http://schemas.microsoft.com/office/drawing/2014/main" id="{0690A26A-6A4E-476A-AA44-C5920AC0DCD7}"/>
              </a:ext>
            </a:extLst>
          </p:cNvPr>
          <p:cNvCxnSpPr>
            <a:cxnSpLocks/>
          </p:cNvCxnSpPr>
          <p:nvPr/>
        </p:nvCxnSpPr>
        <p:spPr>
          <a:xfrm flipH="1" flipV="1">
            <a:off x="9304709" y="5139343"/>
            <a:ext cx="7976" cy="376163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Straight Connector 452">
            <a:extLst>
              <a:ext uri="{FF2B5EF4-FFF2-40B4-BE49-F238E27FC236}">
                <a16:creationId xmlns:a16="http://schemas.microsoft.com/office/drawing/2014/main" id="{341CDDA4-24E4-4D83-BD25-38D52638A953}"/>
              </a:ext>
            </a:extLst>
          </p:cNvPr>
          <p:cNvCxnSpPr>
            <a:cxnSpLocks/>
          </p:cNvCxnSpPr>
          <p:nvPr/>
        </p:nvCxnSpPr>
        <p:spPr>
          <a:xfrm flipH="1" flipV="1">
            <a:off x="9292786" y="5144345"/>
            <a:ext cx="257989" cy="1025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Straight Connector 452">
            <a:extLst>
              <a:ext uri="{FF2B5EF4-FFF2-40B4-BE49-F238E27FC236}">
                <a16:creationId xmlns:a16="http://schemas.microsoft.com/office/drawing/2014/main" id="{7D71269B-25F1-4672-B376-B87CC280EECE}"/>
              </a:ext>
            </a:extLst>
          </p:cNvPr>
          <p:cNvCxnSpPr>
            <a:cxnSpLocks/>
          </p:cNvCxnSpPr>
          <p:nvPr/>
        </p:nvCxnSpPr>
        <p:spPr>
          <a:xfrm flipV="1">
            <a:off x="9534244" y="5011475"/>
            <a:ext cx="0" cy="19369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452">
            <a:extLst>
              <a:ext uri="{FF2B5EF4-FFF2-40B4-BE49-F238E27FC236}">
                <a16:creationId xmlns:a16="http://schemas.microsoft.com/office/drawing/2014/main" id="{73396610-3AE8-4030-BBAF-E36D769FA2BE}"/>
              </a:ext>
            </a:extLst>
          </p:cNvPr>
          <p:cNvCxnSpPr>
            <a:cxnSpLocks/>
          </p:cNvCxnSpPr>
          <p:nvPr/>
        </p:nvCxnSpPr>
        <p:spPr>
          <a:xfrm flipH="1" flipV="1">
            <a:off x="9533681" y="5018379"/>
            <a:ext cx="257988" cy="11200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Straight Connector 452">
            <a:extLst>
              <a:ext uri="{FF2B5EF4-FFF2-40B4-BE49-F238E27FC236}">
                <a16:creationId xmlns:a16="http://schemas.microsoft.com/office/drawing/2014/main" id="{047E15AE-A9DC-4229-9223-A45800B9C852}"/>
              </a:ext>
            </a:extLst>
          </p:cNvPr>
          <p:cNvCxnSpPr>
            <a:cxnSpLocks/>
          </p:cNvCxnSpPr>
          <p:nvPr/>
        </p:nvCxnSpPr>
        <p:spPr>
          <a:xfrm flipH="1">
            <a:off x="9766167" y="4969239"/>
            <a:ext cx="434817" cy="16488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Straight Connector 452">
            <a:extLst>
              <a:ext uri="{FF2B5EF4-FFF2-40B4-BE49-F238E27FC236}">
                <a16:creationId xmlns:a16="http://schemas.microsoft.com/office/drawing/2014/main" id="{41F68608-61F1-4DD9-963A-F812BECACDE9}"/>
              </a:ext>
            </a:extLst>
          </p:cNvPr>
          <p:cNvCxnSpPr>
            <a:cxnSpLocks/>
          </p:cNvCxnSpPr>
          <p:nvPr/>
        </p:nvCxnSpPr>
        <p:spPr>
          <a:xfrm flipH="1" flipV="1">
            <a:off x="10654926" y="5114527"/>
            <a:ext cx="460903" cy="21620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Straight Connector 452">
            <a:extLst>
              <a:ext uri="{FF2B5EF4-FFF2-40B4-BE49-F238E27FC236}">
                <a16:creationId xmlns:a16="http://schemas.microsoft.com/office/drawing/2014/main" id="{EAEBA339-3CE0-43A3-A06A-B5035D82DA4E}"/>
              </a:ext>
            </a:extLst>
          </p:cNvPr>
          <p:cNvCxnSpPr>
            <a:cxnSpLocks/>
          </p:cNvCxnSpPr>
          <p:nvPr/>
        </p:nvCxnSpPr>
        <p:spPr>
          <a:xfrm flipV="1">
            <a:off x="10212986" y="4769555"/>
            <a:ext cx="0" cy="16729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Straight Connector 452">
            <a:extLst>
              <a:ext uri="{FF2B5EF4-FFF2-40B4-BE49-F238E27FC236}">
                <a16:creationId xmlns:a16="http://schemas.microsoft.com/office/drawing/2014/main" id="{E581B52B-6663-40E9-BD23-1F9036C226E1}"/>
              </a:ext>
            </a:extLst>
          </p:cNvPr>
          <p:cNvCxnSpPr>
            <a:cxnSpLocks/>
          </p:cNvCxnSpPr>
          <p:nvPr/>
        </p:nvCxnSpPr>
        <p:spPr>
          <a:xfrm flipH="1">
            <a:off x="9749837" y="4786427"/>
            <a:ext cx="434817" cy="16488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Straight Connector 452">
            <a:extLst>
              <a:ext uri="{FF2B5EF4-FFF2-40B4-BE49-F238E27FC236}">
                <a16:creationId xmlns:a16="http://schemas.microsoft.com/office/drawing/2014/main" id="{DE5DCA23-AEFD-448C-968F-71AD254F9CB3}"/>
              </a:ext>
            </a:extLst>
          </p:cNvPr>
          <p:cNvCxnSpPr>
            <a:cxnSpLocks/>
          </p:cNvCxnSpPr>
          <p:nvPr/>
        </p:nvCxnSpPr>
        <p:spPr>
          <a:xfrm flipV="1">
            <a:off x="9748450" y="4751038"/>
            <a:ext cx="0" cy="16729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Straight Connector 452">
            <a:extLst>
              <a:ext uri="{FF2B5EF4-FFF2-40B4-BE49-F238E27FC236}">
                <a16:creationId xmlns:a16="http://schemas.microsoft.com/office/drawing/2014/main" id="{39F58C1C-7757-4D6B-9A96-680FDB8E6CD1}"/>
              </a:ext>
            </a:extLst>
          </p:cNvPr>
          <p:cNvCxnSpPr>
            <a:cxnSpLocks/>
          </p:cNvCxnSpPr>
          <p:nvPr/>
        </p:nvCxnSpPr>
        <p:spPr>
          <a:xfrm flipH="1">
            <a:off x="9742039" y="4662722"/>
            <a:ext cx="241536" cy="11380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Straight Connector 452">
            <a:extLst>
              <a:ext uri="{FF2B5EF4-FFF2-40B4-BE49-F238E27FC236}">
                <a16:creationId xmlns:a16="http://schemas.microsoft.com/office/drawing/2014/main" id="{EA8D7A9D-0502-42B8-8A66-8CB4D26D19FD}"/>
              </a:ext>
            </a:extLst>
          </p:cNvPr>
          <p:cNvCxnSpPr>
            <a:cxnSpLocks/>
          </p:cNvCxnSpPr>
          <p:nvPr/>
        </p:nvCxnSpPr>
        <p:spPr>
          <a:xfrm flipV="1">
            <a:off x="9983575" y="4503437"/>
            <a:ext cx="0" cy="16729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Straight Connector 452">
            <a:extLst>
              <a:ext uri="{FF2B5EF4-FFF2-40B4-BE49-F238E27FC236}">
                <a16:creationId xmlns:a16="http://schemas.microsoft.com/office/drawing/2014/main" id="{33136710-9986-4AE7-B8F4-75608CF020B3}"/>
              </a:ext>
            </a:extLst>
          </p:cNvPr>
          <p:cNvCxnSpPr>
            <a:cxnSpLocks/>
          </p:cNvCxnSpPr>
          <p:nvPr/>
        </p:nvCxnSpPr>
        <p:spPr>
          <a:xfrm flipV="1">
            <a:off x="8382078" y="8869680"/>
            <a:ext cx="2282" cy="17830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Straight Connector 452">
            <a:extLst>
              <a:ext uri="{FF2B5EF4-FFF2-40B4-BE49-F238E27FC236}">
                <a16:creationId xmlns:a16="http://schemas.microsoft.com/office/drawing/2014/main" id="{EA778AF1-017D-4685-90CF-52E955B32D60}"/>
              </a:ext>
            </a:extLst>
          </p:cNvPr>
          <p:cNvCxnSpPr>
            <a:cxnSpLocks/>
          </p:cNvCxnSpPr>
          <p:nvPr/>
        </p:nvCxnSpPr>
        <p:spPr>
          <a:xfrm flipH="1">
            <a:off x="9739166" y="4497183"/>
            <a:ext cx="237028" cy="10783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6" name="Straight Connector 452">
            <a:extLst>
              <a:ext uri="{FF2B5EF4-FFF2-40B4-BE49-F238E27FC236}">
                <a16:creationId xmlns:a16="http://schemas.microsoft.com/office/drawing/2014/main" id="{42B0E452-1015-4D07-B416-0118F15F7ACE}"/>
              </a:ext>
            </a:extLst>
          </p:cNvPr>
          <p:cNvCxnSpPr>
            <a:cxnSpLocks/>
          </p:cNvCxnSpPr>
          <p:nvPr/>
        </p:nvCxnSpPr>
        <p:spPr>
          <a:xfrm flipH="1" flipV="1">
            <a:off x="9739166" y="3893820"/>
            <a:ext cx="9284" cy="71119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8" name="Straight Connector 452">
            <a:extLst>
              <a:ext uri="{FF2B5EF4-FFF2-40B4-BE49-F238E27FC236}">
                <a16:creationId xmlns:a16="http://schemas.microsoft.com/office/drawing/2014/main" id="{9BA5829E-D15E-4A1D-9DB4-C2D26F8EE214}"/>
              </a:ext>
            </a:extLst>
          </p:cNvPr>
          <p:cNvCxnSpPr>
            <a:cxnSpLocks/>
          </p:cNvCxnSpPr>
          <p:nvPr/>
        </p:nvCxnSpPr>
        <p:spPr>
          <a:xfrm flipH="1">
            <a:off x="9515290" y="3889932"/>
            <a:ext cx="237028" cy="10783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Straight Connector 452">
            <a:extLst>
              <a:ext uri="{FF2B5EF4-FFF2-40B4-BE49-F238E27FC236}">
                <a16:creationId xmlns:a16="http://schemas.microsoft.com/office/drawing/2014/main" id="{A7021AD6-AE9D-48B0-8800-FFE340807C0A}"/>
              </a:ext>
            </a:extLst>
          </p:cNvPr>
          <p:cNvCxnSpPr>
            <a:cxnSpLocks/>
          </p:cNvCxnSpPr>
          <p:nvPr/>
        </p:nvCxnSpPr>
        <p:spPr>
          <a:xfrm flipH="1" flipV="1">
            <a:off x="9260014" y="3882607"/>
            <a:ext cx="257989" cy="1025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Straight Connector 452">
            <a:extLst>
              <a:ext uri="{FF2B5EF4-FFF2-40B4-BE49-F238E27FC236}">
                <a16:creationId xmlns:a16="http://schemas.microsoft.com/office/drawing/2014/main" id="{5F0D03D1-0B2B-406A-A680-06125470D622}"/>
              </a:ext>
            </a:extLst>
          </p:cNvPr>
          <p:cNvCxnSpPr>
            <a:cxnSpLocks/>
          </p:cNvCxnSpPr>
          <p:nvPr/>
        </p:nvCxnSpPr>
        <p:spPr>
          <a:xfrm flipV="1">
            <a:off x="9270765" y="3877866"/>
            <a:ext cx="0" cy="16729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Straight Connector 452">
            <a:extLst>
              <a:ext uri="{FF2B5EF4-FFF2-40B4-BE49-F238E27FC236}">
                <a16:creationId xmlns:a16="http://schemas.microsoft.com/office/drawing/2014/main" id="{450BCCFE-F47D-4708-9219-D7F8D8D18FEC}"/>
              </a:ext>
            </a:extLst>
          </p:cNvPr>
          <p:cNvCxnSpPr>
            <a:cxnSpLocks/>
          </p:cNvCxnSpPr>
          <p:nvPr/>
        </p:nvCxnSpPr>
        <p:spPr>
          <a:xfrm flipH="1" flipV="1">
            <a:off x="9270765" y="4045794"/>
            <a:ext cx="257989" cy="1025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Straight Connector 452">
            <a:extLst>
              <a:ext uri="{FF2B5EF4-FFF2-40B4-BE49-F238E27FC236}">
                <a16:creationId xmlns:a16="http://schemas.microsoft.com/office/drawing/2014/main" id="{3188E998-ADA7-4F93-A61E-B2CD6CC4B8F8}"/>
              </a:ext>
            </a:extLst>
          </p:cNvPr>
          <p:cNvCxnSpPr>
            <a:cxnSpLocks/>
          </p:cNvCxnSpPr>
          <p:nvPr/>
        </p:nvCxnSpPr>
        <p:spPr>
          <a:xfrm flipV="1">
            <a:off x="9515290" y="4152185"/>
            <a:ext cx="7816" cy="56744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Straight Connector 452">
            <a:extLst>
              <a:ext uri="{FF2B5EF4-FFF2-40B4-BE49-F238E27FC236}">
                <a16:creationId xmlns:a16="http://schemas.microsoft.com/office/drawing/2014/main" id="{488CE966-E797-4DCA-801D-C11AAA54E2D1}"/>
              </a:ext>
            </a:extLst>
          </p:cNvPr>
          <p:cNvCxnSpPr>
            <a:cxnSpLocks/>
          </p:cNvCxnSpPr>
          <p:nvPr/>
        </p:nvCxnSpPr>
        <p:spPr>
          <a:xfrm flipH="1" flipV="1">
            <a:off x="9277152" y="4604387"/>
            <a:ext cx="257989" cy="1025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Straight Connector 452">
            <a:extLst>
              <a:ext uri="{FF2B5EF4-FFF2-40B4-BE49-F238E27FC236}">
                <a16:creationId xmlns:a16="http://schemas.microsoft.com/office/drawing/2014/main" id="{1DCA2F26-EDFC-4146-B6A8-9DF21731DCFD}"/>
              </a:ext>
            </a:extLst>
          </p:cNvPr>
          <p:cNvCxnSpPr>
            <a:cxnSpLocks/>
          </p:cNvCxnSpPr>
          <p:nvPr/>
        </p:nvCxnSpPr>
        <p:spPr>
          <a:xfrm flipV="1">
            <a:off x="9285397" y="4249418"/>
            <a:ext cx="0" cy="37813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Connector 452">
            <a:extLst>
              <a:ext uri="{FF2B5EF4-FFF2-40B4-BE49-F238E27FC236}">
                <a16:creationId xmlns:a16="http://schemas.microsoft.com/office/drawing/2014/main" id="{9917F445-7981-4181-AB9F-E9FF40658546}"/>
              </a:ext>
            </a:extLst>
          </p:cNvPr>
          <p:cNvCxnSpPr>
            <a:cxnSpLocks/>
          </p:cNvCxnSpPr>
          <p:nvPr/>
        </p:nvCxnSpPr>
        <p:spPr>
          <a:xfrm flipH="1" flipV="1">
            <a:off x="9035833" y="4139628"/>
            <a:ext cx="257989" cy="1025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Straight Connector 452">
            <a:extLst>
              <a:ext uri="{FF2B5EF4-FFF2-40B4-BE49-F238E27FC236}">
                <a16:creationId xmlns:a16="http://schemas.microsoft.com/office/drawing/2014/main" id="{E0A592AB-8DCE-4A9F-A9DA-FBE6047054BC}"/>
              </a:ext>
            </a:extLst>
          </p:cNvPr>
          <p:cNvCxnSpPr>
            <a:cxnSpLocks/>
          </p:cNvCxnSpPr>
          <p:nvPr/>
        </p:nvCxnSpPr>
        <p:spPr>
          <a:xfrm flipH="1" flipV="1">
            <a:off x="9035833" y="4132904"/>
            <a:ext cx="10169" cy="23335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Straight Connector 452">
            <a:extLst>
              <a:ext uri="{FF2B5EF4-FFF2-40B4-BE49-F238E27FC236}">
                <a16:creationId xmlns:a16="http://schemas.microsoft.com/office/drawing/2014/main" id="{2DB69818-178C-454C-A7CF-7FEA6F7CE8D3}"/>
              </a:ext>
            </a:extLst>
          </p:cNvPr>
          <p:cNvCxnSpPr>
            <a:cxnSpLocks/>
          </p:cNvCxnSpPr>
          <p:nvPr/>
        </p:nvCxnSpPr>
        <p:spPr>
          <a:xfrm flipH="1">
            <a:off x="8788779" y="4345017"/>
            <a:ext cx="237028" cy="10783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Straight Connector 452">
            <a:extLst>
              <a:ext uri="{FF2B5EF4-FFF2-40B4-BE49-F238E27FC236}">
                <a16:creationId xmlns:a16="http://schemas.microsoft.com/office/drawing/2014/main" id="{ABC79044-1E6F-441F-B148-C097A18F147F}"/>
              </a:ext>
            </a:extLst>
          </p:cNvPr>
          <p:cNvCxnSpPr>
            <a:cxnSpLocks/>
          </p:cNvCxnSpPr>
          <p:nvPr/>
        </p:nvCxnSpPr>
        <p:spPr>
          <a:xfrm flipH="1" flipV="1">
            <a:off x="8809502" y="4430875"/>
            <a:ext cx="1875" cy="17351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Straight Connector 452">
            <a:extLst>
              <a:ext uri="{FF2B5EF4-FFF2-40B4-BE49-F238E27FC236}">
                <a16:creationId xmlns:a16="http://schemas.microsoft.com/office/drawing/2014/main" id="{23EDFE45-ADC1-4570-938A-E058AA54A9F1}"/>
              </a:ext>
            </a:extLst>
          </p:cNvPr>
          <p:cNvCxnSpPr>
            <a:cxnSpLocks/>
          </p:cNvCxnSpPr>
          <p:nvPr/>
        </p:nvCxnSpPr>
        <p:spPr>
          <a:xfrm flipH="1">
            <a:off x="8824506" y="4513989"/>
            <a:ext cx="231480" cy="9039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Straight Connector 452">
            <a:extLst>
              <a:ext uri="{FF2B5EF4-FFF2-40B4-BE49-F238E27FC236}">
                <a16:creationId xmlns:a16="http://schemas.microsoft.com/office/drawing/2014/main" id="{811296D8-6439-4D52-81EA-F2289504F604}"/>
              </a:ext>
            </a:extLst>
          </p:cNvPr>
          <p:cNvCxnSpPr>
            <a:cxnSpLocks/>
          </p:cNvCxnSpPr>
          <p:nvPr/>
        </p:nvCxnSpPr>
        <p:spPr>
          <a:xfrm flipV="1">
            <a:off x="9043119" y="4518760"/>
            <a:ext cx="1" cy="3442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Connector 452">
            <a:extLst>
              <a:ext uri="{FF2B5EF4-FFF2-40B4-BE49-F238E27FC236}">
                <a16:creationId xmlns:a16="http://schemas.microsoft.com/office/drawing/2014/main" id="{5153A19D-8175-4383-9C07-0A2E5EF42614}"/>
              </a:ext>
            </a:extLst>
          </p:cNvPr>
          <p:cNvCxnSpPr>
            <a:cxnSpLocks/>
          </p:cNvCxnSpPr>
          <p:nvPr/>
        </p:nvCxnSpPr>
        <p:spPr>
          <a:xfrm>
            <a:off x="11549038" y="2306195"/>
            <a:ext cx="0" cy="355376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Straight Connector 452">
            <a:extLst>
              <a:ext uri="{FF2B5EF4-FFF2-40B4-BE49-F238E27FC236}">
                <a16:creationId xmlns:a16="http://schemas.microsoft.com/office/drawing/2014/main" id="{DF6B0B19-9E13-4644-BCF2-B6F10DA079E4}"/>
              </a:ext>
            </a:extLst>
          </p:cNvPr>
          <p:cNvCxnSpPr>
            <a:cxnSpLocks/>
          </p:cNvCxnSpPr>
          <p:nvPr/>
        </p:nvCxnSpPr>
        <p:spPr>
          <a:xfrm flipV="1">
            <a:off x="5885085" y="8838729"/>
            <a:ext cx="226479" cy="127454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Straight Connector 452">
            <a:extLst>
              <a:ext uri="{FF2B5EF4-FFF2-40B4-BE49-F238E27FC236}">
                <a16:creationId xmlns:a16="http://schemas.microsoft.com/office/drawing/2014/main" id="{48A45D5C-C885-4B30-9BC3-DAE11CB16D2B}"/>
              </a:ext>
            </a:extLst>
          </p:cNvPr>
          <p:cNvCxnSpPr>
            <a:cxnSpLocks/>
          </p:cNvCxnSpPr>
          <p:nvPr/>
        </p:nvCxnSpPr>
        <p:spPr>
          <a:xfrm flipH="1" flipV="1">
            <a:off x="9512739" y="3428641"/>
            <a:ext cx="708747" cy="29951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Straight Connector 452">
            <a:extLst>
              <a:ext uri="{FF2B5EF4-FFF2-40B4-BE49-F238E27FC236}">
                <a16:creationId xmlns:a16="http://schemas.microsoft.com/office/drawing/2014/main" id="{F5211C27-86BF-43D5-93B7-2A7256270F22}"/>
              </a:ext>
            </a:extLst>
          </p:cNvPr>
          <p:cNvCxnSpPr>
            <a:cxnSpLocks/>
          </p:cNvCxnSpPr>
          <p:nvPr/>
        </p:nvCxnSpPr>
        <p:spPr>
          <a:xfrm>
            <a:off x="10212986" y="3726630"/>
            <a:ext cx="0" cy="17221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Straight Connector 452">
            <a:extLst>
              <a:ext uri="{FF2B5EF4-FFF2-40B4-BE49-F238E27FC236}">
                <a16:creationId xmlns:a16="http://schemas.microsoft.com/office/drawing/2014/main" id="{7F4E0E85-C0F7-4D36-9A0C-3E0AF5CE96A9}"/>
              </a:ext>
            </a:extLst>
          </p:cNvPr>
          <p:cNvCxnSpPr>
            <a:cxnSpLocks/>
          </p:cNvCxnSpPr>
          <p:nvPr/>
        </p:nvCxnSpPr>
        <p:spPr>
          <a:xfrm flipH="1" flipV="1">
            <a:off x="10196824" y="3884241"/>
            <a:ext cx="243618" cy="9520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Straight Connector 452">
            <a:extLst>
              <a:ext uri="{FF2B5EF4-FFF2-40B4-BE49-F238E27FC236}">
                <a16:creationId xmlns:a16="http://schemas.microsoft.com/office/drawing/2014/main" id="{65B3D169-D48D-4418-A460-D5E89AA123F2}"/>
              </a:ext>
            </a:extLst>
          </p:cNvPr>
          <p:cNvCxnSpPr>
            <a:cxnSpLocks/>
          </p:cNvCxnSpPr>
          <p:nvPr/>
        </p:nvCxnSpPr>
        <p:spPr>
          <a:xfrm>
            <a:off x="10424378" y="3961793"/>
            <a:ext cx="0" cy="37740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Straight Connector 452">
            <a:extLst>
              <a:ext uri="{FF2B5EF4-FFF2-40B4-BE49-F238E27FC236}">
                <a16:creationId xmlns:a16="http://schemas.microsoft.com/office/drawing/2014/main" id="{461C73F1-A397-4318-8B37-51E9EA148161}"/>
              </a:ext>
            </a:extLst>
          </p:cNvPr>
          <p:cNvCxnSpPr>
            <a:cxnSpLocks/>
          </p:cNvCxnSpPr>
          <p:nvPr/>
        </p:nvCxnSpPr>
        <p:spPr>
          <a:xfrm flipH="1">
            <a:off x="10395172" y="4249418"/>
            <a:ext cx="269018" cy="7748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Straight Connector 452">
            <a:extLst>
              <a:ext uri="{FF2B5EF4-FFF2-40B4-BE49-F238E27FC236}">
                <a16:creationId xmlns:a16="http://schemas.microsoft.com/office/drawing/2014/main" id="{EE3760E6-2AAB-41BB-B5D7-2EA3B8592699}"/>
              </a:ext>
            </a:extLst>
          </p:cNvPr>
          <p:cNvCxnSpPr>
            <a:cxnSpLocks/>
          </p:cNvCxnSpPr>
          <p:nvPr/>
        </p:nvCxnSpPr>
        <p:spPr>
          <a:xfrm flipH="1" flipV="1">
            <a:off x="10648126" y="4243993"/>
            <a:ext cx="243618" cy="9520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Straight Connector 452">
            <a:extLst>
              <a:ext uri="{FF2B5EF4-FFF2-40B4-BE49-F238E27FC236}">
                <a16:creationId xmlns:a16="http://schemas.microsoft.com/office/drawing/2014/main" id="{1380687B-B311-475E-8A36-18C7FC01D691}"/>
              </a:ext>
            </a:extLst>
          </p:cNvPr>
          <p:cNvCxnSpPr>
            <a:cxnSpLocks/>
          </p:cNvCxnSpPr>
          <p:nvPr/>
        </p:nvCxnSpPr>
        <p:spPr>
          <a:xfrm>
            <a:off x="10888850" y="4312824"/>
            <a:ext cx="0" cy="17221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Straight Connector 452">
            <a:extLst>
              <a:ext uri="{FF2B5EF4-FFF2-40B4-BE49-F238E27FC236}">
                <a16:creationId xmlns:a16="http://schemas.microsoft.com/office/drawing/2014/main" id="{D872990D-FAC0-4EB0-95CE-C31E84081AF2}"/>
              </a:ext>
            </a:extLst>
          </p:cNvPr>
          <p:cNvCxnSpPr>
            <a:cxnSpLocks/>
          </p:cNvCxnSpPr>
          <p:nvPr/>
        </p:nvCxnSpPr>
        <p:spPr>
          <a:xfrm flipH="1">
            <a:off x="10642808" y="4485680"/>
            <a:ext cx="261636" cy="10140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Straight Connector 452">
            <a:extLst>
              <a:ext uri="{FF2B5EF4-FFF2-40B4-BE49-F238E27FC236}">
                <a16:creationId xmlns:a16="http://schemas.microsoft.com/office/drawing/2014/main" id="{23DCB5EE-D22A-43E7-8ADF-747DDDF129C7}"/>
              </a:ext>
            </a:extLst>
          </p:cNvPr>
          <p:cNvCxnSpPr>
            <a:cxnSpLocks/>
          </p:cNvCxnSpPr>
          <p:nvPr/>
        </p:nvCxnSpPr>
        <p:spPr>
          <a:xfrm>
            <a:off x="10654925" y="4576613"/>
            <a:ext cx="0" cy="360239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7" name="Straight Connector 452">
            <a:extLst>
              <a:ext uri="{FF2B5EF4-FFF2-40B4-BE49-F238E27FC236}">
                <a16:creationId xmlns:a16="http://schemas.microsoft.com/office/drawing/2014/main" id="{84EA0C6B-495F-4C66-B15C-6EBC793370C2}"/>
              </a:ext>
            </a:extLst>
          </p:cNvPr>
          <p:cNvCxnSpPr>
            <a:cxnSpLocks/>
          </p:cNvCxnSpPr>
          <p:nvPr/>
        </p:nvCxnSpPr>
        <p:spPr>
          <a:xfrm flipH="1">
            <a:off x="10649524" y="4868867"/>
            <a:ext cx="239326" cy="93296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Connector 452">
            <a:extLst>
              <a:ext uri="{FF2B5EF4-FFF2-40B4-BE49-F238E27FC236}">
                <a16:creationId xmlns:a16="http://schemas.microsoft.com/office/drawing/2014/main" id="{7D83F7FD-75F1-44AC-9BFD-7B597D73F2A7}"/>
              </a:ext>
            </a:extLst>
          </p:cNvPr>
          <p:cNvCxnSpPr>
            <a:cxnSpLocks/>
          </p:cNvCxnSpPr>
          <p:nvPr/>
        </p:nvCxnSpPr>
        <p:spPr>
          <a:xfrm flipH="1" flipV="1">
            <a:off x="10856003" y="4862201"/>
            <a:ext cx="497717" cy="18797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Straight Connector 452">
            <a:extLst>
              <a:ext uri="{FF2B5EF4-FFF2-40B4-BE49-F238E27FC236}">
                <a16:creationId xmlns:a16="http://schemas.microsoft.com/office/drawing/2014/main" id="{209D7203-10F0-469A-9F2C-742ED157A698}"/>
              </a:ext>
            </a:extLst>
          </p:cNvPr>
          <p:cNvCxnSpPr>
            <a:cxnSpLocks/>
          </p:cNvCxnSpPr>
          <p:nvPr/>
        </p:nvCxnSpPr>
        <p:spPr>
          <a:xfrm flipH="1">
            <a:off x="11340214" y="4868867"/>
            <a:ext cx="497717" cy="175736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Straight Connector 452">
            <a:extLst>
              <a:ext uri="{FF2B5EF4-FFF2-40B4-BE49-F238E27FC236}">
                <a16:creationId xmlns:a16="http://schemas.microsoft.com/office/drawing/2014/main" id="{27CB8505-844F-4A61-945F-EFD919CC9CA8}"/>
              </a:ext>
            </a:extLst>
          </p:cNvPr>
          <p:cNvCxnSpPr>
            <a:cxnSpLocks/>
          </p:cNvCxnSpPr>
          <p:nvPr/>
        </p:nvCxnSpPr>
        <p:spPr>
          <a:xfrm>
            <a:off x="11815071" y="4696649"/>
            <a:ext cx="0" cy="17221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6" name="Straight Connector 452">
            <a:extLst>
              <a:ext uri="{FF2B5EF4-FFF2-40B4-BE49-F238E27FC236}">
                <a16:creationId xmlns:a16="http://schemas.microsoft.com/office/drawing/2014/main" id="{9D8A516B-7606-4AFC-A0F1-2C565B4FC358}"/>
              </a:ext>
            </a:extLst>
          </p:cNvPr>
          <p:cNvCxnSpPr>
            <a:cxnSpLocks/>
          </p:cNvCxnSpPr>
          <p:nvPr/>
        </p:nvCxnSpPr>
        <p:spPr>
          <a:xfrm flipH="1">
            <a:off x="11353720" y="4693131"/>
            <a:ext cx="497717" cy="175736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Straight Connector 452">
            <a:extLst>
              <a:ext uri="{FF2B5EF4-FFF2-40B4-BE49-F238E27FC236}">
                <a16:creationId xmlns:a16="http://schemas.microsoft.com/office/drawing/2014/main" id="{9AD71AE0-248D-4A5F-A78A-422AE568850F}"/>
              </a:ext>
            </a:extLst>
          </p:cNvPr>
          <p:cNvCxnSpPr>
            <a:cxnSpLocks/>
          </p:cNvCxnSpPr>
          <p:nvPr/>
        </p:nvCxnSpPr>
        <p:spPr>
          <a:xfrm flipH="1" flipV="1">
            <a:off x="10891382" y="4706959"/>
            <a:ext cx="489768" cy="16857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9" name="Straight Connector 452">
            <a:extLst>
              <a:ext uri="{FF2B5EF4-FFF2-40B4-BE49-F238E27FC236}">
                <a16:creationId xmlns:a16="http://schemas.microsoft.com/office/drawing/2014/main" id="{DAA478DA-D94F-4F51-A742-274D968A978A}"/>
              </a:ext>
            </a:extLst>
          </p:cNvPr>
          <p:cNvCxnSpPr>
            <a:cxnSpLocks/>
          </p:cNvCxnSpPr>
          <p:nvPr/>
        </p:nvCxnSpPr>
        <p:spPr>
          <a:xfrm flipH="1">
            <a:off x="10888459" y="4593751"/>
            <a:ext cx="227370" cy="10864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1" name="Straight Connector 452">
            <a:extLst>
              <a:ext uri="{FF2B5EF4-FFF2-40B4-BE49-F238E27FC236}">
                <a16:creationId xmlns:a16="http://schemas.microsoft.com/office/drawing/2014/main" id="{1485FB9E-25A1-4315-8A88-519E1DBE6FA6}"/>
              </a:ext>
            </a:extLst>
          </p:cNvPr>
          <p:cNvCxnSpPr>
            <a:cxnSpLocks/>
          </p:cNvCxnSpPr>
          <p:nvPr/>
        </p:nvCxnSpPr>
        <p:spPr>
          <a:xfrm flipH="1" flipV="1">
            <a:off x="11095362" y="4595358"/>
            <a:ext cx="278826" cy="113699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" name="Straight Connector 452">
            <a:extLst>
              <a:ext uri="{FF2B5EF4-FFF2-40B4-BE49-F238E27FC236}">
                <a16:creationId xmlns:a16="http://schemas.microsoft.com/office/drawing/2014/main" id="{8D83979C-30D8-4B97-91D5-E394E23B9539}"/>
              </a:ext>
            </a:extLst>
          </p:cNvPr>
          <p:cNvCxnSpPr>
            <a:cxnSpLocks/>
          </p:cNvCxnSpPr>
          <p:nvPr/>
        </p:nvCxnSpPr>
        <p:spPr>
          <a:xfrm flipH="1">
            <a:off x="11361702" y="4603753"/>
            <a:ext cx="235352" cy="9197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5" name="Straight Connector 452">
            <a:extLst>
              <a:ext uri="{FF2B5EF4-FFF2-40B4-BE49-F238E27FC236}">
                <a16:creationId xmlns:a16="http://schemas.microsoft.com/office/drawing/2014/main" id="{70AEA948-F26D-4D62-91AB-687561F4FAB1}"/>
              </a:ext>
            </a:extLst>
          </p:cNvPr>
          <p:cNvCxnSpPr>
            <a:cxnSpLocks/>
          </p:cNvCxnSpPr>
          <p:nvPr/>
        </p:nvCxnSpPr>
        <p:spPr>
          <a:xfrm flipH="1" flipV="1">
            <a:off x="11115829" y="4429107"/>
            <a:ext cx="462339" cy="178131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7" name="Straight Connector 452">
            <a:extLst>
              <a:ext uri="{FF2B5EF4-FFF2-40B4-BE49-F238E27FC236}">
                <a16:creationId xmlns:a16="http://schemas.microsoft.com/office/drawing/2014/main" id="{4533FD36-A8D2-4847-9403-974AF93BF73A}"/>
              </a:ext>
            </a:extLst>
          </p:cNvPr>
          <p:cNvCxnSpPr>
            <a:cxnSpLocks/>
          </p:cNvCxnSpPr>
          <p:nvPr/>
        </p:nvCxnSpPr>
        <p:spPr>
          <a:xfrm flipH="1">
            <a:off x="11128822" y="4157252"/>
            <a:ext cx="686249" cy="271761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9" name="Straight Connector 452">
            <a:extLst>
              <a:ext uri="{FF2B5EF4-FFF2-40B4-BE49-F238E27FC236}">
                <a16:creationId xmlns:a16="http://schemas.microsoft.com/office/drawing/2014/main" id="{F3D952E5-A511-4BE7-854A-3E6AA806DA1E}"/>
              </a:ext>
            </a:extLst>
          </p:cNvPr>
          <p:cNvCxnSpPr>
            <a:cxnSpLocks/>
          </p:cNvCxnSpPr>
          <p:nvPr/>
        </p:nvCxnSpPr>
        <p:spPr>
          <a:xfrm flipH="1" flipV="1">
            <a:off x="11814156" y="4157159"/>
            <a:ext cx="239811" cy="9986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0" name="Straight Connector 452">
            <a:extLst>
              <a:ext uri="{FF2B5EF4-FFF2-40B4-BE49-F238E27FC236}">
                <a16:creationId xmlns:a16="http://schemas.microsoft.com/office/drawing/2014/main" id="{D34BA079-5AEE-4479-BDCB-421A7DDB34E2}"/>
              </a:ext>
            </a:extLst>
          </p:cNvPr>
          <p:cNvCxnSpPr>
            <a:cxnSpLocks/>
          </p:cNvCxnSpPr>
          <p:nvPr/>
        </p:nvCxnSpPr>
        <p:spPr>
          <a:xfrm>
            <a:off x="12058038" y="4256795"/>
            <a:ext cx="0" cy="33029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3" name="Straight Connector 452">
            <a:extLst>
              <a:ext uri="{FF2B5EF4-FFF2-40B4-BE49-F238E27FC236}">
                <a16:creationId xmlns:a16="http://schemas.microsoft.com/office/drawing/2014/main" id="{83F6DB91-0910-497F-BACA-D275D9016E4B}"/>
              </a:ext>
            </a:extLst>
          </p:cNvPr>
          <p:cNvCxnSpPr>
            <a:cxnSpLocks/>
          </p:cNvCxnSpPr>
          <p:nvPr/>
        </p:nvCxnSpPr>
        <p:spPr>
          <a:xfrm flipH="1">
            <a:off x="12027768" y="4517631"/>
            <a:ext cx="235352" cy="9197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4" name="Straight Connector 452">
            <a:extLst>
              <a:ext uri="{FF2B5EF4-FFF2-40B4-BE49-F238E27FC236}">
                <a16:creationId xmlns:a16="http://schemas.microsoft.com/office/drawing/2014/main" id="{0000690A-BCE0-44C9-886C-F44320ADE71B}"/>
              </a:ext>
            </a:extLst>
          </p:cNvPr>
          <p:cNvCxnSpPr>
            <a:cxnSpLocks/>
          </p:cNvCxnSpPr>
          <p:nvPr/>
        </p:nvCxnSpPr>
        <p:spPr>
          <a:xfrm>
            <a:off x="12263120" y="4339201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6" name="Straight Connector 452">
            <a:extLst>
              <a:ext uri="{FF2B5EF4-FFF2-40B4-BE49-F238E27FC236}">
                <a16:creationId xmlns:a16="http://schemas.microsoft.com/office/drawing/2014/main" id="{F665AF19-94B5-49B2-BEC7-9E644D26E2F6}"/>
              </a:ext>
            </a:extLst>
          </p:cNvPr>
          <p:cNvCxnSpPr>
            <a:cxnSpLocks/>
          </p:cNvCxnSpPr>
          <p:nvPr/>
        </p:nvCxnSpPr>
        <p:spPr>
          <a:xfrm flipH="1">
            <a:off x="12258474" y="4242200"/>
            <a:ext cx="261040" cy="13068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8" name="Straight Connector 452">
            <a:extLst>
              <a:ext uri="{FF2B5EF4-FFF2-40B4-BE49-F238E27FC236}">
                <a16:creationId xmlns:a16="http://schemas.microsoft.com/office/drawing/2014/main" id="{F182F4E4-D15F-4B31-B4A4-F86291F9804D}"/>
              </a:ext>
            </a:extLst>
          </p:cNvPr>
          <p:cNvCxnSpPr>
            <a:cxnSpLocks/>
          </p:cNvCxnSpPr>
          <p:nvPr/>
        </p:nvCxnSpPr>
        <p:spPr>
          <a:xfrm>
            <a:off x="12503004" y="3726630"/>
            <a:ext cx="0" cy="53016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0" name="Straight Connector 452">
            <a:extLst>
              <a:ext uri="{FF2B5EF4-FFF2-40B4-BE49-F238E27FC236}">
                <a16:creationId xmlns:a16="http://schemas.microsoft.com/office/drawing/2014/main" id="{8024B12B-2C22-4250-A0FC-B4724F89FE7B}"/>
              </a:ext>
            </a:extLst>
          </p:cNvPr>
          <p:cNvCxnSpPr>
            <a:cxnSpLocks/>
          </p:cNvCxnSpPr>
          <p:nvPr/>
        </p:nvCxnSpPr>
        <p:spPr>
          <a:xfrm flipH="1" flipV="1">
            <a:off x="12501879" y="3726630"/>
            <a:ext cx="239811" cy="9986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1" name="Straight Connector 452">
            <a:extLst>
              <a:ext uri="{FF2B5EF4-FFF2-40B4-BE49-F238E27FC236}">
                <a16:creationId xmlns:a16="http://schemas.microsoft.com/office/drawing/2014/main" id="{1408D301-F2AB-4E8A-942B-F138F72978D2}"/>
              </a:ext>
            </a:extLst>
          </p:cNvPr>
          <p:cNvCxnSpPr>
            <a:cxnSpLocks/>
          </p:cNvCxnSpPr>
          <p:nvPr/>
        </p:nvCxnSpPr>
        <p:spPr>
          <a:xfrm>
            <a:off x="12712554" y="3288678"/>
            <a:ext cx="0" cy="53016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Connector 452">
            <a:extLst>
              <a:ext uri="{FF2B5EF4-FFF2-40B4-BE49-F238E27FC236}">
                <a16:creationId xmlns:a16="http://schemas.microsoft.com/office/drawing/2014/main" id="{262B50E5-694B-4797-8A12-A356C2306422}"/>
              </a:ext>
            </a:extLst>
          </p:cNvPr>
          <p:cNvCxnSpPr>
            <a:cxnSpLocks/>
          </p:cNvCxnSpPr>
          <p:nvPr/>
        </p:nvCxnSpPr>
        <p:spPr>
          <a:xfrm flipH="1">
            <a:off x="12480650" y="3263524"/>
            <a:ext cx="261040" cy="9730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4" name="Straight Connector 452">
            <a:extLst>
              <a:ext uri="{FF2B5EF4-FFF2-40B4-BE49-F238E27FC236}">
                <a16:creationId xmlns:a16="http://schemas.microsoft.com/office/drawing/2014/main" id="{DCC703DA-5308-44F4-9B79-37FC5019ED80}"/>
              </a:ext>
            </a:extLst>
          </p:cNvPr>
          <p:cNvCxnSpPr>
            <a:cxnSpLocks/>
          </p:cNvCxnSpPr>
          <p:nvPr/>
        </p:nvCxnSpPr>
        <p:spPr>
          <a:xfrm flipH="1" flipV="1">
            <a:off x="12247570" y="3254609"/>
            <a:ext cx="239811" cy="9986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Connector 452">
            <a:extLst>
              <a:ext uri="{FF2B5EF4-FFF2-40B4-BE49-F238E27FC236}">
                <a16:creationId xmlns:a16="http://schemas.microsoft.com/office/drawing/2014/main" id="{EC7FD478-061D-4F16-9737-80B90A862682}"/>
              </a:ext>
            </a:extLst>
          </p:cNvPr>
          <p:cNvCxnSpPr>
            <a:cxnSpLocks/>
          </p:cNvCxnSpPr>
          <p:nvPr/>
        </p:nvCxnSpPr>
        <p:spPr>
          <a:xfrm flipH="1">
            <a:off x="12247570" y="3266003"/>
            <a:ext cx="10904" cy="924911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7" name="Straight Connector 452">
            <a:extLst>
              <a:ext uri="{FF2B5EF4-FFF2-40B4-BE49-F238E27FC236}">
                <a16:creationId xmlns:a16="http://schemas.microsoft.com/office/drawing/2014/main" id="{D6F9E0A2-0E81-4384-893E-8198A07E3EC3}"/>
              </a:ext>
            </a:extLst>
          </p:cNvPr>
          <p:cNvCxnSpPr>
            <a:cxnSpLocks/>
          </p:cNvCxnSpPr>
          <p:nvPr/>
        </p:nvCxnSpPr>
        <p:spPr>
          <a:xfrm flipH="1" flipV="1">
            <a:off x="11799940" y="3991712"/>
            <a:ext cx="458535" cy="17691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0" name="Straight Connector 452">
            <a:extLst>
              <a:ext uri="{FF2B5EF4-FFF2-40B4-BE49-F238E27FC236}">
                <a16:creationId xmlns:a16="http://schemas.microsoft.com/office/drawing/2014/main" id="{4D2D8A1C-7A93-4833-9A13-EFEAA9F489BE}"/>
              </a:ext>
            </a:extLst>
          </p:cNvPr>
          <p:cNvCxnSpPr>
            <a:cxnSpLocks/>
          </p:cNvCxnSpPr>
          <p:nvPr/>
        </p:nvCxnSpPr>
        <p:spPr>
          <a:xfrm flipH="1">
            <a:off x="11119263" y="3983742"/>
            <a:ext cx="687488" cy="27222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Straight Connector 452">
            <a:extLst>
              <a:ext uri="{FF2B5EF4-FFF2-40B4-BE49-F238E27FC236}">
                <a16:creationId xmlns:a16="http://schemas.microsoft.com/office/drawing/2014/main" id="{34B429BF-6877-4D6B-AF7A-4C74AD5DBF6B}"/>
              </a:ext>
            </a:extLst>
          </p:cNvPr>
          <p:cNvCxnSpPr>
            <a:cxnSpLocks/>
          </p:cNvCxnSpPr>
          <p:nvPr/>
        </p:nvCxnSpPr>
        <p:spPr>
          <a:xfrm flipH="1" flipV="1">
            <a:off x="10643625" y="4099218"/>
            <a:ext cx="490881" cy="16921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Straight Connector 452">
            <a:extLst>
              <a:ext uri="{FF2B5EF4-FFF2-40B4-BE49-F238E27FC236}">
                <a16:creationId xmlns:a16="http://schemas.microsoft.com/office/drawing/2014/main" id="{0885D357-2E3C-4474-A0A4-EC3B0F3D1ADB}"/>
              </a:ext>
            </a:extLst>
          </p:cNvPr>
          <p:cNvCxnSpPr>
            <a:cxnSpLocks/>
          </p:cNvCxnSpPr>
          <p:nvPr/>
        </p:nvCxnSpPr>
        <p:spPr>
          <a:xfrm>
            <a:off x="10648126" y="3915077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5" name="Straight Connector 452">
            <a:extLst>
              <a:ext uri="{FF2B5EF4-FFF2-40B4-BE49-F238E27FC236}">
                <a16:creationId xmlns:a16="http://schemas.microsoft.com/office/drawing/2014/main" id="{F39AC107-089E-4DC1-8865-BCE64F24B27A}"/>
              </a:ext>
            </a:extLst>
          </p:cNvPr>
          <p:cNvCxnSpPr>
            <a:cxnSpLocks/>
          </p:cNvCxnSpPr>
          <p:nvPr/>
        </p:nvCxnSpPr>
        <p:spPr>
          <a:xfrm flipH="1" flipV="1">
            <a:off x="10637763" y="3915692"/>
            <a:ext cx="479683" cy="16273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7" name="Straight Connector 452">
            <a:extLst>
              <a:ext uri="{FF2B5EF4-FFF2-40B4-BE49-F238E27FC236}">
                <a16:creationId xmlns:a16="http://schemas.microsoft.com/office/drawing/2014/main" id="{23916A6A-DD88-4D3D-9375-607C9B4C2C0C}"/>
              </a:ext>
            </a:extLst>
          </p:cNvPr>
          <p:cNvCxnSpPr>
            <a:cxnSpLocks/>
          </p:cNvCxnSpPr>
          <p:nvPr/>
        </p:nvCxnSpPr>
        <p:spPr>
          <a:xfrm>
            <a:off x="11115829" y="3896426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8" name="Straight Connector 452">
            <a:extLst>
              <a:ext uri="{FF2B5EF4-FFF2-40B4-BE49-F238E27FC236}">
                <a16:creationId xmlns:a16="http://schemas.microsoft.com/office/drawing/2014/main" id="{16545D43-5687-4F44-8425-B260BEC7261A}"/>
              </a:ext>
            </a:extLst>
          </p:cNvPr>
          <p:cNvCxnSpPr>
            <a:cxnSpLocks/>
          </p:cNvCxnSpPr>
          <p:nvPr/>
        </p:nvCxnSpPr>
        <p:spPr>
          <a:xfrm flipH="1" flipV="1">
            <a:off x="11095362" y="3912088"/>
            <a:ext cx="243618" cy="9520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9" name="Straight Connector 452">
            <a:extLst>
              <a:ext uri="{FF2B5EF4-FFF2-40B4-BE49-F238E27FC236}">
                <a16:creationId xmlns:a16="http://schemas.microsoft.com/office/drawing/2014/main" id="{388511A4-C067-401C-8EF0-DC392D81816D}"/>
              </a:ext>
            </a:extLst>
          </p:cNvPr>
          <p:cNvCxnSpPr>
            <a:cxnSpLocks/>
          </p:cNvCxnSpPr>
          <p:nvPr/>
        </p:nvCxnSpPr>
        <p:spPr>
          <a:xfrm flipH="1">
            <a:off x="11339673" y="3818570"/>
            <a:ext cx="477373" cy="17844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Straight Connector 452">
            <a:extLst>
              <a:ext uri="{FF2B5EF4-FFF2-40B4-BE49-F238E27FC236}">
                <a16:creationId xmlns:a16="http://schemas.microsoft.com/office/drawing/2014/main" id="{95BA77E8-B702-4FB8-AC8C-504329EC8B3F}"/>
              </a:ext>
            </a:extLst>
          </p:cNvPr>
          <p:cNvCxnSpPr>
            <a:cxnSpLocks/>
          </p:cNvCxnSpPr>
          <p:nvPr/>
        </p:nvCxnSpPr>
        <p:spPr>
          <a:xfrm flipH="1" flipV="1">
            <a:off x="11814420" y="3819949"/>
            <a:ext cx="243618" cy="9520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2" name="Straight Connector 452">
            <a:extLst>
              <a:ext uri="{FF2B5EF4-FFF2-40B4-BE49-F238E27FC236}">
                <a16:creationId xmlns:a16="http://schemas.microsoft.com/office/drawing/2014/main" id="{49F4D4AE-3258-4BAC-B584-1F7D9D84D700}"/>
              </a:ext>
            </a:extLst>
          </p:cNvPr>
          <p:cNvCxnSpPr>
            <a:cxnSpLocks/>
          </p:cNvCxnSpPr>
          <p:nvPr/>
        </p:nvCxnSpPr>
        <p:spPr>
          <a:xfrm>
            <a:off x="12041052" y="3197196"/>
            <a:ext cx="0" cy="68704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" name="Straight Connector 452">
            <a:extLst>
              <a:ext uri="{FF2B5EF4-FFF2-40B4-BE49-F238E27FC236}">
                <a16:creationId xmlns:a16="http://schemas.microsoft.com/office/drawing/2014/main" id="{B682EF44-37F6-48DD-B8AF-80020778C2CA}"/>
              </a:ext>
            </a:extLst>
          </p:cNvPr>
          <p:cNvCxnSpPr>
            <a:cxnSpLocks/>
          </p:cNvCxnSpPr>
          <p:nvPr/>
        </p:nvCxnSpPr>
        <p:spPr>
          <a:xfrm flipH="1" flipV="1">
            <a:off x="11784256" y="3089166"/>
            <a:ext cx="239811" cy="9986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5" name="Straight Connector 452">
            <a:extLst>
              <a:ext uri="{FF2B5EF4-FFF2-40B4-BE49-F238E27FC236}">
                <a16:creationId xmlns:a16="http://schemas.microsoft.com/office/drawing/2014/main" id="{412FD393-FFCF-4697-BA19-F6615AD18258}"/>
              </a:ext>
            </a:extLst>
          </p:cNvPr>
          <p:cNvCxnSpPr>
            <a:cxnSpLocks/>
          </p:cNvCxnSpPr>
          <p:nvPr/>
        </p:nvCxnSpPr>
        <p:spPr>
          <a:xfrm>
            <a:off x="11799940" y="3111240"/>
            <a:ext cx="0" cy="34087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7" name="Straight Connector 452">
            <a:extLst>
              <a:ext uri="{FF2B5EF4-FFF2-40B4-BE49-F238E27FC236}">
                <a16:creationId xmlns:a16="http://schemas.microsoft.com/office/drawing/2014/main" id="{D8AE2772-4E09-47CD-ACA3-2CAF9874E4E0}"/>
              </a:ext>
            </a:extLst>
          </p:cNvPr>
          <p:cNvCxnSpPr>
            <a:cxnSpLocks/>
          </p:cNvCxnSpPr>
          <p:nvPr/>
        </p:nvCxnSpPr>
        <p:spPr>
          <a:xfrm flipH="1">
            <a:off x="11541971" y="3446003"/>
            <a:ext cx="261040" cy="9730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Connector 452">
            <a:extLst>
              <a:ext uri="{FF2B5EF4-FFF2-40B4-BE49-F238E27FC236}">
                <a16:creationId xmlns:a16="http://schemas.microsoft.com/office/drawing/2014/main" id="{D8675CF7-B0D4-41E2-AF5F-1CEAE479C7C4}"/>
              </a:ext>
            </a:extLst>
          </p:cNvPr>
          <p:cNvCxnSpPr>
            <a:cxnSpLocks/>
          </p:cNvCxnSpPr>
          <p:nvPr/>
        </p:nvCxnSpPr>
        <p:spPr>
          <a:xfrm>
            <a:off x="11562928" y="3015352"/>
            <a:ext cx="0" cy="53288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Straight Connector 452">
            <a:extLst>
              <a:ext uri="{FF2B5EF4-FFF2-40B4-BE49-F238E27FC236}">
                <a16:creationId xmlns:a16="http://schemas.microsoft.com/office/drawing/2014/main" id="{6E9E3E5C-3C53-486E-90FB-5E5959077670}"/>
              </a:ext>
            </a:extLst>
          </p:cNvPr>
          <p:cNvCxnSpPr>
            <a:cxnSpLocks/>
          </p:cNvCxnSpPr>
          <p:nvPr/>
        </p:nvCxnSpPr>
        <p:spPr>
          <a:xfrm flipH="1" flipV="1">
            <a:off x="11336709" y="2925689"/>
            <a:ext cx="239811" cy="9986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52">
            <a:extLst>
              <a:ext uri="{FF2B5EF4-FFF2-40B4-BE49-F238E27FC236}">
                <a16:creationId xmlns:a16="http://schemas.microsoft.com/office/drawing/2014/main" id="{46222001-0ACD-45C3-8707-339337D17156}"/>
              </a:ext>
            </a:extLst>
          </p:cNvPr>
          <p:cNvCxnSpPr>
            <a:cxnSpLocks/>
          </p:cNvCxnSpPr>
          <p:nvPr/>
        </p:nvCxnSpPr>
        <p:spPr>
          <a:xfrm flipH="1">
            <a:off x="11090806" y="2925086"/>
            <a:ext cx="261040" cy="9730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Connector 452">
            <a:extLst>
              <a:ext uri="{FF2B5EF4-FFF2-40B4-BE49-F238E27FC236}">
                <a16:creationId xmlns:a16="http://schemas.microsoft.com/office/drawing/2014/main" id="{4B047266-BEE1-41D8-A1F1-403565E39E4E}"/>
              </a:ext>
            </a:extLst>
          </p:cNvPr>
          <p:cNvCxnSpPr>
            <a:cxnSpLocks/>
          </p:cNvCxnSpPr>
          <p:nvPr/>
        </p:nvCxnSpPr>
        <p:spPr>
          <a:xfrm flipH="1" flipV="1">
            <a:off x="11110924" y="3011378"/>
            <a:ext cx="239811" cy="9986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3" name="Straight Connector 452">
            <a:extLst>
              <a:ext uri="{FF2B5EF4-FFF2-40B4-BE49-F238E27FC236}">
                <a16:creationId xmlns:a16="http://schemas.microsoft.com/office/drawing/2014/main" id="{7A498699-8C6D-4E94-8D3C-2C206CFAD75D}"/>
              </a:ext>
            </a:extLst>
          </p:cNvPr>
          <p:cNvCxnSpPr>
            <a:cxnSpLocks/>
          </p:cNvCxnSpPr>
          <p:nvPr/>
        </p:nvCxnSpPr>
        <p:spPr>
          <a:xfrm>
            <a:off x="11327819" y="3115773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4" name="Straight Connector 452">
            <a:extLst>
              <a:ext uri="{FF2B5EF4-FFF2-40B4-BE49-F238E27FC236}">
                <a16:creationId xmlns:a16="http://schemas.microsoft.com/office/drawing/2014/main" id="{33B39406-DC5B-4D5F-9759-D96C753B83E1}"/>
              </a:ext>
            </a:extLst>
          </p:cNvPr>
          <p:cNvCxnSpPr>
            <a:cxnSpLocks/>
          </p:cNvCxnSpPr>
          <p:nvPr/>
        </p:nvCxnSpPr>
        <p:spPr>
          <a:xfrm flipH="1" flipV="1">
            <a:off x="11088185" y="3169293"/>
            <a:ext cx="239811" cy="9986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Straight Connector 452">
            <a:extLst>
              <a:ext uri="{FF2B5EF4-FFF2-40B4-BE49-F238E27FC236}">
                <a16:creationId xmlns:a16="http://schemas.microsoft.com/office/drawing/2014/main" id="{E4F6BE26-5B75-41D0-88FA-AA2A76EF880F}"/>
              </a:ext>
            </a:extLst>
          </p:cNvPr>
          <p:cNvCxnSpPr>
            <a:cxnSpLocks/>
          </p:cNvCxnSpPr>
          <p:nvPr/>
        </p:nvCxnSpPr>
        <p:spPr>
          <a:xfrm>
            <a:off x="11108078" y="3197947"/>
            <a:ext cx="0" cy="34535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9" name="Straight Connector 452">
            <a:extLst>
              <a:ext uri="{FF2B5EF4-FFF2-40B4-BE49-F238E27FC236}">
                <a16:creationId xmlns:a16="http://schemas.microsoft.com/office/drawing/2014/main" id="{C88CCD57-88A7-43F3-9840-247222C0EEEE}"/>
              </a:ext>
            </a:extLst>
          </p:cNvPr>
          <p:cNvCxnSpPr>
            <a:cxnSpLocks/>
          </p:cNvCxnSpPr>
          <p:nvPr/>
        </p:nvCxnSpPr>
        <p:spPr>
          <a:xfrm flipH="1">
            <a:off x="10856003" y="3534139"/>
            <a:ext cx="261040" cy="9730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0" name="Straight Connector 452">
            <a:extLst>
              <a:ext uri="{FF2B5EF4-FFF2-40B4-BE49-F238E27FC236}">
                <a16:creationId xmlns:a16="http://schemas.microsoft.com/office/drawing/2014/main" id="{FC2F9092-507F-4BC2-9974-B2529C3A8C59}"/>
              </a:ext>
            </a:extLst>
          </p:cNvPr>
          <p:cNvCxnSpPr>
            <a:cxnSpLocks/>
          </p:cNvCxnSpPr>
          <p:nvPr/>
        </p:nvCxnSpPr>
        <p:spPr>
          <a:xfrm>
            <a:off x="10877718" y="3619698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1" name="Straight Connector 452">
            <a:extLst>
              <a:ext uri="{FF2B5EF4-FFF2-40B4-BE49-F238E27FC236}">
                <a16:creationId xmlns:a16="http://schemas.microsoft.com/office/drawing/2014/main" id="{921AC43C-12FD-416D-A142-DF06F4FCF232}"/>
              </a:ext>
            </a:extLst>
          </p:cNvPr>
          <p:cNvCxnSpPr>
            <a:cxnSpLocks/>
          </p:cNvCxnSpPr>
          <p:nvPr/>
        </p:nvCxnSpPr>
        <p:spPr>
          <a:xfrm flipH="1" flipV="1">
            <a:off x="10645486" y="3716551"/>
            <a:ext cx="249231" cy="81756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3" name="Straight Connector 452">
            <a:extLst>
              <a:ext uri="{FF2B5EF4-FFF2-40B4-BE49-F238E27FC236}">
                <a16:creationId xmlns:a16="http://schemas.microsoft.com/office/drawing/2014/main" id="{B501C3D6-8E33-459A-B164-0C6027CCF4BA}"/>
              </a:ext>
            </a:extLst>
          </p:cNvPr>
          <p:cNvCxnSpPr>
            <a:cxnSpLocks/>
          </p:cNvCxnSpPr>
          <p:nvPr/>
        </p:nvCxnSpPr>
        <p:spPr>
          <a:xfrm flipH="1">
            <a:off x="10410874" y="3717417"/>
            <a:ext cx="261040" cy="9730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4" name="Straight Connector 452">
            <a:extLst>
              <a:ext uri="{FF2B5EF4-FFF2-40B4-BE49-F238E27FC236}">
                <a16:creationId xmlns:a16="http://schemas.microsoft.com/office/drawing/2014/main" id="{AF3AFC27-0952-4F20-ACEE-12123E10944D}"/>
              </a:ext>
            </a:extLst>
          </p:cNvPr>
          <p:cNvCxnSpPr>
            <a:cxnSpLocks/>
          </p:cNvCxnSpPr>
          <p:nvPr/>
        </p:nvCxnSpPr>
        <p:spPr>
          <a:xfrm>
            <a:off x="10421560" y="3644489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5" name="Straight Connector 452">
            <a:extLst>
              <a:ext uri="{FF2B5EF4-FFF2-40B4-BE49-F238E27FC236}">
                <a16:creationId xmlns:a16="http://schemas.microsoft.com/office/drawing/2014/main" id="{28AA7616-B609-4A75-80BE-A400B0A9E9F8}"/>
              </a:ext>
            </a:extLst>
          </p:cNvPr>
          <p:cNvCxnSpPr>
            <a:cxnSpLocks/>
          </p:cNvCxnSpPr>
          <p:nvPr/>
        </p:nvCxnSpPr>
        <p:spPr>
          <a:xfrm flipH="1">
            <a:off x="10416603" y="3445781"/>
            <a:ext cx="474779" cy="19827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7" name="Straight Connector 452">
            <a:extLst>
              <a:ext uri="{FF2B5EF4-FFF2-40B4-BE49-F238E27FC236}">
                <a16:creationId xmlns:a16="http://schemas.microsoft.com/office/drawing/2014/main" id="{23EDC408-7523-4F7A-8896-A04D2EBE9057}"/>
              </a:ext>
            </a:extLst>
          </p:cNvPr>
          <p:cNvCxnSpPr>
            <a:cxnSpLocks/>
          </p:cNvCxnSpPr>
          <p:nvPr/>
        </p:nvCxnSpPr>
        <p:spPr>
          <a:xfrm>
            <a:off x="10884817" y="3270849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8" name="Straight Connector 452">
            <a:extLst>
              <a:ext uri="{FF2B5EF4-FFF2-40B4-BE49-F238E27FC236}">
                <a16:creationId xmlns:a16="http://schemas.microsoft.com/office/drawing/2014/main" id="{079CD5A7-27BB-47BB-91F1-F7BE0AFDC81C}"/>
              </a:ext>
            </a:extLst>
          </p:cNvPr>
          <p:cNvCxnSpPr>
            <a:cxnSpLocks/>
          </p:cNvCxnSpPr>
          <p:nvPr/>
        </p:nvCxnSpPr>
        <p:spPr>
          <a:xfrm flipH="1">
            <a:off x="10206884" y="3277706"/>
            <a:ext cx="681297" cy="260256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0" name="Straight Connector 452">
            <a:extLst>
              <a:ext uri="{FF2B5EF4-FFF2-40B4-BE49-F238E27FC236}">
                <a16:creationId xmlns:a16="http://schemas.microsoft.com/office/drawing/2014/main" id="{EF17F4ED-F6DF-4A8D-BF61-62291EF6C70A}"/>
              </a:ext>
            </a:extLst>
          </p:cNvPr>
          <p:cNvCxnSpPr>
            <a:cxnSpLocks/>
          </p:cNvCxnSpPr>
          <p:nvPr/>
        </p:nvCxnSpPr>
        <p:spPr>
          <a:xfrm flipH="1" flipV="1">
            <a:off x="9743808" y="3360044"/>
            <a:ext cx="472669" cy="18755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2" name="Straight Connector 452">
            <a:extLst>
              <a:ext uri="{FF2B5EF4-FFF2-40B4-BE49-F238E27FC236}">
                <a16:creationId xmlns:a16="http://schemas.microsoft.com/office/drawing/2014/main" id="{5A118EB5-30E1-4667-BA4D-90842954B64A}"/>
              </a:ext>
            </a:extLst>
          </p:cNvPr>
          <p:cNvCxnSpPr>
            <a:cxnSpLocks/>
          </p:cNvCxnSpPr>
          <p:nvPr/>
        </p:nvCxnSpPr>
        <p:spPr>
          <a:xfrm>
            <a:off x="9748097" y="3178823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Straight Connector 452">
            <a:extLst>
              <a:ext uri="{FF2B5EF4-FFF2-40B4-BE49-F238E27FC236}">
                <a16:creationId xmlns:a16="http://schemas.microsoft.com/office/drawing/2014/main" id="{5A4B5A47-32F2-46FE-AECC-67BA68BE1922}"/>
              </a:ext>
            </a:extLst>
          </p:cNvPr>
          <p:cNvCxnSpPr>
            <a:cxnSpLocks/>
          </p:cNvCxnSpPr>
          <p:nvPr/>
        </p:nvCxnSpPr>
        <p:spPr>
          <a:xfrm flipH="1" flipV="1">
            <a:off x="9739490" y="3184451"/>
            <a:ext cx="472669" cy="18755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Straight Connector 452">
            <a:extLst>
              <a:ext uri="{FF2B5EF4-FFF2-40B4-BE49-F238E27FC236}">
                <a16:creationId xmlns:a16="http://schemas.microsoft.com/office/drawing/2014/main" id="{ADFC6331-221D-400B-983C-522CD238187E}"/>
              </a:ext>
            </a:extLst>
          </p:cNvPr>
          <p:cNvCxnSpPr>
            <a:cxnSpLocks/>
          </p:cNvCxnSpPr>
          <p:nvPr/>
        </p:nvCxnSpPr>
        <p:spPr>
          <a:xfrm flipH="1">
            <a:off x="10227843" y="3163999"/>
            <a:ext cx="474779" cy="19827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5" name="Straight Connector 452">
            <a:extLst>
              <a:ext uri="{FF2B5EF4-FFF2-40B4-BE49-F238E27FC236}">
                <a16:creationId xmlns:a16="http://schemas.microsoft.com/office/drawing/2014/main" id="{70F9CA0A-68F8-4D74-919F-865E0876170D}"/>
              </a:ext>
            </a:extLst>
          </p:cNvPr>
          <p:cNvCxnSpPr>
            <a:cxnSpLocks/>
          </p:cNvCxnSpPr>
          <p:nvPr/>
        </p:nvCxnSpPr>
        <p:spPr>
          <a:xfrm>
            <a:off x="10657449" y="3007152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6" name="Straight Connector 452">
            <a:extLst>
              <a:ext uri="{FF2B5EF4-FFF2-40B4-BE49-F238E27FC236}">
                <a16:creationId xmlns:a16="http://schemas.microsoft.com/office/drawing/2014/main" id="{DD533F77-7BA4-474E-8E39-EA62A4D3B06E}"/>
              </a:ext>
            </a:extLst>
          </p:cNvPr>
          <p:cNvCxnSpPr>
            <a:cxnSpLocks/>
          </p:cNvCxnSpPr>
          <p:nvPr/>
        </p:nvCxnSpPr>
        <p:spPr>
          <a:xfrm flipH="1">
            <a:off x="10191448" y="3023082"/>
            <a:ext cx="450535" cy="18698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8" name="Straight Connector 452">
            <a:extLst>
              <a:ext uri="{FF2B5EF4-FFF2-40B4-BE49-F238E27FC236}">
                <a16:creationId xmlns:a16="http://schemas.microsoft.com/office/drawing/2014/main" id="{F1B9E84F-913A-40C3-A192-B4B3C363B87E}"/>
              </a:ext>
            </a:extLst>
          </p:cNvPr>
          <p:cNvCxnSpPr>
            <a:cxnSpLocks/>
          </p:cNvCxnSpPr>
          <p:nvPr/>
        </p:nvCxnSpPr>
        <p:spPr>
          <a:xfrm flipH="1" flipV="1">
            <a:off x="9967245" y="3106463"/>
            <a:ext cx="245003" cy="9560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0" name="Straight Connector 452">
            <a:extLst>
              <a:ext uri="{FF2B5EF4-FFF2-40B4-BE49-F238E27FC236}">
                <a16:creationId xmlns:a16="http://schemas.microsoft.com/office/drawing/2014/main" id="{867145D6-AAB7-41D9-9DF1-55B8B9FD47D0}"/>
              </a:ext>
            </a:extLst>
          </p:cNvPr>
          <p:cNvCxnSpPr>
            <a:cxnSpLocks/>
          </p:cNvCxnSpPr>
          <p:nvPr/>
        </p:nvCxnSpPr>
        <p:spPr>
          <a:xfrm>
            <a:off x="9975824" y="2562401"/>
            <a:ext cx="7751" cy="55337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2" name="Straight Connector 452">
            <a:extLst>
              <a:ext uri="{FF2B5EF4-FFF2-40B4-BE49-F238E27FC236}">
                <a16:creationId xmlns:a16="http://schemas.microsoft.com/office/drawing/2014/main" id="{D1C8E800-3FDB-4F23-9F10-98109309CD11}"/>
              </a:ext>
            </a:extLst>
          </p:cNvPr>
          <p:cNvCxnSpPr>
            <a:cxnSpLocks/>
          </p:cNvCxnSpPr>
          <p:nvPr/>
        </p:nvCxnSpPr>
        <p:spPr>
          <a:xfrm flipH="1">
            <a:off x="9950261" y="2478744"/>
            <a:ext cx="250723" cy="10140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4" name="Straight Connector 452">
            <a:extLst>
              <a:ext uri="{FF2B5EF4-FFF2-40B4-BE49-F238E27FC236}">
                <a16:creationId xmlns:a16="http://schemas.microsoft.com/office/drawing/2014/main" id="{19F85391-F651-42F7-8FC4-98062D5E2C47}"/>
              </a:ext>
            </a:extLst>
          </p:cNvPr>
          <p:cNvCxnSpPr>
            <a:cxnSpLocks/>
          </p:cNvCxnSpPr>
          <p:nvPr/>
        </p:nvCxnSpPr>
        <p:spPr>
          <a:xfrm>
            <a:off x="10188390" y="2469596"/>
            <a:ext cx="7751" cy="55337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5" name="Straight Connector 452">
            <a:extLst>
              <a:ext uri="{FF2B5EF4-FFF2-40B4-BE49-F238E27FC236}">
                <a16:creationId xmlns:a16="http://schemas.microsoft.com/office/drawing/2014/main" id="{AD9F23B4-D6F5-4BBA-AC21-262054D48D2F}"/>
              </a:ext>
            </a:extLst>
          </p:cNvPr>
          <p:cNvCxnSpPr>
            <a:cxnSpLocks/>
          </p:cNvCxnSpPr>
          <p:nvPr/>
        </p:nvCxnSpPr>
        <p:spPr>
          <a:xfrm flipH="1">
            <a:off x="10191449" y="2672470"/>
            <a:ext cx="918364" cy="351401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7" name="Straight Connector 452">
            <a:extLst>
              <a:ext uri="{FF2B5EF4-FFF2-40B4-BE49-F238E27FC236}">
                <a16:creationId xmlns:a16="http://schemas.microsoft.com/office/drawing/2014/main" id="{A740EB6D-9CB3-4723-9070-AE61765A7677}"/>
              </a:ext>
            </a:extLst>
          </p:cNvPr>
          <p:cNvCxnSpPr>
            <a:cxnSpLocks/>
          </p:cNvCxnSpPr>
          <p:nvPr/>
        </p:nvCxnSpPr>
        <p:spPr>
          <a:xfrm flipH="1" flipV="1">
            <a:off x="10863075" y="2596404"/>
            <a:ext cx="245003" cy="9560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8" name="Straight Connector 452">
            <a:extLst>
              <a:ext uri="{FF2B5EF4-FFF2-40B4-BE49-F238E27FC236}">
                <a16:creationId xmlns:a16="http://schemas.microsoft.com/office/drawing/2014/main" id="{CCB5DD75-1598-4AFA-AEC1-7F88CB08A2B7}"/>
              </a:ext>
            </a:extLst>
          </p:cNvPr>
          <p:cNvCxnSpPr>
            <a:cxnSpLocks/>
          </p:cNvCxnSpPr>
          <p:nvPr/>
        </p:nvCxnSpPr>
        <p:spPr>
          <a:xfrm flipH="1">
            <a:off x="10418557" y="2584634"/>
            <a:ext cx="472826" cy="17172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452">
            <a:extLst>
              <a:ext uri="{FF2B5EF4-FFF2-40B4-BE49-F238E27FC236}">
                <a16:creationId xmlns:a16="http://schemas.microsoft.com/office/drawing/2014/main" id="{0689712C-5D54-48B2-B6C9-A16FDAE9054E}"/>
              </a:ext>
            </a:extLst>
          </p:cNvPr>
          <p:cNvCxnSpPr>
            <a:cxnSpLocks/>
          </p:cNvCxnSpPr>
          <p:nvPr/>
        </p:nvCxnSpPr>
        <p:spPr>
          <a:xfrm>
            <a:off x="10418557" y="2590306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452">
            <a:extLst>
              <a:ext uri="{FF2B5EF4-FFF2-40B4-BE49-F238E27FC236}">
                <a16:creationId xmlns:a16="http://schemas.microsoft.com/office/drawing/2014/main" id="{832BC4F5-6A9E-490D-BB14-B1D7004BDD9A}"/>
              </a:ext>
            </a:extLst>
          </p:cNvPr>
          <p:cNvCxnSpPr>
            <a:cxnSpLocks/>
          </p:cNvCxnSpPr>
          <p:nvPr/>
        </p:nvCxnSpPr>
        <p:spPr>
          <a:xfrm flipH="1">
            <a:off x="10410874" y="2428320"/>
            <a:ext cx="472826" cy="17172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" name="Straight Connector 452">
            <a:extLst>
              <a:ext uri="{FF2B5EF4-FFF2-40B4-BE49-F238E27FC236}">
                <a16:creationId xmlns:a16="http://schemas.microsoft.com/office/drawing/2014/main" id="{7035EF4F-9A94-45D7-B0FF-BB6089F98C0F}"/>
              </a:ext>
            </a:extLst>
          </p:cNvPr>
          <p:cNvCxnSpPr>
            <a:cxnSpLocks/>
          </p:cNvCxnSpPr>
          <p:nvPr/>
        </p:nvCxnSpPr>
        <p:spPr>
          <a:xfrm>
            <a:off x="10875811" y="2226812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" name="Straight Connector 452">
            <a:extLst>
              <a:ext uri="{FF2B5EF4-FFF2-40B4-BE49-F238E27FC236}">
                <a16:creationId xmlns:a16="http://schemas.microsoft.com/office/drawing/2014/main" id="{C4B23AD4-2CCB-4B29-878B-5CCAAED3B303}"/>
              </a:ext>
            </a:extLst>
          </p:cNvPr>
          <p:cNvCxnSpPr>
            <a:cxnSpLocks/>
          </p:cNvCxnSpPr>
          <p:nvPr/>
        </p:nvCxnSpPr>
        <p:spPr>
          <a:xfrm flipH="1">
            <a:off x="10423117" y="2239015"/>
            <a:ext cx="472826" cy="17172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452">
            <a:extLst>
              <a:ext uri="{FF2B5EF4-FFF2-40B4-BE49-F238E27FC236}">
                <a16:creationId xmlns:a16="http://schemas.microsoft.com/office/drawing/2014/main" id="{C3D564BE-64E7-4FDD-845C-3FCFE52535E4}"/>
              </a:ext>
            </a:extLst>
          </p:cNvPr>
          <p:cNvCxnSpPr>
            <a:cxnSpLocks/>
          </p:cNvCxnSpPr>
          <p:nvPr/>
        </p:nvCxnSpPr>
        <p:spPr>
          <a:xfrm>
            <a:off x="10405325" y="2213134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5" name="Straight Connector 452">
            <a:extLst>
              <a:ext uri="{FF2B5EF4-FFF2-40B4-BE49-F238E27FC236}">
                <a16:creationId xmlns:a16="http://schemas.microsoft.com/office/drawing/2014/main" id="{E4A9F78D-D01B-4C67-AA96-AB9C5747D006}"/>
              </a:ext>
            </a:extLst>
          </p:cNvPr>
          <p:cNvCxnSpPr>
            <a:cxnSpLocks/>
          </p:cNvCxnSpPr>
          <p:nvPr/>
        </p:nvCxnSpPr>
        <p:spPr>
          <a:xfrm flipH="1">
            <a:off x="10411220" y="2063794"/>
            <a:ext cx="472826" cy="17172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6" name="Straight Connector 452">
            <a:extLst>
              <a:ext uri="{FF2B5EF4-FFF2-40B4-BE49-F238E27FC236}">
                <a16:creationId xmlns:a16="http://schemas.microsoft.com/office/drawing/2014/main" id="{A9A675D3-71D8-4D55-9C76-92C9C16F6F03}"/>
              </a:ext>
            </a:extLst>
          </p:cNvPr>
          <p:cNvCxnSpPr>
            <a:cxnSpLocks/>
          </p:cNvCxnSpPr>
          <p:nvPr/>
        </p:nvCxnSpPr>
        <p:spPr>
          <a:xfrm>
            <a:off x="10893453" y="1873963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7" name="Straight Connector 452">
            <a:extLst>
              <a:ext uri="{FF2B5EF4-FFF2-40B4-BE49-F238E27FC236}">
                <a16:creationId xmlns:a16="http://schemas.microsoft.com/office/drawing/2014/main" id="{7E137FFA-2B67-43E9-896E-0D194BB4C924}"/>
              </a:ext>
            </a:extLst>
          </p:cNvPr>
          <p:cNvCxnSpPr>
            <a:cxnSpLocks/>
          </p:cNvCxnSpPr>
          <p:nvPr/>
        </p:nvCxnSpPr>
        <p:spPr>
          <a:xfrm flipH="1">
            <a:off x="10184654" y="1877045"/>
            <a:ext cx="719790" cy="2381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9" name="Straight Connector 452">
            <a:extLst>
              <a:ext uri="{FF2B5EF4-FFF2-40B4-BE49-F238E27FC236}">
                <a16:creationId xmlns:a16="http://schemas.microsoft.com/office/drawing/2014/main" id="{3EE5511D-ADEB-4C27-ADAE-D115E9D13727}"/>
              </a:ext>
            </a:extLst>
          </p:cNvPr>
          <p:cNvCxnSpPr>
            <a:cxnSpLocks/>
          </p:cNvCxnSpPr>
          <p:nvPr/>
        </p:nvCxnSpPr>
        <p:spPr>
          <a:xfrm>
            <a:off x="10191448" y="1942807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0" name="Straight Connector 452">
            <a:extLst>
              <a:ext uri="{FF2B5EF4-FFF2-40B4-BE49-F238E27FC236}">
                <a16:creationId xmlns:a16="http://schemas.microsoft.com/office/drawing/2014/main" id="{14B64B59-88E1-4ABE-9E93-EE751F084F9A}"/>
              </a:ext>
            </a:extLst>
          </p:cNvPr>
          <p:cNvCxnSpPr>
            <a:cxnSpLocks/>
          </p:cNvCxnSpPr>
          <p:nvPr/>
        </p:nvCxnSpPr>
        <p:spPr>
          <a:xfrm flipH="1">
            <a:off x="10191448" y="1862190"/>
            <a:ext cx="248994" cy="77781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2" name="Straight Connector 452">
            <a:extLst>
              <a:ext uri="{FF2B5EF4-FFF2-40B4-BE49-F238E27FC236}">
                <a16:creationId xmlns:a16="http://schemas.microsoft.com/office/drawing/2014/main" id="{3BF4F34F-C771-4682-BEC9-B3A105BE7C85}"/>
              </a:ext>
            </a:extLst>
          </p:cNvPr>
          <p:cNvCxnSpPr>
            <a:cxnSpLocks/>
          </p:cNvCxnSpPr>
          <p:nvPr/>
        </p:nvCxnSpPr>
        <p:spPr>
          <a:xfrm>
            <a:off x="10423117" y="1678502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3" name="Straight Connector 452">
            <a:extLst>
              <a:ext uri="{FF2B5EF4-FFF2-40B4-BE49-F238E27FC236}">
                <a16:creationId xmlns:a16="http://schemas.microsoft.com/office/drawing/2014/main" id="{04B7D37D-B264-4D85-B243-984A8BE27E34}"/>
              </a:ext>
            </a:extLst>
          </p:cNvPr>
          <p:cNvCxnSpPr>
            <a:cxnSpLocks/>
          </p:cNvCxnSpPr>
          <p:nvPr/>
        </p:nvCxnSpPr>
        <p:spPr>
          <a:xfrm flipH="1" flipV="1">
            <a:off x="10195378" y="1593192"/>
            <a:ext cx="245003" cy="9560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4" name="Straight Connector 452">
            <a:extLst>
              <a:ext uri="{FF2B5EF4-FFF2-40B4-BE49-F238E27FC236}">
                <a16:creationId xmlns:a16="http://schemas.microsoft.com/office/drawing/2014/main" id="{2317AFBA-1493-4467-B6E9-49D22A47220C}"/>
              </a:ext>
            </a:extLst>
          </p:cNvPr>
          <p:cNvCxnSpPr>
            <a:cxnSpLocks/>
          </p:cNvCxnSpPr>
          <p:nvPr/>
        </p:nvCxnSpPr>
        <p:spPr>
          <a:xfrm flipH="1">
            <a:off x="9961057" y="1579688"/>
            <a:ext cx="248994" cy="77781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5" name="Straight Connector 452">
            <a:extLst>
              <a:ext uri="{FF2B5EF4-FFF2-40B4-BE49-F238E27FC236}">
                <a16:creationId xmlns:a16="http://schemas.microsoft.com/office/drawing/2014/main" id="{D70580EA-A426-4EC4-86A0-395979BBF67E}"/>
              </a:ext>
            </a:extLst>
          </p:cNvPr>
          <p:cNvCxnSpPr>
            <a:cxnSpLocks/>
          </p:cNvCxnSpPr>
          <p:nvPr/>
        </p:nvCxnSpPr>
        <p:spPr>
          <a:xfrm flipH="1" flipV="1">
            <a:off x="9730821" y="1574407"/>
            <a:ext cx="245003" cy="9560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6" name="Straight Connector 452">
            <a:extLst>
              <a:ext uri="{FF2B5EF4-FFF2-40B4-BE49-F238E27FC236}">
                <a16:creationId xmlns:a16="http://schemas.microsoft.com/office/drawing/2014/main" id="{8BBA65EE-527E-4A56-88DE-0B735CE2BD88}"/>
              </a:ext>
            </a:extLst>
          </p:cNvPr>
          <p:cNvCxnSpPr>
            <a:cxnSpLocks/>
          </p:cNvCxnSpPr>
          <p:nvPr/>
        </p:nvCxnSpPr>
        <p:spPr>
          <a:xfrm>
            <a:off x="9748097" y="1401906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7" name="Straight Connector 452">
            <a:extLst>
              <a:ext uri="{FF2B5EF4-FFF2-40B4-BE49-F238E27FC236}">
                <a16:creationId xmlns:a16="http://schemas.microsoft.com/office/drawing/2014/main" id="{F0E83A89-6634-4A69-B5C2-36CA9CE280E6}"/>
              </a:ext>
            </a:extLst>
          </p:cNvPr>
          <p:cNvCxnSpPr>
            <a:cxnSpLocks/>
          </p:cNvCxnSpPr>
          <p:nvPr/>
        </p:nvCxnSpPr>
        <p:spPr>
          <a:xfrm flipH="1">
            <a:off x="9755393" y="1320812"/>
            <a:ext cx="248994" cy="77781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8" name="Straight Connector 452">
            <a:extLst>
              <a:ext uri="{FF2B5EF4-FFF2-40B4-BE49-F238E27FC236}">
                <a16:creationId xmlns:a16="http://schemas.microsoft.com/office/drawing/2014/main" id="{1609F857-3370-431A-AAD7-1A61B7A16771}"/>
              </a:ext>
            </a:extLst>
          </p:cNvPr>
          <p:cNvCxnSpPr>
            <a:cxnSpLocks/>
          </p:cNvCxnSpPr>
          <p:nvPr/>
        </p:nvCxnSpPr>
        <p:spPr>
          <a:xfrm>
            <a:off x="9974262" y="1314599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9" name="Straight Connector 452">
            <a:extLst>
              <a:ext uri="{FF2B5EF4-FFF2-40B4-BE49-F238E27FC236}">
                <a16:creationId xmlns:a16="http://schemas.microsoft.com/office/drawing/2014/main" id="{EB9D9523-027B-42C2-902D-DCB3C807683D}"/>
              </a:ext>
            </a:extLst>
          </p:cNvPr>
          <p:cNvCxnSpPr>
            <a:cxnSpLocks/>
          </p:cNvCxnSpPr>
          <p:nvPr/>
        </p:nvCxnSpPr>
        <p:spPr>
          <a:xfrm flipH="1">
            <a:off x="9971789" y="1412332"/>
            <a:ext cx="248994" cy="77781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0" name="Straight Connector 452">
            <a:extLst>
              <a:ext uri="{FF2B5EF4-FFF2-40B4-BE49-F238E27FC236}">
                <a16:creationId xmlns:a16="http://schemas.microsoft.com/office/drawing/2014/main" id="{D31FD2E7-15FF-4BB1-8AC2-0D76FA7AA3AF}"/>
              </a:ext>
            </a:extLst>
          </p:cNvPr>
          <p:cNvCxnSpPr>
            <a:cxnSpLocks/>
          </p:cNvCxnSpPr>
          <p:nvPr/>
        </p:nvCxnSpPr>
        <p:spPr>
          <a:xfrm>
            <a:off x="10212349" y="1223597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1" name="Straight Connector 452">
            <a:extLst>
              <a:ext uri="{FF2B5EF4-FFF2-40B4-BE49-F238E27FC236}">
                <a16:creationId xmlns:a16="http://schemas.microsoft.com/office/drawing/2014/main" id="{82400809-CD29-4FBE-8CED-CCF7D7A29D7E}"/>
              </a:ext>
            </a:extLst>
          </p:cNvPr>
          <p:cNvCxnSpPr>
            <a:cxnSpLocks/>
          </p:cNvCxnSpPr>
          <p:nvPr/>
        </p:nvCxnSpPr>
        <p:spPr>
          <a:xfrm flipH="1">
            <a:off x="10200984" y="1152190"/>
            <a:ext cx="248994" cy="9106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3" name="Straight Connector 452">
            <a:extLst>
              <a:ext uri="{FF2B5EF4-FFF2-40B4-BE49-F238E27FC236}">
                <a16:creationId xmlns:a16="http://schemas.microsoft.com/office/drawing/2014/main" id="{9E3D1A9E-151E-4A93-84B5-C64A4A8675DD}"/>
              </a:ext>
            </a:extLst>
          </p:cNvPr>
          <p:cNvCxnSpPr>
            <a:cxnSpLocks/>
          </p:cNvCxnSpPr>
          <p:nvPr/>
        </p:nvCxnSpPr>
        <p:spPr>
          <a:xfrm flipH="1" flipV="1">
            <a:off x="10427292" y="1147870"/>
            <a:ext cx="245003" cy="9560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4" name="Straight Connector 452">
            <a:extLst>
              <a:ext uri="{FF2B5EF4-FFF2-40B4-BE49-F238E27FC236}">
                <a16:creationId xmlns:a16="http://schemas.microsoft.com/office/drawing/2014/main" id="{EEDA21C8-0001-4BD7-BFD1-7B6899E5A3E4}"/>
              </a:ext>
            </a:extLst>
          </p:cNvPr>
          <p:cNvCxnSpPr>
            <a:cxnSpLocks/>
          </p:cNvCxnSpPr>
          <p:nvPr/>
        </p:nvCxnSpPr>
        <p:spPr>
          <a:xfrm flipH="1">
            <a:off x="10664615" y="1143785"/>
            <a:ext cx="248994" cy="9106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5" name="Straight Connector 452">
            <a:extLst>
              <a:ext uri="{FF2B5EF4-FFF2-40B4-BE49-F238E27FC236}">
                <a16:creationId xmlns:a16="http://schemas.microsoft.com/office/drawing/2014/main" id="{34657572-AFFE-4D61-9B06-B700056B6F3B}"/>
              </a:ext>
            </a:extLst>
          </p:cNvPr>
          <p:cNvCxnSpPr>
            <a:cxnSpLocks/>
          </p:cNvCxnSpPr>
          <p:nvPr/>
        </p:nvCxnSpPr>
        <p:spPr>
          <a:xfrm>
            <a:off x="10905993" y="1143785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6" name="Straight Connector 452">
            <a:extLst>
              <a:ext uri="{FF2B5EF4-FFF2-40B4-BE49-F238E27FC236}">
                <a16:creationId xmlns:a16="http://schemas.microsoft.com/office/drawing/2014/main" id="{A1585876-8C67-47C3-B510-73A5049BA1A2}"/>
              </a:ext>
            </a:extLst>
          </p:cNvPr>
          <p:cNvCxnSpPr>
            <a:cxnSpLocks/>
          </p:cNvCxnSpPr>
          <p:nvPr/>
        </p:nvCxnSpPr>
        <p:spPr>
          <a:xfrm flipH="1" flipV="1">
            <a:off x="10427292" y="1316243"/>
            <a:ext cx="245003" cy="9560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7" name="Straight Connector 452">
            <a:extLst>
              <a:ext uri="{FF2B5EF4-FFF2-40B4-BE49-F238E27FC236}">
                <a16:creationId xmlns:a16="http://schemas.microsoft.com/office/drawing/2014/main" id="{EB0B324A-7856-4CEE-A6D2-1A741BBF4331}"/>
              </a:ext>
            </a:extLst>
          </p:cNvPr>
          <p:cNvCxnSpPr>
            <a:cxnSpLocks/>
          </p:cNvCxnSpPr>
          <p:nvPr/>
        </p:nvCxnSpPr>
        <p:spPr>
          <a:xfrm flipH="1">
            <a:off x="10664615" y="1312158"/>
            <a:ext cx="248994" cy="9106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8" name="Straight Connector 452">
            <a:extLst>
              <a:ext uri="{FF2B5EF4-FFF2-40B4-BE49-F238E27FC236}">
                <a16:creationId xmlns:a16="http://schemas.microsoft.com/office/drawing/2014/main" id="{F1DC24F6-7305-4F4E-A95D-F59869ADFDEA}"/>
              </a:ext>
            </a:extLst>
          </p:cNvPr>
          <p:cNvCxnSpPr>
            <a:cxnSpLocks/>
          </p:cNvCxnSpPr>
          <p:nvPr/>
        </p:nvCxnSpPr>
        <p:spPr>
          <a:xfrm>
            <a:off x="10436511" y="1330798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9" name="Straight Connector 452">
            <a:extLst>
              <a:ext uri="{FF2B5EF4-FFF2-40B4-BE49-F238E27FC236}">
                <a16:creationId xmlns:a16="http://schemas.microsoft.com/office/drawing/2014/main" id="{FE18B43E-84B3-46A5-8768-89DB918DCFD4}"/>
              </a:ext>
            </a:extLst>
          </p:cNvPr>
          <p:cNvCxnSpPr>
            <a:cxnSpLocks/>
          </p:cNvCxnSpPr>
          <p:nvPr/>
        </p:nvCxnSpPr>
        <p:spPr>
          <a:xfrm flipH="1" flipV="1">
            <a:off x="10419187" y="1517922"/>
            <a:ext cx="245003" cy="9560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0" name="Straight Connector 452">
            <a:extLst>
              <a:ext uri="{FF2B5EF4-FFF2-40B4-BE49-F238E27FC236}">
                <a16:creationId xmlns:a16="http://schemas.microsoft.com/office/drawing/2014/main" id="{0BCA68AB-06A7-41C5-8D6F-825BB1D97C44}"/>
              </a:ext>
            </a:extLst>
          </p:cNvPr>
          <p:cNvCxnSpPr>
            <a:cxnSpLocks/>
          </p:cNvCxnSpPr>
          <p:nvPr/>
        </p:nvCxnSpPr>
        <p:spPr>
          <a:xfrm>
            <a:off x="10657491" y="1602805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1" name="Straight Connector 452">
            <a:extLst>
              <a:ext uri="{FF2B5EF4-FFF2-40B4-BE49-F238E27FC236}">
                <a16:creationId xmlns:a16="http://schemas.microsoft.com/office/drawing/2014/main" id="{65A2A7CA-D3E0-41A3-B729-F8A85349B6B3}"/>
              </a:ext>
            </a:extLst>
          </p:cNvPr>
          <p:cNvCxnSpPr>
            <a:cxnSpLocks/>
          </p:cNvCxnSpPr>
          <p:nvPr/>
        </p:nvCxnSpPr>
        <p:spPr>
          <a:xfrm flipH="1">
            <a:off x="10650777" y="1680775"/>
            <a:ext cx="248994" cy="9106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2" name="Straight Connector 452">
            <a:extLst>
              <a:ext uri="{FF2B5EF4-FFF2-40B4-BE49-F238E27FC236}">
                <a16:creationId xmlns:a16="http://schemas.microsoft.com/office/drawing/2014/main" id="{995FD6F8-10FC-4FCF-BD41-65D52C84CD72}"/>
              </a:ext>
            </a:extLst>
          </p:cNvPr>
          <p:cNvCxnSpPr>
            <a:cxnSpLocks/>
          </p:cNvCxnSpPr>
          <p:nvPr/>
        </p:nvCxnSpPr>
        <p:spPr>
          <a:xfrm flipH="1" flipV="1">
            <a:off x="10874602" y="1676889"/>
            <a:ext cx="245003" cy="9560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3" name="Straight Connector 452">
            <a:extLst>
              <a:ext uri="{FF2B5EF4-FFF2-40B4-BE49-F238E27FC236}">
                <a16:creationId xmlns:a16="http://schemas.microsoft.com/office/drawing/2014/main" id="{D1276CE5-4933-41BA-BAFE-0EF2E6B4C618}"/>
              </a:ext>
            </a:extLst>
          </p:cNvPr>
          <p:cNvCxnSpPr>
            <a:cxnSpLocks/>
          </p:cNvCxnSpPr>
          <p:nvPr/>
        </p:nvCxnSpPr>
        <p:spPr>
          <a:xfrm>
            <a:off x="11121022" y="1602805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4" name="Straight Connector 452">
            <a:extLst>
              <a:ext uri="{FF2B5EF4-FFF2-40B4-BE49-F238E27FC236}">
                <a16:creationId xmlns:a16="http://schemas.microsoft.com/office/drawing/2014/main" id="{A0966BB2-44A8-43C4-A18A-42F15226DCB7}"/>
              </a:ext>
            </a:extLst>
          </p:cNvPr>
          <p:cNvCxnSpPr>
            <a:cxnSpLocks/>
          </p:cNvCxnSpPr>
          <p:nvPr/>
        </p:nvCxnSpPr>
        <p:spPr>
          <a:xfrm flipH="1" flipV="1">
            <a:off x="10873326" y="1506325"/>
            <a:ext cx="245003" cy="9560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5" name="Straight Connector 452">
            <a:extLst>
              <a:ext uri="{FF2B5EF4-FFF2-40B4-BE49-F238E27FC236}">
                <a16:creationId xmlns:a16="http://schemas.microsoft.com/office/drawing/2014/main" id="{69684039-872E-45AF-80E1-0751C89AF61A}"/>
              </a:ext>
            </a:extLst>
          </p:cNvPr>
          <p:cNvCxnSpPr>
            <a:cxnSpLocks/>
          </p:cNvCxnSpPr>
          <p:nvPr/>
        </p:nvCxnSpPr>
        <p:spPr>
          <a:xfrm flipH="1">
            <a:off x="10913609" y="1315880"/>
            <a:ext cx="423100" cy="195619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7" name="Straight Connector 452">
            <a:extLst>
              <a:ext uri="{FF2B5EF4-FFF2-40B4-BE49-F238E27FC236}">
                <a16:creationId xmlns:a16="http://schemas.microsoft.com/office/drawing/2014/main" id="{0BC9449E-A57E-4989-BEB6-4DF620E9801D}"/>
              </a:ext>
            </a:extLst>
          </p:cNvPr>
          <p:cNvCxnSpPr>
            <a:cxnSpLocks/>
          </p:cNvCxnSpPr>
          <p:nvPr/>
        </p:nvCxnSpPr>
        <p:spPr>
          <a:xfrm>
            <a:off x="11361702" y="1143784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8" name="Straight Connector 452">
            <a:extLst>
              <a:ext uri="{FF2B5EF4-FFF2-40B4-BE49-F238E27FC236}">
                <a16:creationId xmlns:a16="http://schemas.microsoft.com/office/drawing/2014/main" id="{84D46FCD-2B4A-4F6D-9D1F-84F10CFE69DB}"/>
              </a:ext>
            </a:extLst>
          </p:cNvPr>
          <p:cNvCxnSpPr>
            <a:cxnSpLocks/>
          </p:cNvCxnSpPr>
          <p:nvPr/>
        </p:nvCxnSpPr>
        <p:spPr>
          <a:xfrm flipH="1" flipV="1">
            <a:off x="11364375" y="1147870"/>
            <a:ext cx="245003" cy="9560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9" name="Straight Connector 452">
            <a:extLst>
              <a:ext uri="{FF2B5EF4-FFF2-40B4-BE49-F238E27FC236}">
                <a16:creationId xmlns:a16="http://schemas.microsoft.com/office/drawing/2014/main" id="{6205AB18-C87A-4011-BDCB-4421160C6457}"/>
              </a:ext>
            </a:extLst>
          </p:cNvPr>
          <p:cNvCxnSpPr>
            <a:cxnSpLocks/>
          </p:cNvCxnSpPr>
          <p:nvPr/>
        </p:nvCxnSpPr>
        <p:spPr>
          <a:xfrm flipH="1">
            <a:off x="11576424" y="958849"/>
            <a:ext cx="718701" cy="28418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4" name="Straight Connector 452">
            <a:extLst>
              <a:ext uri="{FF2B5EF4-FFF2-40B4-BE49-F238E27FC236}">
                <a16:creationId xmlns:a16="http://schemas.microsoft.com/office/drawing/2014/main" id="{5D38F6D9-4223-414F-8D44-B5342627B385}"/>
              </a:ext>
            </a:extLst>
          </p:cNvPr>
          <p:cNvCxnSpPr>
            <a:cxnSpLocks/>
          </p:cNvCxnSpPr>
          <p:nvPr/>
        </p:nvCxnSpPr>
        <p:spPr>
          <a:xfrm>
            <a:off x="12270186" y="945534"/>
            <a:ext cx="0" cy="206656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6" name="Straight Connector 452">
            <a:extLst>
              <a:ext uri="{FF2B5EF4-FFF2-40B4-BE49-F238E27FC236}">
                <a16:creationId xmlns:a16="http://schemas.microsoft.com/office/drawing/2014/main" id="{6B6B18C7-A38E-4367-B488-2855A8C1B65D}"/>
              </a:ext>
            </a:extLst>
          </p:cNvPr>
          <p:cNvCxnSpPr>
            <a:cxnSpLocks/>
          </p:cNvCxnSpPr>
          <p:nvPr/>
        </p:nvCxnSpPr>
        <p:spPr>
          <a:xfrm flipH="1">
            <a:off x="11350736" y="1126783"/>
            <a:ext cx="933423" cy="36333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0" name="Straight Connector 452">
            <a:extLst>
              <a:ext uri="{FF2B5EF4-FFF2-40B4-BE49-F238E27FC236}">
                <a16:creationId xmlns:a16="http://schemas.microsoft.com/office/drawing/2014/main" id="{343FD7C9-DCF3-4E78-94D3-CFD72B0889DA}"/>
              </a:ext>
            </a:extLst>
          </p:cNvPr>
          <p:cNvCxnSpPr>
            <a:cxnSpLocks/>
          </p:cNvCxnSpPr>
          <p:nvPr/>
        </p:nvCxnSpPr>
        <p:spPr>
          <a:xfrm>
            <a:off x="11353720" y="1471079"/>
            <a:ext cx="0" cy="206656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1" name="Straight Connector 452">
            <a:extLst>
              <a:ext uri="{FF2B5EF4-FFF2-40B4-BE49-F238E27FC236}">
                <a16:creationId xmlns:a16="http://schemas.microsoft.com/office/drawing/2014/main" id="{2C46EACB-496A-41B3-8F8F-42DBA4782B2A}"/>
              </a:ext>
            </a:extLst>
          </p:cNvPr>
          <p:cNvCxnSpPr>
            <a:cxnSpLocks/>
          </p:cNvCxnSpPr>
          <p:nvPr/>
        </p:nvCxnSpPr>
        <p:spPr>
          <a:xfrm flipH="1">
            <a:off x="11330883" y="1325138"/>
            <a:ext cx="933423" cy="36333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2" name="Straight Connector 452">
            <a:extLst>
              <a:ext uri="{FF2B5EF4-FFF2-40B4-BE49-F238E27FC236}">
                <a16:creationId xmlns:a16="http://schemas.microsoft.com/office/drawing/2014/main" id="{3959EC72-48B5-433A-9C57-B9D402DF848C}"/>
              </a:ext>
            </a:extLst>
          </p:cNvPr>
          <p:cNvCxnSpPr>
            <a:cxnSpLocks/>
          </p:cNvCxnSpPr>
          <p:nvPr/>
        </p:nvCxnSpPr>
        <p:spPr>
          <a:xfrm flipH="1" flipV="1">
            <a:off x="12247571" y="1331663"/>
            <a:ext cx="271943" cy="7922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4" name="Straight Connector 452">
            <a:extLst>
              <a:ext uri="{FF2B5EF4-FFF2-40B4-BE49-F238E27FC236}">
                <a16:creationId xmlns:a16="http://schemas.microsoft.com/office/drawing/2014/main" id="{2045A891-89D8-4BCD-BF48-F91C5FDD0C9E}"/>
              </a:ext>
            </a:extLst>
          </p:cNvPr>
          <p:cNvCxnSpPr>
            <a:cxnSpLocks/>
          </p:cNvCxnSpPr>
          <p:nvPr/>
        </p:nvCxnSpPr>
        <p:spPr>
          <a:xfrm flipH="1">
            <a:off x="11561740" y="1417774"/>
            <a:ext cx="946458" cy="351729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6" name="Straight Connector 452">
            <a:extLst>
              <a:ext uri="{FF2B5EF4-FFF2-40B4-BE49-F238E27FC236}">
                <a16:creationId xmlns:a16="http://schemas.microsoft.com/office/drawing/2014/main" id="{4E774759-8788-450A-A0EE-ADB83A3CD3B7}"/>
              </a:ext>
            </a:extLst>
          </p:cNvPr>
          <p:cNvCxnSpPr>
            <a:cxnSpLocks/>
          </p:cNvCxnSpPr>
          <p:nvPr/>
        </p:nvCxnSpPr>
        <p:spPr>
          <a:xfrm flipH="1" flipV="1">
            <a:off x="11565759" y="1761089"/>
            <a:ext cx="245003" cy="9560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8" name="Straight Connector 452">
            <a:extLst>
              <a:ext uri="{FF2B5EF4-FFF2-40B4-BE49-F238E27FC236}">
                <a16:creationId xmlns:a16="http://schemas.microsoft.com/office/drawing/2014/main" id="{C0E7EA46-2927-4C95-AF29-4CD0FCCC693C}"/>
              </a:ext>
            </a:extLst>
          </p:cNvPr>
          <p:cNvCxnSpPr>
            <a:cxnSpLocks/>
          </p:cNvCxnSpPr>
          <p:nvPr/>
        </p:nvCxnSpPr>
        <p:spPr>
          <a:xfrm flipH="1">
            <a:off x="11793516" y="1578787"/>
            <a:ext cx="718701" cy="28418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9" name="Straight Connector 452">
            <a:extLst>
              <a:ext uri="{FF2B5EF4-FFF2-40B4-BE49-F238E27FC236}">
                <a16:creationId xmlns:a16="http://schemas.microsoft.com/office/drawing/2014/main" id="{BFDB1D0E-6896-4D8F-B2A0-7B6874A4117F}"/>
              </a:ext>
            </a:extLst>
          </p:cNvPr>
          <p:cNvCxnSpPr>
            <a:cxnSpLocks/>
          </p:cNvCxnSpPr>
          <p:nvPr/>
        </p:nvCxnSpPr>
        <p:spPr>
          <a:xfrm>
            <a:off x="12501799" y="1565186"/>
            <a:ext cx="0" cy="206656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0" name="Straight Connector 452">
            <a:extLst>
              <a:ext uri="{FF2B5EF4-FFF2-40B4-BE49-F238E27FC236}">
                <a16:creationId xmlns:a16="http://schemas.microsoft.com/office/drawing/2014/main" id="{015557B6-DAE6-470A-9B7D-FE3FD255C313}"/>
              </a:ext>
            </a:extLst>
          </p:cNvPr>
          <p:cNvCxnSpPr>
            <a:cxnSpLocks/>
          </p:cNvCxnSpPr>
          <p:nvPr/>
        </p:nvCxnSpPr>
        <p:spPr>
          <a:xfrm flipH="1">
            <a:off x="12018771" y="1765710"/>
            <a:ext cx="493447" cy="19305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2" name="Straight Connector 452">
            <a:extLst>
              <a:ext uri="{FF2B5EF4-FFF2-40B4-BE49-F238E27FC236}">
                <a16:creationId xmlns:a16="http://schemas.microsoft.com/office/drawing/2014/main" id="{7F3E3898-982C-499D-9BFE-B823B73D2D69}"/>
              </a:ext>
            </a:extLst>
          </p:cNvPr>
          <p:cNvCxnSpPr>
            <a:cxnSpLocks/>
          </p:cNvCxnSpPr>
          <p:nvPr/>
        </p:nvCxnSpPr>
        <p:spPr>
          <a:xfrm>
            <a:off x="12027768" y="1952638"/>
            <a:ext cx="0" cy="182499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4" name="Straight Connector 452">
            <a:extLst>
              <a:ext uri="{FF2B5EF4-FFF2-40B4-BE49-F238E27FC236}">
                <a16:creationId xmlns:a16="http://schemas.microsoft.com/office/drawing/2014/main" id="{909D426C-05B1-4C7C-9A08-6EA7320DC8D6}"/>
              </a:ext>
            </a:extLst>
          </p:cNvPr>
          <p:cNvCxnSpPr>
            <a:cxnSpLocks/>
          </p:cNvCxnSpPr>
          <p:nvPr/>
        </p:nvCxnSpPr>
        <p:spPr>
          <a:xfrm flipH="1">
            <a:off x="11785975" y="2118024"/>
            <a:ext cx="248994" cy="9106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5" name="Straight Connector 452">
            <a:extLst>
              <a:ext uri="{FF2B5EF4-FFF2-40B4-BE49-F238E27FC236}">
                <a16:creationId xmlns:a16="http://schemas.microsoft.com/office/drawing/2014/main" id="{E7172127-A62E-402D-8281-4EAEF42A7AD7}"/>
              </a:ext>
            </a:extLst>
          </p:cNvPr>
          <p:cNvCxnSpPr>
            <a:cxnSpLocks/>
          </p:cNvCxnSpPr>
          <p:nvPr/>
        </p:nvCxnSpPr>
        <p:spPr>
          <a:xfrm>
            <a:off x="11783854" y="2027668"/>
            <a:ext cx="0" cy="182499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6" name="Straight Connector 452">
            <a:extLst>
              <a:ext uri="{FF2B5EF4-FFF2-40B4-BE49-F238E27FC236}">
                <a16:creationId xmlns:a16="http://schemas.microsoft.com/office/drawing/2014/main" id="{E6FBD11B-0458-4D25-A2E3-A69F5F350C5B}"/>
              </a:ext>
            </a:extLst>
          </p:cNvPr>
          <p:cNvCxnSpPr>
            <a:cxnSpLocks/>
          </p:cNvCxnSpPr>
          <p:nvPr/>
        </p:nvCxnSpPr>
        <p:spPr>
          <a:xfrm flipH="1" flipV="1">
            <a:off x="11576424" y="1760423"/>
            <a:ext cx="245003" cy="9560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7" name="Straight Connector 452">
            <a:extLst>
              <a:ext uri="{FF2B5EF4-FFF2-40B4-BE49-F238E27FC236}">
                <a16:creationId xmlns:a16="http://schemas.microsoft.com/office/drawing/2014/main" id="{F179392F-AA56-4E67-B105-2129A83D9081}"/>
              </a:ext>
            </a:extLst>
          </p:cNvPr>
          <p:cNvCxnSpPr>
            <a:cxnSpLocks/>
          </p:cNvCxnSpPr>
          <p:nvPr/>
        </p:nvCxnSpPr>
        <p:spPr>
          <a:xfrm flipH="1" flipV="1">
            <a:off x="11541971" y="1950341"/>
            <a:ext cx="245003" cy="9560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8" name="Straight Connector 452">
            <a:extLst>
              <a:ext uri="{FF2B5EF4-FFF2-40B4-BE49-F238E27FC236}">
                <a16:creationId xmlns:a16="http://schemas.microsoft.com/office/drawing/2014/main" id="{2845A7EC-9085-40DB-95FD-1C5520BA4E3A}"/>
              </a:ext>
            </a:extLst>
          </p:cNvPr>
          <p:cNvCxnSpPr>
            <a:cxnSpLocks/>
          </p:cNvCxnSpPr>
          <p:nvPr/>
        </p:nvCxnSpPr>
        <p:spPr>
          <a:xfrm flipH="1">
            <a:off x="11295518" y="1950562"/>
            <a:ext cx="248994" cy="9106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1" name="Straight Connector 452">
            <a:extLst>
              <a:ext uri="{FF2B5EF4-FFF2-40B4-BE49-F238E27FC236}">
                <a16:creationId xmlns:a16="http://schemas.microsoft.com/office/drawing/2014/main" id="{906B47E0-9D94-47EC-AB6B-7B0918443489}"/>
              </a:ext>
            </a:extLst>
          </p:cNvPr>
          <p:cNvCxnSpPr>
            <a:cxnSpLocks/>
          </p:cNvCxnSpPr>
          <p:nvPr/>
        </p:nvCxnSpPr>
        <p:spPr>
          <a:xfrm>
            <a:off x="11327417" y="2044313"/>
            <a:ext cx="0" cy="33282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3" name="Straight Connector 452">
            <a:extLst>
              <a:ext uri="{FF2B5EF4-FFF2-40B4-BE49-F238E27FC236}">
                <a16:creationId xmlns:a16="http://schemas.microsoft.com/office/drawing/2014/main" id="{E15374B5-E000-467C-9787-1F106B6863B2}"/>
              </a:ext>
            </a:extLst>
          </p:cNvPr>
          <p:cNvCxnSpPr>
            <a:cxnSpLocks/>
          </p:cNvCxnSpPr>
          <p:nvPr/>
        </p:nvCxnSpPr>
        <p:spPr>
          <a:xfrm flipH="1">
            <a:off x="11302887" y="2292722"/>
            <a:ext cx="248994" cy="9106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8" name="Straight Connector 452">
            <a:extLst>
              <a:ext uri="{FF2B5EF4-FFF2-40B4-BE49-F238E27FC236}">
                <a16:creationId xmlns:a16="http://schemas.microsoft.com/office/drawing/2014/main" id="{70324AAD-121B-4078-A2A7-B39BC8D5F97A}"/>
              </a:ext>
            </a:extLst>
          </p:cNvPr>
          <p:cNvCxnSpPr>
            <a:cxnSpLocks/>
          </p:cNvCxnSpPr>
          <p:nvPr/>
        </p:nvCxnSpPr>
        <p:spPr>
          <a:xfrm>
            <a:off x="8142909" y="8766621"/>
            <a:ext cx="247981" cy="12472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9" name="Straight Connector 452">
            <a:extLst>
              <a:ext uri="{FF2B5EF4-FFF2-40B4-BE49-F238E27FC236}">
                <a16:creationId xmlns:a16="http://schemas.microsoft.com/office/drawing/2014/main" id="{FB6CE9F2-FBE7-4F36-A3E0-E146ACC908FC}"/>
              </a:ext>
            </a:extLst>
          </p:cNvPr>
          <p:cNvCxnSpPr>
            <a:cxnSpLocks/>
          </p:cNvCxnSpPr>
          <p:nvPr/>
        </p:nvCxnSpPr>
        <p:spPr>
          <a:xfrm flipV="1">
            <a:off x="8389200" y="8869680"/>
            <a:ext cx="2282" cy="17830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0" name="Straight Connector 452">
            <a:extLst>
              <a:ext uri="{FF2B5EF4-FFF2-40B4-BE49-F238E27FC236}">
                <a16:creationId xmlns:a16="http://schemas.microsoft.com/office/drawing/2014/main" id="{2CCA3CF6-DB65-4805-A9C7-D27B0E67844F}"/>
              </a:ext>
            </a:extLst>
          </p:cNvPr>
          <p:cNvCxnSpPr>
            <a:cxnSpLocks/>
          </p:cNvCxnSpPr>
          <p:nvPr/>
        </p:nvCxnSpPr>
        <p:spPr>
          <a:xfrm flipV="1">
            <a:off x="8148956" y="8607087"/>
            <a:ext cx="2282" cy="17830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1" name="Straight Connector 452">
            <a:extLst>
              <a:ext uri="{FF2B5EF4-FFF2-40B4-BE49-F238E27FC236}">
                <a16:creationId xmlns:a16="http://schemas.microsoft.com/office/drawing/2014/main" id="{95B14726-7537-4C13-9B46-5FC1181E96E1}"/>
              </a:ext>
            </a:extLst>
          </p:cNvPr>
          <p:cNvCxnSpPr>
            <a:cxnSpLocks/>
          </p:cNvCxnSpPr>
          <p:nvPr/>
        </p:nvCxnSpPr>
        <p:spPr>
          <a:xfrm flipV="1">
            <a:off x="8148501" y="8503697"/>
            <a:ext cx="234718" cy="10879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3" name="Straight Connector 452">
            <a:extLst>
              <a:ext uri="{FF2B5EF4-FFF2-40B4-BE49-F238E27FC236}">
                <a16:creationId xmlns:a16="http://schemas.microsoft.com/office/drawing/2014/main" id="{94F89FE8-246F-4AD9-8744-9FE8C2A8E412}"/>
              </a:ext>
            </a:extLst>
          </p:cNvPr>
          <p:cNvCxnSpPr>
            <a:cxnSpLocks/>
          </p:cNvCxnSpPr>
          <p:nvPr/>
        </p:nvCxnSpPr>
        <p:spPr>
          <a:xfrm flipV="1">
            <a:off x="8381392" y="8508508"/>
            <a:ext cx="2282" cy="17830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4" name="Straight Connector 452">
            <a:extLst>
              <a:ext uri="{FF2B5EF4-FFF2-40B4-BE49-F238E27FC236}">
                <a16:creationId xmlns:a16="http://schemas.microsoft.com/office/drawing/2014/main" id="{3AB93B4D-0691-4168-97B5-7C39BA5710B5}"/>
              </a:ext>
            </a:extLst>
          </p:cNvPr>
          <p:cNvCxnSpPr>
            <a:cxnSpLocks/>
          </p:cNvCxnSpPr>
          <p:nvPr/>
        </p:nvCxnSpPr>
        <p:spPr>
          <a:xfrm flipV="1">
            <a:off x="8377238" y="8578056"/>
            <a:ext cx="234718" cy="10879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5" name="Straight Connector 452">
            <a:extLst>
              <a:ext uri="{FF2B5EF4-FFF2-40B4-BE49-F238E27FC236}">
                <a16:creationId xmlns:a16="http://schemas.microsoft.com/office/drawing/2014/main" id="{4D86993E-1074-4BAB-864C-5BE1D5717179}"/>
              </a:ext>
            </a:extLst>
          </p:cNvPr>
          <p:cNvCxnSpPr>
            <a:cxnSpLocks/>
          </p:cNvCxnSpPr>
          <p:nvPr/>
        </p:nvCxnSpPr>
        <p:spPr>
          <a:xfrm flipV="1">
            <a:off x="8606790" y="8572650"/>
            <a:ext cx="0" cy="3816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7" name="Straight Connector 452">
            <a:extLst>
              <a:ext uri="{FF2B5EF4-FFF2-40B4-BE49-F238E27FC236}">
                <a16:creationId xmlns:a16="http://schemas.microsoft.com/office/drawing/2014/main" id="{19A0EEB0-B989-4CB2-AF65-BFB2F432F9E5}"/>
              </a:ext>
            </a:extLst>
          </p:cNvPr>
          <p:cNvCxnSpPr>
            <a:cxnSpLocks/>
          </p:cNvCxnSpPr>
          <p:nvPr/>
        </p:nvCxnSpPr>
        <p:spPr>
          <a:xfrm flipV="1">
            <a:off x="8604482" y="8843599"/>
            <a:ext cx="234718" cy="10879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8" name="Straight Connector 452">
            <a:extLst>
              <a:ext uri="{FF2B5EF4-FFF2-40B4-BE49-F238E27FC236}">
                <a16:creationId xmlns:a16="http://schemas.microsoft.com/office/drawing/2014/main" id="{0BB31648-F440-4221-901C-FEBEBA2FF015}"/>
              </a:ext>
            </a:extLst>
          </p:cNvPr>
          <p:cNvCxnSpPr>
            <a:cxnSpLocks/>
          </p:cNvCxnSpPr>
          <p:nvPr/>
        </p:nvCxnSpPr>
        <p:spPr>
          <a:xfrm flipV="1">
            <a:off x="8835202" y="8843599"/>
            <a:ext cx="2282" cy="17830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9" name="Straight Connector 452">
            <a:extLst>
              <a:ext uri="{FF2B5EF4-FFF2-40B4-BE49-F238E27FC236}">
                <a16:creationId xmlns:a16="http://schemas.microsoft.com/office/drawing/2014/main" id="{EDB3FB26-92AC-473B-9CED-A5A2E2D63231}"/>
              </a:ext>
            </a:extLst>
          </p:cNvPr>
          <p:cNvCxnSpPr>
            <a:cxnSpLocks/>
          </p:cNvCxnSpPr>
          <p:nvPr/>
        </p:nvCxnSpPr>
        <p:spPr>
          <a:xfrm>
            <a:off x="8848082" y="9021903"/>
            <a:ext cx="247981" cy="12472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0" name="Straight Connector 452">
            <a:extLst>
              <a:ext uri="{FF2B5EF4-FFF2-40B4-BE49-F238E27FC236}">
                <a16:creationId xmlns:a16="http://schemas.microsoft.com/office/drawing/2014/main" id="{3E30B482-CEB7-46D4-9E7E-EA51BC481825}"/>
              </a:ext>
            </a:extLst>
          </p:cNvPr>
          <p:cNvCxnSpPr>
            <a:cxnSpLocks/>
          </p:cNvCxnSpPr>
          <p:nvPr/>
        </p:nvCxnSpPr>
        <p:spPr>
          <a:xfrm flipV="1">
            <a:off x="9079013" y="8974060"/>
            <a:ext cx="2282" cy="17830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1" name="Straight Connector 452">
            <a:extLst>
              <a:ext uri="{FF2B5EF4-FFF2-40B4-BE49-F238E27FC236}">
                <a16:creationId xmlns:a16="http://schemas.microsoft.com/office/drawing/2014/main" id="{FEE3C967-7CED-4E8E-9B79-E1854C43AF26}"/>
              </a:ext>
            </a:extLst>
          </p:cNvPr>
          <p:cNvCxnSpPr>
            <a:cxnSpLocks/>
          </p:cNvCxnSpPr>
          <p:nvPr/>
        </p:nvCxnSpPr>
        <p:spPr>
          <a:xfrm flipV="1">
            <a:off x="9062803" y="8857385"/>
            <a:ext cx="234718" cy="10879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2" name="Straight Connector 452">
            <a:extLst>
              <a:ext uri="{FF2B5EF4-FFF2-40B4-BE49-F238E27FC236}">
                <a16:creationId xmlns:a16="http://schemas.microsoft.com/office/drawing/2014/main" id="{08F0D711-73BB-4D3C-8C98-4939016FB124}"/>
              </a:ext>
            </a:extLst>
          </p:cNvPr>
          <p:cNvCxnSpPr>
            <a:cxnSpLocks/>
          </p:cNvCxnSpPr>
          <p:nvPr/>
        </p:nvCxnSpPr>
        <p:spPr>
          <a:xfrm flipV="1">
            <a:off x="9284256" y="8696239"/>
            <a:ext cx="0" cy="14736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4" name="Straight Connector 452">
            <a:extLst>
              <a:ext uri="{FF2B5EF4-FFF2-40B4-BE49-F238E27FC236}">
                <a16:creationId xmlns:a16="http://schemas.microsoft.com/office/drawing/2014/main" id="{79DE329B-58F8-4273-8AF3-0729F2D54AF1}"/>
              </a:ext>
            </a:extLst>
          </p:cNvPr>
          <p:cNvCxnSpPr>
            <a:cxnSpLocks/>
          </p:cNvCxnSpPr>
          <p:nvPr/>
        </p:nvCxnSpPr>
        <p:spPr>
          <a:xfrm>
            <a:off x="9048796" y="8575473"/>
            <a:ext cx="247981" cy="12472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5" name="Straight Connector 452">
            <a:extLst>
              <a:ext uri="{FF2B5EF4-FFF2-40B4-BE49-F238E27FC236}">
                <a16:creationId xmlns:a16="http://schemas.microsoft.com/office/drawing/2014/main" id="{3F7F6FD0-6813-4517-827B-694F7E3470F1}"/>
              </a:ext>
            </a:extLst>
          </p:cNvPr>
          <p:cNvCxnSpPr>
            <a:cxnSpLocks/>
          </p:cNvCxnSpPr>
          <p:nvPr/>
        </p:nvCxnSpPr>
        <p:spPr>
          <a:xfrm flipV="1">
            <a:off x="9063654" y="8253772"/>
            <a:ext cx="5165" cy="33907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7" name="Straight Connector 452">
            <a:extLst>
              <a:ext uri="{FF2B5EF4-FFF2-40B4-BE49-F238E27FC236}">
                <a16:creationId xmlns:a16="http://schemas.microsoft.com/office/drawing/2014/main" id="{0696B797-F8A6-4836-B4CB-4ED2CA84F8D6}"/>
              </a:ext>
            </a:extLst>
          </p:cNvPr>
          <p:cNvCxnSpPr>
            <a:cxnSpLocks/>
          </p:cNvCxnSpPr>
          <p:nvPr/>
        </p:nvCxnSpPr>
        <p:spPr>
          <a:xfrm>
            <a:off x="8856339" y="8146419"/>
            <a:ext cx="223024" cy="11399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9" name="Straight Connector 452">
            <a:extLst>
              <a:ext uri="{FF2B5EF4-FFF2-40B4-BE49-F238E27FC236}">
                <a16:creationId xmlns:a16="http://schemas.microsoft.com/office/drawing/2014/main" id="{7344AED2-8EAC-4CA7-A93C-DEDC45268871}"/>
              </a:ext>
            </a:extLst>
          </p:cNvPr>
          <p:cNvCxnSpPr>
            <a:cxnSpLocks/>
          </p:cNvCxnSpPr>
          <p:nvPr/>
        </p:nvCxnSpPr>
        <p:spPr>
          <a:xfrm flipV="1">
            <a:off x="8834035" y="7807342"/>
            <a:ext cx="5165" cy="33907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0" name="Straight Connector 452">
            <a:extLst>
              <a:ext uri="{FF2B5EF4-FFF2-40B4-BE49-F238E27FC236}">
                <a16:creationId xmlns:a16="http://schemas.microsoft.com/office/drawing/2014/main" id="{81F41D40-CD35-46CB-BACC-F24FBF66A00A}"/>
              </a:ext>
            </a:extLst>
          </p:cNvPr>
          <p:cNvCxnSpPr>
            <a:cxnSpLocks/>
          </p:cNvCxnSpPr>
          <p:nvPr/>
        </p:nvCxnSpPr>
        <p:spPr>
          <a:xfrm flipV="1">
            <a:off x="8846388" y="7696200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2" name="Straight Connector 452">
            <a:extLst>
              <a:ext uri="{FF2B5EF4-FFF2-40B4-BE49-F238E27FC236}">
                <a16:creationId xmlns:a16="http://schemas.microsoft.com/office/drawing/2014/main" id="{1F8F126C-8B3C-431C-B546-E47D823F570F}"/>
              </a:ext>
            </a:extLst>
          </p:cNvPr>
          <p:cNvCxnSpPr>
            <a:cxnSpLocks/>
          </p:cNvCxnSpPr>
          <p:nvPr/>
        </p:nvCxnSpPr>
        <p:spPr>
          <a:xfrm>
            <a:off x="9054128" y="7693345"/>
            <a:ext cx="693969" cy="28353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4" name="Straight Connector 452">
            <a:extLst>
              <a:ext uri="{FF2B5EF4-FFF2-40B4-BE49-F238E27FC236}">
                <a16:creationId xmlns:a16="http://schemas.microsoft.com/office/drawing/2014/main" id="{39193639-9BA9-45A3-A19B-914130BB81B6}"/>
              </a:ext>
            </a:extLst>
          </p:cNvPr>
          <p:cNvCxnSpPr>
            <a:cxnSpLocks/>
          </p:cNvCxnSpPr>
          <p:nvPr/>
        </p:nvCxnSpPr>
        <p:spPr>
          <a:xfrm flipV="1">
            <a:off x="9748097" y="7966805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5" name="Straight Connector 452">
            <a:extLst>
              <a:ext uri="{FF2B5EF4-FFF2-40B4-BE49-F238E27FC236}">
                <a16:creationId xmlns:a16="http://schemas.microsoft.com/office/drawing/2014/main" id="{B7F80F4C-3590-4399-B539-F12A6804B8A7}"/>
              </a:ext>
            </a:extLst>
          </p:cNvPr>
          <p:cNvCxnSpPr>
            <a:cxnSpLocks/>
          </p:cNvCxnSpPr>
          <p:nvPr/>
        </p:nvCxnSpPr>
        <p:spPr>
          <a:xfrm>
            <a:off x="9059161" y="7882955"/>
            <a:ext cx="693969" cy="28353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7" name="Straight Connector 452">
            <a:extLst>
              <a:ext uri="{FF2B5EF4-FFF2-40B4-BE49-F238E27FC236}">
                <a16:creationId xmlns:a16="http://schemas.microsoft.com/office/drawing/2014/main" id="{1531BD75-79FE-4950-8813-2CEB99219DEE}"/>
              </a:ext>
            </a:extLst>
          </p:cNvPr>
          <p:cNvCxnSpPr>
            <a:cxnSpLocks/>
          </p:cNvCxnSpPr>
          <p:nvPr/>
        </p:nvCxnSpPr>
        <p:spPr>
          <a:xfrm flipV="1">
            <a:off x="9067795" y="7883080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8" name="Straight Connector 452">
            <a:extLst>
              <a:ext uri="{FF2B5EF4-FFF2-40B4-BE49-F238E27FC236}">
                <a16:creationId xmlns:a16="http://schemas.microsoft.com/office/drawing/2014/main" id="{8BB7707F-24EB-48CB-8EB1-80D629ECABA0}"/>
              </a:ext>
            </a:extLst>
          </p:cNvPr>
          <p:cNvCxnSpPr>
            <a:cxnSpLocks/>
          </p:cNvCxnSpPr>
          <p:nvPr/>
        </p:nvCxnSpPr>
        <p:spPr>
          <a:xfrm>
            <a:off x="9072773" y="8059911"/>
            <a:ext cx="224748" cy="1058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0" name="Straight Connector 452">
            <a:extLst>
              <a:ext uri="{FF2B5EF4-FFF2-40B4-BE49-F238E27FC236}">
                <a16:creationId xmlns:a16="http://schemas.microsoft.com/office/drawing/2014/main" id="{A78CF77F-044E-41CD-B935-5F2F8B1B42DA}"/>
              </a:ext>
            </a:extLst>
          </p:cNvPr>
          <p:cNvCxnSpPr>
            <a:cxnSpLocks/>
          </p:cNvCxnSpPr>
          <p:nvPr/>
        </p:nvCxnSpPr>
        <p:spPr>
          <a:xfrm flipV="1">
            <a:off x="9075198" y="7883080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1" name="Straight Connector 452">
            <a:extLst>
              <a:ext uri="{FF2B5EF4-FFF2-40B4-BE49-F238E27FC236}">
                <a16:creationId xmlns:a16="http://schemas.microsoft.com/office/drawing/2014/main" id="{5F5A323C-9197-412C-9E10-5E9A7C1220CE}"/>
              </a:ext>
            </a:extLst>
          </p:cNvPr>
          <p:cNvCxnSpPr>
            <a:cxnSpLocks/>
          </p:cNvCxnSpPr>
          <p:nvPr/>
        </p:nvCxnSpPr>
        <p:spPr>
          <a:xfrm flipV="1">
            <a:off x="9290914" y="8148646"/>
            <a:ext cx="1683" cy="36882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3" name="Straight Connector 452">
            <a:extLst>
              <a:ext uri="{FF2B5EF4-FFF2-40B4-BE49-F238E27FC236}">
                <a16:creationId xmlns:a16="http://schemas.microsoft.com/office/drawing/2014/main" id="{02C5D0E7-1FC4-4114-A2B5-59B930FFAA12}"/>
              </a:ext>
            </a:extLst>
          </p:cNvPr>
          <p:cNvCxnSpPr>
            <a:cxnSpLocks/>
          </p:cNvCxnSpPr>
          <p:nvPr/>
        </p:nvCxnSpPr>
        <p:spPr>
          <a:xfrm>
            <a:off x="9284256" y="8500740"/>
            <a:ext cx="224748" cy="1058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4" name="Straight Connector 452">
            <a:extLst>
              <a:ext uri="{FF2B5EF4-FFF2-40B4-BE49-F238E27FC236}">
                <a16:creationId xmlns:a16="http://schemas.microsoft.com/office/drawing/2014/main" id="{962DF63D-BAE6-4B4A-8DE1-0AACC18DFB2B}"/>
              </a:ext>
            </a:extLst>
          </p:cNvPr>
          <p:cNvCxnSpPr>
            <a:cxnSpLocks/>
          </p:cNvCxnSpPr>
          <p:nvPr/>
        </p:nvCxnSpPr>
        <p:spPr>
          <a:xfrm flipV="1">
            <a:off x="9507321" y="8248388"/>
            <a:ext cx="1683" cy="36882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5" name="Straight Connector 452">
            <a:extLst>
              <a:ext uri="{FF2B5EF4-FFF2-40B4-BE49-F238E27FC236}">
                <a16:creationId xmlns:a16="http://schemas.microsoft.com/office/drawing/2014/main" id="{815A0839-1921-471D-9BCC-01F54AE34B91}"/>
              </a:ext>
            </a:extLst>
          </p:cNvPr>
          <p:cNvCxnSpPr>
            <a:cxnSpLocks/>
          </p:cNvCxnSpPr>
          <p:nvPr/>
        </p:nvCxnSpPr>
        <p:spPr>
          <a:xfrm>
            <a:off x="9502140" y="8242445"/>
            <a:ext cx="224748" cy="1058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6" name="Straight Connector 452">
            <a:extLst>
              <a:ext uri="{FF2B5EF4-FFF2-40B4-BE49-F238E27FC236}">
                <a16:creationId xmlns:a16="http://schemas.microsoft.com/office/drawing/2014/main" id="{3C8E1396-77B5-4434-96CE-87BF7627CE2A}"/>
              </a:ext>
            </a:extLst>
          </p:cNvPr>
          <p:cNvCxnSpPr>
            <a:cxnSpLocks/>
          </p:cNvCxnSpPr>
          <p:nvPr/>
        </p:nvCxnSpPr>
        <p:spPr>
          <a:xfrm flipV="1">
            <a:off x="9735568" y="8320152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7" name="Straight Connector 452">
            <a:extLst>
              <a:ext uri="{FF2B5EF4-FFF2-40B4-BE49-F238E27FC236}">
                <a16:creationId xmlns:a16="http://schemas.microsoft.com/office/drawing/2014/main" id="{869914DE-F0F0-4BEC-B0DF-568C2C0CB9CE}"/>
              </a:ext>
            </a:extLst>
          </p:cNvPr>
          <p:cNvCxnSpPr>
            <a:cxnSpLocks/>
          </p:cNvCxnSpPr>
          <p:nvPr/>
        </p:nvCxnSpPr>
        <p:spPr>
          <a:xfrm>
            <a:off x="9736309" y="8497526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9" name="Straight Connector 452">
            <a:extLst>
              <a:ext uri="{FF2B5EF4-FFF2-40B4-BE49-F238E27FC236}">
                <a16:creationId xmlns:a16="http://schemas.microsoft.com/office/drawing/2014/main" id="{065C4664-2F99-4870-9D4E-847A340BAEFC}"/>
              </a:ext>
            </a:extLst>
          </p:cNvPr>
          <p:cNvCxnSpPr>
            <a:cxnSpLocks/>
          </p:cNvCxnSpPr>
          <p:nvPr/>
        </p:nvCxnSpPr>
        <p:spPr>
          <a:xfrm flipH="1" flipV="1">
            <a:off x="9973287" y="8040485"/>
            <a:ext cx="1018" cy="56614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1" name="Straight Connector 452">
            <a:extLst>
              <a:ext uri="{FF2B5EF4-FFF2-40B4-BE49-F238E27FC236}">
                <a16:creationId xmlns:a16="http://schemas.microsoft.com/office/drawing/2014/main" id="{8C101AB9-D913-4A6A-9F77-3947327996B0}"/>
              </a:ext>
            </a:extLst>
          </p:cNvPr>
          <p:cNvCxnSpPr>
            <a:cxnSpLocks/>
          </p:cNvCxnSpPr>
          <p:nvPr/>
        </p:nvCxnSpPr>
        <p:spPr>
          <a:xfrm flipV="1">
            <a:off x="9989682" y="7955325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2" name="Straight Connector 452">
            <a:extLst>
              <a:ext uri="{FF2B5EF4-FFF2-40B4-BE49-F238E27FC236}">
                <a16:creationId xmlns:a16="http://schemas.microsoft.com/office/drawing/2014/main" id="{DC477625-33F8-4716-A209-D45E9F3DA653}"/>
              </a:ext>
            </a:extLst>
          </p:cNvPr>
          <p:cNvCxnSpPr>
            <a:cxnSpLocks/>
          </p:cNvCxnSpPr>
          <p:nvPr/>
        </p:nvCxnSpPr>
        <p:spPr>
          <a:xfrm flipH="1" flipV="1">
            <a:off x="10199829" y="7952135"/>
            <a:ext cx="1018" cy="56614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3" name="Straight Connector 452">
            <a:extLst>
              <a:ext uri="{FF2B5EF4-FFF2-40B4-BE49-F238E27FC236}">
                <a16:creationId xmlns:a16="http://schemas.microsoft.com/office/drawing/2014/main" id="{56F63FFB-EDB1-4D4C-B3C7-5638B8D3D8B0}"/>
              </a:ext>
            </a:extLst>
          </p:cNvPr>
          <p:cNvCxnSpPr>
            <a:cxnSpLocks/>
          </p:cNvCxnSpPr>
          <p:nvPr/>
        </p:nvCxnSpPr>
        <p:spPr>
          <a:xfrm flipV="1">
            <a:off x="10220073" y="8392940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4" name="Straight Connector 452">
            <a:extLst>
              <a:ext uri="{FF2B5EF4-FFF2-40B4-BE49-F238E27FC236}">
                <a16:creationId xmlns:a16="http://schemas.microsoft.com/office/drawing/2014/main" id="{CB690FBC-1EB0-4915-A186-D60C231ED572}"/>
              </a:ext>
            </a:extLst>
          </p:cNvPr>
          <p:cNvCxnSpPr>
            <a:cxnSpLocks/>
          </p:cNvCxnSpPr>
          <p:nvPr/>
        </p:nvCxnSpPr>
        <p:spPr>
          <a:xfrm flipV="1">
            <a:off x="10436511" y="8392940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5" name="Straight Connector 452">
            <a:extLst>
              <a:ext uri="{FF2B5EF4-FFF2-40B4-BE49-F238E27FC236}">
                <a16:creationId xmlns:a16="http://schemas.microsoft.com/office/drawing/2014/main" id="{676A6537-E944-4AB5-9D74-24E2C0B34676}"/>
              </a:ext>
            </a:extLst>
          </p:cNvPr>
          <p:cNvCxnSpPr>
            <a:cxnSpLocks/>
          </p:cNvCxnSpPr>
          <p:nvPr/>
        </p:nvCxnSpPr>
        <p:spPr>
          <a:xfrm>
            <a:off x="10421459" y="8588815"/>
            <a:ext cx="451867" cy="18110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8" name="Straight Connector 452">
            <a:extLst>
              <a:ext uri="{FF2B5EF4-FFF2-40B4-BE49-F238E27FC236}">
                <a16:creationId xmlns:a16="http://schemas.microsoft.com/office/drawing/2014/main" id="{121F8B28-0F44-4C74-9334-20F0830708E4}"/>
              </a:ext>
            </a:extLst>
          </p:cNvPr>
          <p:cNvCxnSpPr>
            <a:cxnSpLocks/>
          </p:cNvCxnSpPr>
          <p:nvPr/>
        </p:nvCxnSpPr>
        <p:spPr>
          <a:xfrm flipV="1">
            <a:off x="10863075" y="8743756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9" name="Straight Connector 452">
            <a:extLst>
              <a:ext uri="{FF2B5EF4-FFF2-40B4-BE49-F238E27FC236}">
                <a16:creationId xmlns:a16="http://schemas.microsoft.com/office/drawing/2014/main" id="{9693209C-59B8-467F-B0C0-F5B18B8AEC8B}"/>
              </a:ext>
            </a:extLst>
          </p:cNvPr>
          <p:cNvCxnSpPr>
            <a:cxnSpLocks/>
          </p:cNvCxnSpPr>
          <p:nvPr/>
        </p:nvCxnSpPr>
        <p:spPr>
          <a:xfrm>
            <a:off x="10851899" y="8934570"/>
            <a:ext cx="484810" cy="19568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1" name="Straight Connector 452">
            <a:extLst>
              <a:ext uri="{FF2B5EF4-FFF2-40B4-BE49-F238E27FC236}">
                <a16:creationId xmlns:a16="http://schemas.microsoft.com/office/drawing/2014/main" id="{F04393E1-C04B-4477-B221-87BC5F1057DF}"/>
              </a:ext>
            </a:extLst>
          </p:cNvPr>
          <p:cNvCxnSpPr>
            <a:cxnSpLocks/>
          </p:cNvCxnSpPr>
          <p:nvPr/>
        </p:nvCxnSpPr>
        <p:spPr>
          <a:xfrm flipV="1">
            <a:off x="11327417" y="9084267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2" name="Straight Connector 452">
            <a:extLst>
              <a:ext uri="{FF2B5EF4-FFF2-40B4-BE49-F238E27FC236}">
                <a16:creationId xmlns:a16="http://schemas.microsoft.com/office/drawing/2014/main" id="{FB2E2067-FDD1-491F-A936-7893A77EC515}"/>
              </a:ext>
            </a:extLst>
          </p:cNvPr>
          <p:cNvCxnSpPr>
            <a:cxnSpLocks/>
          </p:cNvCxnSpPr>
          <p:nvPr/>
        </p:nvCxnSpPr>
        <p:spPr>
          <a:xfrm>
            <a:off x="11327417" y="9279948"/>
            <a:ext cx="472523" cy="19568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4" name="Straight Connector 452">
            <a:extLst>
              <a:ext uri="{FF2B5EF4-FFF2-40B4-BE49-F238E27FC236}">
                <a16:creationId xmlns:a16="http://schemas.microsoft.com/office/drawing/2014/main" id="{5435DF05-0426-4D5E-A2DD-AA181A8BFB38}"/>
              </a:ext>
            </a:extLst>
          </p:cNvPr>
          <p:cNvCxnSpPr>
            <a:cxnSpLocks/>
          </p:cNvCxnSpPr>
          <p:nvPr/>
        </p:nvCxnSpPr>
        <p:spPr>
          <a:xfrm flipV="1">
            <a:off x="11793516" y="9358076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5" name="Straight Connector 452">
            <a:extLst>
              <a:ext uri="{FF2B5EF4-FFF2-40B4-BE49-F238E27FC236}">
                <a16:creationId xmlns:a16="http://schemas.microsoft.com/office/drawing/2014/main" id="{5A3B0560-5193-4F87-9A78-D85C308C4158}"/>
              </a:ext>
            </a:extLst>
          </p:cNvPr>
          <p:cNvCxnSpPr>
            <a:cxnSpLocks/>
          </p:cNvCxnSpPr>
          <p:nvPr/>
        </p:nvCxnSpPr>
        <p:spPr>
          <a:xfrm>
            <a:off x="12014858" y="9377842"/>
            <a:ext cx="472523" cy="19568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6" name="Straight Connector 452">
            <a:extLst>
              <a:ext uri="{FF2B5EF4-FFF2-40B4-BE49-F238E27FC236}">
                <a16:creationId xmlns:a16="http://schemas.microsoft.com/office/drawing/2014/main" id="{25879029-2390-4127-87EA-9A1852E4C6AD}"/>
              </a:ext>
            </a:extLst>
          </p:cNvPr>
          <p:cNvCxnSpPr>
            <a:cxnSpLocks/>
          </p:cNvCxnSpPr>
          <p:nvPr/>
        </p:nvCxnSpPr>
        <p:spPr>
          <a:xfrm flipV="1">
            <a:off x="12480650" y="9377788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7" name="Straight Connector 452">
            <a:extLst>
              <a:ext uri="{FF2B5EF4-FFF2-40B4-BE49-F238E27FC236}">
                <a16:creationId xmlns:a16="http://schemas.microsoft.com/office/drawing/2014/main" id="{7819EF55-6DF1-4B86-A190-F76E66715623}"/>
              </a:ext>
            </a:extLst>
          </p:cNvPr>
          <p:cNvCxnSpPr>
            <a:cxnSpLocks/>
          </p:cNvCxnSpPr>
          <p:nvPr/>
        </p:nvCxnSpPr>
        <p:spPr>
          <a:xfrm flipV="1">
            <a:off x="12483522" y="9269252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8" name="Straight Connector 452">
            <a:extLst>
              <a:ext uri="{FF2B5EF4-FFF2-40B4-BE49-F238E27FC236}">
                <a16:creationId xmlns:a16="http://schemas.microsoft.com/office/drawing/2014/main" id="{4293A8BB-E4B8-4337-BF97-722D84DFF393}"/>
              </a:ext>
            </a:extLst>
          </p:cNvPr>
          <p:cNvCxnSpPr>
            <a:cxnSpLocks/>
          </p:cNvCxnSpPr>
          <p:nvPr/>
        </p:nvCxnSpPr>
        <p:spPr>
          <a:xfrm flipV="1">
            <a:off x="12715454" y="9102227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9" name="Straight Connector 452">
            <a:extLst>
              <a:ext uri="{FF2B5EF4-FFF2-40B4-BE49-F238E27FC236}">
                <a16:creationId xmlns:a16="http://schemas.microsoft.com/office/drawing/2014/main" id="{22FE2600-686A-4350-9FD1-813C1EEBCF9D}"/>
              </a:ext>
            </a:extLst>
          </p:cNvPr>
          <p:cNvCxnSpPr>
            <a:cxnSpLocks/>
          </p:cNvCxnSpPr>
          <p:nvPr/>
        </p:nvCxnSpPr>
        <p:spPr>
          <a:xfrm flipV="1">
            <a:off x="12247570" y="9104299"/>
            <a:ext cx="489660" cy="19183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1" name="Straight Connector 452">
            <a:extLst>
              <a:ext uri="{FF2B5EF4-FFF2-40B4-BE49-F238E27FC236}">
                <a16:creationId xmlns:a16="http://schemas.microsoft.com/office/drawing/2014/main" id="{4B85D5BA-440B-42F2-B9D8-9920122FCA35}"/>
              </a:ext>
            </a:extLst>
          </p:cNvPr>
          <p:cNvCxnSpPr>
            <a:cxnSpLocks/>
          </p:cNvCxnSpPr>
          <p:nvPr/>
        </p:nvCxnSpPr>
        <p:spPr>
          <a:xfrm>
            <a:off x="12048679" y="9198842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2" name="Straight Connector 452">
            <a:extLst>
              <a:ext uri="{FF2B5EF4-FFF2-40B4-BE49-F238E27FC236}">
                <a16:creationId xmlns:a16="http://schemas.microsoft.com/office/drawing/2014/main" id="{5920C029-4F07-4806-8BCD-2B4E5292F017}"/>
              </a:ext>
            </a:extLst>
          </p:cNvPr>
          <p:cNvCxnSpPr>
            <a:cxnSpLocks/>
          </p:cNvCxnSpPr>
          <p:nvPr/>
        </p:nvCxnSpPr>
        <p:spPr>
          <a:xfrm flipV="1">
            <a:off x="11799652" y="9194577"/>
            <a:ext cx="250807" cy="10733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4" name="Straight Connector 452">
            <a:extLst>
              <a:ext uri="{FF2B5EF4-FFF2-40B4-BE49-F238E27FC236}">
                <a16:creationId xmlns:a16="http://schemas.microsoft.com/office/drawing/2014/main" id="{4E37397F-3FC0-4ED9-A159-0563C8EC3844}"/>
              </a:ext>
            </a:extLst>
          </p:cNvPr>
          <p:cNvCxnSpPr>
            <a:cxnSpLocks/>
          </p:cNvCxnSpPr>
          <p:nvPr/>
        </p:nvCxnSpPr>
        <p:spPr>
          <a:xfrm>
            <a:off x="11551469" y="9200216"/>
            <a:ext cx="273083" cy="9591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6" name="Straight Connector 452">
            <a:extLst>
              <a:ext uri="{FF2B5EF4-FFF2-40B4-BE49-F238E27FC236}">
                <a16:creationId xmlns:a16="http://schemas.microsoft.com/office/drawing/2014/main" id="{DB911677-94F5-4AA5-9387-13CEEB6B5C8A}"/>
              </a:ext>
            </a:extLst>
          </p:cNvPr>
          <p:cNvCxnSpPr>
            <a:cxnSpLocks/>
          </p:cNvCxnSpPr>
          <p:nvPr/>
        </p:nvCxnSpPr>
        <p:spPr>
          <a:xfrm flipV="1">
            <a:off x="11561740" y="9016397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7" name="Straight Connector 452">
            <a:extLst>
              <a:ext uri="{FF2B5EF4-FFF2-40B4-BE49-F238E27FC236}">
                <a16:creationId xmlns:a16="http://schemas.microsoft.com/office/drawing/2014/main" id="{139AE83B-5350-4F06-A44E-1C75A7BE37EC}"/>
              </a:ext>
            </a:extLst>
          </p:cNvPr>
          <p:cNvCxnSpPr>
            <a:cxnSpLocks/>
          </p:cNvCxnSpPr>
          <p:nvPr/>
        </p:nvCxnSpPr>
        <p:spPr>
          <a:xfrm>
            <a:off x="11555284" y="9042356"/>
            <a:ext cx="273083" cy="9591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8" name="Straight Connector 452">
            <a:extLst>
              <a:ext uri="{FF2B5EF4-FFF2-40B4-BE49-F238E27FC236}">
                <a16:creationId xmlns:a16="http://schemas.microsoft.com/office/drawing/2014/main" id="{77F766DC-F77C-440E-AD48-ACAD2F48247C}"/>
              </a:ext>
            </a:extLst>
          </p:cNvPr>
          <p:cNvCxnSpPr>
            <a:cxnSpLocks/>
          </p:cNvCxnSpPr>
          <p:nvPr/>
        </p:nvCxnSpPr>
        <p:spPr>
          <a:xfrm flipV="1">
            <a:off x="11796139" y="9029331"/>
            <a:ext cx="250807" cy="10733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9" name="Straight Connector 452">
            <a:extLst>
              <a:ext uri="{FF2B5EF4-FFF2-40B4-BE49-F238E27FC236}">
                <a16:creationId xmlns:a16="http://schemas.microsoft.com/office/drawing/2014/main" id="{B42DCC4E-39ED-43D7-88FB-BA89B18B973C}"/>
              </a:ext>
            </a:extLst>
          </p:cNvPr>
          <p:cNvCxnSpPr>
            <a:cxnSpLocks/>
          </p:cNvCxnSpPr>
          <p:nvPr/>
        </p:nvCxnSpPr>
        <p:spPr>
          <a:xfrm>
            <a:off x="12014292" y="9012241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0" name="Straight Connector 452">
            <a:extLst>
              <a:ext uri="{FF2B5EF4-FFF2-40B4-BE49-F238E27FC236}">
                <a16:creationId xmlns:a16="http://schemas.microsoft.com/office/drawing/2014/main" id="{679AA2E8-9F8A-4063-B77B-8291E543E3A0}"/>
              </a:ext>
            </a:extLst>
          </p:cNvPr>
          <p:cNvCxnSpPr>
            <a:cxnSpLocks/>
          </p:cNvCxnSpPr>
          <p:nvPr/>
        </p:nvCxnSpPr>
        <p:spPr>
          <a:xfrm flipV="1">
            <a:off x="12227434" y="9020216"/>
            <a:ext cx="250807" cy="10733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1" name="Straight Connector 452">
            <a:extLst>
              <a:ext uri="{FF2B5EF4-FFF2-40B4-BE49-F238E27FC236}">
                <a16:creationId xmlns:a16="http://schemas.microsoft.com/office/drawing/2014/main" id="{AF07E1F0-123B-4BB0-9E72-26DC0A397DD0}"/>
              </a:ext>
            </a:extLst>
          </p:cNvPr>
          <p:cNvCxnSpPr>
            <a:cxnSpLocks/>
          </p:cNvCxnSpPr>
          <p:nvPr/>
        </p:nvCxnSpPr>
        <p:spPr>
          <a:xfrm>
            <a:off x="12227434" y="8925299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2" name="Straight Connector 452">
            <a:extLst>
              <a:ext uri="{FF2B5EF4-FFF2-40B4-BE49-F238E27FC236}">
                <a16:creationId xmlns:a16="http://schemas.microsoft.com/office/drawing/2014/main" id="{D183F3DE-FFCD-4F9C-B4DC-A4636538A648}"/>
              </a:ext>
            </a:extLst>
          </p:cNvPr>
          <p:cNvCxnSpPr>
            <a:cxnSpLocks/>
          </p:cNvCxnSpPr>
          <p:nvPr/>
        </p:nvCxnSpPr>
        <p:spPr>
          <a:xfrm flipV="1">
            <a:off x="12236574" y="8845062"/>
            <a:ext cx="250807" cy="10733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3" name="Straight Connector 452">
            <a:extLst>
              <a:ext uri="{FF2B5EF4-FFF2-40B4-BE49-F238E27FC236}">
                <a16:creationId xmlns:a16="http://schemas.microsoft.com/office/drawing/2014/main" id="{6D258C04-419B-4DC5-A121-8D1C29337E59}"/>
              </a:ext>
            </a:extLst>
          </p:cNvPr>
          <p:cNvCxnSpPr>
            <a:cxnSpLocks/>
          </p:cNvCxnSpPr>
          <p:nvPr/>
        </p:nvCxnSpPr>
        <p:spPr>
          <a:xfrm>
            <a:off x="12235097" y="8746299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4" name="Straight Connector 452">
            <a:extLst>
              <a:ext uri="{FF2B5EF4-FFF2-40B4-BE49-F238E27FC236}">
                <a16:creationId xmlns:a16="http://schemas.microsoft.com/office/drawing/2014/main" id="{43015B94-717D-4C87-9997-C498CA9D26E2}"/>
              </a:ext>
            </a:extLst>
          </p:cNvPr>
          <p:cNvCxnSpPr>
            <a:cxnSpLocks/>
          </p:cNvCxnSpPr>
          <p:nvPr/>
        </p:nvCxnSpPr>
        <p:spPr>
          <a:xfrm flipV="1">
            <a:off x="12259654" y="8664590"/>
            <a:ext cx="250807" cy="10733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5" name="Straight Connector 452">
            <a:extLst>
              <a:ext uri="{FF2B5EF4-FFF2-40B4-BE49-F238E27FC236}">
                <a16:creationId xmlns:a16="http://schemas.microsoft.com/office/drawing/2014/main" id="{E52A28C8-4179-4036-A47A-FB16F65168F5}"/>
              </a:ext>
            </a:extLst>
          </p:cNvPr>
          <p:cNvCxnSpPr>
            <a:cxnSpLocks/>
          </p:cNvCxnSpPr>
          <p:nvPr/>
        </p:nvCxnSpPr>
        <p:spPr>
          <a:xfrm>
            <a:off x="12284159" y="8596771"/>
            <a:ext cx="184693" cy="7557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7" name="Straight Connector 452">
            <a:extLst>
              <a:ext uri="{FF2B5EF4-FFF2-40B4-BE49-F238E27FC236}">
                <a16:creationId xmlns:a16="http://schemas.microsoft.com/office/drawing/2014/main" id="{41F7EE19-6B5F-4EDF-9716-14B64B67A3BB}"/>
              </a:ext>
            </a:extLst>
          </p:cNvPr>
          <p:cNvCxnSpPr>
            <a:cxnSpLocks/>
          </p:cNvCxnSpPr>
          <p:nvPr/>
        </p:nvCxnSpPr>
        <p:spPr>
          <a:xfrm flipV="1">
            <a:off x="11327417" y="8581002"/>
            <a:ext cx="972673" cy="36513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9" name="Straight Connector 452">
            <a:extLst>
              <a:ext uri="{FF2B5EF4-FFF2-40B4-BE49-F238E27FC236}">
                <a16:creationId xmlns:a16="http://schemas.microsoft.com/office/drawing/2014/main" id="{B09668C0-9289-459F-B830-F634586F39F6}"/>
              </a:ext>
            </a:extLst>
          </p:cNvPr>
          <p:cNvCxnSpPr>
            <a:cxnSpLocks/>
          </p:cNvCxnSpPr>
          <p:nvPr/>
        </p:nvCxnSpPr>
        <p:spPr>
          <a:xfrm>
            <a:off x="11565759" y="9040433"/>
            <a:ext cx="273083" cy="9591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0" name="Straight Connector 452">
            <a:extLst>
              <a:ext uri="{FF2B5EF4-FFF2-40B4-BE49-F238E27FC236}">
                <a16:creationId xmlns:a16="http://schemas.microsoft.com/office/drawing/2014/main" id="{7DB4403F-1862-4F5A-8D9B-E01E54A57AA2}"/>
              </a:ext>
            </a:extLst>
          </p:cNvPr>
          <p:cNvCxnSpPr>
            <a:cxnSpLocks/>
          </p:cNvCxnSpPr>
          <p:nvPr/>
        </p:nvCxnSpPr>
        <p:spPr>
          <a:xfrm>
            <a:off x="11125159" y="8854679"/>
            <a:ext cx="208988" cy="79723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2" name="Straight Connector 452">
            <a:extLst>
              <a:ext uri="{FF2B5EF4-FFF2-40B4-BE49-F238E27FC236}">
                <a16:creationId xmlns:a16="http://schemas.microsoft.com/office/drawing/2014/main" id="{7D6B39C0-F05F-4C0B-A6C7-0E751873DFF4}"/>
              </a:ext>
            </a:extLst>
          </p:cNvPr>
          <p:cNvCxnSpPr>
            <a:cxnSpLocks/>
          </p:cNvCxnSpPr>
          <p:nvPr/>
        </p:nvCxnSpPr>
        <p:spPr>
          <a:xfrm flipV="1">
            <a:off x="11115829" y="8679367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3" name="Straight Connector 452">
            <a:extLst>
              <a:ext uri="{FF2B5EF4-FFF2-40B4-BE49-F238E27FC236}">
                <a16:creationId xmlns:a16="http://schemas.microsoft.com/office/drawing/2014/main" id="{5F555B0B-3D3B-481E-AB5E-172DF07164DA}"/>
              </a:ext>
            </a:extLst>
          </p:cNvPr>
          <p:cNvCxnSpPr>
            <a:cxnSpLocks/>
          </p:cNvCxnSpPr>
          <p:nvPr/>
        </p:nvCxnSpPr>
        <p:spPr>
          <a:xfrm>
            <a:off x="10633686" y="8492782"/>
            <a:ext cx="498602" cy="19382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5" name="Straight Connector 452">
            <a:extLst>
              <a:ext uri="{FF2B5EF4-FFF2-40B4-BE49-F238E27FC236}">
                <a16:creationId xmlns:a16="http://schemas.microsoft.com/office/drawing/2014/main" id="{B0F28F84-C8CE-4E0B-8ECB-5822E4B820D5}"/>
              </a:ext>
            </a:extLst>
          </p:cNvPr>
          <p:cNvCxnSpPr>
            <a:cxnSpLocks/>
          </p:cNvCxnSpPr>
          <p:nvPr/>
        </p:nvCxnSpPr>
        <p:spPr>
          <a:xfrm flipV="1">
            <a:off x="10640153" y="8293097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6" name="Straight Connector 452">
            <a:extLst>
              <a:ext uri="{FF2B5EF4-FFF2-40B4-BE49-F238E27FC236}">
                <a16:creationId xmlns:a16="http://schemas.microsoft.com/office/drawing/2014/main" id="{1D4F2EE9-73C4-43CB-A15B-3AF4BC593A5B}"/>
              </a:ext>
            </a:extLst>
          </p:cNvPr>
          <p:cNvCxnSpPr>
            <a:cxnSpLocks/>
          </p:cNvCxnSpPr>
          <p:nvPr/>
        </p:nvCxnSpPr>
        <p:spPr>
          <a:xfrm>
            <a:off x="10650295" y="8313543"/>
            <a:ext cx="688685" cy="27510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8" name="Straight Connector 452">
            <a:extLst>
              <a:ext uri="{FF2B5EF4-FFF2-40B4-BE49-F238E27FC236}">
                <a16:creationId xmlns:a16="http://schemas.microsoft.com/office/drawing/2014/main" id="{2A8AFADC-08BB-461C-985B-1905A766B1C4}"/>
              </a:ext>
            </a:extLst>
          </p:cNvPr>
          <p:cNvCxnSpPr>
            <a:cxnSpLocks/>
          </p:cNvCxnSpPr>
          <p:nvPr/>
        </p:nvCxnSpPr>
        <p:spPr>
          <a:xfrm flipV="1">
            <a:off x="11332396" y="8572650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9" name="Straight Connector 452">
            <a:extLst>
              <a:ext uri="{FF2B5EF4-FFF2-40B4-BE49-F238E27FC236}">
                <a16:creationId xmlns:a16="http://schemas.microsoft.com/office/drawing/2014/main" id="{6BA43188-248B-4B01-8DA4-BB1BEA38388D}"/>
              </a:ext>
            </a:extLst>
          </p:cNvPr>
          <p:cNvCxnSpPr>
            <a:cxnSpLocks/>
          </p:cNvCxnSpPr>
          <p:nvPr/>
        </p:nvCxnSpPr>
        <p:spPr>
          <a:xfrm flipV="1">
            <a:off x="11322996" y="8418949"/>
            <a:ext cx="942498" cy="34071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1" name="Straight Connector 452">
            <a:extLst>
              <a:ext uri="{FF2B5EF4-FFF2-40B4-BE49-F238E27FC236}">
                <a16:creationId xmlns:a16="http://schemas.microsoft.com/office/drawing/2014/main" id="{E025169A-1F4B-42E2-A0A8-0E87D7408689}"/>
              </a:ext>
            </a:extLst>
          </p:cNvPr>
          <p:cNvCxnSpPr>
            <a:cxnSpLocks/>
          </p:cNvCxnSpPr>
          <p:nvPr/>
        </p:nvCxnSpPr>
        <p:spPr>
          <a:xfrm flipV="1">
            <a:off x="12258474" y="8233683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2" name="Straight Connector 452">
            <a:extLst>
              <a:ext uri="{FF2B5EF4-FFF2-40B4-BE49-F238E27FC236}">
                <a16:creationId xmlns:a16="http://schemas.microsoft.com/office/drawing/2014/main" id="{57AFCF50-90C7-47F4-9A75-27E1707EF646}"/>
              </a:ext>
            </a:extLst>
          </p:cNvPr>
          <p:cNvCxnSpPr>
            <a:cxnSpLocks/>
          </p:cNvCxnSpPr>
          <p:nvPr/>
        </p:nvCxnSpPr>
        <p:spPr>
          <a:xfrm flipV="1">
            <a:off x="11528079" y="8239231"/>
            <a:ext cx="730395" cy="25468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4" name="Straight Connector 452">
            <a:extLst>
              <a:ext uri="{FF2B5EF4-FFF2-40B4-BE49-F238E27FC236}">
                <a16:creationId xmlns:a16="http://schemas.microsoft.com/office/drawing/2014/main" id="{901B03A8-9A08-4B2C-8A4F-8AA4FBD65793}"/>
              </a:ext>
            </a:extLst>
          </p:cNvPr>
          <p:cNvCxnSpPr>
            <a:cxnSpLocks/>
          </p:cNvCxnSpPr>
          <p:nvPr/>
        </p:nvCxnSpPr>
        <p:spPr>
          <a:xfrm>
            <a:off x="10645486" y="8140860"/>
            <a:ext cx="921172" cy="35272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6" name="Straight Connector 452">
            <a:extLst>
              <a:ext uri="{FF2B5EF4-FFF2-40B4-BE49-F238E27FC236}">
                <a16:creationId xmlns:a16="http://schemas.microsoft.com/office/drawing/2014/main" id="{3314483A-E8D5-4D6C-818C-1AA11B674882}"/>
              </a:ext>
            </a:extLst>
          </p:cNvPr>
          <p:cNvCxnSpPr>
            <a:cxnSpLocks/>
          </p:cNvCxnSpPr>
          <p:nvPr/>
        </p:nvCxnSpPr>
        <p:spPr>
          <a:xfrm flipH="1" flipV="1">
            <a:off x="10640153" y="7976880"/>
            <a:ext cx="5042" cy="15533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8" name="Straight Connector 452">
            <a:extLst>
              <a:ext uri="{FF2B5EF4-FFF2-40B4-BE49-F238E27FC236}">
                <a16:creationId xmlns:a16="http://schemas.microsoft.com/office/drawing/2014/main" id="{338D7F2E-7EF3-4D68-9AD6-B3E3B6E4DBC3}"/>
              </a:ext>
            </a:extLst>
          </p:cNvPr>
          <p:cNvCxnSpPr>
            <a:cxnSpLocks/>
          </p:cNvCxnSpPr>
          <p:nvPr/>
        </p:nvCxnSpPr>
        <p:spPr>
          <a:xfrm>
            <a:off x="10630220" y="7969044"/>
            <a:ext cx="921172" cy="35272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9" name="Straight Connector 452">
            <a:extLst>
              <a:ext uri="{FF2B5EF4-FFF2-40B4-BE49-F238E27FC236}">
                <a16:creationId xmlns:a16="http://schemas.microsoft.com/office/drawing/2014/main" id="{9A425976-FB01-46DB-BB83-33EA379F6C8D}"/>
              </a:ext>
            </a:extLst>
          </p:cNvPr>
          <p:cNvCxnSpPr>
            <a:cxnSpLocks/>
          </p:cNvCxnSpPr>
          <p:nvPr/>
        </p:nvCxnSpPr>
        <p:spPr>
          <a:xfrm flipV="1">
            <a:off x="11535099" y="8079693"/>
            <a:ext cx="730395" cy="25468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0" name="Straight Connector 452">
            <a:extLst>
              <a:ext uri="{FF2B5EF4-FFF2-40B4-BE49-F238E27FC236}">
                <a16:creationId xmlns:a16="http://schemas.microsoft.com/office/drawing/2014/main" id="{A7AE7D7C-53E0-418C-B7E8-EEFCDDCD856D}"/>
              </a:ext>
            </a:extLst>
          </p:cNvPr>
          <p:cNvCxnSpPr>
            <a:cxnSpLocks/>
          </p:cNvCxnSpPr>
          <p:nvPr/>
        </p:nvCxnSpPr>
        <p:spPr>
          <a:xfrm flipV="1">
            <a:off x="12265494" y="7866962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1" name="Straight Connector 452">
            <a:extLst>
              <a:ext uri="{FF2B5EF4-FFF2-40B4-BE49-F238E27FC236}">
                <a16:creationId xmlns:a16="http://schemas.microsoft.com/office/drawing/2014/main" id="{CC938DF6-F185-47EE-8872-CCB5612DE008}"/>
              </a:ext>
            </a:extLst>
          </p:cNvPr>
          <p:cNvCxnSpPr>
            <a:cxnSpLocks/>
          </p:cNvCxnSpPr>
          <p:nvPr/>
        </p:nvCxnSpPr>
        <p:spPr>
          <a:xfrm flipV="1">
            <a:off x="11542834" y="7902063"/>
            <a:ext cx="730395" cy="25468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2" name="Straight Connector 452">
            <a:extLst>
              <a:ext uri="{FF2B5EF4-FFF2-40B4-BE49-F238E27FC236}">
                <a16:creationId xmlns:a16="http://schemas.microsoft.com/office/drawing/2014/main" id="{1F9B2323-C9F6-46BB-AF38-D0902F08772E}"/>
              </a:ext>
            </a:extLst>
          </p:cNvPr>
          <p:cNvCxnSpPr>
            <a:cxnSpLocks/>
          </p:cNvCxnSpPr>
          <p:nvPr/>
        </p:nvCxnSpPr>
        <p:spPr>
          <a:xfrm>
            <a:off x="10614209" y="7785916"/>
            <a:ext cx="921172" cy="35272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3" name="Straight Connector 452">
            <a:extLst>
              <a:ext uri="{FF2B5EF4-FFF2-40B4-BE49-F238E27FC236}">
                <a16:creationId xmlns:a16="http://schemas.microsoft.com/office/drawing/2014/main" id="{88931081-BBA9-49B8-88F6-BAB6CAA0F3CE}"/>
              </a:ext>
            </a:extLst>
          </p:cNvPr>
          <p:cNvCxnSpPr>
            <a:cxnSpLocks/>
          </p:cNvCxnSpPr>
          <p:nvPr/>
        </p:nvCxnSpPr>
        <p:spPr>
          <a:xfrm flipV="1">
            <a:off x="10424960" y="7776448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4" name="Straight Connector 452">
            <a:extLst>
              <a:ext uri="{FF2B5EF4-FFF2-40B4-BE49-F238E27FC236}">
                <a16:creationId xmlns:a16="http://schemas.microsoft.com/office/drawing/2014/main" id="{FBEAB1D9-C65D-4785-9F7A-493985FECA1C}"/>
              </a:ext>
            </a:extLst>
          </p:cNvPr>
          <p:cNvCxnSpPr>
            <a:cxnSpLocks/>
          </p:cNvCxnSpPr>
          <p:nvPr/>
        </p:nvCxnSpPr>
        <p:spPr>
          <a:xfrm>
            <a:off x="10191448" y="7774446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5" name="Straight Connector 452">
            <a:extLst>
              <a:ext uri="{FF2B5EF4-FFF2-40B4-BE49-F238E27FC236}">
                <a16:creationId xmlns:a16="http://schemas.microsoft.com/office/drawing/2014/main" id="{62F4621E-3367-4D8A-ACC8-B386F47142BF}"/>
              </a:ext>
            </a:extLst>
          </p:cNvPr>
          <p:cNvCxnSpPr>
            <a:cxnSpLocks/>
          </p:cNvCxnSpPr>
          <p:nvPr/>
        </p:nvCxnSpPr>
        <p:spPr>
          <a:xfrm flipH="1" flipV="1">
            <a:off x="10205379" y="7588437"/>
            <a:ext cx="5042" cy="15533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6" name="Straight Connector 452">
            <a:extLst>
              <a:ext uri="{FF2B5EF4-FFF2-40B4-BE49-F238E27FC236}">
                <a16:creationId xmlns:a16="http://schemas.microsoft.com/office/drawing/2014/main" id="{612EAA13-1EC1-4BB9-9472-4971DA8A2BCA}"/>
              </a:ext>
            </a:extLst>
          </p:cNvPr>
          <p:cNvCxnSpPr>
            <a:cxnSpLocks/>
          </p:cNvCxnSpPr>
          <p:nvPr/>
        </p:nvCxnSpPr>
        <p:spPr>
          <a:xfrm>
            <a:off x="10195280" y="7600398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8" name="Straight Connector 452">
            <a:extLst>
              <a:ext uri="{FF2B5EF4-FFF2-40B4-BE49-F238E27FC236}">
                <a16:creationId xmlns:a16="http://schemas.microsoft.com/office/drawing/2014/main" id="{0F802DDB-4EDE-4C2F-B736-C8C843CFB9F5}"/>
              </a:ext>
            </a:extLst>
          </p:cNvPr>
          <p:cNvCxnSpPr>
            <a:cxnSpLocks/>
          </p:cNvCxnSpPr>
          <p:nvPr/>
        </p:nvCxnSpPr>
        <p:spPr>
          <a:xfrm flipH="1" flipV="1">
            <a:off x="10414082" y="7522190"/>
            <a:ext cx="5042" cy="15533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9" name="Straight Connector 452">
            <a:extLst>
              <a:ext uri="{FF2B5EF4-FFF2-40B4-BE49-F238E27FC236}">
                <a16:creationId xmlns:a16="http://schemas.microsoft.com/office/drawing/2014/main" id="{72BA4555-FBBB-4D0F-94EA-2E72511A6299}"/>
              </a:ext>
            </a:extLst>
          </p:cNvPr>
          <p:cNvCxnSpPr>
            <a:cxnSpLocks/>
          </p:cNvCxnSpPr>
          <p:nvPr/>
        </p:nvCxnSpPr>
        <p:spPr>
          <a:xfrm>
            <a:off x="10393764" y="7526486"/>
            <a:ext cx="1182660" cy="45643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1" name="Straight Connector 452">
            <a:extLst>
              <a:ext uri="{FF2B5EF4-FFF2-40B4-BE49-F238E27FC236}">
                <a16:creationId xmlns:a16="http://schemas.microsoft.com/office/drawing/2014/main" id="{D6E595B8-35DB-4CD8-AA48-F4F2093D14CF}"/>
              </a:ext>
            </a:extLst>
          </p:cNvPr>
          <p:cNvCxnSpPr>
            <a:cxnSpLocks/>
          </p:cNvCxnSpPr>
          <p:nvPr/>
        </p:nvCxnSpPr>
        <p:spPr>
          <a:xfrm flipV="1">
            <a:off x="11591771" y="7619200"/>
            <a:ext cx="910028" cy="34308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3" name="Straight Connector 452">
            <a:extLst>
              <a:ext uri="{FF2B5EF4-FFF2-40B4-BE49-F238E27FC236}">
                <a16:creationId xmlns:a16="http://schemas.microsoft.com/office/drawing/2014/main" id="{2B4A22F9-78BB-4ED0-93F0-5F9036F8286B}"/>
              </a:ext>
            </a:extLst>
          </p:cNvPr>
          <p:cNvCxnSpPr>
            <a:cxnSpLocks/>
          </p:cNvCxnSpPr>
          <p:nvPr/>
        </p:nvCxnSpPr>
        <p:spPr>
          <a:xfrm flipV="1">
            <a:off x="12491473" y="7443416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4" name="Straight Connector 452">
            <a:extLst>
              <a:ext uri="{FF2B5EF4-FFF2-40B4-BE49-F238E27FC236}">
                <a16:creationId xmlns:a16="http://schemas.microsoft.com/office/drawing/2014/main" id="{D8174BC1-8BF2-4386-B83A-AF56C735C1A7}"/>
              </a:ext>
            </a:extLst>
          </p:cNvPr>
          <p:cNvCxnSpPr>
            <a:cxnSpLocks/>
          </p:cNvCxnSpPr>
          <p:nvPr/>
        </p:nvCxnSpPr>
        <p:spPr>
          <a:xfrm>
            <a:off x="12480298" y="7246706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5" name="Straight Connector 452">
            <a:extLst>
              <a:ext uri="{FF2B5EF4-FFF2-40B4-BE49-F238E27FC236}">
                <a16:creationId xmlns:a16="http://schemas.microsoft.com/office/drawing/2014/main" id="{CE6D5CDA-FB0D-4951-9880-657A954654B1}"/>
              </a:ext>
            </a:extLst>
          </p:cNvPr>
          <p:cNvCxnSpPr>
            <a:cxnSpLocks/>
          </p:cNvCxnSpPr>
          <p:nvPr/>
        </p:nvCxnSpPr>
        <p:spPr>
          <a:xfrm flipV="1">
            <a:off x="12491261" y="7361675"/>
            <a:ext cx="235480" cy="8628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7" name="Straight Connector 452">
            <a:extLst>
              <a:ext uri="{FF2B5EF4-FFF2-40B4-BE49-F238E27FC236}">
                <a16:creationId xmlns:a16="http://schemas.microsoft.com/office/drawing/2014/main" id="{6824690E-46FC-4E24-8114-7C55DD35930A}"/>
              </a:ext>
            </a:extLst>
          </p:cNvPr>
          <p:cNvCxnSpPr>
            <a:cxnSpLocks/>
          </p:cNvCxnSpPr>
          <p:nvPr/>
        </p:nvCxnSpPr>
        <p:spPr>
          <a:xfrm flipV="1">
            <a:off x="12235097" y="7258567"/>
            <a:ext cx="243397" cy="9302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9" name="Straight Connector 452">
            <a:extLst>
              <a:ext uri="{FF2B5EF4-FFF2-40B4-BE49-F238E27FC236}">
                <a16:creationId xmlns:a16="http://schemas.microsoft.com/office/drawing/2014/main" id="{7602A069-5F8C-4AAC-A75F-A03AAF60A841}"/>
              </a:ext>
            </a:extLst>
          </p:cNvPr>
          <p:cNvCxnSpPr>
            <a:cxnSpLocks/>
          </p:cNvCxnSpPr>
          <p:nvPr/>
        </p:nvCxnSpPr>
        <p:spPr>
          <a:xfrm>
            <a:off x="12012090" y="7244967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0" name="Straight Connector 452">
            <a:extLst>
              <a:ext uri="{FF2B5EF4-FFF2-40B4-BE49-F238E27FC236}">
                <a16:creationId xmlns:a16="http://schemas.microsoft.com/office/drawing/2014/main" id="{A854C023-D157-4B61-853E-C9DAF8D60D42}"/>
              </a:ext>
            </a:extLst>
          </p:cNvPr>
          <p:cNvCxnSpPr>
            <a:cxnSpLocks/>
          </p:cNvCxnSpPr>
          <p:nvPr/>
        </p:nvCxnSpPr>
        <p:spPr>
          <a:xfrm flipH="1" flipV="1">
            <a:off x="12022441" y="7251933"/>
            <a:ext cx="5327" cy="36726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2" name="Straight Connector 452">
            <a:extLst>
              <a:ext uri="{FF2B5EF4-FFF2-40B4-BE49-F238E27FC236}">
                <a16:creationId xmlns:a16="http://schemas.microsoft.com/office/drawing/2014/main" id="{B007CA85-C7FA-4E9E-9050-DE59F2FFC035}"/>
              </a:ext>
            </a:extLst>
          </p:cNvPr>
          <p:cNvCxnSpPr>
            <a:cxnSpLocks/>
          </p:cNvCxnSpPr>
          <p:nvPr/>
        </p:nvCxnSpPr>
        <p:spPr>
          <a:xfrm flipV="1">
            <a:off x="11558249" y="7608382"/>
            <a:ext cx="478664" cy="18010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4" name="Straight Connector 452">
            <a:extLst>
              <a:ext uri="{FF2B5EF4-FFF2-40B4-BE49-F238E27FC236}">
                <a16:creationId xmlns:a16="http://schemas.microsoft.com/office/drawing/2014/main" id="{29D686F2-ABFF-4463-AAFA-BEAFE99D23F8}"/>
              </a:ext>
            </a:extLst>
          </p:cNvPr>
          <p:cNvCxnSpPr>
            <a:cxnSpLocks/>
          </p:cNvCxnSpPr>
          <p:nvPr/>
        </p:nvCxnSpPr>
        <p:spPr>
          <a:xfrm>
            <a:off x="10195054" y="7270509"/>
            <a:ext cx="1386949" cy="52837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7" name="Straight Connector 452">
            <a:extLst>
              <a:ext uri="{FF2B5EF4-FFF2-40B4-BE49-F238E27FC236}">
                <a16:creationId xmlns:a16="http://schemas.microsoft.com/office/drawing/2014/main" id="{F1B74A29-FDA8-4FC9-BA7A-095F918463AE}"/>
              </a:ext>
            </a:extLst>
          </p:cNvPr>
          <p:cNvCxnSpPr>
            <a:cxnSpLocks/>
          </p:cNvCxnSpPr>
          <p:nvPr/>
        </p:nvCxnSpPr>
        <p:spPr>
          <a:xfrm flipV="1">
            <a:off x="9734517" y="7252664"/>
            <a:ext cx="461760" cy="20675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9" name="Straight Connector 452">
            <a:extLst>
              <a:ext uri="{FF2B5EF4-FFF2-40B4-BE49-F238E27FC236}">
                <a16:creationId xmlns:a16="http://schemas.microsoft.com/office/drawing/2014/main" id="{1C3C50B8-8930-4961-8816-E804553FBF8F}"/>
              </a:ext>
            </a:extLst>
          </p:cNvPr>
          <p:cNvCxnSpPr>
            <a:cxnSpLocks/>
          </p:cNvCxnSpPr>
          <p:nvPr/>
        </p:nvCxnSpPr>
        <p:spPr>
          <a:xfrm flipH="1" flipV="1">
            <a:off x="9725992" y="7447111"/>
            <a:ext cx="5042" cy="15533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0" name="Straight Connector 452">
            <a:extLst>
              <a:ext uri="{FF2B5EF4-FFF2-40B4-BE49-F238E27FC236}">
                <a16:creationId xmlns:a16="http://schemas.microsoft.com/office/drawing/2014/main" id="{76A84CB0-716B-4321-BA94-DC0963521EEB}"/>
              </a:ext>
            </a:extLst>
          </p:cNvPr>
          <p:cNvCxnSpPr>
            <a:cxnSpLocks/>
          </p:cNvCxnSpPr>
          <p:nvPr/>
        </p:nvCxnSpPr>
        <p:spPr>
          <a:xfrm flipV="1">
            <a:off x="9510134" y="7594963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1" name="Straight Connector 452">
            <a:extLst>
              <a:ext uri="{FF2B5EF4-FFF2-40B4-BE49-F238E27FC236}">
                <a16:creationId xmlns:a16="http://schemas.microsoft.com/office/drawing/2014/main" id="{247073B2-B861-40F3-94D2-4ECF698AAC6B}"/>
              </a:ext>
            </a:extLst>
          </p:cNvPr>
          <p:cNvCxnSpPr>
            <a:cxnSpLocks/>
          </p:cNvCxnSpPr>
          <p:nvPr/>
        </p:nvCxnSpPr>
        <p:spPr>
          <a:xfrm>
            <a:off x="9073913" y="7532226"/>
            <a:ext cx="442809" cy="17542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3" name="Straight Connector 452">
            <a:extLst>
              <a:ext uri="{FF2B5EF4-FFF2-40B4-BE49-F238E27FC236}">
                <a16:creationId xmlns:a16="http://schemas.microsoft.com/office/drawing/2014/main" id="{8F5936EB-7BB2-41A1-A2A2-4A4AC4541E3A}"/>
              </a:ext>
            </a:extLst>
          </p:cNvPr>
          <p:cNvCxnSpPr>
            <a:cxnSpLocks/>
          </p:cNvCxnSpPr>
          <p:nvPr/>
        </p:nvCxnSpPr>
        <p:spPr>
          <a:xfrm flipH="1" flipV="1">
            <a:off x="9070156" y="7359925"/>
            <a:ext cx="5042" cy="15533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4" name="Straight Connector 452">
            <a:extLst>
              <a:ext uri="{FF2B5EF4-FFF2-40B4-BE49-F238E27FC236}">
                <a16:creationId xmlns:a16="http://schemas.microsoft.com/office/drawing/2014/main" id="{90D12F32-194E-41B4-AE21-3732B01DFAB6}"/>
              </a:ext>
            </a:extLst>
          </p:cNvPr>
          <p:cNvCxnSpPr>
            <a:cxnSpLocks/>
          </p:cNvCxnSpPr>
          <p:nvPr/>
        </p:nvCxnSpPr>
        <p:spPr>
          <a:xfrm>
            <a:off x="9063661" y="7368623"/>
            <a:ext cx="442809" cy="17542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5" name="Straight Connector 452">
            <a:extLst>
              <a:ext uri="{FF2B5EF4-FFF2-40B4-BE49-F238E27FC236}">
                <a16:creationId xmlns:a16="http://schemas.microsoft.com/office/drawing/2014/main" id="{292E911B-FDAF-4FA3-A1AE-6CACEE767B96}"/>
              </a:ext>
            </a:extLst>
          </p:cNvPr>
          <p:cNvCxnSpPr>
            <a:cxnSpLocks/>
          </p:cNvCxnSpPr>
          <p:nvPr/>
        </p:nvCxnSpPr>
        <p:spPr>
          <a:xfrm flipH="1" flipV="1">
            <a:off x="9510218" y="7358036"/>
            <a:ext cx="2521" cy="17583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7" name="Straight Connector 452">
            <a:extLst>
              <a:ext uri="{FF2B5EF4-FFF2-40B4-BE49-F238E27FC236}">
                <a16:creationId xmlns:a16="http://schemas.microsoft.com/office/drawing/2014/main" id="{A66D1A51-1AB1-4C14-A1A7-649BF8C898F3}"/>
              </a:ext>
            </a:extLst>
          </p:cNvPr>
          <p:cNvCxnSpPr>
            <a:cxnSpLocks/>
          </p:cNvCxnSpPr>
          <p:nvPr/>
        </p:nvCxnSpPr>
        <p:spPr>
          <a:xfrm>
            <a:off x="9269716" y="7260609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8" name="Straight Connector 452">
            <a:extLst>
              <a:ext uri="{FF2B5EF4-FFF2-40B4-BE49-F238E27FC236}">
                <a16:creationId xmlns:a16="http://schemas.microsoft.com/office/drawing/2014/main" id="{BD80FF06-3851-442D-81AA-0A4DE74B24DA}"/>
              </a:ext>
            </a:extLst>
          </p:cNvPr>
          <p:cNvCxnSpPr>
            <a:cxnSpLocks/>
          </p:cNvCxnSpPr>
          <p:nvPr/>
        </p:nvCxnSpPr>
        <p:spPr>
          <a:xfrm flipV="1">
            <a:off x="9276541" y="6730587"/>
            <a:ext cx="15214" cy="53652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0" name="Straight Connector 452">
            <a:extLst>
              <a:ext uri="{FF2B5EF4-FFF2-40B4-BE49-F238E27FC236}">
                <a16:creationId xmlns:a16="http://schemas.microsoft.com/office/drawing/2014/main" id="{6059DA74-603A-4678-8DA2-7696E0C332EB}"/>
              </a:ext>
            </a:extLst>
          </p:cNvPr>
          <p:cNvCxnSpPr>
            <a:cxnSpLocks/>
          </p:cNvCxnSpPr>
          <p:nvPr/>
        </p:nvCxnSpPr>
        <p:spPr>
          <a:xfrm>
            <a:off x="9287626" y="6719577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1" name="Straight Connector 452">
            <a:extLst>
              <a:ext uri="{FF2B5EF4-FFF2-40B4-BE49-F238E27FC236}">
                <a16:creationId xmlns:a16="http://schemas.microsoft.com/office/drawing/2014/main" id="{EFE71071-8466-4D8C-B4C8-C9B082F1BC26}"/>
              </a:ext>
            </a:extLst>
          </p:cNvPr>
          <p:cNvCxnSpPr>
            <a:cxnSpLocks/>
          </p:cNvCxnSpPr>
          <p:nvPr/>
        </p:nvCxnSpPr>
        <p:spPr>
          <a:xfrm flipV="1">
            <a:off x="9507082" y="6820847"/>
            <a:ext cx="1922" cy="38900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3" name="Straight Connector 452">
            <a:extLst>
              <a:ext uri="{FF2B5EF4-FFF2-40B4-BE49-F238E27FC236}">
                <a16:creationId xmlns:a16="http://schemas.microsoft.com/office/drawing/2014/main" id="{28BD2277-91EE-4078-8792-ADAB89425598}"/>
              </a:ext>
            </a:extLst>
          </p:cNvPr>
          <p:cNvCxnSpPr>
            <a:cxnSpLocks/>
          </p:cNvCxnSpPr>
          <p:nvPr/>
        </p:nvCxnSpPr>
        <p:spPr>
          <a:xfrm>
            <a:off x="9513533" y="7169393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4" name="Straight Connector 452">
            <a:extLst>
              <a:ext uri="{FF2B5EF4-FFF2-40B4-BE49-F238E27FC236}">
                <a16:creationId xmlns:a16="http://schemas.microsoft.com/office/drawing/2014/main" id="{6BBD8CEB-275D-4D6D-AD25-F691A9456C91}"/>
              </a:ext>
            </a:extLst>
          </p:cNvPr>
          <p:cNvCxnSpPr>
            <a:cxnSpLocks/>
          </p:cNvCxnSpPr>
          <p:nvPr/>
        </p:nvCxnSpPr>
        <p:spPr>
          <a:xfrm flipV="1">
            <a:off x="9731693" y="6737409"/>
            <a:ext cx="961" cy="55641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6" name="Straight Connector 452">
            <a:extLst>
              <a:ext uri="{FF2B5EF4-FFF2-40B4-BE49-F238E27FC236}">
                <a16:creationId xmlns:a16="http://schemas.microsoft.com/office/drawing/2014/main" id="{4AC31958-CB6E-4814-8075-60A7D8B56164}"/>
              </a:ext>
            </a:extLst>
          </p:cNvPr>
          <p:cNvCxnSpPr>
            <a:cxnSpLocks/>
          </p:cNvCxnSpPr>
          <p:nvPr/>
        </p:nvCxnSpPr>
        <p:spPr>
          <a:xfrm>
            <a:off x="9724331" y="6737409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7" name="Straight Connector 452">
            <a:extLst>
              <a:ext uri="{FF2B5EF4-FFF2-40B4-BE49-F238E27FC236}">
                <a16:creationId xmlns:a16="http://schemas.microsoft.com/office/drawing/2014/main" id="{08505D6C-274F-4603-A3D7-E1FBF858CDFE}"/>
              </a:ext>
            </a:extLst>
          </p:cNvPr>
          <p:cNvCxnSpPr>
            <a:cxnSpLocks/>
          </p:cNvCxnSpPr>
          <p:nvPr/>
        </p:nvCxnSpPr>
        <p:spPr>
          <a:xfrm flipV="1">
            <a:off x="9955343" y="6820847"/>
            <a:ext cx="1922" cy="38900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8" name="Straight Connector 452">
            <a:extLst>
              <a:ext uri="{FF2B5EF4-FFF2-40B4-BE49-F238E27FC236}">
                <a16:creationId xmlns:a16="http://schemas.microsoft.com/office/drawing/2014/main" id="{421A8883-4EC8-4DEE-9D8A-9E4E50C9FD09}"/>
              </a:ext>
            </a:extLst>
          </p:cNvPr>
          <p:cNvCxnSpPr>
            <a:cxnSpLocks/>
          </p:cNvCxnSpPr>
          <p:nvPr/>
        </p:nvCxnSpPr>
        <p:spPr>
          <a:xfrm flipV="1">
            <a:off x="9963471" y="7080392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9" name="Straight Connector 452">
            <a:extLst>
              <a:ext uri="{FF2B5EF4-FFF2-40B4-BE49-F238E27FC236}">
                <a16:creationId xmlns:a16="http://schemas.microsoft.com/office/drawing/2014/main" id="{D9082F14-A516-4A69-9E98-8FB4266FBED6}"/>
              </a:ext>
            </a:extLst>
          </p:cNvPr>
          <p:cNvCxnSpPr>
            <a:cxnSpLocks/>
          </p:cNvCxnSpPr>
          <p:nvPr/>
        </p:nvCxnSpPr>
        <p:spPr>
          <a:xfrm>
            <a:off x="10179851" y="7091490"/>
            <a:ext cx="1386949" cy="52837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0" name="Straight Connector 452">
            <a:extLst>
              <a:ext uri="{FF2B5EF4-FFF2-40B4-BE49-F238E27FC236}">
                <a16:creationId xmlns:a16="http://schemas.microsoft.com/office/drawing/2014/main" id="{1B0F76F6-39C3-476F-92EE-3CA600D0D66D}"/>
              </a:ext>
            </a:extLst>
          </p:cNvPr>
          <p:cNvCxnSpPr>
            <a:cxnSpLocks/>
          </p:cNvCxnSpPr>
          <p:nvPr/>
        </p:nvCxnSpPr>
        <p:spPr>
          <a:xfrm flipV="1">
            <a:off x="11560188" y="7509193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1" name="Straight Connector 452">
            <a:extLst>
              <a:ext uri="{FF2B5EF4-FFF2-40B4-BE49-F238E27FC236}">
                <a16:creationId xmlns:a16="http://schemas.microsoft.com/office/drawing/2014/main" id="{48A7A41B-6F9B-409F-AF78-139664CD3E73}"/>
              </a:ext>
            </a:extLst>
          </p:cNvPr>
          <p:cNvCxnSpPr>
            <a:cxnSpLocks/>
          </p:cNvCxnSpPr>
          <p:nvPr/>
        </p:nvCxnSpPr>
        <p:spPr>
          <a:xfrm flipV="1">
            <a:off x="11780569" y="7331602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2" name="Straight Connector 452">
            <a:extLst>
              <a:ext uri="{FF2B5EF4-FFF2-40B4-BE49-F238E27FC236}">
                <a16:creationId xmlns:a16="http://schemas.microsoft.com/office/drawing/2014/main" id="{38AE88BC-9132-48D9-93B1-FBDB8B0B2CFE}"/>
              </a:ext>
            </a:extLst>
          </p:cNvPr>
          <p:cNvCxnSpPr>
            <a:cxnSpLocks/>
          </p:cNvCxnSpPr>
          <p:nvPr/>
        </p:nvCxnSpPr>
        <p:spPr>
          <a:xfrm flipV="1">
            <a:off x="11570908" y="7344962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3" name="Straight Connector 452">
            <a:extLst>
              <a:ext uri="{FF2B5EF4-FFF2-40B4-BE49-F238E27FC236}">
                <a16:creationId xmlns:a16="http://schemas.microsoft.com/office/drawing/2014/main" id="{FECC176D-F20F-491B-9335-B2E24D05A853}"/>
              </a:ext>
            </a:extLst>
          </p:cNvPr>
          <p:cNvCxnSpPr>
            <a:cxnSpLocks/>
          </p:cNvCxnSpPr>
          <p:nvPr/>
        </p:nvCxnSpPr>
        <p:spPr>
          <a:xfrm flipV="1">
            <a:off x="11576424" y="7259295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4" name="Straight Connector 452">
            <a:extLst>
              <a:ext uri="{FF2B5EF4-FFF2-40B4-BE49-F238E27FC236}">
                <a16:creationId xmlns:a16="http://schemas.microsoft.com/office/drawing/2014/main" id="{1FF79687-5C6A-4379-824A-CA0E8C2E7853}"/>
              </a:ext>
            </a:extLst>
          </p:cNvPr>
          <p:cNvCxnSpPr>
            <a:cxnSpLocks/>
          </p:cNvCxnSpPr>
          <p:nvPr/>
        </p:nvCxnSpPr>
        <p:spPr>
          <a:xfrm>
            <a:off x="11132288" y="7102229"/>
            <a:ext cx="451179" cy="15264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6" name="Straight Connector 452">
            <a:extLst>
              <a:ext uri="{FF2B5EF4-FFF2-40B4-BE49-F238E27FC236}">
                <a16:creationId xmlns:a16="http://schemas.microsoft.com/office/drawing/2014/main" id="{302B6079-30A4-4A14-84B8-BEC416225B26}"/>
              </a:ext>
            </a:extLst>
          </p:cNvPr>
          <p:cNvCxnSpPr>
            <a:cxnSpLocks/>
          </p:cNvCxnSpPr>
          <p:nvPr/>
        </p:nvCxnSpPr>
        <p:spPr>
          <a:xfrm flipV="1">
            <a:off x="11117473" y="7086818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7" name="Straight Connector 452">
            <a:extLst>
              <a:ext uri="{FF2B5EF4-FFF2-40B4-BE49-F238E27FC236}">
                <a16:creationId xmlns:a16="http://schemas.microsoft.com/office/drawing/2014/main" id="{ADF528D2-39C0-4A1B-942E-B586E4BE595F}"/>
              </a:ext>
            </a:extLst>
          </p:cNvPr>
          <p:cNvCxnSpPr>
            <a:cxnSpLocks/>
          </p:cNvCxnSpPr>
          <p:nvPr/>
        </p:nvCxnSpPr>
        <p:spPr>
          <a:xfrm>
            <a:off x="10196952" y="6907335"/>
            <a:ext cx="925768" cy="35844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9" name="Straight Connector 452">
            <a:extLst>
              <a:ext uri="{FF2B5EF4-FFF2-40B4-BE49-F238E27FC236}">
                <a16:creationId xmlns:a16="http://schemas.microsoft.com/office/drawing/2014/main" id="{CF957031-45C9-4EFE-9E37-D3D1CA81B0AE}"/>
              </a:ext>
            </a:extLst>
          </p:cNvPr>
          <p:cNvCxnSpPr>
            <a:cxnSpLocks/>
          </p:cNvCxnSpPr>
          <p:nvPr/>
        </p:nvCxnSpPr>
        <p:spPr>
          <a:xfrm flipV="1">
            <a:off x="10195054" y="6372864"/>
            <a:ext cx="0" cy="56345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1" name="Straight Connector 452">
            <a:extLst>
              <a:ext uri="{FF2B5EF4-FFF2-40B4-BE49-F238E27FC236}">
                <a16:creationId xmlns:a16="http://schemas.microsoft.com/office/drawing/2014/main" id="{A6124C84-BA34-43B1-9A9C-05B13D579EA2}"/>
              </a:ext>
            </a:extLst>
          </p:cNvPr>
          <p:cNvCxnSpPr>
            <a:cxnSpLocks/>
          </p:cNvCxnSpPr>
          <p:nvPr/>
        </p:nvCxnSpPr>
        <p:spPr>
          <a:xfrm>
            <a:off x="10187642" y="6370761"/>
            <a:ext cx="252739" cy="11071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4" name="Straight Connector 452">
            <a:extLst>
              <a:ext uri="{FF2B5EF4-FFF2-40B4-BE49-F238E27FC236}">
                <a16:creationId xmlns:a16="http://schemas.microsoft.com/office/drawing/2014/main" id="{EAFFE356-5135-4104-A5BD-CA8B2A451150}"/>
              </a:ext>
            </a:extLst>
          </p:cNvPr>
          <p:cNvCxnSpPr>
            <a:cxnSpLocks/>
          </p:cNvCxnSpPr>
          <p:nvPr/>
        </p:nvCxnSpPr>
        <p:spPr>
          <a:xfrm flipV="1">
            <a:off x="10435396" y="6470347"/>
            <a:ext cx="1922" cy="38900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5" name="Straight Connector 452">
            <a:extLst>
              <a:ext uri="{FF2B5EF4-FFF2-40B4-BE49-F238E27FC236}">
                <a16:creationId xmlns:a16="http://schemas.microsoft.com/office/drawing/2014/main" id="{F65A506A-7DF2-472B-804B-FA87C112FEF5}"/>
              </a:ext>
            </a:extLst>
          </p:cNvPr>
          <p:cNvCxnSpPr>
            <a:cxnSpLocks/>
          </p:cNvCxnSpPr>
          <p:nvPr/>
        </p:nvCxnSpPr>
        <p:spPr>
          <a:xfrm>
            <a:off x="10436434" y="6832420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6" name="Straight Connector 452">
            <a:extLst>
              <a:ext uri="{FF2B5EF4-FFF2-40B4-BE49-F238E27FC236}">
                <a16:creationId xmlns:a16="http://schemas.microsoft.com/office/drawing/2014/main" id="{4E09E067-77A2-4D71-9E2E-FF2F4D89D90B}"/>
              </a:ext>
            </a:extLst>
          </p:cNvPr>
          <p:cNvCxnSpPr>
            <a:cxnSpLocks/>
          </p:cNvCxnSpPr>
          <p:nvPr/>
        </p:nvCxnSpPr>
        <p:spPr>
          <a:xfrm flipV="1">
            <a:off x="10654671" y="6824026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7" name="Straight Connector 452">
            <a:extLst>
              <a:ext uri="{FF2B5EF4-FFF2-40B4-BE49-F238E27FC236}">
                <a16:creationId xmlns:a16="http://schemas.microsoft.com/office/drawing/2014/main" id="{B86EFC98-D0C5-4B05-B2ED-C4B089A03A57}"/>
              </a:ext>
            </a:extLst>
          </p:cNvPr>
          <p:cNvCxnSpPr>
            <a:cxnSpLocks/>
          </p:cNvCxnSpPr>
          <p:nvPr/>
        </p:nvCxnSpPr>
        <p:spPr>
          <a:xfrm flipV="1">
            <a:off x="10873325" y="6609441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8" name="Straight Connector 452">
            <a:extLst>
              <a:ext uri="{FF2B5EF4-FFF2-40B4-BE49-F238E27FC236}">
                <a16:creationId xmlns:a16="http://schemas.microsoft.com/office/drawing/2014/main" id="{E9D8EF6F-6B84-4EAA-A33B-9A8BF4A9F332}"/>
              </a:ext>
            </a:extLst>
          </p:cNvPr>
          <p:cNvCxnSpPr>
            <a:cxnSpLocks/>
          </p:cNvCxnSpPr>
          <p:nvPr/>
        </p:nvCxnSpPr>
        <p:spPr>
          <a:xfrm flipV="1">
            <a:off x="10630220" y="6633690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9" name="Straight Connector 452">
            <a:extLst>
              <a:ext uri="{FF2B5EF4-FFF2-40B4-BE49-F238E27FC236}">
                <a16:creationId xmlns:a16="http://schemas.microsoft.com/office/drawing/2014/main" id="{7D4711D9-FD11-4B59-A6F8-523A273BC18F}"/>
              </a:ext>
            </a:extLst>
          </p:cNvPr>
          <p:cNvCxnSpPr>
            <a:cxnSpLocks/>
          </p:cNvCxnSpPr>
          <p:nvPr/>
        </p:nvCxnSpPr>
        <p:spPr>
          <a:xfrm flipV="1">
            <a:off x="10637160" y="6370761"/>
            <a:ext cx="6465" cy="34359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1" name="Straight Connector 452">
            <a:extLst>
              <a:ext uri="{FF2B5EF4-FFF2-40B4-BE49-F238E27FC236}">
                <a16:creationId xmlns:a16="http://schemas.microsoft.com/office/drawing/2014/main" id="{5016FF6C-3578-4986-A830-B77B22C5F9A8}"/>
              </a:ext>
            </a:extLst>
          </p:cNvPr>
          <p:cNvCxnSpPr>
            <a:cxnSpLocks/>
          </p:cNvCxnSpPr>
          <p:nvPr/>
        </p:nvCxnSpPr>
        <p:spPr>
          <a:xfrm>
            <a:off x="10383784" y="6276284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2" name="Straight Connector 452">
            <a:extLst>
              <a:ext uri="{FF2B5EF4-FFF2-40B4-BE49-F238E27FC236}">
                <a16:creationId xmlns:a16="http://schemas.microsoft.com/office/drawing/2014/main" id="{98D6F53E-477F-4A26-B6F8-53D6EE9AE347}"/>
              </a:ext>
            </a:extLst>
          </p:cNvPr>
          <p:cNvCxnSpPr>
            <a:cxnSpLocks/>
          </p:cNvCxnSpPr>
          <p:nvPr/>
        </p:nvCxnSpPr>
        <p:spPr>
          <a:xfrm flipV="1">
            <a:off x="10414082" y="6073589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3" name="Straight Connector 452">
            <a:extLst>
              <a:ext uri="{FF2B5EF4-FFF2-40B4-BE49-F238E27FC236}">
                <a16:creationId xmlns:a16="http://schemas.microsoft.com/office/drawing/2014/main" id="{808A3B25-B6A8-47B8-ADA8-0AE49DC7428B}"/>
              </a:ext>
            </a:extLst>
          </p:cNvPr>
          <p:cNvCxnSpPr>
            <a:cxnSpLocks/>
          </p:cNvCxnSpPr>
          <p:nvPr/>
        </p:nvCxnSpPr>
        <p:spPr>
          <a:xfrm>
            <a:off x="10433425" y="6104119"/>
            <a:ext cx="920295" cy="36094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5" name="Straight Connector 452">
            <a:extLst>
              <a:ext uri="{FF2B5EF4-FFF2-40B4-BE49-F238E27FC236}">
                <a16:creationId xmlns:a16="http://schemas.microsoft.com/office/drawing/2014/main" id="{57F2CFA2-C64C-46A2-91DA-607B747EE1C5}"/>
              </a:ext>
            </a:extLst>
          </p:cNvPr>
          <p:cNvCxnSpPr>
            <a:cxnSpLocks/>
          </p:cNvCxnSpPr>
          <p:nvPr/>
        </p:nvCxnSpPr>
        <p:spPr>
          <a:xfrm flipV="1">
            <a:off x="11344540" y="6432518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6" name="Straight Connector 452">
            <a:extLst>
              <a:ext uri="{FF2B5EF4-FFF2-40B4-BE49-F238E27FC236}">
                <a16:creationId xmlns:a16="http://schemas.microsoft.com/office/drawing/2014/main" id="{9C68DD20-1DCE-4D5F-BF8C-97817B9C5EE1}"/>
              </a:ext>
            </a:extLst>
          </p:cNvPr>
          <p:cNvCxnSpPr>
            <a:cxnSpLocks/>
          </p:cNvCxnSpPr>
          <p:nvPr/>
        </p:nvCxnSpPr>
        <p:spPr>
          <a:xfrm>
            <a:off x="11348461" y="6640574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7" name="Straight Connector 452">
            <a:extLst>
              <a:ext uri="{FF2B5EF4-FFF2-40B4-BE49-F238E27FC236}">
                <a16:creationId xmlns:a16="http://schemas.microsoft.com/office/drawing/2014/main" id="{EA26E1A9-11F8-47F0-8A56-44B048BAFEB5}"/>
              </a:ext>
            </a:extLst>
          </p:cNvPr>
          <p:cNvCxnSpPr>
            <a:cxnSpLocks/>
          </p:cNvCxnSpPr>
          <p:nvPr/>
        </p:nvCxnSpPr>
        <p:spPr>
          <a:xfrm flipV="1">
            <a:off x="11571849" y="6765343"/>
            <a:ext cx="0" cy="32147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9" name="Straight Connector 452">
            <a:extLst>
              <a:ext uri="{FF2B5EF4-FFF2-40B4-BE49-F238E27FC236}">
                <a16:creationId xmlns:a16="http://schemas.microsoft.com/office/drawing/2014/main" id="{E0B5087A-537B-4950-8BC4-6901F0BD5A8A}"/>
              </a:ext>
            </a:extLst>
          </p:cNvPr>
          <p:cNvCxnSpPr>
            <a:cxnSpLocks/>
          </p:cNvCxnSpPr>
          <p:nvPr/>
        </p:nvCxnSpPr>
        <p:spPr>
          <a:xfrm>
            <a:off x="11565759" y="7070932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0" name="Straight Connector 452">
            <a:extLst>
              <a:ext uri="{FF2B5EF4-FFF2-40B4-BE49-F238E27FC236}">
                <a16:creationId xmlns:a16="http://schemas.microsoft.com/office/drawing/2014/main" id="{B759E323-6ACB-4751-826E-99323BC64419}"/>
              </a:ext>
            </a:extLst>
          </p:cNvPr>
          <p:cNvCxnSpPr>
            <a:cxnSpLocks/>
          </p:cNvCxnSpPr>
          <p:nvPr/>
        </p:nvCxnSpPr>
        <p:spPr>
          <a:xfrm flipH="1" flipV="1">
            <a:off x="11786974" y="7015350"/>
            <a:ext cx="6542" cy="17131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2" name="Straight Connector 452">
            <a:extLst>
              <a:ext uri="{FF2B5EF4-FFF2-40B4-BE49-F238E27FC236}">
                <a16:creationId xmlns:a16="http://schemas.microsoft.com/office/drawing/2014/main" id="{5531A9B6-1AE6-4219-97CF-C6B840574C4E}"/>
              </a:ext>
            </a:extLst>
          </p:cNvPr>
          <p:cNvCxnSpPr>
            <a:cxnSpLocks/>
          </p:cNvCxnSpPr>
          <p:nvPr/>
        </p:nvCxnSpPr>
        <p:spPr>
          <a:xfrm flipV="1">
            <a:off x="11793515" y="6923567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3" name="Straight Connector 452">
            <a:extLst>
              <a:ext uri="{FF2B5EF4-FFF2-40B4-BE49-F238E27FC236}">
                <a16:creationId xmlns:a16="http://schemas.microsoft.com/office/drawing/2014/main" id="{E68FA393-3652-4834-B6F4-8E7C18154751}"/>
              </a:ext>
            </a:extLst>
          </p:cNvPr>
          <p:cNvCxnSpPr>
            <a:cxnSpLocks/>
          </p:cNvCxnSpPr>
          <p:nvPr/>
        </p:nvCxnSpPr>
        <p:spPr>
          <a:xfrm>
            <a:off x="11775536" y="6804745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4" name="Straight Connector 452">
            <a:extLst>
              <a:ext uri="{FF2B5EF4-FFF2-40B4-BE49-F238E27FC236}">
                <a16:creationId xmlns:a16="http://schemas.microsoft.com/office/drawing/2014/main" id="{6584EF6C-AAEA-4C4E-A956-3E496288F7FB}"/>
              </a:ext>
            </a:extLst>
          </p:cNvPr>
          <p:cNvCxnSpPr>
            <a:cxnSpLocks/>
          </p:cNvCxnSpPr>
          <p:nvPr/>
        </p:nvCxnSpPr>
        <p:spPr>
          <a:xfrm flipV="1">
            <a:off x="11798694" y="6733134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5" name="Straight Connector 452">
            <a:extLst>
              <a:ext uri="{FF2B5EF4-FFF2-40B4-BE49-F238E27FC236}">
                <a16:creationId xmlns:a16="http://schemas.microsoft.com/office/drawing/2014/main" id="{7D779E2B-D14D-46D1-B1E3-90A89DA41C91}"/>
              </a:ext>
            </a:extLst>
          </p:cNvPr>
          <p:cNvCxnSpPr>
            <a:cxnSpLocks/>
          </p:cNvCxnSpPr>
          <p:nvPr/>
        </p:nvCxnSpPr>
        <p:spPr>
          <a:xfrm>
            <a:off x="11780715" y="6614312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6" name="Straight Connector 452">
            <a:extLst>
              <a:ext uri="{FF2B5EF4-FFF2-40B4-BE49-F238E27FC236}">
                <a16:creationId xmlns:a16="http://schemas.microsoft.com/office/drawing/2014/main" id="{AE6C2625-5147-44FE-9576-008ED1290A5F}"/>
              </a:ext>
            </a:extLst>
          </p:cNvPr>
          <p:cNvCxnSpPr>
            <a:cxnSpLocks/>
          </p:cNvCxnSpPr>
          <p:nvPr/>
        </p:nvCxnSpPr>
        <p:spPr>
          <a:xfrm flipV="1">
            <a:off x="11798694" y="6541993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7" name="Straight Connector 452">
            <a:extLst>
              <a:ext uri="{FF2B5EF4-FFF2-40B4-BE49-F238E27FC236}">
                <a16:creationId xmlns:a16="http://schemas.microsoft.com/office/drawing/2014/main" id="{A6735E9F-B65A-417B-B400-478334799493}"/>
              </a:ext>
            </a:extLst>
          </p:cNvPr>
          <p:cNvCxnSpPr>
            <a:cxnSpLocks/>
          </p:cNvCxnSpPr>
          <p:nvPr/>
        </p:nvCxnSpPr>
        <p:spPr>
          <a:xfrm>
            <a:off x="11780715" y="6438411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8" name="Straight Connector 452">
            <a:extLst>
              <a:ext uri="{FF2B5EF4-FFF2-40B4-BE49-F238E27FC236}">
                <a16:creationId xmlns:a16="http://schemas.microsoft.com/office/drawing/2014/main" id="{412BF56E-91B5-4C6B-9624-F97FE6B40714}"/>
              </a:ext>
            </a:extLst>
          </p:cNvPr>
          <p:cNvCxnSpPr>
            <a:cxnSpLocks/>
          </p:cNvCxnSpPr>
          <p:nvPr/>
        </p:nvCxnSpPr>
        <p:spPr>
          <a:xfrm flipV="1">
            <a:off x="11551509" y="6445338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9" name="Straight Connector 452">
            <a:extLst>
              <a:ext uri="{FF2B5EF4-FFF2-40B4-BE49-F238E27FC236}">
                <a16:creationId xmlns:a16="http://schemas.microsoft.com/office/drawing/2014/main" id="{ABF5F922-9229-483A-84AC-66E897E46073}"/>
              </a:ext>
            </a:extLst>
          </p:cNvPr>
          <p:cNvCxnSpPr>
            <a:cxnSpLocks/>
          </p:cNvCxnSpPr>
          <p:nvPr/>
        </p:nvCxnSpPr>
        <p:spPr>
          <a:xfrm flipH="1" flipV="1">
            <a:off x="11562488" y="6368400"/>
            <a:ext cx="6542" cy="17131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0" name="Straight Connector 452">
            <a:extLst>
              <a:ext uri="{FF2B5EF4-FFF2-40B4-BE49-F238E27FC236}">
                <a16:creationId xmlns:a16="http://schemas.microsoft.com/office/drawing/2014/main" id="{6EACDF18-44FB-4E38-B005-A5905AC7CBEA}"/>
              </a:ext>
            </a:extLst>
          </p:cNvPr>
          <p:cNvCxnSpPr>
            <a:cxnSpLocks/>
          </p:cNvCxnSpPr>
          <p:nvPr/>
        </p:nvCxnSpPr>
        <p:spPr>
          <a:xfrm flipV="1">
            <a:off x="11565759" y="6288985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1" name="Straight Connector 452">
            <a:extLst>
              <a:ext uri="{FF2B5EF4-FFF2-40B4-BE49-F238E27FC236}">
                <a16:creationId xmlns:a16="http://schemas.microsoft.com/office/drawing/2014/main" id="{F1B5088D-6CC3-4F93-B052-60D785D35248}"/>
              </a:ext>
            </a:extLst>
          </p:cNvPr>
          <p:cNvCxnSpPr>
            <a:cxnSpLocks/>
          </p:cNvCxnSpPr>
          <p:nvPr/>
        </p:nvCxnSpPr>
        <p:spPr>
          <a:xfrm flipH="1" flipV="1">
            <a:off x="11794787" y="6108264"/>
            <a:ext cx="6542" cy="17131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2" name="Straight Connector 452">
            <a:extLst>
              <a:ext uri="{FF2B5EF4-FFF2-40B4-BE49-F238E27FC236}">
                <a16:creationId xmlns:a16="http://schemas.microsoft.com/office/drawing/2014/main" id="{A74957CA-606F-41F4-B8A1-73821E34A774}"/>
              </a:ext>
            </a:extLst>
          </p:cNvPr>
          <p:cNvCxnSpPr>
            <a:cxnSpLocks/>
          </p:cNvCxnSpPr>
          <p:nvPr/>
        </p:nvCxnSpPr>
        <p:spPr>
          <a:xfrm>
            <a:off x="11576424" y="6001046"/>
            <a:ext cx="206749" cy="12452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5" name="Straight Connector 452">
            <a:extLst>
              <a:ext uri="{FF2B5EF4-FFF2-40B4-BE49-F238E27FC236}">
                <a16:creationId xmlns:a16="http://schemas.microsoft.com/office/drawing/2014/main" id="{DC83FC54-01A7-410D-BBD3-81642643654A}"/>
              </a:ext>
            </a:extLst>
          </p:cNvPr>
          <p:cNvCxnSpPr>
            <a:cxnSpLocks/>
          </p:cNvCxnSpPr>
          <p:nvPr/>
        </p:nvCxnSpPr>
        <p:spPr>
          <a:xfrm flipH="1" flipV="1">
            <a:off x="11574868" y="5998906"/>
            <a:ext cx="352" cy="17381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6" name="Straight Connector 452">
            <a:extLst>
              <a:ext uri="{FF2B5EF4-FFF2-40B4-BE49-F238E27FC236}">
                <a16:creationId xmlns:a16="http://schemas.microsoft.com/office/drawing/2014/main" id="{C4BC575D-7315-4084-A6BC-6889580B83E3}"/>
              </a:ext>
            </a:extLst>
          </p:cNvPr>
          <p:cNvCxnSpPr>
            <a:cxnSpLocks/>
          </p:cNvCxnSpPr>
          <p:nvPr/>
        </p:nvCxnSpPr>
        <p:spPr>
          <a:xfrm flipV="1">
            <a:off x="11577719" y="6301912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7" name="Straight Connector 452">
            <a:extLst>
              <a:ext uri="{FF2B5EF4-FFF2-40B4-BE49-F238E27FC236}">
                <a16:creationId xmlns:a16="http://schemas.microsoft.com/office/drawing/2014/main" id="{691A41B4-958A-442F-B4C1-E198F01FF785}"/>
              </a:ext>
            </a:extLst>
          </p:cNvPr>
          <p:cNvCxnSpPr>
            <a:cxnSpLocks/>
          </p:cNvCxnSpPr>
          <p:nvPr/>
        </p:nvCxnSpPr>
        <p:spPr>
          <a:xfrm flipV="1">
            <a:off x="11345240" y="6176639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8" name="Straight Connector 452">
            <a:extLst>
              <a:ext uri="{FF2B5EF4-FFF2-40B4-BE49-F238E27FC236}">
                <a16:creationId xmlns:a16="http://schemas.microsoft.com/office/drawing/2014/main" id="{FDE4E2F8-8482-4818-9B1C-B0F1B6313B2C}"/>
              </a:ext>
            </a:extLst>
          </p:cNvPr>
          <p:cNvCxnSpPr>
            <a:cxnSpLocks/>
          </p:cNvCxnSpPr>
          <p:nvPr/>
        </p:nvCxnSpPr>
        <p:spPr>
          <a:xfrm>
            <a:off x="10650295" y="6019093"/>
            <a:ext cx="698322" cy="269813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0" name="Straight Connector 452">
            <a:extLst>
              <a:ext uri="{FF2B5EF4-FFF2-40B4-BE49-F238E27FC236}">
                <a16:creationId xmlns:a16="http://schemas.microsoft.com/office/drawing/2014/main" id="{8B99C0A1-0EB3-4825-9C2C-55C72F2C6C86}"/>
              </a:ext>
            </a:extLst>
          </p:cNvPr>
          <p:cNvCxnSpPr>
            <a:cxnSpLocks/>
          </p:cNvCxnSpPr>
          <p:nvPr/>
        </p:nvCxnSpPr>
        <p:spPr>
          <a:xfrm flipH="1" flipV="1">
            <a:off x="10617148" y="5819924"/>
            <a:ext cx="6542" cy="17131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1" name="Straight Connector 452">
            <a:extLst>
              <a:ext uri="{FF2B5EF4-FFF2-40B4-BE49-F238E27FC236}">
                <a16:creationId xmlns:a16="http://schemas.microsoft.com/office/drawing/2014/main" id="{AE8C3CD4-7CB3-4D3C-92D0-C0E1388AC3B4}"/>
              </a:ext>
            </a:extLst>
          </p:cNvPr>
          <p:cNvCxnSpPr>
            <a:cxnSpLocks/>
          </p:cNvCxnSpPr>
          <p:nvPr/>
        </p:nvCxnSpPr>
        <p:spPr>
          <a:xfrm>
            <a:off x="10635231" y="5836855"/>
            <a:ext cx="698322" cy="269813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3" name="Straight Connector 452">
            <a:extLst>
              <a:ext uri="{FF2B5EF4-FFF2-40B4-BE49-F238E27FC236}">
                <a16:creationId xmlns:a16="http://schemas.microsoft.com/office/drawing/2014/main" id="{FD51BA15-F299-4ACD-9189-350E8D1BC36A}"/>
              </a:ext>
            </a:extLst>
          </p:cNvPr>
          <p:cNvCxnSpPr>
            <a:cxnSpLocks/>
          </p:cNvCxnSpPr>
          <p:nvPr/>
        </p:nvCxnSpPr>
        <p:spPr>
          <a:xfrm flipH="1" flipV="1">
            <a:off x="11330883" y="5926579"/>
            <a:ext cx="352" cy="17381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4" name="Straight Connector 452">
            <a:extLst>
              <a:ext uri="{FF2B5EF4-FFF2-40B4-BE49-F238E27FC236}">
                <a16:creationId xmlns:a16="http://schemas.microsoft.com/office/drawing/2014/main" id="{3A8BFE81-D9C9-49B8-819C-E760FC41974E}"/>
              </a:ext>
            </a:extLst>
          </p:cNvPr>
          <p:cNvCxnSpPr>
            <a:cxnSpLocks/>
          </p:cNvCxnSpPr>
          <p:nvPr/>
        </p:nvCxnSpPr>
        <p:spPr>
          <a:xfrm>
            <a:off x="10873325" y="5740084"/>
            <a:ext cx="496911" cy="20119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6" name="Straight Connector 452">
            <a:extLst>
              <a:ext uri="{FF2B5EF4-FFF2-40B4-BE49-F238E27FC236}">
                <a16:creationId xmlns:a16="http://schemas.microsoft.com/office/drawing/2014/main" id="{D7D2BB0C-2D45-4A54-A9E0-7B901D79D891}"/>
              </a:ext>
            </a:extLst>
          </p:cNvPr>
          <p:cNvCxnSpPr>
            <a:cxnSpLocks/>
          </p:cNvCxnSpPr>
          <p:nvPr/>
        </p:nvCxnSpPr>
        <p:spPr>
          <a:xfrm flipH="1" flipV="1">
            <a:off x="10858900" y="5564826"/>
            <a:ext cx="352" cy="17381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7" name="Straight Connector 452">
            <a:extLst>
              <a:ext uri="{FF2B5EF4-FFF2-40B4-BE49-F238E27FC236}">
                <a16:creationId xmlns:a16="http://schemas.microsoft.com/office/drawing/2014/main" id="{AC171B10-287E-42C4-A4CE-8356B0C75476}"/>
              </a:ext>
            </a:extLst>
          </p:cNvPr>
          <p:cNvCxnSpPr>
            <a:cxnSpLocks/>
          </p:cNvCxnSpPr>
          <p:nvPr/>
        </p:nvCxnSpPr>
        <p:spPr>
          <a:xfrm>
            <a:off x="10849933" y="5580507"/>
            <a:ext cx="496911" cy="20119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8" name="Straight Connector 452">
            <a:extLst>
              <a:ext uri="{FF2B5EF4-FFF2-40B4-BE49-F238E27FC236}">
                <a16:creationId xmlns:a16="http://schemas.microsoft.com/office/drawing/2014/main" id="{7A710125-DE8E-4E63-B102-AF1275D63AE5}"/>
              </a:ext>
            </a:extLst>
          </p:cNvPr>
          <p:cNvCxnSpPr>
            <a:cxnSpLocks/>
          </p:cNvCxnSpPr>
          <p:nvPr/>
        </p:nvCxnSpPr>
        <p:spPr>
          <a:xfrm flipH="1" flipV="1">
            <a:off x="11351846" y="5578329"/>
            <a:ext cx="352" cy="17381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9" name="Straight Connector 452">
            <a:extLst>
              <a:ext uri="{FF2B5EF4-FFF2-40B4-BE49-F238E27FC236}">
                <a16:creationId xmlns:a16="http://schemas.microsoft.com/office/drawing/2014/main" id="{23D56BA3-B7D3-47A4-97EB-FDBDD81060FE}"/>
              </a:ext>
            </a:extLst>
          </p:cNvPr>
          <p:cNvCxnSpPr>
            <a:cxnSpLocks/>
          </p:cNvCxnSpPr>
          <p:nvPr/>
        </p:nvCxnSpPr>
        <p:spPr>
          <a:xfrm>
            <a:off x="10838790" y="5401933"/>
            <a:ext cx="496911" cy="20119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0" name="Straight Connector 452">
            <a:extLst>
              <a:ext uri="{FF2B5EF4-FFF2-40B4-BE49-F238E27FC236}">
                <a16:creationId xmlns:a16="http://schemas.microsoft.com/office/drawing/2014/main" id="{D8286379-CCB7-4153-B6F0-D74DEE4997A5}"/>
              </a:ext>
            </a:extLst>
          </p:cNvPr>
          <p:cNvCxnSpPr>
            <a:cxnSpLocks/>
          </p:cNvCxnSpPr>
          <p:nvPr/>
        </p:nvCxnSpPr>
        <p:spPr>
          <a:xfrm flipV="1">
            <a:off x="10862260" y="5313917"/>
            <a:ext cx="255514" cy="8278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6" name="Straight Connector 452">
            <a:extLst>
              <a:ext uri="{FF2B5EF4-FFF2-40B4-BE49-F238E27FC236}">
                <a16:creationId xmlns:a16="http://schemas.microsoft.com/office/drawing/2014/main" id="{4EA0D6C4-B69C-429E-9829-73C065018551}"/>
              </a:ext>
            </a:extLst>
          </p:cNvPr>
          <p:cNvCxnSpPr>
            <a:cxnSpLocks/>
          </p:cNvCxnSpPr>
          <p:nvPr/>
        </p:nvCxnSpPr>
        <p:spPr>
          <a:xfrm flipV="1">
            <a:off x="3806357" y="8567860"/>
            <a:ext cx="252835" cy="11671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0" name="Straight Connector 452">
            <a:extLst>
              <a:ext uri="{FF2B5EF4-FFF2-40B4-BE49-F238E27FC236}">
                <a16:creationId xmlns:a16="http://schemas.microsoft.com/office/drawing/2014/main" id="{D742F1DB-BAE6-4117-93E3-E6C3E46D7C55}"/>
              </a:ext>
            </a:extLst>
          </p:cNvPr>
          <p:cNvCxnSpPr>
            <a:cxnSpLocks/>
          </p:cNvCxnSpPr>
          <p:nvPr/>
        </p:nvCxnSpPr>
        <p:spPr>
          <a:xfrm>
            <a:off x="4059192" y="8552281"/>
            <a:ext cx="0" cy="574929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1" name="Straight Connector 452">
            <a:extLst>
              <a:ext uri="{FF2B5EF4-FFF2-40B4-BE49-F238E27FC236}">
                <a16:creationId xmlns:a16="http://schemas.microsoft.com/office/drawing/2014/main" id="{81EF732C-EDAE-47D0-BAE5-1964547E92DF}"/>
              </a:ext>
            </a:extLst>
          </p:cNvPr>
          <p:cNvCxnSpPr>
            <a:cxnSpLocks/>
          </p:cNvCxnSpPr>
          <p:nvPr/>
        </p:nvCxnSpPr>
        <p:spPr>
          <a:xfrm flipV="1">
            <a:off x="4019632" y="9025321"/>
            <a:ext cx="252835" cy="11671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2" name="Straight Connector 452">
            <a:extLst>
              <a:ext uri="{FF2B5EF4-FFF2-40B4-BE49-F238E27FC236}">
                <a16:creationId xmlns:a16="http://schemas.microsoft.com/office/drawing/2014/main" id="{EE3AD9F3-65F2-4A27-B1EA-5135CF72302B}"/>
              </a:ext>
            </a:extLst>
          </p:cNvPr>
          <p:cNvCxnSpPr>
            <a:cxnSpLocks/>
          </p:cNvCxnSpPr>
          <p:nvPr/>
        </p:nvCxnSpPr>
        <p:spPr>
          <a:xfrm flipH="1" flipV="1">
            <a:off x="4258728" y="9030269"/>
            <a:ext cx="272958" cy="10608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3" name="Straight Connector 452">
            <a:extLst>
              <a:ext uri="{FF2B5EF4-FFF2-40B4-BE49-F238E27FC236}">
                <a16:creationId xmlns:a16="http://schemas.microsoft.com/office/drawing/2014/main" id="{50CBBD6B-75B3-419E-B8A6-652D1747C885}"/>
              </a:ext>
            </a:extLst>
          </p:cNvPr>
          <p:cNvCxnSpPr>
            <a:cxnSpLocks/>
          </p:cNvCxnSpPr>
          <p:nvPr/>
        </p:nvCxnSpPr>
        <p:spPr>
          <a:xfrm flipV="1">
            <a:off x="4525769" y="8973242"/>
            <a:ext cx="0" cy="15396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5" name="Straight Connector 452">
            <a:extLst>
              <a:ext uri="{FF2B5EF4-FFF2-40B4-BE49-F238E27FC236}">
                <a16:creationId xmlns:a16="http://schemas.microsoft.com/office/drawing/2014/main" id="{694EAD60-49E8-4347-864B-06D8477411C2}"/>
              </a:ext>
            </a:extLst>
          </p:cNvPr>
          <p:cNvCxnSpPr>
            <a:cxnSpLocks/>
          </p:cNvCxnSpPr>
          <p:nvPr/>
        </p:nvCxnSpPr>
        <p:spPr>
          <a:xfrm flipH="1" flipV="1">
            <a:off x="4254411" y="8866507"/>
            <a:ext cx="272958" cy="10608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7" name="Straight Connector 452">
            <a:extLst>
              <a:ext uri="{FF2B5EF4-FFF2-40B4-BE49-F238E27FC236}">
                <a16:creationId xmlns:a16="http://schemas.microsoft.com/office/drawing/2014/main" id="{14530144-7CEB-471B-9074-98C474B51CBD}"/>
              </a:ext>
            </a:extLst>
          </p:cNvPr>
          <p:cNvCxnSpPr>
            <a:cxnSpLocks/>
          </p:cNvCxnSpPr>
          <p:nvPr/>
        </p:nvCxnSpPr>
        <p:spPr>
          <a:xfrm>
            <a:off x="4288744" y="8508508"/>
            <a:ext cx="1" cy="36117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8" name="Straight Connector 452">
            <a:extLst>
              <a:ext uri="{FF2B5EF4-FFF2-40B4-BE49-F238E27FC236}">
                <a16:creationId xmlns:a16="http://schemas.microsoft.com/office/drawing/2014/main" id="{68CFDC36-5A81-4614-84B1-BC423CBB9289}"/>
              </a:ext>
            </a:extLst>
          </p:cNvPr>
          <p:cNvCxnSpPr>
            <a:cxnSpLocks/>
          </p:cNvCxnSpPr>
          <p:nvPr/>
        </p:nvCxnSpPr>
        <p:spPr>
          <a:xfrm flipH="1" flipV="1">
            <a:off x="4019632" y="8411389"/>
            <a:ext cx="272958" cy="10608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9" name="Straight Connector 452">
            <a:extLst>
              <a:ext uri="{FF2B5EF4-FFF2-40B4-BE49-F238E27FC236}">
                <a16:creationId xmlns:a16="http://schemas.microsoft.com/office/drawing/2014/main" id="{D964AEB9-5F6C-4AF6-BB69-58D2190DDD01}"/>
              </a:ext>
            </a:extLst>
          </p:cNvPr>
          <p:cNvCxnSpPr>
            <a:cxnSpLocks/>
          </p:cNvCxnSpPr>
          <p:nvPr/>
        </p:nvCxnSpPr>
        <p:spPr>
          <a:xfrm flipV="1">
            <a:off x="4039755" y="8289974"/>
            <a:ext cx="252835" cy="11671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" name="Straight Connector 452">
            <a:extLst>
              <a:ext uri="{FF2B5EF4-FFF2-40B4-BE49-F238E27FC236}">
                <a16:creationId xmlns:a16="http://schemas.microsoft.com/office/drawing/2014/main" id="{842494FA-A5B3-4DDA-ADAC-5CE84F61167C}"/>
              </a:ext>
            </a:extLst>
          </p:cNvPr>
          <p:cNvCxnSpPr>
            <a:cxnSpLocks/>
          </p:cNvCxnSpPr>
          <p:nvPr/>
        </p:nvCxnSpPr>
        <p:spPr>
          <a:xfrm flipH="1" flipV="1">
            <a:off x="4270953" y="7969044"/>
            <a:ext cx="1514" cy="31714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5" name="Straight Connector 452">
            <a:extLst>
              <a:ext uri="{FF2B5EF4-FFF2-40B4-BE49-F238E27FC236}">
                <a16:creationId xmlns:a16="http://schemas.microsoft.com/office/drawing/2014/main" id="{66664A2F-978D-4394-B117-3533D9E05098}"/>
              </a:ext>
            </a:extLst>
          </p:cNvPr>
          <p:cNvCxnSpPr>
            <a:cxnSpLocks/>
          </p:cNvCxnSpPr>
          <p:nvPr/>
        </p:nvCxnSpPr>
        <p:spPr>
          <a:xfrm flipH="1" flipV="1">
            <a:off x="4494250" y="8076528"/>
            <a:ext cx="11711" cy="690094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3" name="Straight Connector 452">
            <a:extLst>
              <a:ext uri="{FF2B5EF4-FFF2-40B4-BE49-F238E27FC236}">
                <a16:creationId xmlns:a16="http://schemas.microsoft.com/office/drawing/2014/main" id="{6FCC73AE-049F-4C2A-B288-9EA2D75CEE14}"/>
              </a:ext>
            </a:extLst>
          </p:cNvPr>
          <p:cNvCxnSpPr>
            <a:cxnSpLocks/>
          </p:cNvCxnSpPr>
          <p:nvPr/>
        </p:nvCxnSpPr>
        <p:spPr>
          <a:xfrm flipH="1" flipV="1">
            <a:off x="4482187" y="8759664"/>
            <a:ext cx="272958" cy="10608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2" name="Straight Connector 452">
            <a:extLst>
              <a:ext uri="{FF2B5EF4-FFF2-40B4-BE49-F238E27FC236}">
                <a16:creationId xmlns:a16="http://schemas.microsoft.com/office/drawing/2014/main" id="{3B46DBD7-3B24-4082-B78A-27A9F5A1576F}"/>
              </a:ext>
            </a:extLst>
          </p:cNvPr>
          <p:cNvCxnSpPr>
            <a:cxnSpLocks/>
          </p:cNvCxnSpPr>
          <p:nvPr/>
        </p:nvCxnSpPr>
        <p:spPr>
          <a:xfrm flipH="1" flipV="1">
            <a:off x="4736912" y="8331495"/>
            <a:ext cx="8911" cy="547337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Connector 452">
            <a:extLst>
              <a:ext uri="{FF2B5EF4-FFF2-40B4-BE49-F238E27FC236}">
                <a16:creationId xmlns:a16="http://schemas.microsoft.com/office/drawing/2014/main" id="{8AFA15A9-749E-484B-85B6-80B0ED62EB4E}"/>
              </a:ext>
            </a:extLst>
          </p:cNvPr>
          <p:cNvCxnSpPr>
            <a:cxnSpLocks/>
          </p:cNvCxnSpPr>
          <p:nvPr/>
        </p:nvCxnSpPr>
        <p:spPr>
          <a:xfrm flipV="1">
            <a:off x="4724166" y="8234741"/>
            <a:ext cx="252835" cy="11671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7" name="Straight Connector 452">
            <a:extLst>
              <a:ext uri="{FF2B5EF4-FFF2-40B4-BE49-F238E27FC236}">
                <a16:creationId xmlns:a16="http://schemas.microsoft.com/office/drawing/2014/main" id="{12A3E395-6ACD-4679-AF19-EA424B18A6FA}"/>
              </a:ext>
            </a:extLst>
          </p:cNvPr>
          <p:cNvCxnSpPr>
            <a:cxnSpLocks/>
          </p:cNvCxnSpPr>
          <p:nvPr/>
        </p:nvCxnSpPr>
        <p:spPr>
          <a:xfrm>
            <a:off x="4960458" y="8215278"/>
            <a:ext cx="1" cy="36117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3" name="Straight Connector 452">
            <a:extLst>
              <a:ext uri="{FF2B5EF4-FFF2-40B4-BE49-F238E27FC236}">
                <a16:creationId xmlns:a16="http://schemas.microsoft.com/office/drawing/2014/main" id="{65EC09A2-EE3D-4DBD-9F73-402223BB2A93}"/>
              </a:ext>
            </a:extLst>
          </p:cNvPr>
          <p:cNvCxnSpPr>
            <a:cxnSpLocks/>
          </p:cNvCxnSpPr>
          <p:nvPr/>
        </p:nvCxnSpPr>
        <p:spPr>
          <a:xfrm flipH="1" flipV="1">
            <a:off x="4947111" y="8581518"/>
            <a:ext cx="272958" cy="10608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6" name="Straight Connector 452">
            <a:extLst>
              <a:ext uri="{FF2B5EF4-FFF2-40B4-BE49-F238E27FC236}">
                <a16:creationId xmlns:a16="http://schemas.microsoft.com/office/drawing/2014/main" id="{45BADA2B-06F0-4FA0-901E-7E1AC20B7690}"/>
              </a:ext>
            </a:extLst>
          </p:cNvPr>
          <p:cNvCxnSpPr>
            <a:cxnSpLocks/>
          </p:cNvCxnSpPr>
          <p:nvPr/>
        </p:nvCxnSpPr>
        <p:spPr>
          <a:xfrm flipH="1">
            <a:off x="5198003" y="8138637"/>
            <a:ext cx="4047" cy="533710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8" name="Straight Connector 452">
            <a:extLst>
              <a:ext uri="{FF2B5EF4-FFF2-40B4-BE49-F238E27FC236}">
                <a16:creationId xmlns:a16="http://schemas.microsoft.com/office/drawing/2014/main" id="{365B9E32-50B3-477B-822E-7898284E0DBA}"/>
              </a:ext>
            </a:extLst>
          </p:cNvPr>
          <p:cNvCxnSpPr>
            <a:cxnSpLocks/>
          </p:cNvCxnSpPr>
          <p:nvPr/>
        </p:nvCxnSpPr>
        <p:spPr>
          <a:xfrm flipV="1">
            <a:off x="5203827" y="8030153"/>
            <a:ext cx="252835" cy="11671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1" name="Straight Connector 452">
            <a:extLst>
              <a:ext uri="{FF2B5EF4-FFF2-40B4-BE49-F238E27FC236}">
                <a16:creationId xmlns:a16="http://schemas.microsoft.com/office/drawing/2014/main" id="{724E92E8-06F7-4A04-AA04-03D8BE4C8695}"/>
              </a:ext>
            </a:extLst>
          </p:cNvPr>
          <p:cNvCxnSpPr>
            <a:cxnSpLocks/>
          </p:cNvCxnSpPr>
          <p:nvPr/>
        </p:nvCxnSpPr>
        <p:spPr>
          <a:xfrm flipV="1">
            <a:off x="5424170" y="7889415"/>
            <a:ext cx="0" cy="15396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3" name="Straight Connector 452">
            <a:extLst>
              <a:ext uri="{FF2B5EF4-FFF2-40B4-BE49-F238E27FC236}">
                <a16:creationId xmlns:a16="http://schemas.microsoft.com/office/drawing/2014/main" id="{538C90E1-EA6A-4269-8B10-FDDBDFF2069B}"/>
              </a:ext>
            </a:extLst>
          </p:cNvPr>
          <p:cNvCxnSpPr>
            <a:cxnSpLocks/>
          </p:cNvCxnSpPr>
          <p:nvPr/>
        </p:nvCxnSpPr>
        <p:spPr>
          <a:xfrm flipV="1">
            <a:off x="5404027" y="7782571"/>
            <a:ext cx="252835" cy="11671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6" name="Straight Connector 452">
            <a:extLst>
              <a:ext uri="{FF2B5EF4-FFF2-40B4-BE49-F238E27FC236}">
                <a16:creationId xmlns:a16="http://schemas.microsoft.com/office/drawing/2014/main" id="{535C4BF5-B901-4D13-A0C0-61198F2F4AB2}"/>
              </a:ext>
            </a:extLst>
          </p:cNvPr>
          <p:cNvCxnSpPr>
            <a:cxnSpLocks/>
          </p:cNvCxnSpPr>
          <p:nvPr/>
        </p:nvCxnSpPr>
        <p:spPr>
          <a:xfrm flipH="1" flipV="1">
            <a:off x="5638106" y="7777720"/>
            <a:ext cx="7041" cy="360917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9" name="Straight Connector 452">
            <a:extLst>
              <a:ext uri="{FF2B5EF4-FFF2-40B4-BE49-F238E27FC236}">
                <a16:creationId xmlns:a16="http://schemas.microsoft.com/office/drawing/2014/main" id="{CD9FEFE8-E5BD-4FEF-81E9-0865826F6FFB}"/>
              </a:ext>
            </a:extLst>
          </p:cNvPr>
          <p:cNvCxnSpPr>
            <a:cxnSpLocks/>
          </p:cNvCxnSpPr>
          <p:nvPr/>
        </p:nvCxnSpPr>
        <p:spPr>
          <a:xfrm flipV="1">
            <a:off x="5408066" y="8111103"/>
            <a:ext cx="252835" cy="11671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2" name="Straight Connector 452">
            <a:extLst>
              <a:ext uri="{FF2B5EF4-FFF2-40B4-BE49-F238E27FC236}">
                <a16:creationId xmlns:a16="http://schemas.microsoft.com/office/drawing/2014/main" id="{1AB462C0-1921-404E-B95A-A0E9BE7792A9}"/>
              </a:ext>
            </a:extLst>
          </p:cNvPr>
          <p:cNvCxnSpPr>
            <a:cxnSpLocks/>
          </p:cNvCxnSpPr>
          <p:nvPr/>
        </p:nvCxnSpPr>
        <p:spPr>
          <a:xfrm flipH="1" flipV="1">
            <a:off x="5402768" y="8226227"/>
            <a:ext cx="7041" cy="360917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8" name="Straight Connector 452">
            <a:extLst>
              <a:ext uri="{FF2B5EF4-FFF2-40B4-BE49-F238E27FC236}">
                <a16:creationId xmlns:a16="http://schemas.microsoft.com/office/drawing/2014/main" id="{44FC4BDD-1D6C-4ED2-A350-22ADE058DB8B}"/>
              </a:ext>
            </a:extLst>
          </p:cNvPr>
          <p:cNvCxnSpPr>
            <a:cxnSpLocks/>
          </p:cNvCxnSpPr>
          <p:nvPr/>
        </p:nvCxnSpPr>
        <p:spPr>
          <a:xfrm flipH="1" flipV="1">
            <a:off x="5420310" y="8596771"/>
            <a:ext cx="272958" cy="10608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0" name="Straight Connector 452">
            <a:extLst>
              <a:ext uri="{FF2B5EF4-FFF2-40B4-BE49-F238E27FC236}">
                <a16:creationId xmlns:a16="http://schemas.microsoft.com/office/drawing/2014/main" id="{3A0BFD72-8997-4480-A242-B66B6997BD49}"/>
              </a:ext>
            </a:extLst>
          </p:cNvPr>
          <p:cNvCxnSpPr>
            <a:cxnSpLocks/>
          </p:cNvCxnSpPr>
          <p:nvPr/>
        </p:nvCxnSpPr>
        <p:spPr>
          <a:xfrm flipH="1" flipV="1">
            <a:off x="5653480" y="8337011"/>
            <a:ext cx="7041" cy="360917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6" name="Straight Connector 452">
            <a:extLst>
              <a:ext uri="{FF2B5EF4-FFF2-40B4-BE49-F238E27FC236}">
                <a16:creationId xmlns:a16="http://schemas.microsoft.com/office/drawing/2014/main" id="{5E122563-9974-45FC-8E40-0031DB844698}"/>
              </a:ext>
            </a:extLst>
          </p:cNvPr>
          <p:cNvCxnSpPr>
            <a:cxnSpLocks/>
          </p:cNvCxnSpPr>
          <p:nvPr/>
        </p:nvCxnSpPr>
        <p:spPr>
          <a:xfrm flipH="1" flipV="1">
            <a:off x="5641655" y="8326719"/>
            <a:ext cx="272958" cy="10608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7" name="Straight Connector 452">
            <a:extLst>
              <a:ext uri="{FF2B5EF4-FFF2-40B4-BE49-F238E27FC236}">
                <a16:creationId xmlns:a16="http://schemas.microsoft.com/office/drawing/2014/main" id="{93DAA007-2481-4A86-A73F-09BEA246BAB2}"/>
              </a:ext>
            </a:extLst>
          </p:cNvPr>
          <p:cNvCxnSpPr>
            <a:cxnSpLocks/>
          </p:cNvCxnSpPr>
          <p:nvPr/>
        </p:nvCxnSpPr>
        <p:spPr>
          <a:xfrm flipH="1" flipV="1">
            <a:off x="5873042" y="7715367"/>
            <a:ext cx="19635" cy="711934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0" name="Straight Connector 452">
            <a:extLst>
              <a:ext uri="{FF2B5EF4-FFF2-40B4-BE49-F238E27FC236}">
                <a16:creationId xmlns:a16="http://schemas.microsoft.com/office/drawing/2014/main" id="{94B104F8-8CBB-4A28-A501-6E89401FD018}"/>
              </a:ext>
            </a:extLst>
          </p:cNvPr>
          <p:cNvCxnSpPr>
            <a:cxnSpLocks/>
          </p:cNvCxnSpPr>
          <p:nvPr/>
        </p:nvCxnSpPr>
        <p:spPr>
          <a:xfrm flipH="1" flipV="1">
            <a:off x="5620360" y="7609286"/>
            <a:ext cx="272958" cy="10608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3" name="Straight Connector 452">
            <a:extLst>
              <a:ext uri="{FF2B5EF4-FFF2-40B4-BE49-F238E27FC236}">
                <a16:creationId xmlns:a16="http://schemas.microsoft.com/office/drawing/2014/main" id="{FA56EDC5-9124-4B5A-BF36-1016DD598F5E}"/>
              </a:ext>
            </a:extLst>
          </p:cNvPr>
          <p:cNvCxnSpPr>
            <a:cxnSpLocks/>
          </p:cNvCxnSpPr>
          <p:nvPr/>
        </p:nvCxnSpPr>
        <p:spPr>
          <a:xfrm flipV="1">
            <a:off x="5637457" y="7507852"/>
            <a:ext cx="252835" cy="11671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0" name="Straight Connector 452">
            <a:extLst>
              <a:ext uri="{FF2B5EF4-FFF2-40B4-BE49-F238E27FC236}">
                <a16:creationId xmlns:a16="http://schemas.microsoft.com/office/drawing/2014/main" id="{5DE1AA31-D4CA-4AF6-AFEC-0EF874D9C65B}"/>
              </a:ext>
            </a:extLst>
          </p:cNvPr>
          <p:cNvCxnSpPr>
            <a:cxnSpLocks/>
          </p:cNvCxnSpPr>
          <p:nvPr/>
        </p:nvCxnSpPr>
        <p:spPr>
          <a:xfrm flipH="1" flipV="1">
            <a:off x="5882859" y="7524182"/>
            <a:ext cx="465019" cy="183469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3" name="Straight Connector 452">
            <a:extLst>
              <a:ext uri="{FF2B5EF4-FFF2-40B4-BE49-F238E27FC236}">
                <a16:creationId xmlns:a16="http://schemas.microsoft.com/office/drawing/2014/main" id="{ADA725F0-793F-41FB-BCEE-AC063734C4E0}"/>
              </a:ext>
            </a:extLst>
          </p:cNvPr>
          <p:cNvCxnSpPr>
            <a:cxnSpLocks/>
          </p:cNvCxnSpPr>
          <p:nvPr/>
        </p:nvCxnSpPr>
        <p:spPr>
          <a:xfrm flipV="1">
            <a:off x="6082858" y="7705174"/>
            <a:ext cx="252835" cy="11671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5" name="Straight Connector 452">
            <a:extLst>
              <a:ext uri="{FF2B5EF4-FFF2-40B4-BE49-F238E27FC236}">
                <a16:creationId xmlns:a16="http://schemas.microsoft.com/office/drawing/2014/main" id="{E277D0EC-F0E9-4713-B70D-7172295A54A2}"/>
              </a:ext>
            </a:extLst>
          </p:cNvPr>
          <p:cNvCxnSpPr>
            <a:cxnSpLocks/>
          </p:cNvCxnSpPr>
          <p:nvPr/>
        </p:nvCxnSpPr>
        <p:spPr>
          <a:xfrm flipH="1" flipV="1">
            <a:off x="6091394" y="7807343"/>
            <a:ext cx="12858" cy="512809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6" name="Straight Connector 452">
            <a:extLst>
              <a:ext uri="{FF2B5EF4-FFF2-40B4-BE49-F238E27FC236}">
                <a16:creationId xmlns:a16="http://schemas.microsoft.com/office/drawing/2014/main" id="{A0651D41-B046-429F-8763-4C27A3361C41}"/>
              </a:ext>
            </a:extLst>
          </p:cNvPr>
          <p:cNvCxnSpPr>
            <a:cxnSpLocks/>
          </p:cNvCxnSpPr>
          <p:nvPr/>
        </p:nvCxnSpPr>
        <p:spPr>
          <a:xfrm flipV="1">
            <a:off x="6082509" y="8226227"/>
            <a:ext cx="252835" cy="11671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8" name="Straight Connector 452">
            <a:extLst>
              <a:ext uri="{FF2B5EF4-FFF2-40B4-BE49-F238E27FC236}">
                <a16:creationId xmlns:a16="http://schemas.microsoft.com/office/drawing/2014/main" id="{5B355CE1-1521-47E6-9673-B708B6DE4AD0}"/>
              </a:ext>
            </a:extLst>
          </p:cNvPr>
          <p:cNvCxnSpPr>
            <a:cxnSpLocks/>
          </p:cNvCxnSpPr>
          <p:nvPr/>
        </p:nvCxnSpPr>
        <p:spPr>
          <a:xfrm flipH="1" flipV="1">
            <a:off x="6325573" y="7899283"/>
            <a:ext cx="6481" cy="354490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1" name="Straight Connector 452">
            <a:extLst>
              <a:ext uri="{FF2B5EF4-FFF2-40B4-BE49-F238E27FC236}">
                <a16:creationId xmlns:a16="http://schemas.microsoft.com/office/drawing/2014/main" id="{E6283705-9C44-4129-98C5-565C4E29B49C}"/>
              </a:ext>
            </a:extLst>
          </p:cNvPr>
          <p:cNvCxnSpPr>
            <a:cxnSpLocks/>
          </p:cNvCxnSpPr>
          <p:nvPr/>
        </p:nvCxnSpPr>
        <p:spPr>
          <a:xfrm flipH="1" flipV="1">
            <a:off x="6345547" y="7899095"/>
            <a:ext cx="462332" cy="16465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4" name="Straight Connector 452">
            <a:extLst>
              <a:ext uri="{FF2B5EF4-FFF2-40B4-BE49-F238E27FC236}">
                <a16:creationId xmlns:a16="http://schemas.microsoft.com/office/drawing/2014/main" id="{0F1D0BC1-E0D1-48E1-A482-34663CB17EA1}"/>
              </a:ext>
            </a:extLst>
          </p:cNvPr>
          <p:cNvCxnSpPr>
            <a:cxnSpLocks/>
          </p:cNvCxnSpPr>
          <p:nvPr/>
        </p:nvCxnSpPr>
        <p:spPr>
          <a:xfrm flipV="1">
            <a:off x="6542912" y="8040485"/>
            <a:ext cx="252835" cy="11671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7" name="Straight Connector 452">
            <a:extLst>
              <a:ext uri="{FF2B5EF4-FFF2-40B4-BE49-F238E27FC236}">
                <a16:creationId xmlns:a16="http://schemas.microsoft.com/office/drawing/2014/main" id="{294EB98C-2A2C-4D91-9022-677D2847205F}"/>
              </a:ext>
            </a:extLst>
          </p:cNvPr>
          <p:cNvCxnSpPr>
            <a:cxnSpLocks/>
          </p:cNvCxnSpPr>
          <p:nvPr/>
        </p:nvCxnSpPr>
        <p:spPr>
          <a:xfrm flipV="1">
            <a:off x="6566275" y="8172751"/>
            <a:ext cx="0" cy="15396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0" name="Straight Connector 452">
            <a:extLst>
              <a:ext uri="{FF2B5EF4-FFF2-40B4-BE49-F238E27FC236}">
                <a16:creationId xmlns:a16="http://schemas.microsoft.com/office/drawing/2014/main" id="{59087AD9-0D8A-40A8-8ED8-442E112D0BE5}"/>
              </a:ext>
            </a:extLst>
          </p:cNvPr>
          <p:cNvCxnSpPr>
            <a:cxnSpLocks/>
          </p:cNvCxnSpPr>
          <p:nvPr/>
        </p:nvCxnSpPr>
        <p:spPr>
          <a:xfrm flipV="1">
            <a:off x="6550755" y="8241226"/>
            <a:ext cx="252835" cy="11671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3" name="Straight Connector 452">
            <a:extLst>
              <a:ext uri="{FF2B5EF4-FFF2-40B4-BE49-F238E27FC236}">
                <a16:creationId xmlns:a16="http://schemas.microsoft.com/office/drawing/2014/main" id="{E834225B-603F-48CC-A2AC-CC8632DFB3F8}"/>
              </a:ext>
            </a:extLst>
          </p:cNvPr>
          <p:cNvCxnSpPr>
            <a:cxnSpLocks/>
          </p:cNvCxnSpPr>
          <p:nvPr/>
        </p:nvCxnSpPr>
        <p:spPr>
          <a:xfrm flipH="1" flipV="1">
            <a:off x="6768803" y="8231542"/>
            <a:ext cx="272958" cy="10608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5" name="Straight Connector 452">
            <a:extLst>
              <a:ext uri="{FF2B5EF4-FFF2-40B4-BE49-F238E27FC236}">
                <a16:creationId xmlns:a16="http://schemas.microsoft.com/office/drawing/2014/main" id="{A907E9D5-1414-42B7-8549-5304F3F25A6E}"/>
              </a:ext>
            </a:extLst>
          </p:cNvPr>
          <p:cNvCxnSpPr>
            <a:cxnSpLocks/>
          </p:cNvCxnSpPr>
          <p:nvPr/>
        </p:nvCxnSpPr>
        <p:spPr>
          <a:xfrm flipV="1">
            <a:off x="6097785" y="8226227"/>
            <a:ext cx="252835" cy="11671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7" name="Straight Connector 452">
            <a:extLst>
              <a:ext uri="{FF2B5EF4-FFF2-40B4-BE49-F238E27FC236}">
                <a16:creationId xmlns:a16="http://schemas.microsoft.com/office/drawing/2014/main" id="{D9A5543A-9A87-49B3-BA1F-D2E1986E654E}"/>
              </a:ext>
            </a:extLst>
          </p:cNvPr>
          <p:cNvCxnSpPr>
            <a:cxnSpLocks/>
          </p:cNvCxnSpPr>
          <p:nvPr/>
        </p:nvCxnSpPr>
        <p:spPr>
          <a:xfrm flipV="1">
            <a:off x="7020115" y="8138637"/>
            <a:ext cx="449422" cy="197359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7" name="Straight Connector 452">
            <a:extLst>
              <a:ext uri="{FF2B5EF4-FFF2-40B4-BE49-F238E27FC236}">
                <a16:creationId xmlns:a16="http://schemas.microsoft.com/office/drawing/2014/main" id="{15DAA3CD-7545-49BF-9122-0FFA2DF64374}"/>
              </a:ext>
            </a:extLst>
          </p:cNvPr>
          <p:cNvCxnSpPr>
            <a:cxnSpLocks/>
          </p:cNvCxnSpPr>
          <p:nvPr/>
        </p:nvCxnSpPr>
        <p:spPr>
          <a:xfrm flipV="1">
            <a:off x="7451011" y="7798880"/>
            <a:ext cx="0" cy="33754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0" name="Straight Connector 452">
            <a:extLst>
              <a:ext uri="{FF2B5EF4-FFF2-40B4-BE49-F238E27FC236}">
                <a16:creationId xmlns:a16="http://schemas.microsoft.com/office/drawing/2014/main" id="{F5CD2193-16EB-4FCA-8038-103AE9DFCD22}"/>
              </a:ext>
            </a:extLst>
          </p:cNvPr>
          <p:cNvCxnSpPr>
            <a:cxnSpLocks/>
          </p:cNvCxnSpPr>
          <p:nvPr/>
        </p:nvCxnSpPr>
        <p:spPr>
          <a:xfrm flipV="1">
            <a:off x="7467628" y="7685419"/>
            <a:ext cx="252835" cy="11671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2" name="Straight Connector 452">
            <a:extLst>
              <a:ext uri="{FF2B5EF4-FFF2-40B4-BE49-F238E27FC236}">
                <a16:creationId xmlns:a16="http://schemas.microsoft.com/office/drawing/2014/main" id="{29D3C189-81AE-44F0-966F-93AFD14D7891}"/>
              </a:ext>
            </a:extLst>
          </p:cNvPr>
          <p:cNvCxnSpPr>
            <a:cxnSpLocks/>
          </p:cNvCxnSpPr>
          <p:nvPr/>
        </p:nvCxnSpPr>
        <p:spPr>
          <a:xfrm flipV="1">
            <a:off x="7716620" y="7358036"/>
            <a:ext cx="0" cy="33754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6" name="Straight Connector 452">
            <a:extLst>
              <a:ext uri="{FF2B5EF4-FFF2-40B4-BE49-F238E27FC236}">
                <a16:creationId xmlns:a16="http://schemas.microsoft.com/office/drawing/2014/main" id="{DB089715-08AB-4200-AFC8-D704FE11245C}"/>
              </a:ext>
            </a:extLst>
          </p:cNvPr>
          <p:cNvCxnSpPr>
            <a:cxnSpLocks/>
          </p:cNvCxnSpPr>
          <p:nvPr/>
        </p:nvCxnSpPr>
        <p:spPr>
          <a:xfrm flipV="1">
            <a:off x="7459943" y="7343599"/>
            <a:ext cx="252835" cy="11671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8" name="Straight Connector 452">
            <a:extLst>
              <a:ext uri="{FF2B5EF4-FFF2-40B4-BE49-F238E27FC236}">
                <a16:creationId xmlns:a16="http://schemas.microsoft.com/office/drawing/2014/main" id="{1802DB04-178A-4428-88BB-7B7D44B28DCA}"/>
              </a:ext>
            </a:extLst>
          </p:cNvPr>
          <p:cNvCxnSpPr>
            <a:cxnSpLocks/>
          </p:cNvCxnSpPr>
          <p:nvPr/>
        </p:nvCxnSpPr>
        <p:spPr>
          <a:xfrm flipH="1" flipV="1">
            <a:off x="7221161" y="7339841"/>
            <a:ext cx="272958" cy="10608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1" name="Straight Connector 452">
            <a:extLst>
              <a:ext uri="{FF2B5EF4-FFF2-40B4-BE49-F238E27FC236}">
                <a16:creationId xmlns:a16="http://schemas.microsoft.com/office/drawing/2014/main" id="{E3188213-B1F5-40B6-B3A2-7465D6AFF243}"/>
              </a:ext>
            </a:extLst>
          </p:cNvPr>
          <p:cNvCxnSpPr>
            <a:cxnSpLocks/>
          </p:cNvCxnSpPr>
          <p:nvPr/>
        </p:nvCxnSpPr>
        <p:spPr>
          <a:xfrm flipV="1">
            <a:off x="7220466" y="7251911"/>
            <a:ext cx="252835" cy="11671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3" name="Straight Connector 452">
            <a:extLst>
              <a:ext uri="{FF2B5EF4-FFF2-40B4-BE49-F238E27FC236}">
                <a16:creationId xmlns:a16="http://schemas.microsoft.com/office/drawing/2014/main" id="{FB3C7D5D-6F2A-4DA3-A20A-D9CCCC9B6388}"/>
              </a:ext>
            </a:extLst>
          </p:cNvPr>
          <p:cNvCxnSpPr>
            <a:cxnSpLocks/>
          </p:cNvCxnSpPr>
          <p:nvPr/>
        </p:nvCxnSpPr>
        <p:spPr>
          <a:xfrm flipV="1">
            <a:off x="7475318" y="6907419"/>
            <a:ext cx="0" cy="33754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5" name="Straight Connector 452">
            <a:extLst>
              <a:ext uri="{FF2B5EF4-FFF2-40B4-BE49-F238E27FC236}">
                <a16:creationId xmlns:a16="http://schemas.microsoft.com/office/drawing/2014/main" id="{CEDDBDCA-8FD4-429E-BE9F-71662B886BD7}"/>
              </a:ext>
            </a:extLst>
          </p:cNvPr>
          <p:cNvCxnSpPr>
            <a:cxnSpLocks/>
          </p:cNvCxnSpPr>
          <p:nvPr/>
        </p:nvCxnSpPr>
        <p:spPr>
          <a:xfrm flipH="1" flipV="1">
            <a:off x="7487326" y="6905927"/>
            <a:ext cx="272958" cy="10608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6" name="Straight Connector 452">
            <a:extLst>
              <a:ext uri="{FF2B5EF4-FFF2-40B4-BE49-F238E27FC236}">
                <a16:creationId xmlns:a16="http://schemas.microsoft.com/office/drawing/2014/main" id="{234116A2-87A7-48F2-B041-39221987AD9E}"/>
              </a:ext>
            </a:extLst>
          </p:cNvPr>
          <p:cNvCxnSpPr>
            <a:cxnSpLocks/>
          </p:cNvCxnSpPr>
          <p:nvPr/>
        </p:nvCxnSpPr>
        <p:spPr>
          <a:xfrm flipV="1">
            <a:off x="7722043" y="6991223"/>
            <a:ext cx="0" cy="15396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8" name="Straight Connector 452">
            <a:extLst>
              <a:ext uri="{FF2B5EF4-FFF2-40B4-BE49-F238E27FC236}">
                <a16:creationId xmlns:a16="http://schemas.microsoft.com/office/drawing/2014/main" id="{96C5CB4A-0119-450A-8A29-41DA40F5F86F}"/>
              </a:ext>
            </a:extLst>
          </p:cNvPr>
          <p:cNvCxnSpPr>
            <a:cxnSpLocks/>
          </p:cNvCxnSpPr>
          <p:nvPr/>
        </p:nvCxnSpPr>
        <p:spPr>
          <a:xfrm flipV="1">
            <a:off x="7728414" y="6899719"/>
            <a:ext cx="660604" cy="266496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2" name="Straight Connector 452">
            <a:extLst>
              <a:ext uri="{FF2B5EF4-FFF2-40B4-BE49-F238E27FC236}">
                <a16:creationId xmlns:a16="http://schemas.microsoft.com/office/drawing/2014/main" id="{67D6993D-9AB8-4BF6-808C-DC5038DE1846}"/>
              </a:ext>
            </a:extLst>
          </p:cNvPr>
          <p:cNvCxnSpPr>
            <a:cxnSpLocks/>
          </p:cNvCxnSpPr>
          <p:nvPr/>
        </p:nvCxnSpPr>
        <p:spPr>
          <a:xfrm flipH="1" flipV="1">
            <a:off x="8368032" y="6898218"/>
            <a:ext cx="272958" cy="10608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6" name="Straight Connector 452">
            <a:extLst>
              <a:ext uri="{FF2B5EF4-FFF2-40B4-BE49-F238E27FC236}">
                <a16:creationId xmlns:a16="http://schemas.microsoft.com/office/drawing/2014/main" id="{95BD3BA9-4CB5-45AF-8908-DE4A12EEE009}"/>
              </a:ext>
            </a:extLst>
          </p:cNvPr>
          <p:cNvCxnSpPr>
            <a:cxnSpLocks/>
          </p:cNvCxnSpPr>
          <p:nvPr/>
        </p:nvCxnSpPr>
        <p:spPr>
          <a:xfrm flipV="1">
            <a:off x="8161881" y="7006392"/>
            <a:ext cx="428476" cy="16300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9" name="Straight Connector 452">
            <a:extLst>
              <a:ext uri="{FF2B5EF4-FFF2-40B4-BE49-F238E27FC236}">
                <a16:creationId xmlns:a16="http://schemas.microsoft.com/office/drawing/2014/main" id="{E461764E-DAE3-42C7-952A-59F6F4514295}"/>
              </a:ext>
            </a:extLst>
          </p:cNvPr>
          <p:cNvCxnSpPr>
            <a:cxnSpLocks/>
          </p:cNvCxnSpPr>
          <p:nvPr/>
        </p:nvCxnSpPr>
        <p:spPr>
          <a:xfrm flipH="1" flipV="1">
            <a:off x="8154191" y="7154299"/>
            <a:ext cx="272958" cy="10608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2" name="Straight Connector 452">
            <a:extLst>
              <a:ext uri="{FF2B5EF4-FFF2-40B4-BE49-F238E27FC236}">
                <a16:creationId xmlns:a16="http://schemas.microsoft.com/office/drawing/2014/main" id="{DA4732D8-2BA4-4482-B0F8-8A8C4EAE6095}"/>
              </a:ext>
            </a:extLst>
          </p:cNvPr>
          <p:cNvCxnSpPr>
            <a:cxnSpLocks/>
          </p:cNvCxnSpPr>
          <p:nvPr/>
        </p:nvCxnSpPr>
        <p:spPr>
          <a:xfrm flipV="1">
            <a:off x="8165308" y="7244778"/>
            <a:ext cx="252835" cy="11671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5" name="Straight Connector 452">
            <a:extLst>
              <a:ext uri="{FF2B5EF4-FFF2-40B4-BE49-F238E27FC236}">
                <a16:creationId xmlns:a16="http://schemas.microsoft.com/office/drawing/2014/main" id="{1BE4F245-D0C4-4BDF-8E7C-B4F690E19FE3}"/>
              </a:ext>
            </a:extLst>
          </p:cNvPr>
          <p:cNvCxnSpPr>
            <a:cxnSpLocks/>
          </p:cNvCxnSpPr>
          <p:nvPr/>
        </p:nvCxnSpPr>
        <p:spPr>
          <a:xfrm flipH="1" flipV="1">
            <a:off x="7885675" y="7238599"/>
            <a:ext cx="272958" cy="10608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0" name="Straight Connector 452">
            <a:extLst>
              <a:ext uri="{FF2B5EF4-FFF2-40B4-BE49-F238E27FC236}">
                <a16:creationId xmlns:a16="http://schemas.microsoft.com/office/drawing/2014/main" id="{254F355F-2F74-405E-B374-A49D6414E801}"/>
              </a:ext>
            </a:extLst>
          </p:cNvPr>
          <p:cNvCxnSpPr>
            <a:cxnSpLocks/>
          </p:cNvCxnSpPr>
          <p:nvPr/>
        </p:nvCxnSpPr>
        <p:spPr>
          <a:xfrm flipV="1">
            <a:off x="7911578" y="7244967"/>
            <a:ext cx="0" cy="15396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2" name="Straight Connector 452">
            <a:extLst>
              <a:ext uri="{FF2B5EF4-FFF2-40B4-BE49-F238E27FC236}">
                <a16:creationId xmlns:a16="http://schemas.microsoft.com/office/drawing/2014/main" id="{FB4B992D-1839-4A07-970A-F91CD7B5B584}"/>
              </a:ext>
            </a:extLst>
          </p:cNvPr>
          <p:cNvCxnSpPr>
            <a:cxnSpLocks/>
          </p:cNvCxnSpPr>
          <p:nvPr/>
        </p:nvCxnSpPr>
        <p:spPr>
          <a:xfrm flipH="1" flipV="1">
            <a:off x="7919369" y="7425206"/>
            <a:ext cx="272958" cy="10608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3" name="Straight Connector 452">
            <a:extLst>
              <a:ext uri="{FF2B5EF4-FFF2-40B4-BE49-F238E27FC236}">
                <a16:creationId xmlns:a16="http://schemas.microsoft.com/office/drawing/2014/main" id="{8A534D5E-74DD-436C-BE17-B798886917B2}"/>
              </a:ext>
            </a:extLst>
          </p:cNvPr>
          <p:cNvCxnSpPr>
            <a:cxnSpLocks/>
          </p:cNvCxnSpPr>
          <p:nvPr/>
        </p:nvCxnSpPr>
        <p:spPr>
          <a:xfrm flipV="1">
            <a:off x="8165308" y="7515289"/>
            <a:ext cx="0" cy="15396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0" name="Straight Connector 452">
            <a:extLst>
              <a:ext uri="{FF2B5EF4-FFF2-40B4-BE49-F238E27FC236}">
                <a16:creationId xmlns:a16="http://schemas.microsoft.com/office/drawing/2014/main" id="{27A63551-D6E9-4E1E-B8E7-86251517D54C}"/>
              </a:ext>
            </a:extLst>
          </p:cNvPr>
          <p:cNvCxnSpPr>
            <a:cxnSpLocks/>
          </p:cNvCxnSpPr>
          <p:nvPr/>
        </p:nvCxnSpPr>
        <p:spPr>
          <a:xfrm flipH="1" flipV="1">
            <a:off x="7894416" y="7574136"/>
            <a:ext cx="272958" cy="10608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4" name="Straight Connector 452">
            <a:extLst>
              <a:ext uri="{FF2B5EF4-FFF2-40B4-BE49-F238E27FC236}">
                <a16:creationId xmlns:a16="http://schemas.microsoft.com/office/drawing/2014/main" id="{9046E14E-3F6A-4729-BD29-472AF95DCB69}"/>
              </a:ext>
            </a:extLst>
          </p:cNvPr>
          <p:cNvCxnSpPr>
            <a:cxnSpLocks/>
          </p:cNvCxnSpPr>
          <p:nvPr/>
        </p:nvCxnSpPr>
        <p:spPr>
          <a:xfrm flipV="1">
            <a:off x="7919564" y="7588065"/>
            <a:ext cx="0" cy="15396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8" name="Straight Connector 452">
            <a:extLst>
              <a:ext uri="{FF2B5EF4-FFF2-40B4-BE49-F238E27FC236}">
                <a16:creationId xmlns:a16="http://schemas.microsoft.com/office/drawing/2014/main" id="{CB44CF95-AEE3-4758-8278-B0DD1957BC6C}"/>
              </a:ext>
            </a:extLst>
          </p:cNvPr>
          <p:cNvCxnSpPr>
            <a:cxnSpLocks/>
          </p:cNvCxnSpPr>
          <p:nvPr/>
        </p:nvCxnSpPr>
        <p:spPr>
          <a:xfrm flipH="1" flipV="1">
            <a:off x="7913380" y="7749370"/>
            <a:ext cx="272958" cy="10608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1" name="Straight Connector 452">
            <a:extLst>
              <a:ext uri="{FF2B5EF4-FFF2-40B4-BE49-F238E27FC236}">
                <a16:creationId xmlns:a16="http://schemas.microsoft.com/office/drawing/2014/main" id="{859B066B-D744-4FB5-9F23-FB0721BEF74B}"/>
              </a:ext>
            </a:extLst>
          </p:cNvPr>
          <p:cNvCxnSpPr>
            <a:cxnSpLocks/>
          </p:cNvCxnSpPr>
          <p:nvPr/>
        </p:nvCxnSpPr>
        <p:spPr>
          <a:xfrm flipV="1">
            <a:off x="7917454" y="7855098"/>
            <a:ext cx="252835" cy="11671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3" name="Straight Connector 452">
            <a:extLst>
              <a:ext uri="{FF2B5EF4-FFF2-40B4-BE49-F238E27FC236}">
                <a16:creationId xmlns:a16="http://schemas.microsoft.com/office/drawing/2014/main" id="{0E926CA1-302A-4DFC-89C9-E02F2F344E29}"/>
              </a:ext>
            </a:extLst>
          </p:cNvPr>
          <p:cNvCxnSpPr>
            <a:cxnSpLocks/>
          </p:cNvCxnSpPr>
          <p:nvPr/>
        </p:nvCxnSpPr>
        <p:spPr>
          <a:xfrm flipH="1" flipV="1">
            <a:off x="7683291" y="7885408"/>
            <a:ext cx="272958" cy="10608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4" name="Straight Connector 452">
            <a:extLst>
              <a:ext uri="{FF2B5EF4-FFF2-40B4-BE49-F238E27FC236}">
                <a16:creationId xmlns:a16="http://schemas.microsoft.com/office/drawing/2014/main" id="{BCD7A6ED-426D-4C58-B5F4-388B618F6345}"/>
              </a:ext>
            </a:extLst>
          </p:cNvPr>
          <p:cNvCxnSpPr>
            <a:cxnSpLocks/>
          </p:cNvCxnSpPr>
          <p:nvPr/>
        </p:nvCxnSpPr>
        <p:spPr>
          <a:xfrm flipH="1" flipV="1">
            <a:off x="7694111" y="7900582"/>
            <a:ext cx="8520" cy="52272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9" name="Straight Connector 452">
            <a:extLst>
              <a:ext uri="{FF2B5EF4-FFF2-40B4-BE49-F238E27FC236}">
                <a16:creationId xmlns:a16="http://schemas.microsoft.com/office/drawing/2014/main" id="{2BC1F98C-F76A-4A09-A0A1-F258C585B98D}"/>
              </a:ext>
            </a:extLst>
          </p:cNvPr>
          <p:cNvCxnSpPr>
            <a:cxnSpLocks/>
          </p:cNvCxnSpPr>
          <p:nvPr/>
        </p:nvCxnSpPr>
        <p:spPr>
          <a:xfrm flipH="1" flipV="1">
            <a:off x="7425412" y="8305696"/>
            <a:ext cx="272958" cy="10608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2" name="Straight Connector 452">
            <a:extLst>
              <a:ext uri="{FF2B5EF4-FFF2-40B4-BE49-F238E27FC236}">
                <a16:creationId xmlns:a16="http://schemas.microsoft.com/office/drawing/2014/main" id="{B579C3C6-A9E6-442A-AB60-35AA261D08A1}"/>
              </a:ext>
            </a:extLst>
          </p:cNvPr>
          <p:cNvCxnSpPr>
            <a:cxnSpLocks/>
          </p:cNvCxnSpPr>
          <p:nvPr/>
        </p:nvCxnSpPr>
        <p:spPr>
          <a:xfrm flipV="1">
            <a:off x="7451011" y="8346326"/>
            <a:ext cx="0" cy="15396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5" name="Straight Connector 452">
            <a:extLst>
              <a:ext uri="{FF2B5EF4-FFF2-40B4-BE49-F238E27FC236}">
                <a16:creationId xmlns:a16="http://schemas.microsoft.com/office/drawing/2014/main" id="{1664BB2B-BF8B-42BE-8C6B-03E2FD1851F4}"/>
              </a:ext>
            </a:extLst>
          </p:cNvPr>
          <p:cNvCxnSpPr>
            <a:cxnSpLocks/>
          </p:cNvCxnSpPr>
          <p:nvPr/>
        </p:nvCxnSpPr>
        <p:spPr>
          <a:xfrm flipH="1" flipV="1">
            <a:off x="7211697" y="8417906"/>
            <a:ext cx="272958" cy="10608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1" name="Straight Connector 452">
            <a:extLst>
              <a:ext uri="{FF2B5EF4-FFF2-40B4-BE49-F238E27FC236}">
                <a16:creationId xmlns:a16="http://schemas.microsoft.com/office/drawing/2014/main" id="{A0009293-57BD-407F-9BF4-01B7745D0BC4}"/>
              </a:ext>
            </a:extLst>
          </p:cNvPr>
          <p:cNvCxnSpPr>
            <a:cxnSpLocks/>
          </p:cNvCxnSpPr>
          <p:nvPr/>
        </p:nvCxnSpPr>
        <p:spPr>
          <a:xfrm flipV="1">
            <a:off x="7231389" y="8418370"/>
            <a:ext cx="17941" cy="743313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2" name="Straight Connector 452">
            <a:extLst>
              <a:ext uri="{FF2B5EF4-FFF2-40B4-BE49-F238E27FC236}">
                <a16:creationId xmlns:a16="http://schemas.microsoft.com/office/drawing/2014/main" id="{416BC757-62A0-4E6C-B39A-1FD432F0C844}"/>
              </a:ext>
            </a:extLst>
          </p:cNvPr>
          <p:cNvCxnSpPr>
            <a:cxnSpLocks/>
          </p:cNvCxnSpPr>
          <p:nvPr/>
        </p:nvCxnSpPr>
        <p:spPr>
          <a:xfrm flipH="1" flipV="1">
            <a:off x="6964763" y="9038057"/>
            <a:ext cx="272958" cy="10608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3" name="Straight Connector 452">
            <a:extLst>
              <a:ext uri="{FF2B5EF4-FFF2-40B4-BE49-F238E27FC236}">
                <a16:creationId xmlns:a16="http://schemas.microsoft.com/office/drawing/2014/main" id="{CEF1CF1B-AA6F-4386-B44A-560766A52A01}"/>
              </a:ext>
            </a:extLst>
          </p:cNvPr>
          <p:cNvCxnSpPr>
            <a:cxnSpLocks/>
          </p:cNvCxnSpPr>
          <p:nvPr/>
        </p:nvCxnSpPr>
        <p:spPr>
          <a:xfrm flipV="1">
            <a:off x="7009964" y="8483023"/>
            <a:ext cx="6961" cy="555034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4" name="Straight Connector 452">
            <a:extLst>
              <a:ext uri="{FF2B5EF4-FFF2-40B4-BE49-F238E27FC236}">
                <a16:creationId xmlns:a16="http://schemas.microsoft.com/office/drawing/2014/main" id="{9BF071DF-8AF7-462E-BCA7-798E6BF89895}"/>
              </a:ext>
            </a:extLst>
          </p:cNvPr>
          <p:cNvCxnSpPr>
            <a:cxnSpLocks/>
          </p:cNvCxnSpPr>
          <p:nvPr/>
        </p:nvCxnSpPr>
        <p:spPr>
          <a:xfrm flipV="1">
            <a:off x="6535269" y="8952397"/>
            <a:ext cx="252835" cy="11671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5" name="Straight Connector 452">
            <a:extLst>
              <a:ext uri="{FF2B5EF4-FFF2-40B4-BE49-F238E27FC236}">
                <a16:creationId xmlns:a16="http://schemas.microsoft.com/office/drawing/2014/main" id="{4CDACB17-5807-4198-A61B-04A2E667C637}"/>
              </a:ext>
            </a:extLst>
          </p:cNvPr>
          <p:cNvCxnSpPr>
            <a:cxnSpLocks/>
          </p:cNvCxnSpPr>
          <p:nvPr/>
        </p:nvCxnSpPr>
        <p:spPr>
          <a:xfrm flipH="1" flipV="1">
            <a:off x="6762268" y="8417905"/>
            <a:ext cx="272958" cy="10608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6" name="Straight Connector 452">
            <a:extLst>
              <a:ext uri="{FF2B5EF4-FFF2-40B4-BE49-F238E27FC236}">
                <a16:creationId xmlns:a16="http://schemas.microsoft.com/office/drawing/2014/main" id="{F4F8BCD1-8146-491B-9D89-77F1970D2E26}"/>
              </a:ext>
            </a:extLst>
          </p:cNvPr>
          <p:cNvCxnSpPr>
            <a:cxnSpLocks/>
          </p:cNvCxnSpPr>
          <p:nvPr/>
        </p:nvCxnSpPr>
        <p:spPr>
          <a:xfrm flipH="1" flipV="1">
            <a:off x="6770121" y="8403798"/>
            <a:ext cx="16212" cy="555034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7" name="Straight Connector 452">
            <a:extLst>
              <a:ext uri="{FF2B5EF4-FFF2-40B4-BE49-F238E27FC236}">
                <a16:creationId xmlns:a16="http://schemas.microsoft.com/office/drawing/2014/main" id="{F3265689-6841-4BC5-B584-5359F374E4A8}"/>
              </a:ext>
            </a:extLst>
          </p:cNvPr>
          <p:cNvCxnSpPr>
            <a:cxnSpLocks/>
          </p:cNvCxnSpPr>
          <p:nvPr/>
        </p:nvCxnSpPr>
        <p:spPr>
          <a:xfrm flipH="1" flipV="1">
            <a:off x="6539120" y="8507636"/>
            <a:ext cx="3452" cy="53821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8" name="Straight Connector 452">
            <a:extLst>
              <a:ext uri="{FF2B5EF4-FFF2-40B4-BE49-F238E27FC236}">
                <a16:creationId xmlns:a16="http://schemas.microsoft.com/office/drawing/2014/main" id="{1E8D496D-98C8-4274-ABA8-0D236EDC8997}"/>
              </a:ext>
            </a:extLst>
          </p:cNvPr>
          <p:cNvCxnSpPr>
            <a:cxnSpLocks/>
          </p:cNvCxnSpPr>
          <p:nvPr/>
        </p:nvCxnSpPr>
        <p:spPr>
          <a:xfrm flipV="1">
            <a:off x="6291286" y="8509607"/>
            <a:ext cx="252835" cy="11671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9" name="Straight Connector 452">
            <a:extLst>
              <a:ext uri="{FF2B5EF4-FFF2-40B4-BE49-F238E27FC236}">
                <a16:creationId xmlns:a16="http://schemas.microsoft.com/office/drawing/2014/main" id="{2DB0F53C-8ABD-4AFC-BD57-778F82DE7474}"/>
              </a:ext>
            </a:extLst>
          </p:cNvPr>
          <p:cNvCxnSpPr>
            <a:cxnSpLocks/>
          </p:cNvCxnSpPr>
          <p:nvPr/>
        </p:nvCxnSpPr>
        <p:spPr>
          <a:xfrm flipH="1" flipV="1">
            <a:off x="6307195" y="8594023"/>
            <a:ext cx="11305" cy="378565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0" name="Straight Connector 452">
            <a:extLst>
              <a:ext uri="{FF2B5EF4-FFF2-40B4-BE49-F238E27FC236}">
                <a16:creationId xmlns:a16="http://schemas.microsoft.com/office/drawing/2014/main" id="{CED6C973-F4ED-41BA-B791-E796BB76322B}"/>
              </a:ext>
            </a:extLst>
          </p:cNvPr>
          <p:cNvCxnSpPr>
            <a:cxnSpLocks/>
          </p:cNvCxnSpPr>
          <p:nvPr/>
        </p:nvCxnSpPr>
        <p:spPr>
          <a:xfrm flipH="1" flipV="1">
            <a:off x="6121855" y="8861268"/>
            <a:ext cx="201365" cy="90597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1" name="Straight Connector 452">
            <a:extLst>
              <a:ext uri="{FF2B5EF4-FFF2-40B4-BE49-F238E27FC236}">
                <a16:creationId xmlns:a16="http://schemas.microsoft.com/office/drawing/2014/main" id="{E6DD9D56-512D-46B8-B4BD-215F46507545}"/>
              </a:ext>
            </a:extLst>
          </p:cNvPr>
          <p:cNvCxnSpPr>
            <a:cxnSpLocks/>
          </p:cNvCxnSpPr>
          <p:nvPr/>
        </p:nvCxnSpPr>
        <p:spPr>
          <a:xfrm flipH="1" flipV="1">
            <a:off x="3829543" y="7812875"/>
            <a:ext cx="465875" cy="178615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2" name="Straight Connector 452">
            <a:extLst>
              <a:ext uri="{FF2B5EF4-FFF2-40B4-BE49-F238E27FC236}">
                <a16:creationId xmlns:a16="http://schemas.microsoft.com/office/drawing/2014/main" id="{8C37E6AF-81DD-4957-813F-DC4ECF2B3E3C}"/>
              </a:ext>
            </a:extLst>
          </p:cNvPr>
          <p:cNvCxnSpPr>
            <a:cxnSpLocks/>
          </p:cNvCxnSpPr>
          <p:nvPr/>
        </p:nvCxnSpPr>
        <p:spPr>
          <a:xfrm flipV="1">
            <a:off x="3842504" y="7657882"/>
            <a:ext cx="0" cy="15396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3" name="Straight Connector 452">
            <a:extLst>
              <a:ext uri="{FF2B5EF4-FFF2-40B4-BE49-F238E27FC236}">
                <a16:creationId xmlns:a16="http://schemas.microsoft.com/office/drawing/2014/main" id="{A5779C5C-2404-49F0-B1D9-8F948E72FBCD}"/>
              </a:ext>
            </a:extLst>
          </p:cNvPr>
          <p:cNvCxnSpPr>
            <a:cxnSpLocks/>
          </p:cNvCxnSpPr>
          <p:nvPr/>
        </p:nvCxnSpPr>
        <p:spPr>
          <a:xfrm flipH="1" flipV="1">
            <a:off x="3833245" y="7641175"/>
            <a:ext cx="682134" cy="275096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4" name="Straight Connector 452">
            <a:extLst>
              <a:ext uri="{FF2B5EF4-FFF2-40B4-BE49-F238E27FC236}">
                <a16:creationId xmlns:a16="http://schemas.microsoft.com/office/drawing/2014/main" id="{E609F186-4716-4549-9066-59C57FE02D45}"/>
              </a:ext>
            </a:extLst>
          </p:cNvPr>
          <p:cNvCxnSpPr>
            <a:cxnSpLocks/>
          </p:cNvCxnSpPr>
          <p:nvPr/>
        </p:nvCxnSpPr>
        <p:spPr>
          <a:xfrm flipV="1">
            <a:off x="4500584" y="7910711"/>
            <a:ext cx="7876" cy="18608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6" name="Straight Connector 452">
            <a:extLst>
              <a:ext uri="{FF2B5EF4-FFF2-40B4-BE49-F238E27FC236}">
                <a16:creationId xmlns:a16="http://schemas.microsoft.com/office/drawing/2014/main" id="{543E72D4-2297-4165-A347-F057E58ABF43}"/>
              </a:ext>
            </a:extLst>
          </p:cNvPr>
          <p:cNvCxnSpPr>
            <a:cxnSpLocks/>
          </p:cNvCxnSpPr>
          <p:nvPr/>
        </p:nvCxnSpPr>
        <p:spPr>
          <a:xfrm flipV="1">
            <a:off x="6329615" y="2721685"/>
            <a:ext cx="3273" cy="210153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7" name="Straight Connector 452">
            <a:extLst>
              <a:ext uri="{FF2B5EF4-FFF2-40B4-BE49-F238E27FC236}">
                <a16:creationId xmlns:a16="http://schemas.microsoft.com/office/drawing/2014/main" id="{A597CFA5-6A0A-4706-A042-8CE0077EA52E}"/>
              </a:ext>
            </a:extLst>
          </p:cNvPr>
          <p:cNvCxnSpPr>
            <a:cxnSpLocks/>
          </p:cNvCxnSpPr>
          <p:nvPr/>
        </p:nvCxnSpPr>
        <p:spPr>
          <a:xfrm flipH="1" flipV="1">
            <a:off x="4516619" y="5769423"/>
            <a:ext cx="473693" cy="196433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9184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008DB9D-AD64-43F0-A9D7-27A0169801ED}"/>
              </a:ext>
            </a:extLst>
          </p:cNvPr>
          <p:cNvSpPr/>
          <p:nvPr/>
        </p:nvSpPr>
        <p:spPr>
          <a:xfrm>
            <a:off x="0" y="0"/>
            <a:ext cx="12947650" cy="146304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7" name="Picture 206">
            <a:extLst>
              <a:ext uri="{FF2B5EF4-FFF2-40B4-BE49-F238E27FC236}">
                <a16:creationId xmlns:a16="http://schemas.microsoft.com/office/drawing/2014/main" id="{AAB0A44A-D804-417E-9D98-85C5F7E7AE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5571" y="27701"/>
            <a:ext cx="13501194" cy="9833705"/>
          </a:xfrm>
          <a:prstGeom prst="rect">
            <a:avLst/>
          </a:prstGeom>
        </p:spPr>
      </p:pic>
      <p:sp>
        <p:nvSpPr>
          <p:cNvPr id="16" name="水印" hidden="1">
            <a:extLst>
              <a:ext uri="{FF2B5EF4-FFF2-40B4-BE49-F238E27FC236}">
                <a16:creationId xmlns:a16="http://schemas.microsoft.com/office/drawing/2014/main" id="{9DBD241A-5829-4D04-8031-C98226894A65}"/>
              </a:ext>
            </a:extLst>
          </p:cNvPr>
          <p:cNvSpPr/>
          <p:nvPr/>
        </p:nvSpPr>
        <p:spPr>
          <a:xfrm rot="1546311">
            <a:off x="-3420789" y="-355347"/>
            <a:ext cx="18432756" cy="159883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  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endParaRPr lang="en-US" sz="9600" dirty="0">
              <a:ln>
                <a:solidFill>
                  <a:srgbClr val="666699"/>
                </a:solidFill>
              </a:ln>
              <a:solidFill>
                <a:schemeClr val="accent2">
                  <a:lumMod val="40000"/>
                  <a:lumOff val="60000"/>
                  <a:alpha val="0"/>
                </a:schemeClr>
              </a:solidFill>
            </a:endParaRPr>
          </a:p>
          <a:p>
            <a:pPr algn="ctr"/>
            <a:endParaRPr lang="en-US" sz="9600" dirty="0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42205A5A-28A7-4C61-8F2B-C99D6672DD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9819608"/>
              </p:ext>
            </p:extLst>
          </p:nvPr>
        </p:nvGraphicFramePr>
        <p:xfrm>
          <a:off x="1211590" y="11175854"/>
          <a:ext cx="8940810" cy="26598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94081">
                  <a:extLst>
                    <a:ext uri="{9D8B030D-6E8A-4147-A177-3AD203B41FA5}">
                      <a16:colId xmlns:a16="http://schemas.microsoft.com/office/drawing/2014/main" val="144093981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64583448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308532350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11909493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1606361759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2238472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3290142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405075186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7436931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55200572"/>
                    </a:ext>
                  </a:extLst>
                </a:gridCol>
              </a:tblGrid>
              <a:tr h="782320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78182126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地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瞭望塔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遗迹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商人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营地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八卦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猪鹿蝶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小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大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42854934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一级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89814301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二级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4082356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三级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0.30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1964500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四级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0.33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44398103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五级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0.37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11787152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六级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0.30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0.40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82555048"/>
                  </a:ext>
                </a:extLst>
              </a:tr>
            </a:tbl>
          </a:graphicData>
        </a:graphic>
      </p:graphicFrame>
      <p:grpSp>
        <p:nvGrpSpPr>
          <p:cNvPr id="26" name="legend">
            <a:extLst>
              <a:ext uri="{FF2B5EF4-FFF2-40B4-BE49-F238E27FC236}">
                <a16:creationId xmlns:a16="http://schemas.microsoft.com/office/drawing/2014/main" id="{381DC809-FD37-4BF2-9AFD-91BA5F8C87C4}"/>
              </a:ext>
            </a:extLst>
          </p:cNvPr>
          <p:cNvGrpSpPr/>
          <p:nvPr/>
        </p:nvGrpSpPr>
        <p:grpSpPr>
          <a:xfrm>
            <a:off x="929067" y="11303327"/>
            <a:ext cx="9219114" cy="2532415"/>
            <a:chOff x="1959581" y="10804266"/>
            <a:chExt cx="9219114" cy="2532415"/>
          </a:xfrm>
        </p:grpSpPr>
        <p:sp>
          <p:nvSpPr>
            <p:cNvPr id="1597" name="Hexagon 1596">
              <a:extLst>
                <a:ext uri="{FF2B5EF4-FFF2-40B4-BE49-F238E27FC236}">
                  <a16:creationId xmlns:a16="http://schemas.microsoft.com/office/drawing/2014/main" id="{A27A80DC-3A4D-4420-AD64-161E87DB8703}"/>
                </a:ext>
              </a:extLst>
            </p:cNvPr>
            <p:cNvSpPr/>
            <p:nvPr/>
          </p:nvSpPr>
          <p:spPr>
            <a:xfrm>
              <a:off x="4922464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8" name="Hexagon 1597">
              <a:extLst>
                <a:ext uri="{FF2B5EF4-FFF2-40B4-BE49-F238E27FC236}">
                  <a16:creationId xmlns:a16="http://schemas.microsoft.com/office/drawing/2014/main" id="{FD0E7EF2-6FC0-4245-9DC9-DBC062AEA8AF}"/>
                </a:ext>
              </a:extLst>
            </p:cNvPr>
            <p:cNvSpPr/>
            <p:nvPr/>
          </p:nvSpPr>
          <p:spPr>
            <a:xfrm>
              <a:off x="5828188" y="10804266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9" name="Hexagon 1598">
              <a:extLst>
                <a:ext uri="{FF2B5EF4-FFF2-40B4-BE49-F238E27FC236}">
                  <a16:creationId xmlns:a16="http://schemas.microsoft.com/office/drawing/2014/main" id="{37BC4D1D-4A6E-45C5-97D8-1C6E02E157B4}"/>
                </a:ext>
              </a:extLst>
            </p:cNvPr>
            <p:cNvSpPr/>
            <p:nvPr/>
          </p:nvSpPr>
          <p:spPr>
            <a:xfrm>
              <a:off x="6740889" y="10804266"/>
              <a:ext cx="87545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0" name="Hexagon 1599">
              <a:extLst>
                <a:ext uri="{FF2B5EF4-FFF2-40B4-BE49-F238E27FC236}">
                  <a16:creationId xmlns:a16="http://schemas.microsoft.com/office/drawing/2014/main" id="{12F4EB5E-1B89-480A-8E80-E9C6F1DBD4B0}"/>
                </a:ext>
              </a:extLst>
            </p:cNvPr>
            <p:cNvSpPr/>
            <p:nvPr/>
          </p:nvSpPr>
          <p:spPr>
            <a:xfrm>
              <a:off x="7644288" y="10813578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1" name="Hexagon 1600">
              <a:extLst>
                <a:ext uri="{FF2B5EF4-FFF2-40B4-BE49-F238E27FC236}">
                  <a16:creationId xmlns:a16="http://schemas.microsoft.com/office/drawing/2014/main" id="{8EC272DC-63A9-4CF1-88EA-CBCA1A6FA463}"/>
                </a:ext>
              </a:extLst>
            </p:cNvPr>
            <p:cNvSpPr/>
            <p:nvPr/>
          </p:nvSpPr>
          <p:spPr>
            <a:xfrm>
              <a:off x="8547678" y="10832205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2" name="Hexagon 1601">
              <a:extLst>
                <a:ext uri="{FF2B5EF4-FFF2-40B4-BE49-F238E27FC236}">
                  <a16:creationId xmlns:a16="http://schemas.microsoft.com/office/drawing/2014/main" id="{F7CED9E0-D728-4128-9325-E0EA3496AF4E}"/>
                </a:ext>
              </a:extLst>
            </p:cNvPr>
            <p:cNvSpPr/>
            <p:nvPr/>
          </p:nvSpPr>
          <p:spPr>
            <a:xfrm>
              <a:off x="9423133" y="10822890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3" name="Hexagon 1602">
              <a:extLst>
                <a:ext uri="{FF2B5EF4-FFF2-40B4-BE49-F238E27FC236}">
                  <a16:creationId xmlns:a16="http://schemas.microsoft.com/office/drawing/2014/main" id="{1C0B2971-358B-46A0-AC82-F5AEE8151739}"/>
                </a:ext>
              </a:extLst>
            </p:cNvPr>
            <p:cNvSpPr/>
            <p:nvPr/>
          </p:nvSpPr>
          <p:spPr>
            <a:xfrm>
              <a:off x="4019071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4" name="Hexagon 1603">
              <a:extLst>
                <a:ext uri="{FF2B5EF4-FFF2-40B4-BE49-F238E27FC236}">
                  <a16:creationId xmlns:a16="http://schemas.microsoft.com/office/drawing/2014/main" id="{AF4468D4-A1AE-49BA-B300-17A33AD1DDD1}"/>
                </a:ext>
              </a:extLst>
            </p:cNvPr>
            <p:cNvSpPr/>
            <p:nvPr/>
          </p:nvSpPr>
          <p:spPr>
            <a:xfrm>
              <a:off x="10307900" y="10862474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5" name="Hexagon 1604">
              <a:extLst>
                <a:ext uri="{FF2B5EF4-FFF2-40B4-BE49-F238E27FC236}">
                  <a16:creationId xmlns:a16="http://schemas.microsoft.com/office/drawing/2014/main" id="{AB971632-6BAC-414C-8C98-539DA46DB6D2}"/>
                </a:ext>
              </a:extLst>
            </p:cNvPr>
            <p:cNvSpPr/>
            <p:nvPr/>
          </p:nvSpPr>
          <p:spPr>
            <a:xfrm>
              <a:off x="1959583" y="118306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6" name="Hexagon 1605">
              <a:extLst>
                <a:ext uri="{FF2B5EF4-FFF2-40B4-BE49-F238E27FC236}">
                  <a16:creationId xmlns:a16="http://schemas.microsoft.com/office/drawing/2014/main" id="{F399B685-CFCD-44E6-8737-912CCBCAE06B}"/>
                </a:ext>
              </a:extLst>
            </p:cNvPr>
            <p:cNvSpPr/>
            <p:nvPr/>
          </p:nvSpPr>
          <p:spPr>
            <a:xfrm>
              <a:off x="1959583" y="1209099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7" name="Hexagon 1606">
              <a:extLst>
                <a:ext uri="{FF2B5EF4-FFF2-40B4-BE49-F238E27FC236}">
                  <a16:creationId xmlns:a16="http://schemas.microsoft.com/office/drawing/2014/main" id="{7835DDF6-F1E2-4A59-8434-7635A735D763}"/>
                </a:ext>
              </a:extLst>
            </p:cNvPr>
            <p:cNvSpPr/>
            <p:nvPr/>
          </p:nvSpPr>
          <p:spPr>
            <a:xfrm>
              <a:off x="1959583" y="123132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8" name="Hexagon 1607">
              <a:extLst>
                <a:ext uri="{FF2B5EF4-FFF2-40B4-BE49-F238E27FC236}">
                  <a16:creationId xmlns:a16="http://schemas.microsoft.com/office/drawing/2014/main" id="{96D2DC53-5C52-41A8-A354-925303A2C791}"/>
                </a:ext>
              </a:extLst>
            </p:cNvPr>
            <p:cNvSpPr/>
            <p:nvPr/>
          </p:nvSpPr>
          <p:spPr>
            <a:xfrm>
              <a:off x="1959583" y="12628831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9" name="Hexagon 1608">
              <a:extLst>
                <a:ext uri="{FF2B5EF4-FFF2-40B4-BE49-F238E27FC236}">
                  <a16:creationId xmlns:a16="http://schemas.microsoft.com/office/drawing/2014/main" id="{0E9494CA-60CC-42A4-95E5-BF9FEF6BCD17}"/>
                </a:ext>
              </a:extLst>
            </p:cNvPr>
            <p:cNvSpPr/>
            <p:nvPr/>
          </p:nvSpPr>
          <p:spPr>
            <a:xfrm>
              <a:off x="1959582" y="1290632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10" name="Hexagon 1609">
              <a:extLst>
                <a:ext uri="{FF2B5EF4-FFF2-40B4-BE49-F238E27FC236}">
                  <a16:creationId xmlns:a16="http://schemas.microsoft.com/office/drawing/2014/main" id="{1230FE56-E140-422B-92DB-F45CC98E2EA2}"/>
                </a:ext>
              </a:extLst>
            </p:cNvPr>
            <p:cNvSpPr/>
            <p:nvPr/>
          </p:nvSpPr>
          <p:spPr>
            <a:xfrm>
              <a:off x="1959581" y="1316667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7" name="一级" hidden="1">
            <a:extLst>
              <a:ext uri="{FF2B5EF4-FFF2-40B4-BE49-F238E27FC236}">
                <a16:creationId xmlns:a16="http://schemas.microsoft.com/office/drawing/2014/main" id="{2DD5133B-2245-4582-B8AD-2734F871B096}"/>
              </a:ext>
            </a:extLst>
          </p:cNvPr>
          <p:cNvGrpSpPr/>
          <p:nvPr/>
        </p:nvGrpSpPr>
        <p:grpSpPr>
          <a:xfrm>
            <a:off x="895628" y="650279"/>
            <a:ext cx="3555788" cy="3434752"/>
            <a:chOff x="895628" y="650279"/>
            <a:chExt cx="3555788" cy="3434752"/>
          </a:xfrm>
          <a:solidFill>
            <a:srgbClr val="C0C0C0"/>
          </a:solidFill>
        </p:grpSpPr>
        <p:sp>
          <p:nvSpPr>
            <p:cNvPr id="64" name="Hexagon 63">
              <a:extLst>
                <a:ext uri="{FF2B5EF4-FFF2-40B4-BE49-F238E27FC236}">
                  <a16:creationId xmlns:a16="http://schemas.microsoft.com/office/drawing/2014/main" id="{B5196D4D-7173-494C-8485-BDC2FED0689F}"/>
                </a:ext>
              </a:extLst>
            </p:cNvPr>
            <p:cNvSpPr/>
            <p:nvPr/>
          </p:nvSpPr>
          <p:spPr>
            <a:xfrm>
              <a:off x="896096" y="740620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6" name="Hexagon 65">
              <a:extLst>
                <a:ext uri="{FF2B5EF4-FFF2-40B4-BE49-F238E27FC236}">
                  <a16:creationId xmlns:a16="http://schemas.microsoft.com/office/drawing/2014/main" id="{6C5D2F26-0BF9-4BB5-92EC-0DA46052A4CA}"/>
                </a:ext>
              </a:extLst>
            </p:cNvPr>
            <p:cNvSpPr/>
            <p:nvPr/>
          </p:nvSpPr>
          <p:spPr>
            <a:xfrm>
              <a:off x="898477" y="922915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7" name="Hexagon 66">
              <a:extLst>
                <a:ext uri="{FF2B5EF4-FFF2-40B4-BE49-F238E27FC236}">
                  <a16:creationId xmlns:a16="http://schemas.microsoft.com/office/drawing/2014/main" id="{D0BE9CDC-F3D6-4C2E-8F05-EBAAC53111C6}"/>
                </a:ext>
              </a:extLst>
            </p:cNvPr>
            <p:cNvSpPr/>
            <p:nvPr/>
          </p:nvSpPr>
          <p:spPr>
            <a:xfrm>
              <a:off x="895628" y="1101698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8" name="Hexagon 67">
              <a:extLst>
                <a:ext uri="{FF2B5EF4-FFF2-40B4-BE49-F238E27FC236}">
                  <a16:creationId xmlns:a16="http://schemas.microsoft.com/office/drawing/2014/main" id="{FF408F56-E536-400D-B100-91C9B1C598BC}"/>
                </a:ext>
              </a:extLst>
            </p:cNvPr>
            <p:cNvSpPr/>
            <p:nvPr/>
          </p:nvSpPr>
          <p:spPr>
            <a:xfrm>
              <a:off x="1127495" y="650279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9" name="Hexagon 68">
              <a:extLst>
                <a:ext uri="{FF2B5EF4-FFF2-40B4-BE49-F238E27FC236}">
                  <a16:creationId xmlns:a16="http://schemas.microsoft.com/office/drawing/2014/main" id="{80B72E2B-4931-487F-A8AD-D6CEBFE17850}"/>
                </a:ext>
              </a:extLst>
            </p:cNvPr>
            <p:cNvSpPr/>
            <p:nvPr/>
          </p:nvSpPr>
          <p:spPr>
            <a:xfrm>
              <a:off x="1129876" y="832574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0" name="Hexagon 69">
              <a:extLst>
                <a:ext uri="{FF2B5EF4-FFF2-40B4-BE49-F238E27FC236}">
                  <a16:creationId xmlns:a16="http://schemas.microsoft.com/office/drawing/2014/main" id="{705F466D-3D5C-43C3-B8DE-6FDD5ED2E906}"/>
                </a:ext>
              </a:extLst>
            </p:cNvPr>
            <p:cNvSpPr/>
            <p:nvPr/>
          </p:nvSpPr>
          <p:spPr>
            <a:xfrm>
              <a:off x="1129408" y="1011357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1" name="Hexagon 70">
              <a:extLst>
                <a:ext uri="{FF2B5EF4-FFF2-40B4-BE49-F238E27FC236}">
                  <a16:creationId xmlns:a16="http://schemas.microsoft.com/office/drawing/2014/main" id="{0C6E0F5A-37AA-4A52-B045-DA679CBAA797}"/>
                </a:ext>
              </a:extLst>
            </p:cNvPr>
            <p:cNvSpPr/>
            <p:nvPr/>
          </p:nvSpPr>
          <p:spPr>
            <a:xfrm>
              <a:off x="1361743" y="922033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2" name="Hexagon 71">
              <a:extLst>
                <a:ext uri="{FF2B5EF4-FFF2-40B4-BE49-F238E27FC236}">
                  <a16:creationId xmlns:a16="http://schemas.microsoft.com/office/drawing/2014/main" id="{06E17DD2-A5BA-4AF6-BCBF-C87232C0E37C}"/>
                </a:ext>
              </a:extLst>
            </p:cNvPr>
            <p:cNvSpPr/>
            <p:nvPr/>
          </p:nvSpPr>
          <p:spPr>
            <a:xfrm>
              <a:off x="1364124" y="1104328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" name="Hexagon 72">
              <a:extLst>
                <a:ext uri="{FF2B5EF4-FFF2-40B4-BE49-F238E27FC236}">
                  <a16:creationId xmlns:a16="http://schemas.microsoft.com/office/drawing/2014/main" id="{9427A1B6-8C88-41F5-8230-6AECB48388BC}"/>
                </a:ext>
              </a:extLst>
            </p:cNvPr>
            <p:cNvSpPr/>
            <p:nvPr/>
          </p:nvSpPr>
          <p:spPr>
            <a:xfrm>
              <a:off x="1356148" y="1286601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" name="Hexagon 73">
              <a:extLst>
                <a:ext uri="{FF2B5EF4-FFF2-40B4-BE49-F238E27FC236}">
                  <a16:creationId xmlns:a16="http://schemas.microsoft.com/office/drawing/2014/main" id="{D6310A81-8786-4AA5-810B-53832F1B43B7}"/>
                </a:ext>
              </a:extLst>
            </p:cNvPr>
            <p:cNvSpPr/>
            <p:nvPr/>
          </p:nvSpPr>
          <p:spPr>
            <a:xfrm>
              <a:off x="1129408" y="1195176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" name="Hexagon 74">
              <a:extLst>
                <a:ext uri="{FF2B5EF4-FFF2-40B4-BE49-F238E27FC236}">
                  <a16:creationId xmlns:a16="http://schemas.microsoft.com/office/drawing/2014/main" id="{CC1A8CDC-C9B5-437E-9211-4D18608B184A}"/>
                </a:ext>
              </a:extLst>
            </p:cNvPr>
            <p:cNvSpPr/>
            <p:nvPr/>
          </p:nvSpPr>
          <p:spPr>
            <a:xfrm>
              <a:off x="1358894" y="1464737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" name="Hexagon 75">
              <a:extLst>
                <a:ext uri="{FF2B5EF4-FFF2-40B4-BE49-F238E27FC236}">
                  <a16:creationId xmlns:a16="http://schemas.microsoft.com/office/drawing/2014/main" id="{76871938-4FEC-4689-A867-34537F6B99E0}"/>
                </a:ext>
              </a:extLst>
            </p:cNvPr>
            <p:cNvSpPr/>
            <p:nvPr/>
          </p:nvSpPr>
          <p:spPr>
            <a:xfrm>
              <a:off x="1354132" y="1646363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" name="Hexagon 76">
              <a:extLst>
                <a:ext uri="{FF2B5EF4-FFF2-40B4-BE49-F238E27FC236}">
                  <a16:creationId xmlns:a16="http://schemas.microsoft.com/office/drawing/2014/main" id="{87D86084-E122-4316-82C9-AD99BCD1AB4F}"/>
                </a:ext>
              </a:extLst>
            </p:cNvPr>
            <p:cNvSpPr/>
            <p:nvPr/>
          </p:nvSpPr>
          <p:spPr>
            <a:xfrm>
              <a:off x="1354132" y="1833540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" name="Hexagon 77">
              <a:extLst>
                <a:ext uri="{FF2B5EF4-FFF2-40B4-BE49-F238E27FC236}">
                  <a16:creationId xmlns:a16="http://schemas.microsoft.com/office/drawing/2014/main" id="{5094DF45-1F3A-4B1B-AAB3-74B63133D5ED}"/>
                </a:ext>
              </a:extLst>
            </p:cNvPr>
            <p:cNvSpPr/>
            <p:nvPr/>
          </p:nvSpPr>
          <p:spPr>
            <a:xfrm>
              <a:off x="1127027" y="1923881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" name="Hexagon 78">
              <a:extLst>
                <a:ext uri="{FF2B5EF4-FFF2-40B4-BE49-F238E27FC236}">
                  <a16:creationId xmlns:a16="http://schemas.microsoft.com/office/drawing/2014/main" id="{ECDAE2B9-CEA7-4A18-B9D6-F22EC2B75884}"/>
                </a:ext>
              </a:extLst>
            </p:cNvPr>
            <p:cNvSpPr/>
            <p:nvPr/>
          </p:nvSpPr>
          <p:spPr>
            <a:xfrm>
              <a:off x="1356513" y="2012697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" name="Hexagon 79">
              <a:extLst>
                <a:ext uri="{FF2B5EF4-FFF2-40B4-BE49-F238E27FC236}">
                  <a16:creationId xmlns:a16="http://schemas.microsoft.com/office/drawing/2014/main" id="{0F41A0A8-648C-4A07-B938-A8E1D6B614B0}"/>
                </a:ext>
              </a:extLst>
            </p:cNvPr>
            <p:cNvSpPr/>
            <p:nvPr/>
          </p:nvSpPr>
          <p:spPr>
            <a:xfrm>
              <a:off x="1594546" y="831144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1" name="Hexagon 80">
              <a:extLst>
                <a:ext uri="{FF2B5EF4-FFF2-40B4-BE49-F238E27FC236}">
                  <a16:creationId xmlns:a16="http://schemas.microsoft.com/office/drawing/2014/main" id="{776803F7-212C-4DF0-81EB-5AA5BF83E73B}"/>
                </a:ext>
              </a:extLst>
            </p:cNvPr>
            <p:cNvSpPr/>
            <p:nvPr/>
          </p:nvSpPr>
          <p:spPr>
            <a:xfrm>
              <a:off x="1596927" y="1013439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2" name="Hexagon 81">
              <a:extLst>
                <a:ext uri="{FF2B5EF4-FFF2-40B4-BE49-F238E27FC236}">
                  <a16:creationId xmlns:a16="http://schemas.microsoft.com/office/drawing/2014/main" id="{AE7F68AD-50E5-47C8-B3DE-2738084F50E0}"/>
                </a:ext>
              </a:extLst>
            </p:cNvPr>
            <p:cNvSpPr/>
            <p:nvPr/>
          </p:nvSpPr>
          <p:spPr>
            <a:xfrm>
              <a:off x="1594078" y="1192222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3" name="Hexagon 82">
              <a:extLst>
                <a:ext uri="{FF2B5EF4-FFF2-40B4-BE49-F238E27FC236}">
                  <a16:creationId xmlns:a16="http://schemas.microsoft.com/office/drawing/2014/main" id="{CD4E5E2E-2F2F-4D0D-BADC-E9CDBCE936A6}"/>
                </a:ext>
              </a:extLst>
            </p:cNvPr>
            <p:cNvSpPr/>
            <p:nvPr/>
          </p:nvSpPr>
          <p:spPr>
            <a:xfrm>
              <a:off x="1587547" y="1375331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4" name="Hexagon 83">
              <a:extLst>
                <a:ext uri="{FF2B5EF4-FFF2-40B4-BE49-F238E27FC236}">
                  <a16:creationId xmlns:a16="http://schemas.microsoft.com/office/drawing/2014/main" id="{97287B60-D76A-4EAB-BE2E-FDF225B3AEC7}"/>
                </a:ext>
              </a:extLst>
            </p:cNvPr>
            <p:cNvSpPr/>
            <p:nvPr/>
          </p:nvSpPr>
          <p:spPr>
            <a:xfrm>
              <a:off x="1587547" y="1557626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5" name="Hexagon 84">
              <a:extLst>
                <a:ext uri="{FF2B5EF4-FFF2-40B4-BE49-F238E27FC236}">
                  <a16:creationId xmlns:a16="http://schemas.microsoft.com/office/drawing/2014/main" id="{4C6981CC-196E-45DA-A651-BDEDCBF36A92}"/>
                </a:ext>
              </a:extLst>
            </p:cNvPr>
            <p:cNvSpPr/>
            <p:nvPr/>
          </p:nvSpPr>
          <p:spPr>
            <a:xfrm>
              <a:off x="1587079" y="1736409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6" name="Hexagon 85">
              <a:extLst>
                <a:ext uri="{FF2B5EF4-FFF2-40B4-BE49-F238E27FC236}">
                  <a16:creationId xmlns:a16="http://schemas.microsoft.com/office/drawing/2014/main" id="{F662A8DB-EC5A-43E7-BF34-DB001C86F8A4}"/>
                </a:ext>
              </a:extLst>
            </p:cNvPr>
            <p:cNvSpPr/>
            <p:nvPr/>
          </p:nvSpPr>
          <p:spPr>
            <a:xfrm>
              <a:off x="1587873" y="1919516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7" name="Hexagon 86">
              <a:extLst>
                <a:ext uri="{FF2B5EF4-FFF2-40B4-BE49-F238E27FC236}">
                  <a16:creationId xmlns:a16="http://schemas.microsoft.com/office/drawing/2014/main" id="{F0A5795F-D89B-43FB-9A36-1C2A1ADB2B47}"/>
                </a:ext>
              </a:extLst>
            </p:cNvPr>
            <p:cNvSpPr/>
            <p:nvPr/>
          </p:nvSpPr>
          <p:spPr>
            <a:xfrm>
              <a:off x="1826413" y="924725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8" name="Hexagon 87">
              <a:extLst>
                <a:ext uri="{FF2B5EF4-FFF2-40B4-BE49-F238E27FC236}">
                  <a16:creationId xmlns:a16="http://schemas.microsoft.com/office/drawing/2014/main" id="{A5C1ACF8-6856-47BF-9D87-E43CB35CE237}"/>
                </a:ext>
              </a:extLst>
            </p:cNvPr>
            <p:cNvSpPr/>
            <p:nvPr/>
          </p:nvSpPr>
          <p:spPr>
            <a:xfrm>
              <a:off x="1828794" y="1109401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9" name="Hexagon 88">
              <a:extLst>
                <a:ext uri="{FF2B5EF4-FFF2-40B4-BE49-F238E27FC236}">
                  <a16:creationId xmlns:a16="http://schemas.microsoft.com/office/drawing/2014/main" id="{F82E1EAF-5265-4F66-9D13-1B17BECF56ED}"/>
                </a:ext>
              </a:extLst>
            </p:cNvPr>
            <p:cNvSpPr/>
            <p:nvPr/>
          </p:nvSpPr>
          <p:spPr>
            <a:xfrm>
              <a:off x="1825945" y="1288184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0" name="Hexagon 89">
              <a:extLst>
                <a:ext uri="{FF2B5EF4-FFF2-40B4-BE49-F238E27FC236}">
                  <a16:creationId xmlns:a16="http://schemas.microsoft.com/office/drawing/2014/main" id="{AEDB272A-6119-4C81-BA8A-3177CAE568CD}"/>
                </a:ext>
              </a:extLst>
            </p:cNvPr>
            <p:cNvSpPr/>
            <p:nvPr/>
          </p:nvSpPr>
          <p:spPr>
            <a:xfrm>
              <a:off x="1823343" y="1646981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1" name="Hexagon 90">
              <a:extLst>
                <a:ext uri="{FF2B5EF4-FFF2-40B4-BE49-F238E27FC236}">
                  <a16:creationId xmlns:a16="http://schemas.microsoft.com/office/drawing/2014/main" id="{F9890B76-5ADC-42FC-9635-AA1DFF04FDE4}"/>
                </a:ext>
              </a:extLst>
            </p:cNvPr>
            <p:cNvSpPr/>
            <p:nvPr/>
          </p:nvSpPr>
          <p:spPr>
            <a:xfrm>
              <a:off x="1818581" y="1829950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2" name="Hexagon 91">
              <a:extLst>
                <a:ext uri="{FF2B5EF4-FFF2-40B4-BE49-F238E27FC236}">
                  <a16:creationId xmlns:a16="http://schemas.microsoft.com/office/drawing/2014/main" id="{1208559D-BB03-4FB5-A226-30E0E2226998}"/>
                </a:ext>
              </a:extLst>
            </p:cNvPr>
            <p:cNvSpPr/>
            <p:nvPr/>
          </p:nvSpPr>
          <p:spPr>
            <a:xfrm>
              <a:off x="1824931" y="2011284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3" name="Hexagon 92">
              <a:extLst>
                <a:ext uri="{FF2B5EF4-FFF2-40B4-BE49-F238E27FC236}">
                  <a16:creationId xmlns:a16="http://schemas.microsoft.com/office/drawing/2014/main" id="{B0F54658-8919-4C58-92CF-E37A2FD50FF7}"/>
                </a:ext>
              </a:extLst>
            </p:cNvPr>
            <p:cNvSpPr/>
            <p:nvPr/>
          </p:nvSpPr>
          <p:spPr>
            <a:xfrm>
              <a:off x="1830193" y="2192544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4" name="Hexagon 93">
              <a:extLst>
                <a:ext uri="{FF2B5EF4-FFF2-40B4-BE49-F238E27FC236}">
                  <a16:creationId xmlns:a16="http://schemas.microsoft.com/office/drawing/2014/main" id="{9A6E2988-980D-4D68-A207-06E19F9068DE}"/>
                </a:ext>
              </a:extLst>
            </p:cNvPr>
            <p:cNvSpPr/>
            <p:nvPr/>
          </p:nvSpPr>
          <p:spPr>
            <a:xfrm>
              <a:off x="1590671" y="2466251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5" name="Hexagon 94">
              <a:extLst>
                <a:ext uri="{FF2B5EF4-FFF2-40B4-BE49-F238E27FC236}">
                  <a16:creationId xmlns:a16="http://schemas.microsoft.com/office/drawing/2014/main" id="{D1C3B954-53B8-401A-8D24-26D9CD6C0CF8}"/>
                </a:ext>
              </a:extLst>
            </p:cNvPr>
            <p:cNvSpPr/>
            <p:nvPr/>
          </p:nvSpPr>
          <p:spPr>
            <a:xfrm>
              <a:off x="1818856" y="2373070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6" name="Hexagon 95">
              <a:extLst>
                <a:ext uri="{FF2B5EF4-FFF2-40B4-BE49-F238E27FC236}">
                  <a16:creationId xmlns:a16="http://schemas.microsoft.com/office/drawing/2014/main" id="{64E5B18A-9B6B-4BF9-A75F-903820CC9540}"/>
                </a:ext>
              </a:extLst>
            </p:cNvPr>
            <p:cNvSpPr/>
            <p:nvPr/>
          </p:nvSpPr>
          <p:spPr>
            <a:xfrm>
              <a:off x="1827830" y="2726568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7" name="Hexagon 96">
              <a:extLst>
                <a:ext uri="{FF2B5EF4-FFF2-40B4-BE49-F238E27FC236}">
                  <a16:creationId xmlns:a16="http://schemas.microsoft.com/office/drawing/2014/main" id="{08F95C81-0EDB-423C-98A7-9EAEBFD8FDDA}"/>
                </a:ext>
              </a:extLst>
            </p:cNvPr>
            <p:cNvSpPr/>
            <p:nvPr/>
          </p:nvSpPr>
          <p:spPr>
            <a:xfrm>
              <a:off x="1827830" y="2907156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8" name="Hexagon 97">
              <a:extLst>
                <a:ext uri="{FF2B5EF4-FFF2-40B4-BE49-F238E27FC236}">
                  <a16:creationId xmlns:a16="http://schemas.microsoft.com/office/drawing/2014/main" id="{813CD23E-F1F2-4846-AAD5-E46490587E05}"/>
                </a:ext>
              </a:extLst>
            </p:cNvPr>
            <p:cNvSpPr/>
            <p:nvPr/>
          </p:nvSpPr>
          <p:spPr>
            <a:xfrm>
              <a:off x="1825449" y="3090871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9" name="Hexagon 98">
              <a:extLst>
                <a:ext uri="{FF2B5EF4-FFF2-40B4-BE49-F238E27FC236}">
                  <a16:creationId xmlns:a16="http://schemas.microsoft.com/office/drawing/2014/main" id="{06D5E437-FE85-4E36-8E62-5D3C21FB62B2}"/>
                </a:ext>
              </a:extLst>
            </p:cNvPr>
            <p:cNvSpPr/>
            <p:nvPr/>
          </p:nvSpPr>
          <p:spPr>
            <a:xfrm>
              <a:off x="1822775" y="3269750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0" name="Hexagon 99">
              <a:extLst>
                <a:ext uri="{FF2B5EF4-FFF2-40B4-BE49-F238E27FC236}">
                  <a16:creationId xmlns:a16="http://schemas.microsoft.com/office/drawing/2014/main" id="{536FE1AD-D68D-4C0E-948C-87033B718750}"/>
                </a:ext>
              </a:extLst>
            </p:cNvPr>
            <p:cNvSpPr/>
            <p:nvPr/>
          </p:nvSpPr>
          <p:spPr>
            <a:xfrm>
              <a:off x="1823343" y="3447895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1" name="Hexagon 100">
              <a:extLst>
                <a:ext uri="{FF2B5EF4-FFF2-40B4-BE49-F238E27FC236}">
                  <a16:creationId xmlns:a16="http://schemas.microsoft.com/office/drawing/2014/main" id="{C9BF38E3-F40A-45A9-A73C-B178AC60F6E5}"/>
                </a:ext>
              </a:extLst>
            </p:cNvPr>
            <p:cNvSpPr/>
            <p:nvPr/>
          </p:nvSpPr>
          <p:spPr>
            <a:xfrm>
              <a:off x="2055899" y="1012881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2" name="Hexagon 101">
              <a:extLst>
                <a:ext uri="{FF2B5EF4-FFF2-40B4-BE49-F238E27FC236}">
                  <a16:creationId xmlns:a16="http://schemas.microsoft.com/office/drawing/2014/main" id="{F6DAA98C-6EA4-4CE5-A208-30E21CB6369A}"/>
                </a:ext>
              </a:extLst>
            </p:cNvPr>
            <p:cNvSpPr/>
            <p:nvPr/>
          </p:nvSpPr>
          <p:spPr>
            <a:xfrm>
              <a:off x="2053518" y="1193469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3" name="Hexagon 102">
              <a:extLst>
                <a:ext uri="{FF2B5EF4-FFF2-40B4-BE49-F238E27FC236}">
                  <a16:creationId xmlns:a16="http://schemas.microsoft.com/office/drawing/2014/main" id="{3ADBC881-B374-4FAE-9C58-7DC36EDE4206}"/>
                </a:ext>
              </a:extLst>
            </p:cNvPr>
            <p:cNvSpPr/>
            <p:nvPr/>
          </p:nvSpPr>
          <p:spPr>
            <a:xfrm>
              <a:off x="2053518" y="1377184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4" name="Hexagon 103">
              <a:extLst>
                <a:ext uri="{FF2B5EF4-FFF2-40B4-BE49-F238E27FC236}">
                  <a16:creationId xmlns:a16="http://schemas.microsoft.com/office/drawing/2014/main" id="{5EA1C593-990F-4E45-AE46-7973C379CC62}"/>
                </a:ext>
              </a:extLst>
            </p:cNvPr>
            <p:cNvSpPr/>
            <p:nvPr/>
          </p:nvSpPr>
          <p:spPr>
            <a:xfrm>
              <a:off x="2050844" y="1553682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5" name="Hexagon 104">
              <a:extLst>
                <a:ext uri="{FF2B5EF4-FFF2-40B4-BE49-F238E27FC236}">
                  <a16:creationId xmlns:a16="http://schemas.microsoft.com/office/drawing/2014/main" id="{2ADB54FD-9FCF-4544-B4AE-BF7DB863996A}"/>
                </a:ext>
              </a:extLst>
            </p:cNvPr>
            <p:cNvSpPr/>
            <p:nvPr/>
          </p:nvSpPr>
          <p:spPr>
            <a:xfrm>
              <a:off x="2051412" y="1738970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6" name="Hexagon 105">
              <a:extLst>
                <a:ext uri="{FF2B5EF4-FFF2-40B4-BE49-F238E27FC236}">
                  <a16:creationId xmlns:a16="http://schemas.microsoft.com/office/drawing/2014/main" id="{64B47023-A111-4853-A223-F1729A0E793B}"/>
                </a:ext>
              </a:extLst>
            </p:cNvPr>
            <p:cNvSpPr/>
            <p:nvPr/>
          </p:nvSpPr>
          <p:spPr>
            <a:xfrm>
              <a:off x="2053333" y="1923881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7" name="Hexagon 106">
              <a:extLst>
                <a:ext uri="{FF2B5EF4-FFF2-40B4-BE49-F238E27FC236}">
                  <a16:creationId xmlns:a16="http://schemas.microsoft.com/office/drawing/2014/main" id="{5314B883-97DC-465C-9453-36025A18CD52}"/>
                </a:ext>
              </a:extLst>
            </p:cNvPr>
            <p:cNvSpPr/>
            <p:nvPr/>
          </p:nvSpPr>
          <p:spPr>
            <a:xfrm>
              <a:off x="2058095" y="2104469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8" name="Hexagon 107">
              <a:extLst>
                <a:ext uri="{FF2B5EF4-FFF2-40B4-BE49-F238E27FC236}">
                  <a16:creationId xmlns:a16="http://schemas.microsoft.com/office/drawing/2014/main" id="{D3B2E3B4-E722-4242-A982-308638D7E0CD}"/>
                </a:ext>
              </a:extLst>
            </p:cNvPr>
            <p:cNvSpPr/>
            <p:nvPr/>
          </p:nvSpPr>
          <p:spPr>
            <a:xfrm>
              <a:off x="2062857" y="2288184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9" name="Hexagon 108">
              <a:extLst>
                <a:ext uri="{FF2B5EF4-FFF2-40B4-BE49-F238E27FC236}">
                  <a16:creationId xmlns:a16="http://schemas.microsoft.com/office/drawing/2014/main" id="{96D91EF1-6A11-44C5-948B-FC20687C2935}"/>
                </a:ext>
              </a:extLst>
            </p:cNvPr>
            <p:cNvSpPr/>
            <p:nvPr/>
          </p:nvSpPr>
          <p:spPr>
            <a:xfrm>
              <a:off x="2053040" y="2464682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0" name="Hexagon 109">
              <a:extLst>
                <a:ext uri="{FF2B5EF4-FFF2-40B4-BE49-F238E27FC236}">
                  <a16:creationId xmlns:a16="http://schemas.microsoft.com/office/drawing/2014/main" id="{880EB032-6543-4734-A49C-A59A10C954A8}"/>
                </a:ext>
              </a:extLst>
            </p:cNvPr>
            <p:cNvSpPr/>
            <p:nvPr/>
          </p:nvSpPr>
          <p:spPr>
            <a:xfrm>
              <a:off x="2053608" y="2649970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1" name="Hexagon 110">
              <a:extLst>
                <a:ext uri="{FF2B5EF4-FFF2-40B4-BE49-F238E27FC236}">
                  <a16:creationId xmlns:a16="http://schemas.microsoft.com/office/drawing/2014/main" id="{F8EB3A8F-304E-4E16-82E6-E09BDA01B369}"/>
                </a:ext>
              </a:extLst>
            </p:cNvPr>
            <p:cNvSpPr/>
            <p:nvPr/>
          </p:nvSpPr>
          <p:spPr>
            <a:xfrm>
              <a:off x="2063042" y="2999882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2" name="Hexagon 111">
              <a:extLst>
                <a:ext uri="{FF2B5EF4-FFF2-40B4-BE49-F238E27FC236}">
                  <a16:creationId xmlns:a16="http://schemas.microsoft.com/office/drawing/2014/main" id="{D3F45266-6EF9-4643-AE9C-EB66CBE68C47}"/>
                </a:ext>
              </a:extLst>
            </p:cNvPr>
            <p:cNvSpPr/>
            <p:nvPr/>
          </p:nvSpPr>
          <p:spPr>
            <a:xfrm>
              <a:off x="2055899" y="3365113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3" name="Hexagon 112">
              <a:extLst>
                <a:ext uri="{FF2B5EF4-FFF2-40B4-BE49-F238E27FC236}">
                  <a16:creationId xmlns:a16="http://schemas.microsoft.com/office/drawing/2014/main" id="{D59D9C83-99B1-4D55-AC4D-3E2FBB5509CB}"/>
                </a:ext>
              </a:extLst>
            </p:cNvPr>
            <p:cNvSpPr/>
            <p:nvPr/>
          </p:nvSpPr>
          <p:spPr>
            <a:xfrm>
              <a:off x="2053225" y="3541611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4" name="Hexagon 113">
              <a:extLst>
                <a:ext uri="{FF2B5EF4-FFF2-40B4-BE49-F238E27FC236}">
                  <a16:creationId xmlns:a16="http://schemas.microsoft.com/office/drawing/2014/main" id="{A7C89DC4-ACEF-456E-930A-7FA92E8A9935}"/>
                </a:ext>
              </a:extLst>
            </p:cNvPr>
            <p:cNvSpPr/>
            <p:nvPr/>
          </p:nvSpPr>
          <p:spPr>
            <a:xfrm>
              <a:off x="2053793" y="3726899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5" name="Hexagon 114">
              <a:extLst>
                <a:ext uri="{FF2B5EF4-FFF2-40B4-BE49-F238E27FC236}">
                  <a16:creationId xmlns:a16="http://schemas.microsoft.com/office/drawing/2014/main" id="{40C2723E-39E8-4810-9096-3DB0D901444A}"/>
                </a:ext>
              </a:extLst>
            </p:cNvPr>
            <p:cNvSpPr/>
            <p:nvPr/>
          </p:nvSpPr>
          <p:spPr>
            <a:xfrm>
              <a:off x="2055899" y="3907398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6" name="Hexagon 115">
              <a:extLst>
                <a:ext uri="{FF2B5EF4-FFF2-40B4-BE49-F238E27FC236}">
                  <a16:creationId xmlns:a16="http://schemas.microsoft.com/office/drawing/2014/main" id="{CB7EEADC-6759-4102-91A6-0790BE4035EE}"/>
                </a:ext>
              </a:extLst>
            </p:cNvPr>
            <p:cNvSpPr/>
            <p:nvPr/>
          </p:nvSpPr>
          <p:spPr>
            <a:xfrm>
              <a:off x="2286887" y="1107020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7" name="Hexagon 116">
              <a:extLst>
                <a:ext uri="{FF2B5EF4-FFF2-40B4-BE49-F238E27FC236}">
                  <a16:creationId xmlns:a16="http://schemas.microsoft.com/office/drawing/2014/main" id="{79152FEF-21E5-446F-BB87-43714A63E9BA}"/>
                </a:ext>
              </a:extLst>
            </p:cNvPr>
            <p:cNvSpPr/>
            <p:nvPr/>
          </p:nvSpPr>
          <p:spPr>
            <a:xfrm>
              <a:off x="2286887" y="1287608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8" name="Hexagon 117">
              <a:extLst>
                <a:ext uri="{FF2B5EF4-FFF2-40B4-BE49-F238E27FC236}">
                  <a16:creationId xmlns:a16="http://schemas.microsoft.com/office/drawing/2014/main" id="{3E0B44A1-786F-4138-BEDC-2224665D21F3}"/>
                </a:ext>
              </a:extLst>
            </p:cNvPr>
            <p:cNvSpPr/>
            <p:nvPr/>
          </p:nvSpPr>
          <p:spPr>
            <a:xfrm>
              <a:off x="2284506" y="1471323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19" name="Hexagon 118">
              <a:extLst>
                <a:ext uri="{FF2B5EF4-FFF2-40B4-BE49-F238E27FC236}">
                  <a16:creationId xmlns:a16="http://schemas.microsoft.com/office/drawing/2014/main" id="{CE9CC52C-0DA1-4282-B11A-76446EC014EF}"/>
                </a:ext>
              </a:extLst>
            </p:cNvPr>
            <p:cNvSpPr/>
            <p:nvPr/>
          </p:nvSpPr>
          <p:spPr>
            <a:xfrm>
              <a:off x="2284213" y="1647821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0" name="Hexagon 119">
              <a:extLst>
                <a:ext uri="{FF2B5EF4-FFF2-40B4-BE49-F238E27FC236}">
                  <a16:creationId xmlns:a16="http://schemas.microsoft.com/office/drawing/2014/main" id="{C9E903EC-4EE5-433C-9AEF-285E76CC7688}"/>
                </a:ext>
              </a:extLst>
            </p:cNvPr>
            <p:cNvSpPr/>
            <p:nvPr/>
          </p:nvSpPr>
          <p:spPr>
            <a:xfrm>
              <a:off x="2284781" y="1833109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1" name="Hexagon 120">
              <a:extLst>
                <a:ext uri="{FF2B5EF4-FFF2-40B4-BE49-F238E27FC236}">
                  <a16:creationId xmlns:a16="http://schemas.microsoft.com/office/drawing/2014/main" id="{4114309B-9579-4FF5-871C-7A0A02FBB15C}"/>
                </a:ext>
              </a:extLst>
            </p:cNvPr>
            <p:cNvSpPr/>
            <p:nvPr/>
          </p:nvSpPr>
          <p:spPr>
            <a:xfrm>
              <a:off x="2291978" y="2011646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2" name="Hexagon 121">
              <a:extLst>
                <a:ext uri="{FF2B5EF4-FFF2-40B4-BE49-F238E27FC236}">
                  <a16:creationId xmlns:a16="http://schemas.microsoft.com/office/drawing/2014/main" id="{6ACA3DA6-5196-43EC-9F2A-89E13A4B6D80}"/>
                </a:ext>
              </a:extLst>
            </p:cNvPr>
            <p:cNvSpPr/>
            <p:nvPr/>
          </p:nvSpPr>
          <p:spPr>
            <a:xfrm>
              <a:off x="2294359" y="2192234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3" name="Hexagon 122">
              <a:extLst>
                <a:ext uri="{FF2B5EF4-FFF2-40B4-BE49-F238E27FC236}">
                  <a16:creationId xmlns:a16="http://schemas.microsoft.com/office/drawing/2014/main" id="{F3A4A767-2C3B-4519-963F-3E0AF2CEF081}"/>
                </a:ext>
              </a:extLst>
            </p:cNvPr>
            <p:cNvSpPr/>
            <p:nvPr/>
          </p:nvSpPr>
          <p:spPr>
            <a:xfrm>
              <a:off x="2291978" y="2373568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4" name="Hexagon 123">
              <a:extLst>
                <a:ext uri="{FF2B5EF4-FFF2-40B4-BE49-F238E27FC236}">
                  <a16:creationId xmlns:a16="http://schemas.microsoft.com/office/drawing/2014/main" id="{E6E4BE77-2151-4131-B28B-13C1028DF5D9}"/>
                </a:ext>
              </a:extLst>
            </p:cNvPr>
            <p:cNvSpPr/>
            <p:nvPr/>
          </p:nvSpPr>
          <p:spPr>
            <a:xfrm>
              <a:off x="2286923" y="2552447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5" name="Hexagon 124">
              <a:extLst>
                <a:ext uri="{FF2B5EF4-FFF2-40B4-BE49-F238E27FC236}">
                  <a16:creationId xmlns:a16="http://schemas.microsoft.com/office/drawing/2014/main" id="{D330E461-A4CF-4C70-BC12-BD33139A8BC7}"/>
                </a:ext>
              </a:extLst>
            </p:cNvPr>
            <p:cNvSpPr/>
            <p:nvPr/>
          </p:nvSpPr>
          <p:spPr>
            <a:xfrm>
              <a:off x="2289872" y="2732973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6" name="Hexagon 125">
              <a:extLst>
                <a:ext uri="{FF2B5EF4-FFF2-40B4-BE49-F238E27FC236}">
                  <a16:creationId xmlns:a16="http://schemas.microsoft.com/office/drawing/2014/main" id="{685DDBEA-BB4F-4C22-A89A-103896DE80E3}"/>
                </a:ext>
              </a:extLst>
            </p:cNvPr>
            <p:cNvSpPr/>
            <p:nvPr/>
          </p:nvSpPr>
          <p:spPr>
            <a:xfrm>
              <a:off x="2295891" y="2914397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7" name="Hexagon 126">
              <a:extLst>
                <a:ext uri="{FF2B5EF4-FFF2-40B4-BE49-F238E27FC236}">
                  <a16:creationId xmlns:a16="http://schemas.microsoft.com/office/drawing/2014/main" id="{5E7FEA98-1E82-4FA9-A53B-9B95DA9C8333}"/>
                </a:ext>
              </a:extLst>
            </p:cNvPr>
            <p:cNvSpPr/>
            <p:nvPr/>
          </p:nvSpPr>
          <p:spPr>
            <a:xfrm>
              <a:off x="2293510" y="3095731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8" name="Hexagon 127">
              <a:extLst>
                <a:ext uri="{FF2B5EF4-FFF2-40B4-BE49-F238E27FC236}">
                  <a16:creationId xmlns:a16="http://schemas.microsoft.com/office/drawing/2014/main" id="{D9117BA4-D959-4D97-98FD-F594B57061C4}"/>
                </a:ext>
              </a:extLst>
            </p:cNvPr>
            <p:cNvSpPr/>
            <p:nvPr/>
          </p:nvSpPr>
          <p:spPr>
            <a:xfrm>
              <a:off x="2290836" y="3274610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29" name="Hexagon 128">
              <a:extLst>
                <a:ext uri="{FF2B5EF4-FFF2-40B4-BE49-F238E27FC236}">
                  <a16:creationId xmlns:a16="http://schemas.microsoft.com/office/drawing/2014/main" id="{D6D5B84A-B4F4-47A0-A14A-16615165FF98}"/>
                </a:ext>
              </a:extLst>
            </p:cNvPr>
            <p:cNvSpPr/>
            <p:nvPr/>
          </p:nvSpPr>
          <p:spPr>
            <a:xfrm>
              <a:off x="2291404" y="3455136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0" name="Hexagon 129">
              <a:extLst>
                <a:ext uri="{FF2B5EF4-FFF2-40B4-BE49-F238E27FC236}">
                  <a16:creationId xmlns:a16="http://schemas.microsoft.com/office/drawing/2014/main" id="{318C594D-C0E6-49C3-AA54-509D9BB3C91A}"/>
                </a:ext>
              </a:extLst>
            </p:cNvPr>
            <p:cNvSpPr/>
            <p:nvPr/>
          </p:nvSpPr>
          <p:spPr>
            <a:xfrm>
              <a:off x="2520256" y="1194368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1" name="Hexagon 130">
              <a:extLst>
                <a:ext uri="{FF2B5EF4-FFF2-40B4-BE49-F238E27FC236}">
                  <a16:creationId xmlns:a16="http://schemas.microsoft.com/office/drawing/2014/main" id="{51513A82-BFC6-4C2C-8FB9-A45E7ABEF770}"/>
                </a:ext>
              </a:extLst>
            </p:cNvPr>
            <p:cNvSpPr/>
            <p:nvPr/>
          </p:nvSpPr>
          <p:spPr>
            <a:xfrm>
              <a:off x="2520256" y="1374956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2" name="Hexagon 131">
              <a:extLst>
                <a:ext uri="{FF2B5EF4-FFF2-40B4-BE49-F238E27FC236}">
                  <a16:creationId xmlns:a16="http://schemas.microsoft.com/office/drawing/2014/main" id="{0C4C9535-60C5-4455-9B45-ABB80F187AD1}"/>
                </a:ext>
              </a:extLst>
            </p:cNvPr>
            <p:cNvSpPr/>
            <p:nvPr/>
          </p:nvSpPr>
          <p:spPr>
            <a:xfrm>
              <a:off x="2752246" y="1109420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3" name="Hexagon 132">
              <a:extLst>
                <a:ext uri="{FF2B5EF4-FFF2-40B4-BE49-F238E27FC236}">
                  <a16:creationId xmlns:a16="http://schemas.microsoft.com/office/drawing/2014/main" id="{1BC1A829-924F-4BF4-B149-7D0D4D5D2BD1}"/>
                </a:ext>
              </a:extLst>
            </p:cNvPr>
            <p:cNvSpPr/>
            <p:nvPr/>
          </p:nvSpPr>
          <p:spPr>
            <a:xfrm>
              <a:off x="2752246" y="1290008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4" name="Hexagon 133">
              <a:extLst>
                <a:ext uri="{FF2B5EF4-FFF2-40B4-BE49-F238E27FC236}">
                  <a16:creationId xmlns:a16="http://schemas.microsoft.com/office/drawing/2014/main" id="{652B7185-9E7F-48BF-8DD2-2AB571DC51AA}"/>
                </a:ext>
              </a:extLst>
            </p:cNvPr>
            <p:cNvSpPr/>
            <p:nvPr/>
          </p:nvSpPr>
          <p:spPr>
            <a:xfrm>
              <a:off x="2749865" y="1473723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5" name="Hexagon 134">
              <a:extLst>
                <a:ext uri="{FF2B5EF4-FFF2-40B4-BE49-F238E27FC236}">
                  <a16:creationId xmlns:a16="http://schemas.microsoft.com/office/drawing/2014/main" id="{835057C3-CCD5-4F26-94C8-CCF260A88452}"/>
                </a:ext>
              </a:extLst>
            </p:cNvPr>
            <p:cNvSpPr/>
            <p:nvPr/>
          </p:nvSpPr>
          <p:spPr>
            <a:xfrm>
              <a:off x="2984722" y="1195129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6" name="Hexagon 135">
              <a:extLst>
                <a:ext uri="{FF2B5EF4-FFF2-40B4-BE49-F238E27FC236}">
                  <a16:creationId xmlns:a16="http://schemas.microsoft.com/office/drawing/2014/main" id="{C0F74C86-7174-4BCE-AC7A-986BC9A45931}"/>
                </a:ext>
              </a:extLst>
            </p:cNvPr>
            <p:cNvSpPr/>
            <p:nvPr/>
          </p:nvSpPr>
          <p:spPr>
            <a:xfrm>
              <a:off x="2984722" y="1375717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7" name="Hexagon 136">
              <a:extLst>
                <a:ext uri="{FF2B5EF4-FFF2-40B4-BE49-F238E27FC236}">
                  <a16:creationId xmlns:a16="http://schemas.microsoft.com/office/drawing/2014/main" id="{C5DEFB01-026E-4EF6-8655-116A12B84291}"/>
                </a:ext>
              </a:extLst>
            </p:cNvPr>
            <p:cNvSpPr/>
            <p:nvPr/>
          </p:nvSpPr>
          <p:spPr>
            <a:xfrm>
              <a:off x="2982341" y="1559432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8" name="Hexagon 137">
              <a:extLst>
                <a:ext uri="{FF2B5EF4-FFF2-40B4-BE49-F238E27FC236}">
                  <a16:creationId xmlns:a16="http://schemas.microsoft.com/office/drawing/2014/main" id="{5E1E6C7D-45AA-4FD9-8DCD-9504B970D9A1}"/>
                </a:ext>
              </a:extLst>
            </p:cNvPr>
            <p:cNvSpPr/>
            <p:nvPr/>
          </p:nvSpPr>
          <p:spPr>
            <a:xfrm>
              <a:off x="3218865" y="1291006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39" name="Hexagon 138">
              <a:extLst>
                <a:ext uri="{FF2B5EF4-FFF2-40B4-BE49-F238E27FC236}">
                  <a16:creationId xmlns:a16="http://schemas.microsoft.com/office/drawing/2014/main" id="{4E7904BD-A89C-46A6-8CBF-6180E0A81800}"/>
                </a:ext>
              </a:extLst>
            </p:cNvPr>
            <p:cNvSpPr/>
            <p:nvPr/>
          </p:nvSpPr>
          <p:spPr>
            <a:xfrm>
              <a:off x="3218865" y="1471594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0" name="Hexagon 139">
              <a:extLst>
                <a:ext uri="{FF2B5EF4-FFF2-40B4-BE49-F238E27FC236}">
                  <a16:creationId xmlns:a16="http://schemas.microsoft.com/office/drawing/2014/main" id="{CEF672E9-0ED8-41AE-906E-164CEDBE19C1}"/>
                </a:ext>
              </a:extLst>
            </p:cNvPr>
            <p:cNvSpPr/>
            <p:nvPr/>
          </p:nvSpPr>
          <p:spPr>
            <a:xfrm>
              <a:off x="3218865" y="1652928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1" name="Hexagon 140">
              <a:extLst>
                <a:ext uri="{FF2B5EF4-FFF2-40B4-BE49-F238E27FC236}">
                  <a16:creationId xmlns:a16="http://schemas.microsoft.com/office/drawing/2014/main" id="{DE7BC5E2-D5DF-474F-87FF-CE900BC7A176}"/>
                </a:ext>
              </a:extLst>
            </p:cNvPr>
            <p:cNvSpPr/>
            <p:nvPr/>
          </p:nvSpPr>
          <p:spPr>
            <a:xfrm>
              <a:off x="3448036" y="1195836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2" name="Hexagon 141">
              <a:extLst>
                <a:ext uri="{FF2B5EF4-FFF2-40B4-BE49-F238E27FC236}">
                  <a16:creationId xmlns:a16="http://schemas.microsoft.com/office/drawing/2014/main" id="{0CB4F781-C9E0-44CE-AC8A-A418CDFB491D}"/>
                </a:ext>
              </a:extLst>
            </p:cNvPr>
            <p:cNvSpPr/>
            <p:nvPr/>
          </p:nvSpPr>
          <p:spPr>
            <a:xfrm>
              <a:off x="3445655" y="1378805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3" name="Hexagon 142">
              <a:extLst>
                <a:ext uri="{FF2B5EF4-FFF2-40B4-BE49-F238E27FC236}">
                  <a16:creationId xmlns:a16="http://schemas.microsoft.com/office/drawing/2014/main" id="{3A416D80-C936-414E-B710-9EBBA2F3FF85}"/>
                </a:ext>
              </a:extLst>
            </p:cNvPr>
            <p:cNvSpPr/>
            <p:nvPr/>
          </p:nvSpPr>
          <p:spPr>
            <a:xfrm>
              <a:off x="3448036" y="1560139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4" name="Hexagon 143">
              <a:extLst>
                <a:ext uri="{FF2B5EF4-FFF2-40B4-BE49-F238E27FC236}">
                  <a16:creationId xmlns:a16="http://schemas.microsoft.com/office/drawing/2014/main" id="{45D5DD5E-BB1A-4062-AA3B-EE2DEBDAFED5}"/>
                </a:ext>
              </a:extLst>
            </p:cNvPr>
            <p:cNvSpPr/>
            <p:nvPr/>
          </p:nvSpPr>
          <p:spPr>
            <a:xfrm>
              <a:off x="3686837" y="1107570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5" name="Hexagon 144">
              <a:extLst>
                <a:ext uri="{FF2B5EF4-FFF2-40B4-BE49-F238E27FC236}">
                  <a16:creationId xmlns:a16="http://schemas.microsoft.com/office/drawing/2014/main" id="{3AB1D234-65BA-4C02-BCB5-61CC76B07B19}"/>
                </a:ext>
              </a:extLst>
            </p:cNvPr>
            <p:cNvSpPr/>
            <p:nvPr/>
          </p:nvSpPr>
          <p:spPr>
            <a:xfrm>
              <a:off x="3684456" y="1290539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6" name="Hexagon 145">
              <a:extLst>
                <a:ext uri="{FF2B5EF4-FFF2-40B4-BE49-F238E27FC236}">
                  <a16:creationId xmlns:a16="http://schemas.microsoft.com/office/drawing/2014/main" id="{B5021645-3350-41D8-AEC9-E127237B50E7}"/>
                </a:ext>
              </a:extLst>
            </p:cNvPr>
            <p:cNvSpPr/>
            <p:nvPr/>
          </p:nvSpPr>
          <p:spPr>
            <a:xfrm>
              <a:off x="3922848" y="1017196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7" name="Hexagon 146">
              <a:extLst>
                <a:ext uri="{FF2B5EF4-FFF2-40B4-BE49-F238E27FC236}">
                  <a16:creationId xmlns:a16="http://schemas.microsoft.com/office/drawing/2014/main" id="{C7DB24F8-8609-4DE2-9548-089B08DAAEAB}"/>
                </a:ext>
              </a:extLst>
            </p:cNvPr>
            <p:cNvSpPr/>
            <p:nvPr/>
          </p:nvSpPr>
          <p:spPr>
            <a:xfrm>
              <a:off x="3920467" y="1200165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8" name="Hexagon 147">
              <a:extLst>
                <a:ext uri="{FF2B5EF4-FFF2-40B4-BE49-F238E27FC236}">
                  <a16:creationId xmlns:a16="http://schemas.microsoft.com/office/drawing/2014/main" id="{CB15C579-5535-47CF-B636-C667D76E37F3}"/>
                </a:ext>
              </a:extLst>
            </p:cNvPr>
            <p:cNvSpPr/>
            <p:nvPr/>
          </p:nvSpPr>
          <p:spPr>
            <a:xfrm>
              <a:off x="4154506" y="922033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9" name="Hexagon 148">
              <a:extLst>
                <a:ext uri="{FF2B5EF4-FFF2-40B4-BE49-F238E27FC236}">
                  <a16:creationId xmlns:a16="http://schemas.microsoft.com/office/drawing/2014/main" id="{FB1F6308-5521-4300-852C-35119ECC0058}"/>
                </a:ext>
              </a:extLst>
            </p:cNvPr>
            <p:cNvSpPr/>
            <p:nvPr/>
          </p:nvSpPr>
          <p:spPr>
            <a:xfrm>
              <a:off x="2515238" y="1742419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0" name="Hexagon 149">
              <a:extLst>
                <a:ext uri="{FF2B5EF4-FFF2-40B4-BE49-F238E27FC236}">
                  <a16:creationId xmlns:a16="http://schemas.microsoft.com/office/drawing/2014/main" id="{9270E7B8-9138-40CF-85AB-BA198BC3AE2C}"/>
                </a:ext>
              </a:extLst>
            </p:cNvPr>
            <p:cNvSpPr/>
            <p:nvPr/>
          </p:nvSpPr>
          <p:spPr>
            <a:xfrm>
              <a:off x="2515806" y="1927707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1" name="Hexagon 150">
              <a:extLst>
                <a:ext uri="{FF2B5EF4-FFF2-40B4-BE49-F238E27FC236}">
                  <a16:creationId xmlns:a16="http://schemas.microsoft.com/office/drawing/2014/main" id="{CE5BAA4D-70CB-4E1B-811A-48780F819382}"/>
                </a:ext>
              </a:extLst>
            </p:cNvPr>
            <p:cNvSpPr/>
            <p:nvPr/>
          </p:nvSpPr>
          <p:spPr>
            <a:xfrm>
              <a:off x="2523003" y="2106244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" name="Hexagon 151">
              <a:extLst>
                <a:ext uri="{FF2B5EF4-FFF2-40B4-BE49-F238E27FC236}">
                  <a16:creationId xmlns:a16="http://schemas.microsoft.com/office/drawing/2014/main" id="{A5B5FCAA-998D-4FB5-989E-ABCB1EEF5865}"/>
                </a:ext>
              </a:extLst>
            </p:cNvPr>
            <p:cNvSpPr/>
            <p:nvPr/>
          </p:nvSpPr>
          <p:spPr>
            <a:xfrm>
              <a:off x="2525384" y="2286832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3" name="Hexagon 152">
              <a:extLst>
                <a:ext uri="{FF2B5EF4-FFF2-40B4-BE49-F238E27FC236}">
                  <a16:creationId xmlns:a16="http://schemas.microsoft.com/office/drawing/2014/main" id="{67D3A4A3-F072-4911-803F-24D64DF2AD7E}"/>
                </a:ext>
              </a:extLst>
            </p:cNvPr>
            <p:cNvSpPr/>
            <p:nvPr/>
          </p:nvSpPr>
          <p:spPr>
            <a:xfrm>
              <a:off x="2523003" y="2468166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7" name="Hexagon 156">
              <a:extLst>
                <a:ext uri="{FF2B5EF4-FFF2-40B4-BE49-F238E27FC236}">
                  <a16:creationId xmlns:a16="http://schemas.microsoft.com/office/drawing/2014/main" id="{8876B279-07BA-4388-ABA3-C7E8EC98C3AA}"/>
                </a:ext>
              </a:extLst>
            </p:cNvPr>
            <p:cNvSpPr/>
            <p:nvPr/>
          </p:nvSpPr>
          <p:spPr>
            <a:xfrm>
              <a:off x="2749380" y="2017619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8" name="Hexagon 157">
              <a:extLst>
                <a:ext uri="{FF2B5EF4-FFF2-40B4-BE49-F238E27FC236}">
                  <a16:creationId xmlns:a16="http://schemas.microsoft.com/office/drawing/2014/main" id="{0E989965-3DA2-4810-9F6E-D21B2521C802}"/>
                </a:ext>
              </a:extLst>
            </p:cNvPr>
            <p:cNvSpPr/>
            <p:nvPr/>
          </p:nvSpPr>
          <p:spPr>
            <a:xfrm>
              <a:off x="2751761" y="2198953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" name="Hexagon 158">
              <a:extLst>
                <a:ext uri="{FF2B5EF4-FFF2-40B4-BE49-F238E27FC236}">
                  <a16:creationId xmlns:a16="http://schemas.microsoft.com/office/drawing/2014/main" id="{50FC7A1D-5DF5-487B-8DE2-F2A0040F7B27}"/>
                </a:ext>
              </a:extLst>
            </p:cNvPr>
            <p:cNvSpPr/>
            <p:nvPr/>
          </p:nvSpPr>
          <p:spPr>
            <a:xfrm>
              <a:off x="2749087" y="2380213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" name="Hexagon 159">
              <a:extLst>
                <a:ext uri="{FF2B5EF4-FFF2-40B4-BE49-F238E27FC236}">
                  <a16:creationId xmlns:a16="http://schemas.microsoft.com/office/drawing/2014/main" id="{D113B064-5C24-45D1-926F-388909D7C896}"/>
                </a:ext>
              </a:extLst>
            </p:cNvPr>
            <p:cNvSpPr/>
            <p:nvPr/>
          </p:nvSpPr>
          <p:spPr>
            <a:xfrm>
              <a:off x="2987787" y="2104796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1" name="Hexagon 160">
              <a:extLst>
                <a:ext uri="{FF2B5EF4-FFF2-40B4-BE49-F238E27FC236}">
                  <a16:creationId xmlns:a16="http://schemas.microsoft.com/office/drawing/2014/main" id="{E3C1A990-954A-4D8A-B10E-B9760BFF9854}"/>
                </a:ext>
              </a:extLst>
            </p:cNvPr>
            <p:cNvSpPr/>
            <p:nvPr/>
          </p:nvSpPr>
          <p:spPr>
            <a:xfrm>
              <a:off x="2985406" y="2283749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2" name="Hexagon 161">
              <a:extLst>
                <a:ext uri="{FF2B5EF4-FFF2-40B4-BE49-F238E27FC236}">
                  <a16:creationId xmlns:a16="http://schemas.microsoft.com/office/drawing/2014/main" id="{6BA085CF-29ED-423E-9CC9-DBB67972CE3B}"/>
                </a:ext>
              </a:extLst>
            </p:cNvPr>
            <p:cNvSpPr/>
            <p:nvPr/>
          </p:nvSpPr>
          <p:spPr>
            <a:xfrm>
              <a:off x="2980351" y="2465009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3" name="Hexagon 162">
              <a:extLst>
                <a:ext uri="{FF2B5EF4-FFF2-40B4-BE49-F238E27FC236}">
                  <a16:creationId xmlns:a16="http://schemas.microsoft.com/office/drawing/2014/main" id="{76B817A2-ED7D-43A6-A730-8CC71C73FA58}"/>
                </a:ext>
              </a:extLst>
            </p:cNvPr>
            <p:cNvSpPr/>
            <p:nvPr/>
          </p:nvSpPr>
          <p:spPr>
            <a:xfrm>
              <a:off x="2981026" y="2826639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4" name="Hexagon 163">
              <a:extLst>
                <a:ext uri="{FF2B5EF4-FFF2-40B4-BE49-F238E27FC236}">
                  <a16:creationId xmlns:a16="http://schemas.microsoft.com/office/drawing/2014/main" id="{D107471E-33B7-431C-8E79-354AFDE9D1A1}"/>
                </a:ext>
              </a:extLst>
            </p:cNvPr>
            <p:cNvSpPr/>
            <p:nvPr/>
          </p:nvSpPr>
          <p:spPr>
            <a:xfrm>
              <a:off x="3216537" y="2191000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5" name="Hexagon 164">
              <a:extLst>
                <a:ext uri="{FF2B5EF4-FFF2-40B4-BE49-F238E27FC236}">
                  <a16:creationId xmlns:a16="http://schemas.microsoft.com/office/drawing/2014/main" id="{F5D8A5E6-0E03-4D15-B18E-F040AE722B8C}"/>
                </a:ext>
              </a:extLst>
            </p:cNvPr>
            <p:cNvSpPr/>
            <p:nvPr/>
          </p:nvSpPr>
          <p:spPr>
            <a:xfrm>
              <a:off x="3218918" y="2373969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6" name="Hexagon 165">
              <a:extLst>
                <a:ext uri="{FF2B5EF4-FFF2-40B4-BE49-F238E27FC236}">
                  <a16:creationId xmlns:a16="http://schemas.microsoft.com/office/drawing/2014/main" id="{4B17BB3D-D6E4-4F3B-82A0-AE4B7AC4D0B5}"/>
                </a:ext>
              </a:extLst>
            </p:cNvPr>
            <p:cNvSpPr/>
            <p:nvPr/>
          </p:nvSpPr>
          <p:spPr>
            <a:xfrm>
              <a:off x="3216537" y="2555303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7" name="Hexagon 166">
              <a:extLst>
                <a:ext uri="{FF2B5EF4-FFF2-40B4-BE49-F238E27FC236}">
                  <a16:creationId xmlns:a16="http://schemas.microsoft.com/office/drawing/2014/main" id="{117EF7E5-7366-480F-B7D5-7FC3BBB298AC}"/>
                </a:ext>
              </a:extLst>
            </p:cNvPr>
            <p:cNvSpPr/>
            <p:nvPr/>
          </p:nvSpPr>
          <p:spPr>
            <a:xfrm>
              <a:off x="3211482" y="2738944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8" name="Hexagon 167">
              <a:extLst>
                <a:ext uri="{FF2B5EF4-FFF2-40B4-BE49-F238E27FC236}">
                  <a16:creationId xmlns:a16="http://schemas.microsoft.com/office/drawing/2014/main" id="{07393C87-BDE3-4A51-B11A-8364B5A38241}"/>
                </a:ext>
              </a:extLst>
            </p:cNvPr>
            <p:cNvSpPr/>
            <p:nvPr/>
          </p:nvSpPr>
          <p:spPr>
            <a:xfrm>
              <a:off x="3212050" y="2921851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9" name="Hexagon 168">
              <a:extLst>
                <a:ext uri="{FF2B5EF4-FFF2-40B4-BE49-F238E27FC236}">
                  <a16:creationId xmlns:a16="http://schemas.microsoft.com/office/drawing/2014/main" id="{D5A5CE61-81A8-43B1-86ED-080875675E9A}"/>
                </a:ext>
              </a:extLst>
            </p:cNvPr>
            <p:cNvSpPr/>
            <p:nvPr/>
          </p:nvSpPr>
          <p:spPr>
            <a:xfrm>
              <a:off x="3218069" y="3093751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0" name="Hexagon 169">
              <a:extLst>
                <a:ext uri="{FF2B5EF4-FFF2-40B4-BE49-F238E27FC236}">
                  <a16:creationId xmlns:a16="http://schemas.microsoft.com/office/drawing/2014/main" id="{0D3F6F32-D752-457B-8F1C-1708C0F1AD74}"/>
                </a:ext>
              </a:extLst>
            </p:cNvPr>
            <p:cNvSpPr/>
            <p:nvPr/>
          </p:nvSpPr>
          <p:spPr>
            <a:xfrm>
              <a:off x="3445655" y="2645215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1" name="Hexagon 170">
              <a:extLst>
                <a:ext uri="{FF2B5EF4-FFF2-40B4-BE49-F238E27FC236}">
                  <a16:creationId xmlns:a16="http://schemas.microsoft.com/office/drawing/2014/main" id="{114C0D80-0957-4C92-AF1F-BAB570FA666D}"/>
                </a:ext>
              </a:extLst>
            </p:cNvPr>
            <p:cNvSpPr/>
            <p:nvPr/>
          </p:nvSpPr>
          <p:spPr>
            <a:xfrm>
              <a:off x="3448036" y="3006543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2" name="Hexagon 171">
              <a:extLst>
                <a:ext uri="{FF2B5EF4-FFF2-40B4-BE49-F238E27FC236}">
                  <a16:creationId xmlns:a16="http://schemas.microsoft.com/office/drawing/2014/main" id="{BB22C50D-9CFC-4CD5-9204-3EAB3F28A9B7}"/>
                </a:ext>
              </a:extLst>
            </p:cNvPr>
            <p:cNvSpPr/>
            <p:nvPr/>
          </p:nvSpPr>
          <p:spPr>
            <a:xfrm>
              <a:off x="3216537" y="3278267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3" name="Hexagon 172">
              <a:extLst>
                <a:ext uri="{FF2B5EF4-FFF2-40B4-BE49-F238E27FC236}">
                  <a16:creationId xmlns:a16="http://schemas.microsoft.com/office/drawing/2014/main" id="{5CBDB2AE-116E-4A20-A0AE-F6A95980F0C4}"/>
                </a:ext>
              </a:extLst>
            </p:cNvPr>
            <p:cNvSpPr/>
            <p:nvPr/>
          </p:nvSpPr>
          <p:spPr>
            <a:xfrm>
              <a:off x="3445655" y="3365112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4" name="Hexagon 173">
              <a:extLst>
                <a:ext uri="{FF2B5EF4-FFF2-40B4-BE49-F238E27FC236}">
                  <a16:creationId xmlns:a16="http://schemas.microsoft.com/office/drawing/2014/main" id="{4CD55E56-8755-49E7-BB4B-0E5A7C323907}"/>
                </a:ext>
              </a:extLst>
            </p:cNvPr>
            <p:cNvSpPr/>
            <p:nvPr/>
          </p:nvSpPr>
          <p:spPr>
            <a:xfrm>
              <a:off x="3679757" y="3092146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5" name="Hexagon 174">
              <a:extLst>
                <a:ext uri="{FF2B5EF4-FFF2-40B4-BE49-F238E27FC236}">
                  <a16:creationId xmlns:a16="http://schemas.microsoft.com/office/drawing/2014/main" id="{6DAD39B6-2D39-478D-82F9-B97B72B36A31}"/>
                </a:ext>
              </a:extLst>
            </p:cNvPr>
            <p:cNvSpPr/>
            <p:nvPr/>
          </p:nvSpPr>
          <p:spPr>
            <a:xfrm>
              <a:off x="3683213" y="3271240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6" name="Hexagon 175">
              <a:extLst>
                <a:ext uri="{FF2B5EF4-FFF2-40B4-BE49-F238E27FC236}">
                  <a16:creationId xmlns:a16="http://schemas.microsoft.com/office/drawing/2014/main" id="{35BDA62E-F1F3-435B-A07C-8A449345E1DE}"/>
                </a:ext>
              </a:extLst>
            </p:cNvPr>
            <p:cNvSpPr/>
            <p:nvPr/>
          </p:nvSpPr>
          <p:spPr>
            <a:xfrm>
              <a:off x="3680811" y="3453928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6" name="二三级" hidden="1">
            <a:extLst>
              <a:ext uri="{FF2B5EF4-FFF2-40B4-BE49-F238E27FC236}">
                <a16:creationId xmlns:a16="http://schemas.microsoft.com/office/drawing/2014/main" id="{781AC8C1-F3D3-4EBC-9471-C0F7C9292DF8}"/>
              </a:ext>
            </a:extLst>
          </p:cNvPr>
          <p:cNvGrpSpPr/>
          <p:nvPr/>
        </p:nvGrpSpPr>
        <p:grpSpPr>
          <a:xfrm>
            <a:off x="239783" y="518896"/>
            <a:ext cx="8972930" cy="9044576"/>
            <a:chOff x="239783" y="518896"/>
            <a:chExt cx="8972930" cy="9044576"/>
          </a:xfrm>
        </p:grpSpPr>
        <p:sp>
          <p:nvSpPr>
            <p:cNvPr id="2254" name="Hexagon 2253">
              <a:extLst>
                <a:ext uri="{FF2B5EF4-FFF2-40B4-BE49-F238E27FC236}">
                  <a16:creationId xmlns:a16="http://schemas.microsoft.com/office/drawing/2014/main" id="{96F1ECCE-F806-449D-9A08-831590D3D274}"/>
                </a:ext>
              </a:extLst>
            </p:cNvPr>
            <p:cNvSpPr/>
            <p:nvPr/>
          </p:nvSpPr>
          <p:spPr>
            <a:xfrm>
              <a:off x="5254129" y="335345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4" name="Hexagon 213">
              <a:extLst>
                <a:ext uri="{FF2B5EF4-FFF2-40B4-BE49-F238E27FC236}">
                  <a16:creationId xmlns:a16="http://schemas.microsoft.com/office/drawing/2014/main" id="{7A1A1B35-7128-44A3-8969-883FD3FD50C8}"/>
                </a:ext>
              </a:extLst>
            </p:cNvPr>
            <p:cNvSpPr/>
            <p:nvPr/>
          </p:nvSpPr>
          <p:spPr>
            <a:xfrm>
              <a:off x="1613625" y="4605939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5" name="Hexagon 214">
              <a:extLst>
                <a:ext uri="{FF2B5EF4-FFF2-40B4-BE49-F238E27FC236}">
                  <a16:creationId xmlns:a16="http://schemas.microsoft.com/office/drawing/2014/main" id="{C1094EA5-0678-4034-A964-05A3F3551F46}"/>
                </a:ext>
              </a:extLst>
            </p:cNvPr>
            <p:cNvSpPr/>
            <p:nvPr/>
          </p:nvSpPr>
          <p:spPr>
            <a:xfrm>
              <a:off x="1849369" y="4513348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6" name="Hexagon 215">
              <a:extLst>
                <a:ext uri="{FF2B5EF4-FFF2-40B4-BE49-F238E27FC236}">
                  <a16:creationId xmlns:a16="http://schemas.microsoft.com/office/drawing/2014/main" id="{BA9EECF0-9FF2-4CDE-9B62-D3A28B4B24C7}"/>
                </a:ext>
              </a:extLst>
            </p:cNvPr>
            <p:cNvSpPr/>
            <p:nvPr/>
          </p:nvSpPr>
          <p:spPr>
            <a:xfrm>
              <a:off x="1613089" y="4781641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7" name="Hexagon 216">
              <a:extLst>
                <a:ext uri="{FF2B5EF4-FFF2-40B4-BE49-F238E27FC236}">
                  <a16:creationId xmlns:a16="http://schemas.microsoft.com/office/drawing/2014/main" id="{39FFC2CF-420B-4C2C-8B12-B0DAE24A333F}"/>
                </a:ext>
              </a:extLst>
            </p:cNvPr>
            <p:cNvSpPr/>
            <p:nvPr/>
          </p:nvSpPr>
          <p:spPr>
            <a:xfrm>
              <a:off x="1849369" y="4693070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8" name="Hexagon 217">
              <a:extLst>
                <a:ext uri="{FF2B5EF4-FFF2-40B4-BE49-F238E27FC236}">
                  <a16:creationId xmlns:a16="http://schemas.microsoft.com/office/drawing/2014/main" id="{78ED50E6-BBD8-4D3A-8F4D-2CFDF0992168}"/>
                </a:ext>
              </a:extLst>
            </p:cNvPr>
            <p:cNvSpPr/>
            <p:nvPr/>
          </p:nvSpPr>
          <p:spPr>
            <a:xfrm>
              <a:off x="2075904" y="4777176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9" name="Hexagon 218">
              <a:extLst>
                <a:ext uri="{FF2B5EF4-FFF2-40B4-BE49-F238E27FC236}">
                  <a16:creationId xmlns:a16="http://schemas.microsoft.com/office/drawing/2014/main" id="{9CF61749-9287-4037-B149-4679306AA523}"/>
                </a:ext>
              </a:extLst>
            </p:cNvPr>
            <p:cNvSpPr/>
            <p:nvPr/>
          </p:nvSpPr>
          <p:spPr>
            <a:xfrm>
              <a:off x="1849369" y="4864859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0" name="Hexagon 219">
              <a:extLst>
                <a:ext uri="{FF2B5EF4-FFF2-40B4-BE49-F238E27FC236}">
                  <a16:creationId xmlns:a16="http://schemas.microsoft.com/office/drawing/2014/main" id="{5802BE21-52FB-43F5-900D-D13AEBD5CAC5}"/>
                </a:ext>
              </a:extLst>
            </p:cNvPr>
            <p:cNvSpPr/>
            <p:nvPr/>
          </p:nvSpPr>
          <p:spPr>
            <a:xfrm>
              <a:off x="2075904" y="4955959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1" name="Hexagon 220">
              <a:extLst>
                <a:ext uri="{FF2B5EF4-FFF2-40B4-BE49-F238E27FC236}">
                  <a16:creationId xmlns:a16="http://schemas.microsoft.com/office/drawing/2014/main" id="{1AA79879-9E0D-41CE-A9E8-28ED1D5FBCBB}"/>
                </a:ext>
              </a:extLst>
            </p:cNvPr>
            <p:cNvSpPr/>
            <p:nvPr/>
          </p:nvSpPr>
          <p:spPr>
            <a:xfrm>
              <a:off x="2302439" y="5046229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2" name="Hexagon 221">
              <a:extLst>
                <a:ext uri="{FF2B5EF4-FFF2-40B4-BE49-F238E27FC236}">
                  <a16:creationId xmlns:a16="http://schemas.microsoft.com/office/drawing/2014/main" id="{02FD7031-16F9-4D3F-93BC-4B3F82690892}"/>
                </a:ext>
              </a:extLst>
            </p:cNvPr>
            <p:cNvSpPr/>
            <p:nvPr/>
          </p:nvSpPr>
          <p:spPr>
            <a:xfrm>
              <a:off x="1613089" y="4958045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3" name="Hexagon 222">
              <a:extLst>
                <a:ext uri="{FF2B5EF4-FFF2-40B4-BE49-F238E27FC236}">
                  <a16:creationId xmlns:a16="http://schemas.microsoft.com/office/drawing/2014/main" id="{7240FBF1-9EEB-4FFC-BD45-A11997738511}"/>
                </a:ext>
              </a:extLst>
            </p:cNvPr>
            <p:cNvSpPr/>
            <p:nvPr/>
          </p:nvSpPr>
          <p:spPr>
            <a:xfrm>
              <a:off x="2067477" y="5131714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" name="Hexagon 223">
              <a:extLst>
                <a:ext uri="{FF2B5EF4-FFF2-40B4-BE49-F238E27FC236}">
                  <a16:creationId xmlns:a16="http://schemas.microsoft.com/office/drawing/2014/main" id="{D1D81CD5-3AEC-4D1E-ABA0-E4362062433B}"/>
                </a:ext>
              </a:extLst>
            </p:cNvPr>
            <p:cNvSpPr/>
            <p:nvPr/>
          </p:nvSpPr>
          <p:spPr>
            <a:xfrm>
              <a:off x="2302439" y="5222814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5" name="Hexagon 224">
              <a:extLst>
                <a:ext uri="{FF2B5EF4-FFF2-40B4-BE49-F238E27FC236}">
                  <a16:creationId xmlns:a16="http://schemas.microsoft.com/office/drawing/2014/main" id="{93A9837C-120B-4AE1-B33E-406AED886769}"/>
                </a:ext>
              </a:extLst>
            </p:cNvPr>
            <p:cNvSpPr/>
            <p:nvPr/>
          </p:nvSpPr>
          <p:spPr>
            <a:xfrm>
              <a:off x="1378127" y="5049428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" name="Hexagon 225">
              <a:extLst>
                <a:ext uri="{FF2B5EF4-FFF2-40B4-BE49-F238E27FC236}">
                  <a16:creationId xmlns:a16="http://schemas.microsoft.com/office/drawing/2014/main" id="{B7D2433D-F519-464D-9638-CB114247AFE3}"/>
                </a:ext>
              </a:extLst>
            </p:cNvPr>
            <p:cNvSpPr/>
            <p:nvPr/>
          </p:nvSpPr>
          <p:spPr>
            <a:xfrm>
              <a:off x="1613089" y="5137525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" name="Hexagon 226">
              <a:extLst>
                <a:ext uri="{FF2B5EF4-FFF2-40B4-BE49-F238E27FC236}">
                  <a16:creationId xmlns:a16="http://schemas.microsoft.com/office/drawing/2014/main" id="{6323749D-DB8A-4D8D-A2B1-0B5248421B17}"/>
                </a:ext>
              </a:extLst>
            </p:cNvPr>
            <p:cNvSpPr/>
            <p:nvPr/>
          </p:nvSpPr>
          <p:spPr>
            <a:xfrm>
              <a:off x="1849369" y="5220651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" name="Hexagon 227">
              <a:extLst>
                <a:ext uri="{FF2B5EF4-FFF2-40B4-BE49-F238E27FC236}">
                  <a16:creationId xmlns:a16="http://schemas.microsoft.com/office/drawing/2014/main" id="{229F0C10-2AAF-46BF-958E-AECB2E68C77E}"/>
                </a:ext>
              </a:extLst>
            </p:cNvPr>
            <p:cNvSpPr/>
            <p:nvPr/>
          </p:nvSpPr>
          <p:spPr>
            <a:xfrm>
              <a:off x="2075904" y="5312215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" name="Hexagon 228">
              <a:extLst>
                <a:ext uri="{FF2B5EF4-FFF2-40B4-BE49-F238E27FC236}">
                  <a16:creationId xmlns:a16="http://schemas.microsoft.com/office/drawing/2014/main" id="{12A8F29A-7983-46AD-97FC-2ACBB31014B3}"/>
                </a:ext>
              </a:extLst>
            </p:cNvPr>
            <p:cNvSpPr/>
            <p:nvPr/>
          </p:nvSpPr>
          <p:spPr>
            <a:xfrm>
              <a:off x="1151592" y="5138017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" name="Hexagon 229">
              <a:extLst>
                <a:ext uri="{FF2B5EF4-FFF2-40B4-BE49-F238E27FC236}">
                  <a16:creationId xmlns:a16="http://schemas.microsoft.com/office/drawing/2014/main" id="{67D15109-BFB3-4368-946B-17674660A63F}"/>
                </a:ext>
              </a:extLst>
            </p:cNvPr>
            <p:cNvSpPr/>
            <p:nvPr/>
          </p:nvSpPr>
          <p:spPr>
            <a:xfrm>
              <a:off x="1386554" y="5226114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" name="Hexagon 230">
              <a:extLst>
                <a:ext uri="{FF2B5EF4-FFF2-40B4-BE49-F238E27FC236}">
                  <a16:creationId xmlns:a16="http://schemas.microsoft.com/office/drawing/2014/main" id="{A6F1E7C8-8BAF-4280-B9E2-E1B4EB3CC61F}"/>
                </a:ext>
              </a:extLst>
            </p:cNvPr>
            <p:cNvSpPr/>
            <p:nvPr/>
          </p:nvSpPr>
          <p:spPr>
            <a:xfrm>
              <a:off x="1622834" y="5309240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" name="Hexagon 231">
              <a:extLst>
                <a:ext uri="{FF2B5EF4-FFF2-40B4-BE49-F238E27FC236}">
                  <a16:creationId xmlns:a16="http://schemas.microsoft.com/office/drawing/2014/main" id="{73C98F0F-3C98-4AC7-9307-010DD13F0C98}"/>
                </a:ext>
              </a:extLst>
            </p:cNvPr>
            <p:cNvSpPr/>
            <p:nvPr/>
          </p:nvSpPr>
          <p:spPr>
            <a:xfrm>
              <a:off x="1849369" y="5400804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" name="Hexagon 232">
              <a:extLst>
                <a:ext uri="{FF2B5EF4-FFF2-40B4-BE49-F238E27FC236}">
                  <a16:creationId xmlns:a16="http://schemas.microsoft.com/office/drawing/2014/main" id="{DD846FA6-04F8-4B16-8BFF-354709CB4F1E}"/>
                </a:ext>
              </a:extLst>
            </p:cNvPr>
            <p:cNvSpPr/>
            <p:nvPr/>
          </p:nvSpPr>
          <p:spPr>
            <a:xfrm>
              <a:off x="1142506" y="5313017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" name="Hexagon 233">
              <a:extLst>
                <a:ext uri="{FF2B5EF4-FFF2-40B4-BE49-F238E27FC236}">
                  <a16:creationId xmlns:a16="http://schemas.microsoft.com/office/drawing/2014/main" id="{B91F20D9-F400-40F6-952F-38D4B6D50BB6}"/>
                </a:ext>
              </a:extLst>
            </p:cNvPr>
            <p:cNvSpPr/>
            <p:nvPr/>
          </p:nvSpPr>
          <p:spPr>
            <a:xfrm>
              <a:off x="1377468" y="5401114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" name="Hexagon 234">
              <a:extLst>
                <a:ext uri="{FF2B5EF4-FFF2-40B4-BE49-F238E27FC236}">
                  <a16:creationId xmlns:a16="http://schemas.microsoft.com/office/drawing/2014/main" id="{4F321850-B8DD-402E-8353-93B8EC1E88FD}"/>
                </a:ext>
              </a:extLst>
            </p:cNvPr>
            <p:cNvSpPr/>
            <p:nvPr/>
          </p:nvSpPr>
          <p:spPr>
            <a:xfrm>
              <a:off x="1613748" y="5484240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" name="Hexagon 235">
              <a:extLst>
                <a:ext uri="{FF2B5EF4-FFF2-40B4-BE49-F238E27FC236}">
                  <a16:creationId xmlns:a16="http://schemas.microsoft.com/office/drawing/2014/main" id="{5C508E00-01FF-4FA8-9A5E-7607D18BED45}"/>
                </a:ext>
              </a:extLst>
            </p:cNvPr>
            <p:cNvSpPr/>
            <p:nvPr/>
          </p:nvSpPr>
          <p:spPr>
            <a:xfrm>
              <a:off x="1840283" y="5575804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" name="Hexagon 236">
              <a:extLst>
                <a:ext uri="{FF2B5EF4-FFF2-40B4-BE49-F238E27FC236}">
                  <a16:creationId xmlns:a16="http://schemas.microsoft.com/office/drawing/2014/main" id="{E742D2DD-0280-4FB7-B7AB-605491E2AC6A}"/>
                </a:ext>
              </a:extLst>
            </p:cNvPr>
            <p:cNvSpPr/>
            <p:nvPr/>
          </p:nvSpPr>
          <p:spPr>
            <a:xfrm>
              <a:off x="927977" y="5401492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" name="Hexagon 237">
              <a:extLst>
                <a:ext uri="{FF2B5EF4-FFF2-40B4-BE49-F238E27FC236}">
                  <a16:creationId xmlns:a16="http://schemas.microsoft.com/office/drawing/2014/main" id="{F59A9564-6B87-4C95-8AEA-6D279088881C}"/>
                </a:ext>
              </a:extLst>
            </p:cNvPr>
            <p:cNvSpPr/>
            <p:nvPr/>
          </p:nvSpPr>
          <p:spPr>
            <a:xfrm>
              <a:off x="1162939" y="5489589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" name="Hexagon 238">
              <a:extLst>
                <a:ext uri="{FF2B5EF4-FFF2-40B4-BE49-F238E27FC236}">
                  <a16:creationId xmlns:a16="http://schemas.microsoft.com/office/drawing/2014/main" id="{1D755DC4-081D-4588-BCD9-5A35C963BF65}"/>
                </a:ext>
              </a:extLst>
            </p:cNvPr>
            <p:cNvSpPr/>
            <p:nvPr/>
          </p:nvSpPr>
          <p:spPr>
            <a:xfrm>
              <a:off x="1399219" y="5572715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" name="Hexagon 239">
              <a:extLst>
                <a:ext uri="{FF2B5EF4-FFF2-40B4-BE49-F238E27FC236}">
                  <a16:creationId xmlns:a16="http://schemas.microsoft.com/office/drawing/2014/main" id="{C4D228B6-E73F-4969-85FF-BD5AEFF167EE}"/>
                </a:ext>
              </a:extLst>
            </p:cNvPr>
            <p:cNvSpPr/>
            <p:nvPr/>
          </p:nvSpPr>
          <p:spPr>
            <a:xfrm>
              <a:off x="1620992" y="5664279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" name="Hexagon 240">
              <a:extLst>
                <a:ext uri="{FF2B5EF4-FFF2-40B4-BE49-F238E27FC236}">
                  <a16:creationId xmlns:a16="http://schemas.microsoft.com/office/drawing/2014/main" id="{BA977729-CC11-460D-8315-1FA65C65BE99}"/>
                </a:ext>
              </a:extLst>
            </p:cNvPr>
            <p:cNvSpPr/>
            <p:nvPr/>
          </p:nvSpPr>
          <p:spPr>
            <a:xfrm>
              <a:off x="701442" y="5665988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" name="Hexagon 241">
              <a:extLst>
                <a:ext uri="{FF2B5EF4-FFF2-40B4-BE49-F238E27FC236}">
                  <a16:creationId xmlns:a16="http://schemas.microsoft.com/office/drawing/2014/main" id="{2128CDDA-79DD-4F68-8D80-46B79EF3AB12}"/>
                </a:ext>
              </a:extLst>
            </p:cNvPr>
            <p:cNvSpPr/>
            <p:nvPr/>
          </p:nvSpPr>
          <p:spPr>
            <a:xfrm>
              <a:off x="934023" y="5754085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" name="Hexagon 242">
              <a:extLst>
                <a:ext uri="{FF2B5EF4-FFF2-40B4-BE49-F238E27FC236}">
                  <a16:creationId xmlns:a16="http://schemas.microsoft.com/office/drawing/2014/main" id="{F48C8FE3-7B70-41D6-8B3D-4F6ED9D9AE92}"/>
                </a:ext>
              </a:extLst>
            </p:cNvPr>
            <p:cNvSpPr/>
            <p:nvPr/>
          </p:nvSpPr>
          <p:spPr>
            <a:xfrm>
              <a:off x="1165541" y="5841973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" name="Hexagon 243">
              <a:extLst>
                <a:ext uri="{FF2B5EF4-FFF2-40B4-BE49-F238E27FC236}">
                  <a16:creationId xmlns:a16="http://schemas.microsoft.com/office/drawing/2014/main" id="{46716561-6E36-4689-A36F-83C587C473F1}"/>
                </a:ext>
              </a:extLst>
            </p:cNvPr>
            <p:cNvSpPr/>
            <p:nvPr/>
          </p:nvSpPr>
          <p:spPr>
            <a:xfrm>
              <a:off x="1392076" y="5928775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" name="Hexagon 244">
              <a:extLst>
                <a:ext uri="{FF2B5EF4-FFF2-40B4-BE49-F238E27FC236}">
                  <a16:creationId xmlns:a16="http://schemas.microsoft.com/office/drawing/2014/main" id="{1954832F-15F4-4B4B-884F-29C33DC79DD6}"/>
                </a:ext>
              </a:extLst>
            </p:cNvPr>
            <p:cNvSpPr/>
            <p:nvPr/>
          </p:nvSpPr>
          <p:spPr>
            <a:xfrm>
              <a:off x="929067" y="5575118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" name="Hexagon 245">
              <a:extLst>
                <a:ext uri="{FF2B5EF4-FFF2-40B4-BE49-F238E27FC236}">
                  <a16:creationId xmlns:a16="http://schemas.microsoft.com/office/drawing/2014/main" id="{220AB97A-D438-488B-AB10-866F049AE1DF}"/>
                </a:ext>
              </a:extLst>
            </p:cNvPr>
            <p:cNvSpPr/>
            <p:nvPr/>
          </p:nvSpPr>
          <p:spPr>
            <a:xfrm>
              <a:off x="1167895" y="5663215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7" name="Hexagon 246">
              <a:extLst>
                <a:ext uri="{FF2B5EF4-FFF2-40B4-BE49-F238E27FC236}">
                  <a16:creationId xmlns:a16="http://schemas.microsoft.com/office/drawing/2014/main" id="{D2DA0B6E-8F31-479C-9B18-48D7D2AC16FD}"/>
                </a:ext>
              </a:extLst>
            </p:cNvPr>
            <p:cNvSpPr/>
            <p:nvPr/>
          </p:nvSpPr>
          <p:spPr>
            <a:xfrm>
              <a:off x="1615768" y="5839982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" name="Hexagon 247">
              <a:extLst>
                <a:ext uri="{FF2B5EF4-FFF2-40B4-BE49-F238E27FC236}">
                  <a16:creationId xmlns:a16="http://schemas.microsoft.com/office/drawing/2014/main" id="{689CD3EE-0CEB-4D0C-A20A-B1EB2E6B65FB}"/>
                </a:ext>
              </a:extLst>
            </p:cNvPr>
            <p:cNvSpPr/>
            <p:nvPr/>
          </p:nvSpPr>
          <p:spPr>
            <a:xfrm>
              <a:off x="704285" y="5844199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" name="Hexagon 248">
              <a:extLst>
                <a:ext uri="{FF2B5EF4-FFF2-40B4-BE49-F238E27FC236}">
                  <a16:creationId xmlns:a16="http://schemas.microsoft.com/office/drawing/2014/main" id="{2EFA4311-2DC1-460C-97D2-7BAE69DF3451}"/>
                </a:ext>
              </a:extLst>
            </p:cNvPr>
            <p:cNvSpPr/>
            <p:nvPr/>
          </p:nvSpPr>
          <p:spPr>
            <a:xfrm>
              <a:off x="710331" y="6196792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" name="Hexagon 249">
              <a:extLst>
                <a:ext uri="{FF2B5EF4-FFF2-40B4-BE49-F238E27FC236}">
                  <a16:creationId xmlns:a16="http://schemas.microsoft.com/office/drawing/2014/main" id="{EFABF623-F71E-4FB6-AFF3-FD0543EBD4EF}"/>
                </a:ext>
              </a:extLst>
            </p:cNvPr>
            <p:cNvSpPr/>
            <p:nvPr/>
          </p:nvSpPr>
          <p:spPr>
            <a:xfrm>
              <a:off x="705375" y="6017825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" name="Hexagon 250">
              <a:extLst>
                <a:ext uri="{FF2B5EF4-FFF2-40B4-BE49-F238E27FC236}">
                  <a16:creationId xmlns:a16="http://schemas.microsoft.com/office/drawing/2014/main" id="{5F3EE80E-7BA6-4AA8-B7E1-0572FBEFD415}"/>
                </a:ext>
              </a:extLst>
            </p:cNvPr>
            <p:cNvSpPr/>
            <p:nvPr/>
          </p:nvSpPr>
          <p:spPr>
            <a:xfrm>
              <a:off x="929757" y="5932461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" name="Hexagon 251">
              <a:extLst>
                <a:ext uri="{FF2B5EF4-FFF2-40B4-BE49-F238E27FC236}">
                  <a16:creationId xmlns:a16="http://schemas.microsoft.com/office/drawing/2014/main" id="{9F96141A-8686-464F-A898-4C38463B58BA}"/>
                </a:ext>
              </a:extLst>
            </p:cNvPr>
            <p:cNvSpPr/>
            <p:nvPr/>
          </p:nvSpPr>
          <p:spPr>
            <a:xfrm>
              <a:off x="935803" y="6285054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" name="Hexagon 252">
              <a:extLst>
                <a:ext uri="{FF2B5EF4-FFF2-40B4-BE49-F238E27FC236}">
                  <a16:creationId xmlns:a16="http://schemas.microsoft.com/office/drawing/2014/main" id="{7F4B5897-CECC-40FC-B28A-C4495F4A4471}"/>
                </a:ext>
              </a:extLst>
            </p:cNvPr>
            <p:cNvSpPr/>
            <p:nvPr/>
          </p:nvSpPr>
          <p:spPr>
            <a:xfrm>
              <a:off x="930847" y="6106087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" name="Hexagon 253">
              <a:extLst>
                <a:ext uri="{FF2B5EF4-FFF2-40B4-BE49-F238E27FC236}">
                  <a16:creationId xmlns:a16="http://schemas.microsoft.com/office/drawing/2014/main" id="{48D04EC7-41FE-4833-A1BB-0D6B87F594ED}"/>
                </a:ext>
              </a:extLst>
            </p:cNvPr>
            <p:cNvSpPr/>
            <p:nvPr/>
          </p:nvSpPr>
          <p:spPr>
            <a:xfrm>
              <a:off x="704285" y="6374322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" name="Hexagon 254">
              <a:extLst>
                <a:ext uri="{FF2B5EF4-FFF2-40B4-BE49-F238E27FC236}">
                  <a16:creationId xmlns:a16="http://schemas.microsoft.com/office/drawing/2014/main" id="{7FF193E1-6FA7-4D3F-A30B-F06D12EA4E76}"/>
                </a:ext>
              </a:extLst>
            </p:cNvPr>
            <p:cNvSpPr/>
            <p:nvPr/>
          </p:nvSpPr>
          <p:spPr>
            <a:xfrm>
              <a:off x="710331" y="6726915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" name="Hexagon 255">
              <a:extLst>
                <a:ext uri="{FF2B5EF4-FFF2-40B4-BE49-F238E27FC236}">
                  <a16:creationId xmlns:a16="http://schemas.microsoft.com/office/drawing/2014/main" id="{48A3DB2F-2C2B-4502-989D-AB2B63789B8A}"/>
                </a:ext>
              </a:extLst>
            </p:cNvPr>
            <p:cNvSpPr/>
            <p:nvPr/>
          </p:nvSpPr>
          <p:spPr>
            <a:xfrm>
              <a:off x="705375" y="6547948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" name="Hexagon 256">
              <a:extLst>
                <a:ext uri="{FF2B5EF4-FFF2-40B4-BE49-F238E27FC236}">
                  <a16:creationId xmlns:a16="http://schemas.microsoft.com/office/drawing/2014/main" id="{5016F8FB-E82F-4FAC-B06B-72F4437BD6E4}"/>
                </a:ext>
              </a:extLst>
            </p:cNvPr>
            <p:cNvSpPr/>
            <p:nvPr/>
          </p:nvSpPr>
          <p:spPr>
            <a:xfrm>
              <a:off x="932313" y="6458462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" name="Hexagon 257">
              <a:extLst>
                <a:ext uri="{FF2B5EF4-FFF2-40B4-BE49-F238E27FC236}">
                  <a16:creationId xmlns:a16="http://schemas.microsoft.com/office/drawing/2014/main" id="{790C2499-9D84-45FD-BB25-DD24DADE46E1}"/>
                </a:ext>
              </a:extLst>
            </p:cNvPr>
            <p:cNvSpPr/>
            <p:nvPr/>
          </p:nvSpPr>
          <p:spPr>
            <a:xfrm>
              <a:off x="935803" y="6815875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" name="Hexagon 258">
              <a:extLst>
                <a:ext uri="{FF2B5EF4-FFF2-40B4-BE49-F238E27FC236}">
                  <a16:creationId xmlns:a16="http://schemas.microsoft.com/office/drawing/2014/main" id="{37AB6EAC-B635-40F0-AF08-DF650EA9EE80}"/>
                </a:ext>
              </a:extLst>
            </p:cNvPr>
            <p:cNvSpPr/>
            <p:nvPr/>
          </p:nvSpPr>
          <p:spPr>
            <a:xfrm>
              <a:off x="933403" y="6632088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" name="Hexagon 259">
              <a:extLst>
                <a:ext uri="{FF2B5EF4-FFF2-40B4-BE49-F238E27FC236}">
                  <a16:creationId xmlns:a16="http://schemas.microsoft.com/office/drawing/2014/main" id="{EF001342-3FA3-419B-84BA-456BEF659926}"/>
                </a:ext>
              </a:extLst>
            </p:cNvPr>
            <p:cNvSpPr/>
            <p:nvPr/>
          </p:nvSpPr>
          <p:spPr>
            <a:xfrm>
              <a:off x="466721" y="6469172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" name="Hexagon 260">
              <a:extLst>
                <a:ext uri="{FF2B5EF4-FFF2-40B4-BE49-F238E27FC236}">
                  <a16:creationId xmlns:a16="http://schemas.microsoft.com/office/drawing/2014/main" id="{75758EF1-87CB-4245-B9BD-B59A2CC16A16}"/>
                </a:ext>
              </a:extLst>
            </p:cNvPr>
            <p:cNvSpPr/>
            <p:nvPr/>
          </p:nvSpPr>
          <p:spPr>
            <a:xfrm>
              <a:off x="472767" y="6821765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" name="Hexagon 261">
              <a:extLst>
                <a:ext uri="{FF2B5EF4-FFF2-40B4-BE49-F238E27FC236}">
                  <a16:creationId xmlns:a16="http://schemas.microsoft.com/office/drawing/2014/main" id="{2769C08F-9434-4254-926F-296F0D7DC496}"/>
                </a:ext>
              </a:extLst>
            </p:cNvPr>
            <p:cNvSpPr/>
            <p:nvPr/>
          </p:nvSpPr>
          <p:spPr>
            <a:xfrm>
              <a:off x="467811" y="6642798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" name="Hexagon 262">
              <a:extLst>
                <a:ext uri="{FF2B5EF4-FFF2-40B4-BE49-F238E27FC236}">
                  <a16:creationId xmlns:a16="http://schemas.microsoft.com/office/drawing/2014/main" id="{D0061B80-B6E7-4FD7-87D0-1F6DE8BD5422}"/>
                </a:ext>
              </a:extLst>
            </p:cNvPr>
            <p:cNvSpPr/>
            <p:nvPr/>
          </p:nvSpPr>
          <p:spPr>
            <a:xfrm>
              <a:off x="1169889" y="6544153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" name="Hexagon 263">
              <a:extLst>
                <a:ext uri="{FF2B5EF4-FFF2-40B4-BE49-F238E27FC236}">
                  <a16:creationId xmlns:a16="http://schemas.microsoft.com/office/drawing/2014/main" id="{C8237D93-8D82-4014-AF1D-C4F3156580F8}"/>
                </a:ext>
              </a:extLst>
            </p:cNvPr>
            <p:cNvSpPr/>
            <p:nvPr/>
          </p:nvSpPr>
          <p:spPr>
            <a:xfrm>
              <a:off x="1164302" y="6016148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" name="Hexagon 264">
              <a:extLst>
                <a:ext uri="{FF2B5EF4-FFF2-40B4-BE49-F238E27FC236}">
                  <a16:creationId xmlns:a16="http://schemas.microsoft.com/office/drawing/2014/main" id="{38219FC9-5F44-4CB3-8A06-D180DA18FA01}"/>
                </a:ext>
              </a:extLst>
            </p:cNvPr>
            <p:cNvSpPr/>
            <p:nvPr/>
          </p:nvSpPr>
          <p:spPr>
            <a:xfrm>
              <a:off x="1163496" y="6193975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" name="Hexagon 265">
              <a:extLst>
                <a:ext uri="{FF2B5EF4-FFF2-40B4-BE49-F238E27FC236}">
                  <a16:creationId xmlns:a16="http://schemas.microsoft.com/office/drawing/2014/main" id="{B08C056B-E057-4860-8AD9-BD7747C5CC90}"/>
                </a:ext>
              </a:extLst>
            </p:cNvPr>
            <p:cNvSpPr/>
            <p:nvPr/>
          </p:nvSpPr>
          <p:spPr>
            <a:xfrm>
              <a:off x="239783" y="6727646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" name="Hexagon 266">
              <a:extLst>
                <a:ext uri="{FF2B5EF4-FFF2-40B4-BE49-F238E27FC236}">
                  <a16:creationId xmlns:a16="http://schemas.microsoft.com/office/drawing/2014/main" id="{AA8B5130-3259-46EC-9C05-E73E0098DB9C}"/>
                </a:ext>
              </a:extLst>
            </p:cNvPr>
            <p:cNvSpPr/>
            <p:nvPr/>
          </p:nvSpPr>
          <p:spPr>
            <a:xfrm>
              <a:off x="710331" y="7086308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" name="Hexagon 267">
              <a:extLst>
                <a:ext uri="{FF2B5EF4-FFF2-40B4-BE49-F238E27FC236}">
                  <a16:creationId xmlns:a16="http://schemas.microsoft.com/office/drawing/2014/main" id="{45C9E404-2DCC-4D17-A18C-CDE8A7E49ACC}"/>
                </a:ext>
              </a:extLst>
            </p:cNvPr>
            <p:cNvSpPr/>
            <p:nvPr/>
          </p:nvSpPr>
          <p:spPr>
            <a:xfrm>
              <a:off x="710331" y="6907165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" name="Hexagon 268">
              <a:extLst>
                <a:ext uri="{FF2B5EF4-FFF2-40B4-BE49-F238E27FC236}">
                  <a16:creationId xmlns:a16="http://schemas.microsoft.com/office/drawing/2014/main" id="{668FA635-CDBF-4428-9D46-5EF0A69D36B8}"/>
                </a:ext>
              </a:extLst>
            </p:cNvPr>
            <p:cNvSpPr/>
            <p:nvPr/>
          </p:nvSpPr>
          <p:spPr>
            <a:xfrm>
              <a:off x="477347" y="6992189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" name="Hexagon 269">
              <a:extLst>
                <a:ext uri="{FF2B5EF4-FFF2-40B4-BE49-F238E27FC236}">
                  <a16:creationId xmlns:a16="http://schemas.microsoft.com/office/drawing/2014/main" id="{DBEC8EE6-A756-4E94-A440-816A7A11E26C}"/>
                </a:ext>
              </a:extLst>
            </p:cNvPr>
            <p:cNvSpPr/>
            <p:nvPr/>
          </p:nvSpPr>
          <p:spPr>
            <a:xfrm>
              <a:off x="932136" y="7355244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" name="Hexagon 270">
              <a:extLst>
                <a:ext uri="{FF2B5EF4-FFF2-40B4-BE49-F238E27FC236}">
                  <a16:creationId xmlns:a16="http://schemas.microsoft.com/office/drawing/2014/main" id="{3A1A69B6-5E75-46B8-8B6D-08B1CBF12301}"/>
                </a:ext>
              </a:extLst>
            </p:cNvPr>
            <p:cNvSpPr/>
            <p:nvPr/>
          </p:nvSpPr>
          <p:spPr>
            <a:xfrm>
              <a:off x="930847" y="7178974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" name="Hexagon 271">
              <a:extLst>
                <a:ext uri="{FF2B5EF4-FFF2-40B4-BE49-F238E27FC236}">
                  <a16:creationId xmlns:a16="http://schemas.microsoft.com/office/drawing/2014/main" id="{89276136-1334-43B8-8F6C-C218A14EAFC3}"/>
                </a:ext>
              </a:extLst>
            </p:cNvPr>
            <p:cNvSpPr/>
            <p:nvPr/>
          </p:nvSpPr>
          <p:spPr>
            <a:xfrm>
              <a:off x="702819" y="7263822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" name="Hexagon 275">
              <a:extLst>
                <a:ext uri="{FF2B5EF4-FFF2-40B4-BE49-F238E27FC236}">
                  <a16:creationId xmlns:a16="http://schemas.microsoft.com/office/drawing/2014/main" id="{B33464E7-1F34-4B4E-8F86-7B9B40B3B1C6}"/>
                </a:ext>
              </a:extLst>
            </p:cNvPr>
            <p:cNvSpPr/>
            <p:nvPr/>
          </p:nvSpPr>
          <p:spPr>
            <a:xfrm>
              <a:off x="1168840" y="7268727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" name="Hexagon 276">
              <a:extLst>
                <a:ext uri="{FF2B5EF4-FFF2-40B4-BE49-F238E27FC236}">
                  <a16:creationId xmlns:a16="http://schemas.microsoft.com/office/drawing/2014/main" id="{BE501253-D56D-4A7D-BB92-2E440988DD75}"/>
                </a:ext>
              </a:extLst>
            </p:cNvPr>
            <p:cNvSpPr/>
            <p:nvPr/>
          </p:nvSpPr>
          <p:spPr>
            <a:xfrm>
              <a:off x="1167895" y="7439188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" name="Hexagon 277">
              <a:extLst>
                <a:ext uri="{FF2B5EF4-FFF2-40B4-BE49-F238E27FC236}">
                  <a16:creationId xmlns:a16="http://schemas.microsoft.com/office/drawing/2014/main" id="{2959D5F0-766B-40BD-9D78-8D44F041D30F}"/>
                </a:ext>
              </a:extLst>
            </p:cNvPr>
            <p:cNvSpPr/>
            <p:nvPr/>
          </p:nvSpPr>
          <p:spPr>
            <a:xfrm>
              <a:off x="1163938" y="7617892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" name="Hexagon 278">
              <a:extLst>
                <a:ext uri="{FF2B5EF4-FFF2-40B4-BE49-F238E27FC236}">
                  <a16:creationId xmlns:a16="http://schemas.microsoft.com/office/drawing/2014/main" id="{30D71059-04B4-4F48-8955-BFC8E99711EF}"/>
                </a:ext>
              </a:extLst>
            </p:cNvPr>
            <p:cNvSpPr/>
            <p:nvPr/>
          </p:nvSpPr>
          <p:spPr>
            <a:xfrm>
              <a:off x="930172" y="7527612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" name="Hexagon 279">
              <a:extLst>
                <a:ext uri="{FF2B5EF4-FFF2-40B4-BE49-F238E27FC236}">
                  <a16:creationId xmlns:a16="http://schemas.microsoft.com/office/drawing/2014/main" id="{6D6765D2-3A9A-46C9-9C0B-A9680CC943E9}"/>
                </a:ext>
              </a:extLst>
            </p:cNvPr>
            <p:cNvSpPr/>
            <p:nvPr/>
          </p:nvSpPr>
          <p:spPr>
            <a:xfrm>
              <a:off x="927977" y="7703116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" name="Hexagon 280">
              <a:extLst>
                <a:ext uri="{FF2B5EF4-FFF2-40B4-BE49-F238E27FC236}">
                  <a16:creationId xmlns:a16="http://schemas.microsoft.com/office/drawing/2014/main" id="{F9697D1D-C653-4989-A8AD-2FD1A063EBC2}"/>
                </a:ext>
              </a:extLst>
            </p:cNvPr>
            <p:cNvSpPr/>
            <p:nvPr/>
          </p:nvSpPr>
          <p:spPr>
            <a:xfrm>
              <a:off x="928417" y="7879363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" name="Hexagon 281">
              <a:extLst>
                <a:ext uri="{FF2B5EF4-FFF2-40B4-BE49-F238E27FC236}">
                  <a16:creationId xmlns:a16="http://schemas.microsoft.com/office/drawing/2014/main" id="{1F116D3B-9EF8-4AD4-8D83-B0FB90658A79}"/>
                </a:ext>
              </a:extLst>
            </p:cNvPr>
            <p:cNvSpPr/>
            <p:nvPr/>
          </p:nvSpPr>
          <p:spPr>
            <a:xfrm>
              <a:off x="1392076" y="6283659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" name="Hexagon 282">
              <a:extLst>
                <a:ext uri="{FF2B5EF4-FFF2-40B4-BE49-F238E27FC236}">
                  <a16:creationId xmlns:a16="http://schemas.microsoft.com/office/drawing/2014/main" id="{8DAD2203-21E4-4BB6-B5C2-CB79DAC5B7FA}"/>
                </a:ext>
              </a:extLst>
            </p:cNvPr>
            <p:cNvSpPr/>
            <p:nvPr/>
          </p:nvSpPr>
          <p:spPr>
            <a:xfrm>
              <a:off x="1399219" y="6106086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" name="Hexagon 283">
              <a:extLst>
                <a:ext uri="{FF2B5EF4-FFF2-40B4-BE49-F238E27FC236}">
                  <a16:creationId xmlns:a16="http://schemas.microsoft.com/office/drawing/2014/main" id="{3601E3CB-656D-4CC2-BD68-3632DCE00510}"/>
                </a:ext>
              </a:extLst>
            </p:cNvPr>
            <p:cNvSpPr/>
            <p:nvPr/>
          </p:nvSpPr>
          <p:spPr>
            <a:xfrm>
              <a:off x="1622216" y="6017224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" name="Hexagon 284">
              <a:extLst>
                <a:ext uri="{FF2B5EF4-FFF2-40B4-BE49-F238E27FC236}">
                  <a16:creationId xmlns:a16="http://schemas.microsoft.com/office/drawing/2014/main" id="{4DB13AF3-950D-4CFA-BE91-F80EEE29F6ED}"/>
                </a:ext>
              </a:extLst>
            </p:cNvPr>
            <p:cNvSpPr/>
            <p:nvPr/>
          </p:nvSpPr>
          <p:spPr>
            <a:xfrm>
              <a:off x="1626978" y="6194535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" name="Hexagon 285">
              <a:extLst>
                <a:ext uri="{FF2B5EF4-FFF2-40B4-BE49-F238E27FC236}">
                  <a16:creationId xmlns:a16="http://schemas.microsoft.com/office/drawing/2014/main" id="{CFA1B5D3-7737-425F-9D84-16E201D429A4}"/>
                </a:ext>
              </a:extLst>
            </p:cNvPr>
            <p:cNvSpPr/>
            <p:nvPr/>
          </p:nvSpPr>
          <p:spPr>
            <a:xfrm>
              <a:off x="1847865" y="5758631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" name="Hexagon 286">
              <a:extLst>
                <a:ext uri="{FF2B5EF4-FFF2-40B4-BE49-F238E27FC236}">
                  <a16:creationId xmlns:a16="http://schemas.microsoft.com/office/drawing/2014/main" id="{072317EA-96A8-45F2-B6A2-FB14068EA150}"/>
                </a:ext>
              </a:extLst>
            </p:cNvPr>
            <p:cNvSpPr/>
            <p:nvPr/>
          </p:nvSpPr>
          <p:spPr>
            <a:xfrm>
              <a:off x="1855008" y="5932767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" name="Hexagon 287">
              <a:extLst>
                <a:ext uri="{FF2B5EF4-FFF2-40B4-BE49-F238E27FC236}">
                  <a16:creationId xmlns:a16="http://schemas.microsoft.com/office/drawing/2014/main" id="{33C3F867-4BE9-4CBE-A871-38160BE21A29}"/>
                </a:ext>
              </a:extLst>
            </p:cNvPr>
            <p:cNvSpPr/>
            <p:nvPr/>
          </p:nvSpPr>
          <p:spPr>
            <a:xfrm>
              <a:off x="2080657" y="5661794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" name="Hexagon 288">
              <a:extLst>
                <a:ext uri="{FF2B5EF4-FFF2-40B4-BE49-F238E27FC236}">
                  <a16:creationId xmlns:a16="http://schemas.microsoft.com/office/drawing/2014/main" id="{64F48C50-A5B3-47AD-B335-E3F5A3384184}"/>
                </a:ext>
              </a:extLst>
            </p:cNvPr>
            <p:cNvSpPr/>
            <p:nvPr/>
          </p:nvSpPr>
          <p:spPr>
            <a:xfrm>
              <a:off x="2087800" y="5839105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" name="Hexagon 289">
              <a:extLst>
                <a:ext uri="{FF2B5EF4-FFF2-40B4-BE49-F238E27FC236}">
                  <a16:creationId xmlns:a16="http://schemas.microsoft.com/office/drawing/2014/main" id="{3895A93A-B486-4CCA-8D4C-3278EC3FEB49}"/>
                </a:ext>
              </a:extLst>
            </p:cNvPr>
            <p:cNvSpPr/>
            <p:nvPr/>
          </p:nvSpPr>
          <p:spPr>
            <a:xfrm>
              <a:off x="2080657" y="6021518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1" name="Hexagon 290">
              <a:extLst>
                <a:ext uri="{FF2B5EF4-FFF2-40B4-BE49-F238E27FC236}">
                  <a16:creationId xmlns:a16="http://schemas.microsoft.com/office/drawing/2014/main" id="{B52643EE-4D8C-4A69-B961-5B118556B34B}"/>
                </a:ext>
              </a:extLst>
            </p:cNvPr>
            <p:cNvSpPr/>
            <p:nvPr/>
          </p:nvSpPr>
          <p:spPr>
            <a:xfrm>
              <a:off x="2087800" y="6198829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2" name="Hexagon 291">
              <a:extLst>
                <a:ext uri="{FF2B5EF4-FFF2-40B4-BE49-F238E27FC236}">
                  <a16:creationId xmlns:a16="http://schemas.microsoft.com/office/drawing/2014/main" id="{729D4893-2C18-4A7E-AE28-1E090C2E0BD4}"/>
                </a:ext>
              </a:extLst>
            </p:cNvPr>
            <p:cNvSpPr/>
            <p:nvPr/>
          </p:nvSpPr>
          <p:spPr>
            <a:xfrm>
              <a:off x="1859580" y="6290310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3" name="Hexagon 292">
              <a:extLst>
                <a:ext uri="{FF2B5EF4-FFF2-40B4-BE49-F238E27FC236}">
                  <a16:creationId xmlns:a16="http://schemas.microsoft.com/office/drawing/2014/main" id="{02EAEAE0-C9C0-48DD-98C9-AC1F24722D79}"/>
                </a:ext>
              </a:extLst>
            </p:cNvPr>
            <p:cNvSpPr/>
            <p:nvPr/>
          </p:nvSpPr>
          <p:spPr>
            <a:xfrm>
              <a:off x="2083172" y="6369419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4" name="Hexagon 293">
              <a:extLst>
                <a:ext uri="{FF2B5EF4-FFF2-40B4-BE49-F238E27FC236}">
                  <a16:creationId xmlns:a16="http://schemas.microsoft.com/office/drawing/2014/main" id="{0BAED4E4-D473-4688-A756-52F361459AB3}"/>
                </a:ext>
              </a:extLst>
            </p:cNvPr>
            <p:cNvSpPr/>
            <p:nvPr/>
          </p:nvSpPr>
          <p:spPr>
            <a:xfrm>
              <a:off x="2311200" y="6460264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" name="Hexagon 294">
              <a:extLst>
                <a:ext uri="{FF2B5EF4-FFF2-40B4-BE49-F238E27FC236}">
                  <a16:creationId xmlns:a16="http://schemas.microsoft.com/office/drawing/2014/main" id="{F0BD1AB2-01F7-4A4E-A668-EAD665BF15F4}"/>
                </a:ext>
              </a:extLst>
            </p:cNvPr>
            <p:cNvSpPr/>
            <p:nvPr/>
          </p:nvSpPr>
          <p:spPr>
            <a:xfrm>
              <a:off x="2312320" y="5932576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6" name="Hexagon 295">
              <a:extLst>
                <a:ext uri="{FF2B5EF4-FFF2-40B4-BE49-F238E27FC236}">
                  <a16:creationId xmlns:a16="http://schemas.microsoft.com/office/drawing/2014/main" id="{D04B1600-2637-42E1-890D-A98970C755AD}"/>
                </a:ext>
              </a:extLst>
            </p:cNvPr>
            <p:cNvSpPr/>
            <p:nvPr/>
          </p:nvSpPr>
          <p:spPr>
            <a:xfrm>
              <a:off x="2314701" y="6109887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" name="Hexagon 296">
              <a:extLst>
                <a:ext uri="{FF2B5EF4-FFF2-40B4-BE49-F238E27FC236}">
                  <a16:creationId xmlns:a16="http://schemas.microsoft.com/office/drawing/2014/main" id="{99CFB2F3-607C-4E18-8859-9F4B833C0B37}"/>
                </a:ext>
              </a:extLst>
            </p:cNvPr>
            <p:cNvSpPr/>
            <p:nvPr/>
          </p:nvSpPr>
          <p:spPr>
            <a:xfrm>
              <a:off x="2314835" y="6280477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" name="Hexagon 297">
              <a:extLst>
                <a:ext uri="{FF2B5EF4-FFF2-40B4-BE49-F238E27FC236}">
                  <a16:creationId xmlns:a16="http://schemas.microsoft.com/office/drawing/2014/main" id="{5B0639A4-3C52-45C3-8045-5D456C81E60B}"/>
                </a:ext>
              </a:extLst>
            </p:cNvPr>
            <p:cNvSpPr/>
            <p:nvPr/>
          </p:nvSpPr>
          <p:spPr>
            <a:xfrm>
              <a:off x="2531250" y="6010555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" name="Hexagon 298">
              <a:extLst>
                <a:ext uri="{FF2B5EF4-FFF2-40B4-BE49-F238E27FC236}">
                  <a16:creationId xmlns:a16="http://schemas.microsoft.com/office/drawing/2014/main" id="{3910BFBA-2FBF-496F-8662-8D2845E6D5A7}"/>
                </a:ext>
              </a:extLst>
            </p:cNvPr>
            <p:cNvSpPr/>
            <p:nvPr/>
          </p:nvSpPr>
          <p:spPr>
            <a:xfrm>
              <a:off x="2538393" y="6187866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" name="Hexagon 299">
              <a:extLst>
                <a:ext uri="{FF2B5EF4-FFF2-40B4-BE49-F238E27FC236}">
                  <a16:creationId xmlns:a16="http://schemas.microsoft.com/office/drawing/2014/main" id="{BE8E3919-E100-4F6C-A6AD-85CB576513A4}"/>
                </a:ext>
              </a:extLst>
            </p:cNvPr>
            <p:cNvSpPr/>
            <p:nvPr/>
          </p:nvSpPr>
          <p:spPr>
            <a:xfrm>
              <a:off x="2762813" y="5929705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" name="Hexagon 300">
              <a:extLst>
                <a:ext uri="{FF2B5EF4-FFF2-40B4-BE49-F238E27FC236}">
                  <a16:creationId xmlns:a16="http://schemas.microsoft.com/office/drawing/2014/main" id="{50801EF9-6D1D-497B-8238-43E340B7ED5E}"/>
                </a:ext>
              </a:extLst>
            </p:cNvPr>
            <p:cNvSpPr/>
            <p:nvPr/>
          </p:nvSpPr>
          <p:spPr>
            <a:xfrm>
              <a:off x="2765194" y="6107016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" name="Hexagon 301">
              <a:extLst>
                <a:ext uri="{FF2B5EF4-FFF2-40B4-BE49-F238E27FC236}">
                  <a16:creationId xmlns:a16="http://schemas.microsoft.com/office/drawing/2014/main" id="{E37069FC-9D35-4384-BB6B-864BC1F9A49B}"/>
                </a:ext>
              </a:extLst>
            </p:cNvPr>
            <p:cNvSpPr/>
            <p:nvPr/>
          </p:nvSpPr>
          <p:spPr>
            <a:xfrm>
              <a:off x="2765328" y="6277606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" name="Hexagon 302">
              <a:extLst>
                <a:ext uri="{FF2B5EF4-FFF2-40B4-BE49-F238E27FC236}">
                  <a16:creationId xmlns:a16="http://schemas.microsoft.com/office/drawing/2014/main" id="{4108E7F6-3807-438B-B2A9-B164D250FA09}"/>
                </a:ext>
              </a:extLst>
            </p:cNvPr>
            <p:cNvSpPr/>
            <p:nvPr/>
          </p:nvSpPr>
          <p:spPr>
            <a:xfrm>
              <a:off x="2990979" y="6024543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" name="Hexagon 303">
              <a:extLst>
                <a:ext uri="{FF2B5EF4-FFF2-40B4-BE49-F238E27FC236}">
                  <a16:creationId xmlns:a16="http://schemas.microsoft.com/office/drawing/2014/main" id="{06206D6C-E7A2-4374-A132-0B116F1E4326}"/>
                </a:ext>
              </a:extLst>
            </p:cNvPr>
            <p:cNvSpPr/>
            <p:nvPr/>
          </p:nvSpPr>
          <p:spPr>
            <a:xfrm>
              <a:off x="2998122" y="6201854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" name="Hexagon 304">
              <a:extLst>
                <a:ext uri="{FF2B5EF4-FFF2-40B4-BE49-F238E27FC236}">
                  <a16:creationId xmlns:a16="http://schemas.microsoft.com/office/drawing/2014/main" id="{46F924A1-30BB-4474-AF08-984F0471BBA6}"/>
                </a:ext>
              </a:extLst>
            </p:cNvPr>
            <p:cNvSpPr/>
            <p:nvPr/>
          </p:nvSpPr>
          <p:spPr>
            <a:xfrm>
              <a:off x="3224684" y="6287048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" name="Hexagon 305">
              <a:extLst>
                <a:ext uri="{FF2B5EF4-FFF2-40B4-BE49-F238E27FC236}">
                  <a16:creationId xmlns:a16="http://schemas.microsoft.com/office/drawing/2014/main" id="{92F14EC8-A0E9-463E-BA63-21F306DBB645}"/>
                </a:ext>
              </a:extLst>
            </p:cNvPr>
            <p:cNvSpPr/>
            <p:nvPr/>
          </p:nvSpPr>
          <p:spPr>
            <a:xfrm>
              <a:off x="3451596" y="6187265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" name="Hexagon 306">
              <a:extLst>
                <a:ext uri="{FF2B5EF4-FFF2-40B4-BE49-F238E27FC236}">
                  <a16:creationId xmlns:a16="http://schemas.microsoft.com/office/drawing/2014/main" id="{2F27C8E3-2882-4D6A-A8DD-6A6ED6F3A591}"/>
                </a:ext>
              </a:extLst>
            </p:cNvPr>
            <p:cNvSpPr/>
            <p:nvPr/>
          </p:nvSpPr>
          <p:spPr>
            <a:xfrm>
              <a:off x="3451596" y="6021517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" name="Hexagon 307">
              <a:extLst>
                <a:ext uri="{FF2B5EF4-FFF2-40B4-BE49-F238E27FC236}">
                  <a16:creationId xmlns:a16="http://schemas.microsoft.com/office/drawing/2014/main" id="{F1FF4C12-325F-4A99-9AE4-9D2A4D4BF83A}"/>
                </a:ext>
              </a:extLst>
            </p:cNvPr>
            <p:cNvSpPr/>
            <p:nvPr/>
          </p:nvSpPr>
          <p:spPr>
            <a:xfrm>
              <a:off x="3220033" y="5931884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" name="Hexagon 308">
              <a:extLst>
                <a:ext uri="{FF2B5EF4-FFF2-40B4-BE49-F238E27FC236}">
                  <a16:creationId xmlns:a16="http://schemas.microsoft.com/office/drawing/2014/main" id="{1BC8F0C9-9624-4E9E-BB86-283B199AF2DF}"/>
                </a:ext>
              </a:extLst>
            </p:cNvPr>
            <p:cNvSpPr/>
            <p:nvPr/>
          </p:nvSpPr>
          <p:spPr>
            <a:xfrm>
              <a:off x="3454148" y="5839982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" name="Hexagon 309">
              <a:extLst>
                <a:ext uri="{FF2B5EF4-FFF2-40B4-BE49-F238E27FC236}">
                  <a16:creationId xmlns:a16="http://schemas.microsoft.com/office/drawing/2014/main" id="{D9C94262-D0ED-412C-A544-412691FCBE23}"/>
                </a:ext>
              </a:extLst>
            </p:cNvPr>
            <p:cNvSpPr/>
            <p:nvPr/>
          </p:nvSpPr>
          <p:spPr>
            <a:xfrm>
              <a:off x="3681995" y="5928487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" name="Hexagon 310">
              <a:extLst>
                <a:ext uri="{FF2B5EF4-FFF2-40B4-BE49-F238E27FC236}">
                  <a16:creationId xmlns:a16="http://schemas.microsoft.com/office/drawing/2014/main" id="{28C53382-B32F-46D4-8721-76A6BBEA6C7C}"/>
                </a:ext>
              </a:extLst>
            </p:cNvPr>
            <p:cNvSpPr/>
            <p:nvPr/>
          </p:nvSpPr>
          <p:spPr>
            <a:xfrm>
              <a:off x="3898692" y="5849741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" name="Hexagon 311">
              <a:extLst>
                <a:ext uri="{FF2B5EF4-FFF2-40B4-BE49-F238E27FC236}">
                  <a16:creationId xmlns:a16="http://schemas.microsoft.com/office/drawing/2014/main" id="{6C434179-368F-482E-9FE0-46457886D9A6}"/>
                </a:ext>
              </a:extLst>
            </p:cNvPr>
            <p:cNvSpPr/>
            <p:nvPr/>
          </p:nvSpPr>
          <p:spPr>
            <a:xfrm>
              <a:off x="3442514" y="5669064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" name="Hexagon 312">
              <a:extLst>
                <a:ext uri="{FF2B5EF4-FFF2-40B4-BE49-F238E27FC236}">
                  <a16:creationId xmlns:a16="http://schemas.microsoft.com/office/drawing/2014/main" id="{ECB8BBE3-E12A-4F28-B4DB-DA7FAC5A8403}"/>
                </a:ext>
              </a:extLst>
            </p:cNvPr>
            <p:cNvSpPr/>
            <p:nvPr/>
          </p:nvSpPr>
          <p:spPr>
            <a:xfrm>
              <a:off x="3440304" y="5487529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" name="Hexagon 313">
              <a:extLst>
                <a:ext uri="{FF2B5EF4-FFF2-40B4-BE49-F238E27FC236}">
                  <a16:creationId xmlns:a16="http://schemas.microsoft.com/office/drawing/2014/main" id="{DEEF3D0A-AAF3-4AAC-96AC-829A43F4B98B}"/>
                </a:ext>
              </a:extLst>
            </p:cNvPr>
            <p:cNvSpPr/>
            <p:nvPr/>
          </p:nvSpPr>
          <p:spPr>
            <a:xfrm>
              <a:off x="3673155" y="5750436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" name="Hexagon 314">
              <a:extLst>
                <a:ext uri="{FF2B5EF4-FFF2-40B4-BE49-F238E27FC236}">
                  <a16:creationId xmlns:a16="http://schemas.microsoft.com/office/drawing/2014/main" id="{6623659D-0EB7-4C2A-A2E2-17F8643D88ED}"/>
                </a:ext>
              </a:extLst>
            </p:cNvPr>
            <p:cNvSpPr/>
            <p:nvPr/>
          </p:nvSpPr>
          <p:spPr>
            <a:xfrm>
              <a:off x="3675707" y="5568901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" name="Hexagon 315">
              <a:extLst>
                <a:ext uri="{FF2B5EF4-FFF2-40B4-BE49-F238E27FC236}">
                  <a16:creationId xmlns:a16="http://schemas.microsoft.com/office/drawing/2014/main" id="{5C920774-9232-4432-9478-F0C1B963A8CC}"/>
                </a:ext>
              </a:extLst>
            </p:cNvPr>
            <p:cNvSpPr/>
            <p:nvPr/>
          </p:nvSpPr>
          <p:spPr>
            <a:xfrm>
              <a:off x="3895835" y="5679700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" name="Hexagon 316">
              <a:extLst>
                <a:ext uri="{FF2B5EF4-FFF2-40B4-BE49-F238E27FC236}">
                  <a16:creationId xmlns:a16="http://schemas.microsoft.com/office/drawing/2014/main" id="{6EC98551-96F9-4F63-9328-08EEE3D7E3CA}"/>
                </a:ext>
              </a:extLst>
            </p:cNvPr>
            <p:cNvSpPr/>
            <p:nvPr/>
          </p:nvSpPr>
          <p:spPr>
            <a:xfrm>
              <a:off x="3898387" y="5498165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" name="Hexagon 317">
              <a:extLst>
                <a:ext uri="{FF2B5EF4-FFF2-40B4-BE49-F238E27FC236}">
                  <a16:creationId xmlns:a16="http://schemas.microsoft.com/office/drawing/2014/main" id="{B02521BB-CA1C-4D97-BC4B-6E189A405AD5}"/>
                </a:ext>
              </a:extLst>
            </p:cNvPr>
            <p:cNvSpPr/>
            <p:nvPr/>
          </p:nvSpPr>
          <p:spPr>
            <a:xfrm>
              <a:off x="4122748" y="5407896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" name="Hexagon 318">
              <a:extLst>
                <a:ext uri="{FF2B5EF4-FFF2-40B4-BE49-F238E27FC236}">
                  <a16:creationId xmlns:a16="http://schemas.microsoft.com/office/drawing/2014/main" id="{18736628-0213-4695-BA4A-55E170072F43}"/>
                </a:ext>
              </a:extLst>
            </p:cNvPr>
            <p:cNvSpPr/>
            <p:nvPr/>
          </p:nvSpPr>
          <p:spPr>
            <a:xfrm>
              <a:off x="4122919" y="5231123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" name="Hexagon 319">
              <a:extLst>
                <a:ext uri="{FF2B5EF4-FFF2-40B4-BE49-F238E27FC236}">
                  <a16:creationId xmlns:a16="http://schemas.microsoft.com/office/drawing/2014/main" id="{A38B4D43-90D9-484E-AC74-6B682D5D8B1B}"/>
                </a:ext>
              </a:extLst>
            </p:cNvPr>
            <p:cNvSpPr/>
            <p:nvPr/>
          </p:nvSpPr>
          <p:spPr>
            <a:xfrm>
              <a:off x="4120367" y="5767511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" name="Hexagon 320">
              <a:extLst>
                <a:ext uri="{FF2B5EF4-FFF2-40B4-BE49-F238E27FC236}">
                  <a16:creationId xmlns:a16="http://schemas.microsoft.com/office/drawing/2014/main" id="{828516E9-B6E8-489B-9871-D80F5C5528B3}"/>
                </a:ext>
              </a:extLst>
            </p:cNvPr>
            <p:cNvSpPr/>
            <p:nvPr/>
          </p:nvSpPr>
          <p:spPr>
            <a:xfrm>
              <a:off x="3664665" y="5395991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" name="Hexagon 321">
              <a:extLst>
                <a:ext uri="{FF2B5EF4-FFF2-40B4-BE49-F238E27FC236}">
                  <a16:creationId xmlns:a16="http://schemas.microsoft.com/office/drawing/2014/main" id="{400E74E2-0525-4E9B-8BFD-6527915946A3}"/>
                </a:ext>
              </a:extLst>
            </p:cNvPr>
            <p:cNvSpPr/>
            <p:nvPr/>
          </p:nvSpPr>
          <p:spPr>
            <a:xfrm>
              <a:off x="3889726" y="5321738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" name="Hexagon 322">
              <a:extLst>
                <a:ext uri="{FF2B5EF4-FFF2-40B4-BE49-F238E27FC236}">
                  <a16:creationId xmlns:a16="http://schemas.microsoft.com/office/drawing/2014/main" id="{BC4CE7B5-EBF4-4765-A2CA-D3C0AB554AFB}"/>
                </a:ext>
              </a:extLst>
            </p:cNvPr>
            <p:cNvSpPr/>
            <p:nvPr/>
          </p:nvSpPr>
          <p:spPr>
            <a:xfrm>
              <a:off x="4353410" y="5674116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" name="Hexagon 323">
              <a:extLst>
                <a:ext uri="{FF2B5EF4-FFF2-40B4-BE49-F238E27FC236}">
                  <a16:creationId xmlns:a16="http://schemas.microsoft.com/office/drawing/2014/main" id="{D6EC71A9-681F-4E00-9C2B-945F9DC24D04}"/>
                </a:ext>
              </a:extLst>
            </p:cNvPr>
            <p:cNvSpPr/>
            <p:nvPr/>
          </p:nvSpPr>
          <p:spPr>
            <a:xfrm>
              <a:off x="4353581" y="5497343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" name="Hexagon 324">
              <a:extLst>
                <a:ext uri="{FF2B5EF4-FFF2-40B4-BE49-F238E27FC236}">
                  <a16:creationId xmlns:a16="http://schemas.microsoft.com/office/drawing/2014/main" id="{7D6557FC-501D-411F-844A-9EF499FA5F02}"/>
                </a:ext>
              </a:extLst>
            </p:cNvPr>
            <p:cNvSpPr/>
            <p:nvPr/>
          </p:nvSpPr>
          <p:spPr>
            <a:xfrm>
              <a:off x="4353581" y="5320901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" name="Hexagon 325">
              <a:extLst>
                <a:ext uri="{FF2B5EF4-FFF2-40B4-BE49-F238E27FC236}">
                  <a16:creationId xmlns:a16="http://schemas.microsoft.com/office/drawing/2014/main" id="{811E46E6-9DD0-4EA3-8E40-4E93134D1F65}"/>
                </a:ext>
              </a:extLst>
            </p:cNvPr>
            <p:cNvSpPr/>
            <p:nvPr/>
          </p:nvSpPr>
          <p:spPr>
            <a:xfrm>
              <a:off x="4353752" y="5144128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" name="Hexagon 326">
              <a:extLst>
                <a:ext uri="{FF2B5EF4-FFF2-40B4-BE49-F238E27FC236}">
                  <a16:creationId xmlns:a16="http://schemas.microsoft.com/office/drawing/2014/main" id="{3FA7CFA9-2DFE-4EF1-ACBA-1375BB001D04}"/>
                </a:ext>
              </a:extLst>
            </p:cNvPr>
            <p:cNvSpPr/>
            <p:nvPr/>
          </p:nvSpPr>
          <p:spPr>
            <a:xfrm>
              <a:off x="4580070" y="5761733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" name="Hexagon 327">
              <a:extLst>
                <a:ext uri="{FF2B5EF4-FFF2-40B4-BE49-F238E27FC236}">
                  <a16:creationId xmlns:a16="http://schemas.microsoft.com/office/drawing/2014/main" id="{EEECCDD2-687A-4AD7-8AB7-B9AE336D4870}"/>
                </a:ext>
              </a:extLst>
            </p:cNvPr>
            <p:cNvSpPr/>
            <p:nvPr/>
          </p:nvSpPr>
          <p:spPr>
            <a:xfrm>
              <a:off x="4582622" y="5580198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" name="Hexagon 328">
              <a:extLst>
                <a:ext uri="{FF2B5EF4-FFF2-40B4-BE49-F238E27FC236}">
                  <a16:creationId xmlns:a16="http://schemas.microsoft.com/office/drawing/2014/main" id="{5E7B5E3B-4E7E-4696-9537-C2DFA302D7BA}"/>
                </a:ext>
              </a:extLst>
            </p:cNvPr>
            <p:cNvSpPr/>
            <p:nvPr/>
          </p:nvSpPr>
          <p:spPr>
            <a:xfrm>
              <a:off x="4586603" y="5405179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" name="Hexagon 329">
              <a:extLst>
                <a:ext uri="{FF2B5EF4-FFF2-40B4-BE49-F238E27FC236}">
                  <a16:creationId xmlns:a16="http://schemas.microsoft.com/office/drawing/2014/main" id="{B3113A8E-3692-46D2-9C7A-B680C775EDF9}"/>
                </a:ext>
              </a:extLst>
            </p:cNvPr>
            <p:cNvSpPr/>
            <p:nvPr/>
          </p:nvSpPr>
          <p:spPr>
            <a:xfrm>
              <a:off x="4586774" y="5230787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" name="Hexagon 330">
              <a:extLst>
                <a:ext uri="{FF2B5EF4-FFF2-40B4-BE49-F238E27FC236}">
                  <a16:creationId xmlns:a16="http://schemas.microsoft.com/office/drawing/2014/main" id="{66A8D1F8-A14B-4317-AA67-6B9A15B9FE51}"/>
                </a:ext>
              </a:extLst>
            </p:cNvPr>
            <p:cNvSpPr/>
            <p:nvPr/>
          </p:nvSpPr>
          <p:spPr>
            <a:xfrm>
              <a:off x="4587103" y="5052375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" name="Hexagon 331">
              <a:extLst>
                <a:ext uri="{FF2B5EF4-FFF2-40B4-BE49-F238E27FC236}">
                  <a16:creationId xmlns:a16="http://schemas.microsoft.com/office/drawing/2014/main" id="{B5EBF72D-E1BD-4C09-8735-9BB03CD88D26}"/>
                </a:ext>
              </a:extLst>
            </p:cNvPr>
            <p:cNvSpPr/>
            <p:nvPr/>
          </p:nvSpPr>
          <p:spPr>
            <a:xfrm>
              <a:off x="4587274" y="4875602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" name="Hexagon 332">
              <a:extLst>
                <a:ext uri="{FF2B5EF4-FFF2-40B4-BE49-F238E27FC236}">
                  <a16:creationId xmlns:a16="http://schemas.microsoft.com/office/drawing/2014/main" id="{117AEB31-383A-46EC-81D2-556F4751537B}"/>
                </a:ext>
              </a:extLst>
            </p:cNvPr>
            <p:cNvSpPr/>
            <p:nvPr/>
          </p:nvSpPr>
          <p:spPr>
            <a:xfrm>
              <a:off x="4343524" y="4785333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" name="Hexagon 333">
              <a:extLst>
                <a:ext uri="{FF2B5EF4-FFF2-40B4-BE49-F238E27FC236}">
                  <a16:creationId xmlns:a16="http://schemas.microsoft.com/office/drawing/2014/main" id="{6F5EDE39-3F67-4954-9FE3-FE5FFFFE4CC8}"/>
                </a:ext>
              </a:extLst>
            </p:cNvPr>
            <p:cNvSpPr/>
            <p:nvPr/>
          </p:nvSpPr>
          <p:spPr>
            <a:xfrm>
              <a:off x="4343695" y="4606179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" name="Hexagon 334">
              <a:extLst>
                <a:ext uri="{FF2B5EF4-FFF2-40B4-BE49-F238E27FC236}">
                  <a16:creationId xmlns:a16="http://schemas.microsoft.com/office/drawing/2014/main" id="{46570E4A-339B-4B4A-B76E-9FD81441AFA7}"/>
                </a:ext>
              </a:extLst>
            </p:cNvPr>
            <p:cNvSpPr/>
            <p:nvPr/>
          </p:nvSpPr>
          <p:spPr>
            <a:xfrm>
              <a:off x="4578530" y="4699122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6" name="Hexagon 335">
              <a:extLst>
                <a:ext uri="{FF2B5EF4-FFF2-40B4-BE49-F238E27FC236}">
                  <a16:creationId xmlns:a16="http://schemas.microsoft.com/office/drawing/2014/main" id="{69C14E66-90EC-46D2-A4BE-9FA1558DF905}"/>
                </a:ext>
              </a:extLst>
            </p:cNvPr>
            <p:cNvSpPr/>
            <p:nvPr/>
          </p:nvSpPr>
          <p:spPr>
            <a:xfrm>
              <a:off x="4578701" y="4522349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7" name="Hexagon 336">
              <a:extLst>
                <a:ext uri="{FF2B5EF4-FFF2-40B4-BE49-F238E27FC236}">
                  <a16:creationId xmlns:a16="http://schemas.microsoft.com/office/drawing/2014/main" id="{A8D4F0D1-3D7A-4754-A320-B9F65AD094F9}"/>
                </a:ext>
              </a:extLst>
            </p:cNvPr>
            <p:cNvSpPr/>
            <p:nvPr/>
          </p:nvSpPr>
          <p:spPr>
            <a:xfrm>
              <a:off x="4117160" y="4511559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8" name="Hexagon 337">
              <a:extLst>
                <a:ext uri="{FF2B5EF4-FFF2-40B4-BE49-F238E27FC236}">
                  <a16:creationId xmlns:a16="http://schemas.microsoft.com/office/drawing/2014/main" id="{9CE65F3D-F3CF-43FB-A5A3-3C6ABFCE0B47}"/>
                </a:ext>
              </a:extLst>
            </p:cNvPr>
            <p:cNvSpPr/>
            <p:nvPr/>
          </p:nvSpPr>
          <p:spPr>
            <a:xfrm>
              <a:off x="4117331" y="4334786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9" name="Hexagon 338">
              <a:extLst>
                <a:ext uri="{FF2B5EF4-FFF2-40B4-BE49-F238E27FC236}">
                  <a16:creationId xmlns:a16="http://schemas.microsoft.com/office/drawing/2014/main" id="{59E1DEE6-1803-471D-BC61-C22B849C0BA1}"/>
                </a:ext>
              </a:extLst>
            </p:cNvPr>
            <p:cNvSpPr/>
            <p:nvPr/>
          </p:nvSpPr>
          <p:spPr>
            <a:xfrm>
              <a:off x="4808604" y="5673801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" name="Hexagon 339">
              <a:extLst>
                <a:ext uri="{FF2B5EF4-FFF2-40B4-BE49-F238E27FC236}">
                  <a16:creationId xmlns:a16="http://schemas.microsoft.com/office/drawing/2014/main" id="{49B5E97A-F3CF-4A78-8BB1-02390B63E6D5}"/>
                </a:ext>
              </a:extLst>
            </p:cNvPr>
            <p:cNvSpPr/>
            <p:nvPr/>
          </p:nvSpPr>
          <p:spPr>
            <a:xfrm>
              <a:off x="4808775" y="5497028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" name="Hexagon 340">
              <a:extLst>
                <a:ext uri="{FF2B5EF4-FFF2-40B4-BE49-F238E27FC236}">
                  <a16:creationId xmlns:a16="http://schemas.microsoft.com/office/drawing/2014/main" id="{8C34544A-D793-4CA7-A621-AACA72E75E55}"/>
                </a:ext>
              </a:extLst>
            </p:cNvPr>
            <p:cNvSpPr/>
            <p:nvPr/>
          </p:nvSpPr>
          <p:spPr>
            <a:xfrm>
              <a:off x="5037618" y="5943034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" name="Hexagon 341">
              <a:extLst>
                <a:ext uri="{FF2B5EF4-FFF2-40B4-BE49-F238E27FC236}">
                  <a16:creationId xmlns:a16="http://schemas.microsoft.com/office/drawing/2014/main" id="{3931B1F3-626F-4546-B6F0-F412F7E3808F}"/>
                </a:ext>
              </a:extLst>
            </p:cNvPr>
            <p:cNvSpPr/>
            <p:nvPr/>
          </p:nvSpPr>
          <p:spPr>
            <a:xfrm>
              <a:off x="5037789" y="5766261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" name="Hexagon 342">
              <a:extLst>
                <a:ext uri="{FF2B5EF4-FFF2-40B4-BE49-F238E27FC236}">
                  <a16:creationId xmlns:a16="http://schemas.microsoft.com/office/drawing/2014/main" id="{EE7CF349-227D-414A-9F89-77CD04AE83C8}"/>
                </a:ext>
              </a:extLst>
            </p:cNvPr>
            <p:cNvSpPr/>
            <p:nvPr/>
          </p:nvSpPr>
          <p:spPr>
            <a:xfrm>
              <a:off x="5266686" y="5854502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" name="Hexagon 343">
              <a:extLst>
                <a:ext uri="{FF2B5EF4-FFF2-40B4-BE49-F238E27FC236}">
                  <a16:creationId xmlns:a16="http://schemas.microsoft.com/office/drawing/2014/main" id="{B3B4664E-9D27-46D4-AC0E-4B15F79164A3}"/>
                </a:ext>
              </a:extLst>
            </p:cNvPr>
            <p:cNvSpPr/>
            <p:nvPr/>
          </p:nvSpPr>
          <p:spPr>
            <a:xfrm>
              <a:off x="5266857" y="5677729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" name="Hexagon 344">
              <a:extLst>
                <a:ext uri="{FF2B5EF4-FFF2-40B4-BE49-F238E27FC236}">
                  <a16:creationId xmlns:a16="http://schemas.microsoft.com/office/drawing/2014/main" id="{5E43511D-CD29-4674-87A0-501D1DB71DAD}"/>
                </a:ext>
              </a:extLst>
            </p:cNvPr>
            <p:cNvSpPr/>
            <p:nvPr/>
          </p:nvSpPr>
          <p:spPr>
            <a:xfrm>
              <a:off x="5500756" y="5589197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" name="Hexagon 345">
              <a:extLst>
                <a:ext uri="{FF2B5EF4-FFF2-40B4-BE49-F238E27FC236}">
                  <a16:creationId xmlns:a16="http://schemas.microsoft.com/office/drawing/2014/main" id="{BEB55932-F24E-4BD6-BF20-CAB8B5827A58}"/>
                </a:ext>
              </a:extLst>
            </p:cNvPr>
            <p:cNvSpPr/>
            <p:nvPr/>
          </p:nvSpPr>
          <p:spPr>
            <a:xfrm>
              <a:off x="5500927" y="5412424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" name="Hexagon 346">
              <a:extLst>
                <a:ext uri="{FF2B5EF4-FFF2-40B4-BE49-F238E27FC236}">
                  <a16:creationId xmlns:a16="http://schemas.microsoft.com/office/drawing/2014/main" id="{29B2EE3B-9187-4D20-8EAE-1F78B08FF190}"/>
                </a:ext>
              </a:extLst>
            </p:cNvPr>
            <p:cNvSpPr/>
            <p:nvPr/>
          </p:nvSpPr>
          <p:spPr>
            <a:xfrm>
              <a:off x="5736855" y="5493933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" name="Hexagon 347">
              <a:extLst>
                <a:ext uri="{FF2B5EF4-FFF2-40B4-BE49-F238E27FC236}">
                  <a16:creationId xmlns:a16="http://schemas.microsoft.com/office/drawing/2014/main" id="{95E9A02C-2946-482B-A40C-2A07D84C80DF}"/>
                </a:ext>
              </a:extLst>
            </p:cNvPr>
            <p:cNvSpPr/>
            <p:nvPr/>
          </p:nvSpPr>
          <p:spPr>
            <a:xfrm>
              <a:off x="5737026" y="5317160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" name="Hexagon 348">
              <a:extLst>
                <a:ext uri="{FF2B5EF4-FFF2-40B4-BE49-F238E27FC236}">
                  <a16:creationId xmlns:a16="http://schemas.microsoft.com/office/drawing/2014/main" id="{B4F6EBE4-ED42-4E29-93A1-7B5A4262AFAD}"/>
                </a:ext>
              </a:extLst>
            </p:cNvPr>
            <p:cNvSpPr/>
            <p:nvPr/>
          </p:nvSpPr>
          <p:spPr>
            <a:xfrm>
              <a:off x="5959027" y="5402674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" name="Hexagon 349">
              <a:extLst>
                <a:ext uri="{FF2B5EF4-FFF2-40B4-BE49-F238E27FC236}">
                  <a16:creationId xmlns:a16="http://schemas.microsoft.com/office/drawing/2014/main" id="{AD2C6824-46D2-4354-B11D-E3956E971788}"/>
                </a:ext>
              </a:extLst>
            </p:cNvPr>
            <p:cNvSpPr/>
            <p:nvPr/>
          </p:nvSpPr>
          <p:spPr>
            <a:xfrm>
              <a:off x="5959198" y="5225901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" name="Hexagon 350">
              <a:extLst>
                <a:ext uri="{FF2B5EF4-FFF2-40B4-BE49-F238E27FC236}">
                  <a16:creationId xmlns:a16="http://schemas.microsoft.com/office/drawing/2014/main" id="{C5C52FA5-664E-4F09-B37D-0E3296277194}"/>
                </a:ext>
              </a:extLst>
            </p:cNvPr>
            <p:cNvSpPr/>
            <p:nvPr/>
          </p:nvSpPr>
          <p:spPr>
            <a:xfrm>
              <a:off x="5724313" y="5140880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" name="Hexagon 351">
              <a:extLst>
                <a:ext uri="{FF2B5EF4-FFF2-40B4-BE49-F238E27FC236}">
                  <a16:creationId xmlns:a16="http://schemas.microsoft.com/office/drawing/2014/main" id="{3248C422-7AD6-41F6-AA72-5D2F8ECA8958}"/>
                </a:ext>
              </a:extLst>
            </p:cNvPr>
            <p:cNvSpPr/>
            <p:nvPr/>
          </p:nvSpPr>
          <p:spPr>
            <a:xfrm>
              <a:off x="5724484" y="4964107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3" name="Hexagon 352">
              <a:extLst>
                <a:ext uri="{FF2B5EF4-FFF2-40B4-BE49-F238E27FC236}">
                  <a16:creationId xmlns:a16="http://schemas.microsoft.com/office/drawing/2014/main" id="{9D1DE291-CB1C-4557-B831-4F2ACEEABF91}"/>
                </a:ext>
              </a:extLst>
            </p:cNvPr>
            <p:cNvSpPr/>
            <p:nvPr/>
          </p:nvSpPr>
          <p:spPr>
            <a:xfrm>
              <a:off x="5957664" y="5052374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" name="Hexagon 353">
              <a:extLst>
                <a:ext uri="{FF2B5EF4-FFF2-40B4-BE49-F238E27FC236}">
                  <a16:creationId xmlns:a16="http://schemas.microsoft.com/office/drawing/2014/main" id="{59024C13-8185-4120-93A0-61388BB7C60A}"/>
                </a:ext>
              </a:extLst>
            </p:cNvPr>
            <p:cNvSpPr/>
            <p:nvPr/>
          </p:nvSpPr>
          <p:spPr>
            <a:xfrm>
              <a:off x="6173564" y="4954412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" name="Hexagon 354">
              <a:extLst>
                <a:ext uri="{FF2B5EF4-FFF2-40B4-BE49-F238E27FC236}">
                  <a16:creationId xmlns:a16="http://schemas.microsoft.com/office/drawing/2014/main" id="{526C428D-075A-43E5-BF59-5AF3DE9D18CF}"/>
                </a:ext>
              </a:extLst>
            </p:cNvPr>
            <p:cNvSpPr/>
            <p:nvPr/>
          </p:nvSpPr>
          <p:spPr>
            <a:xfrm>
              <a:off x="6406556" y="5034900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" name="Hexagon 355">
              <a:extLst>
                <a:ext uri="{FF2B5EF4-FFF2-40B4-BE49-F238E27FC236}">
                  <a16:creationId xmlns:a16="http://schemas.microsoft.com/office/drawing/2014/main" id="{FEAFA232-F5DC-4E0A-BDBA-1DC6184D0F9A}"/>
                </a:ext>
              </a:extLst>
            </p:cNvPr>
            <p:cNvSpPr/>
            <p:nvPr/>
          </p:nvSpPr>
          <p:spPr>
            <a:xfrm>
              <a:off x="5494030" y="5045616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" name="Hexagon 356">
              <a:extLst>
                <a:ext uri="{FF2B5EF4-FFF2-40B4-BE49-F238E27FC236}">
                  <a16:creationId xmlns:a16="http://schemas.microsoft.com/office/drawing/2014/main" id="{9143BC63-D45B-4504-BB13-404EA720E8CA}"/>
                </a:ext>
              </a:extLst>
            </p:cNvPr>
            <p:cNvSpPr/>
            <p:nvPr/>
          </p:nvSpPr>
          <p:spPr>
            <a:xfrm>
              <a:off x="4816886" y="5316554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" name="Hexagon 357">
              <a:extLst>
                <a:ext uri="{FF2B5EF4-FFF2-40B4-BE49-F238E27FC236}">
                  <a16:creationId xmlns:a16="http://schemas.microsoft.com/office/drawing/2014/main" id="{BDB03CE6-4848-4B2A-9136-8920491D771D}"/>
                </a:ext>
              </a:extLst>
            </p:cNvPr>
            <p:cNvSpPr/>
            <p:nvPr/>
          </p:nvSpPr>
          <p:spPr>
            <a:xfrm>
              <a:off x="4820867" y="5141535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" name="Hexagon 358">
              <a:extLst>
                <a:ext uri="{FF2B5EF4-FFF2-40B4-BE49-F238E27FC236}">
                  <a16:creationId xmlns:a16="http://schemas.microsoft.com/office/drawing/2014/main" id="{08A49F8A-7BF3-4412-8D02-FCF8F17BFFDF}"/>
                </a:ext>
              </a:extLst>
            </p:cNvPr>
            <p:cNvSpPr/>
            <p:nvPr/>
          </p:nvSpPr>
          <p:spPr>
            <a:xfrm>
              <a:off x="4821038" y="4967143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" name="Hexagon 359">
              <a:extLst>
                <a:ext uri="{FF2B5EF4-FFF2-40B4-BE49-F238E27FC236}">
                  <a16:creationId xmlns:a16="http://schemas.microsoft.com/office/drawing/2014/main" id="{BB0B2D5B-F3C3-4C3A-819B-F8F94F918C3C}"/>
                </a:ext>
              </a:extLst>
            </p:cNvPr>
            <p:cNvSpPr/>
            <p:nvPr/>
          </p:nvSpPr>
          <p:spPr>
            <a:xfrm>
              <a:off x="5039406" y="5592481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" name="Hexagon 360">
              <a:extLst>
                <a:ext uri="{FF2B5EF4-FFF2-40B4-BE49-F238E27FC236}">
                  <a16:creationId xmlns:a16="http://schemas.microsoft.com/office/drawing/2014/main" id="{6A63E623-88DB-451F-9A4F-E535715286D5}"/>
                </a:ext>
              </a:extLst>
            </p:cNvPr>
            <p:cNvSpPr/>
            <p:nvPr/>
          </p:nvSpPr>
          <p:spPr>
            <a:xfrm>
              <a:off x="5270208" y="5497896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" name="Hexagon 361">
              <a:extLst>
                <a:ext uri="{FF2B5EF4-FFF2-40B4-BE49-F238E27FC236}">
                  <a16:creationId xmlns:a16="http://schemas.microsoft.com/office/drawing/2014/main" id="{6C35FFF3-CA94-4C1E-AC43-E8CD31F2E930}"/>
                </a:ext>
              </a:extLst>
            </p:cNvPr>
            <p:cNvSpPr/>
            <p:nvPr/>
          </p:nvSpPr>
          <p:spPr>
            <a:xfrm>
              <a:off x="5267905" y="5322869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3" name="Hexagon 362">
              <a:extLst>
                <a:ext uri="{FF2B5EF4-FFF2-40B4-BE49-F238E27FC236}">
                  <a16:creationId xmlns:a16="http://schemas.microsoft.com/office/drawing/2014/main" id="{112D8D91-A297-4AC3-AAAB-5DC0FBAAE066}"/>
                </a:ext>
              </a:extLst>
            </p:cNvPr>
            <p:cNvSpPr/>
            <p:nvPr/>
          </p:nvSpPr>
          <p:spPr>
            <a:xfrm>
              <a:off x="5265841" y="5137525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4" name="Hexagon 363">
              <a:extLst>
                <a:ext uri="{FF2B5EF4-FFF2-40B4-BE49-F238E27FC236}">
                  <a16:creationId xmlns:a16="http://schemas.microsoft.com/office/drawing/2014/main" id="{04F01312-26EB-41B1-9771-A00FC244A280}"/>
                </a:ext>
              </a:extLst>
            </p:cNvPr>
            <p:cNvSpPr/>
            <p:nvPr/>
          </p:nvSpPr>
          <p:spPr>
            <a:xfrm>
              <a:off x="5053718" y="5235687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5" name="Hexagon 364">
              <a:extLst>
                <a:ext uri="{FF2B5EF4-FFF2-40B4-BE49-F238E27FC236}">
                  <a16:creationId xmlns:a16="http://schemas.microsoft.com/office/drawing/2014/main" id="{57AB85EC-2FEE-4C26-80F8-1EA23F0C32AD}"/>
                </a:ext>
              </a:extLst>
            </p:cNvPr>
            <p:cNvSpPr/>
            <p:nvPr/>
          </p:nvSpPr>
          <p:spPr>
            <a:xfrm>
              <a:off x="5046245" y="5053573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6" name="Hexagon 365">
              <a:extLst>
                <a:ext uri="{FF2B5EF4-FFF2-40B4-BE49-F238E27FC236}">
                  <a16:creationId xmlns:a16="http://schemas.microsoft.com/office/drawing/2014/main" id="{7851F0FA-95F8-47FB-B0BA-A24E3ABB30A3}"/>
                </a:ext>
              </a:extLst>
            </p:cNvPr>
            <p:cNvSpPr/>
            <p:nvPr/>
          </p:nvSpPr>
          <p:spPr>
            <a:xfrm>
              <a:off x="4362119" y="4247026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7" name="Hexagon 366">
              <a:extLst>
                <a:ext uri="{FF2B5EF4-FFF2-40B4-BE49-F238E27FC236}">
                  <a16:creationId xmlns:a16="http://schemas.microsoft.com/office/drawing/2014/main" id="{2B9B5D1C-A823-40FD-8087-B481EBE3AE31}"/>
                </a:ext>
              </a:extLst>
            </p:cNvPr>
            <p:cNvSpPr/>
            <p:nvPr/>
          </p:nvSpPr>
          <p:spPr>
            <a:xfrm>
              <a:off x="4118369" y="4156757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8" name="Hexagon 367">
              <a:extLst>
                <a:ext uri="{FF2B5EF4-FFF2-40B4-BE49-F238E27FC236}">
                  <a16:creationId xmlns:a16="http://schemas.microsoft.com/office/drawing/2014/main" id="{91F6D52B-14C8-4DEC-9575-AFCC7B5A2221}"/>
                </a:ext>
              </a:extLst>
            </p:cNvPr>
            <p:cNvSpPr/>
            <p:nvPr/>
          </p:nvSpPr>
          <p:spPr>
            <a:xfrm>
              <a:off x="4353375" y="4070546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9" name="Hexagon 368">
              <a:extLst>
                <a:ext uri="{FF2B5EF4-FFF2-40B4-BE49-F238E27FC236}">
                  <a16:creationId xmlns:a16="http://schemas.microsoft.com/office/drawing/2014/main" id="{84D98DD2-926A-40C1-9954-87B0D5303BB8}"/>
                </a:ext>
              </a:extLst>
            </p:cNvPr>
            <p:cNvSpPr/>
            <p:nvPr/>
          </p:nvSpPr>
          <p:spPr>
            <a:xfrm>
              <a:off x="4586359" y="4338567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70" name="Hexagon 369">
              <a:extLst>
                <a:ext uri="{FF2B5EF4-FFF2-40B4-BE49-F238E27FC236}">
                  <a16:creationId xmlns:a16="http://schemas.microsoft.com/office/drawing/2014/main" id="{E05AF215-C8FA-4E0B-A567-FDCCDE4483BA}"/>
                </a:ext>
              </a:extLst>
            </p:cNvPr>
            <p:cNvSpPr/>
            <p:nvPr/>
          </p:nvSpPr>
          <p:spPr>
            <a:xfrm>
              <a:off x="5710375" y="2815090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71" name="Hexagon 370">
              <a:extLst>
                <a:ext uri="{FF2B5EF4-FFF2-40B4-BE49-F238E27FC236}">
                  <a16:creationId xmlns:a16="http://schemas.microsoft.com/office/drawing/2014/main" id="{119E2872-1D3C-4AFF-8B6E-B3A6A7454BF4}"/>
                </a:ext>
              </a:extLst>
            </p:cNvPr>
            <p:cNvSpPr/>
            <p:nvPr/>
          </p:nvSpPr>
          <p:spPr>
            <a:xfrm>
              <a:off x="5710546" y="2643079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72" name="Hexagon 371">
              <a:extLst>
                <a:ext uri="{FF2B5EF4-FFF2-40B4-BE49-F238E27FC236}">
                  <a16:creationId xmlns:a16="http://schemas.microsoft.com/office/drawing/2014/main" id="{9C656DF0-0287-41B8-94D2-32E9CAEB34FC}"/>
                </a:ext>
              </a:extLst>
            </p:cNvPr>
            <p:cNvSpPr/>
            <p:nvPr/>
          </p:nvSpPr>
          <p:spPr>
            <a:xfrm>
              <a:off x="5483247" y="34397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73" name="Hexagon 372">
              <a:extLst>
                <a:ext uri="{FF2B5EF4-FFF2-40B4-BE49-F238E27FC236}">
                  <a16:creationId xmlns:a16="http://schemas.microsoft.com/office/drawing/2014/main" id="{BBCF3985-88AB-4E90-9B46-8F660EF72587}"/>
                </a:ext>
              </a:extLst>
            </p:cNvPr>
            <p:cNvSpPr/>
            <p:nvPr/>
          </p:nvSpPr>
          <p:spPr>
            <a:xfrm>
              <a:off x="5718403" y="334835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74" name="Hexagon 373">
              <a:extLst>
                <a:ext uri="{FF2B5EF4-FFF2-40B4-BE49-F238E27FC236}">
                  <a16:creationId xmlns:a16="http://schemas.microsoft.com/office/drawing/2014/main" id="{80FA9BAD-0AFF-4272-BAF5-68ED1585E6C4}"/>
                </a:ext>
              </a:extLst>
            </p:cNvPr>
            <p:cNvSpPr/>
            <p:nvPr/>
          </p:nvSpPr>
          <p:spPr>
            <a:xfrm>
              <a:off x="5255738" y="31676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75" name="Hexagon 374">
              <a:extLst>
                <a:ext uri="{FF2B5EF4-FFF2-40B4-BE49-F238E27FC236}">
                  <a16:creationId xmlns:a16="http://schemas.microsoft.com/office/drawing/2014/main" id="{D2311D1E-6A1C-4AE7-91CC-6C340F555FA5}"/>
                </a:ext>
              </a:extLst>
            </p:cNvPr>
            <p:cNvSpPr/>
            <p:nvPr/>
          </p:nvSpPr>
          <p:spPr>
            <a:xfrm>
              <a:off x="5482733" y="307286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76" name="Hexagon 375">
              <a:extLst>
                <a:ext uri="{FF2B5EF4-FFF2-40B4-BE49-F238E27FC236}">
                  <a16:creationId xmlns:a16="http://schemas.microsoft.com/office/drawing/2014/main" id="{314F215B-4951-41D1-A864-8B9A8F4BF921}"/>
                </a:ext>
              </a:extLst>
            </p:cNvPr>
            <p:cNvSpPr/>
            <p:nvPr/>
          </p:nvSpPr>
          <p:spPr>
            <a:xfrm>
              <a:off x="5718403" y="316781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77" name="Hexagon 376">
              <a:extLst>
                <a:ext uri="{FF2B5EF4-FFF2-40B4-BE49-F238E27FC236}">
                  <a16:creationId xmlns:a16="http://schemas.microsoft.com/office/drawing/2014/main" id="{0A93B4BD-0966-4647-A6CB-57676985542E}"/>
                </a:ext>
              </a:extLst>
            </p:cNvPr>
            <p:cNvSpPr/>
            <p:nvPr/>
          </p:nvSpPr>
          <p:spPr>
            <a:xfrm>
              <a:off x="5714684" y="298909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78" name="Hexagon 377">
              <a:extLst>
                <a:ext uri="{FF2B5EF4-FFF2-40B4-BE49-F238E27FC236}">
                  <a16:creationId xmlns:a16="http://schemas.microsoft.com/office/drawing/2014/main" id="{3EEE840C-1DFC-4594-83F3-77A21D603957}"/>
                </a:ext>
              </a:extLst>
            </p:cNvPr>
            <p:cNvSpPr/>
            <p:nvPr/>
          </p:nvSpPr>
          <p:spPr>
            <a:xfrm>
              <a:off x="5945759" y="289664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79" name="Hexagon 378">
              <a:extLst>
                <a:ext uri="{FF2B5EF4-FFF2-40B4-BE49-F238E27FC236}">
                  <a16:creationId xmlns:a16="http://schemas.microsoft.com/office/drawing/2014/main" id="{3C708EF2-E15A-4A13-B883-C3C317336201}"/>
                </a:ext>
              </a:extLst>
            </p:cNvPr>
            <p:cNvSpPr/>
            <p:nvPr/>
          </p:nvSpPr>
          <p:spPr>
            <a:xfrm>
              <a:off x="6167359" y="298927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0" name="Hexagon 379">
              <a:extLst>
                <a:ext uri="{FF2B5EF4-FFF2-40B4-BE49-F238E27FC236}">
                  <a16:creationId xmlns:a16="http://schemas.microsoft.com/office/drawing/2014/main" id="{BF30E560-851D-4E2D-8092-2EC26D996FCD}"/>
                </a:ext>
              </a:extLst>
            </p:cNvPr>
            <p:cNvSpPr/>
            <p:nvPr/>
          </p:nvSpPr>
          <p:spPr>
            <a:xfrm>
              <a:off x="6392517" y="308374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1" name="Hexagon 380">
              <a:extLst>
                <a:ext uri="{FF2B5EF4-FFF2-40B4-BE49-F238E27FC236}">
                  <a16:creationId xmlns:a16="http://schemas.microsoft.com/office/drawing/2014/main" id="{D595C543-9E3C-4D3E-BD25-E3C98EDB6202}"/>
                </a:ext>
              </a:extLst>
            </p:cNvPr>
            <p:cNvSpPr/>
            <p:nvPr/>
          </p:nvSpPr>
          <p:spPr>
            <a:xfrm>
              <a:off x="6621529" y="317717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2" name="Hexagon 381">
              <a:extLst>
                <a:ext uri="{FF2B5EF4-FFF2-40B4-BE49-F238E27FC236}">
                  <a16:creationId xmlns:a16="http://schemas.microsoft.com/office/drawing/2014/main" id="{A4D0C692-4146-481C-B45A-F493A8502B57}"/>
                </a:ext>
              </a:extLst>
            </p:cNvPr>
            <p:cNvSpPr/>
            <p:nvPr/>
          </p:nvSpPr>
          <p:spPr>
            <a:xfrm>
              <a:off x="5941450" y="2724557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3" name="Hexagon 382">
              <a:extLst>
                <a:ext uri="{FF2B5EF4-FFF2-40B4-BE49-F238E27FC236}">
                  <a16:creationId xmlns:a16="http://schemas.microsoft.com/office/drawing/2014/main" id="{74B6B8E4-735D-44E9-BA39-9E01873D5C27}"/>
                </a:ext>
              </a:extLst>
            </p:cNvPr>
            <p:cNvSpPr/>
            <p:nvPr/>
          </p:nvSpPr>
          <p:spPr>
            <a:xfrm>
              <a:off x="5941621" y="2552546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" name="Hexagon 383">
              <a:extLst>
                <a:ext uri="{FF2B5EF4-FFF2-40B4-BE49-F238E27FC236}">
                  <a16:creationId xmlns:a16="http://schemas.microsoft.com/office/drawing/2014/main" id="{F1C9EC79-A50F-4D4C-A8DB-EA9ED23AC9B3}"/>
                </a:ext>
              </a:extLst>
            </p:cNvPr>
            <p:cNvSpPr/>
            <p:nvPr/>
          </p:nvSpPr>
          <p:spPr>
            <a:xfrm>
              <a:off x="5934162" y="2376085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" name="Hexagon 384">
              <a:extLst>
                <a:ext uri="{FF2B5EF4-FFF2-40B4-BE49-F238E27FC236}">
                  <a16:creationId xmlns:a16="http://schemas.microsoft.com/office/drawing/2014/main" id="{2A31DE80-3428-4473-B0BF-73C44D0301F9}"/>
                </a:ext>
              </a:extLst>
            </p:cNvPr>
            <p:cNvSpPr/>
            <p:nvPr/>
          </p:nvSpPr>
          <p:spPr>
            <a:xfrm>
              <a:off x="5934333" y="2204074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" name="Hexagon 385">
              <a:extLst>
                <a:ext uri="{FF2B5EF4-FFF2-40B4-BE49-F238E27FC236}">
                  <a16:creationId xmlns:a16="http://schemas.microsoft.com/office/drawing/2014/main" id="{3D704AEF-5664-4F55-AC3E-0A21A075774D}"/>
                </a:ext>
              </a:extLst>
            </p:cNvPr>
            <p:cNvSpPr/>
            <p:nvPr/>
          </p:nvSpPr>
          <p:spPr>
            <a:xfrm>
              <a:off x="5936384" y="2028912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" name="Hexagon 386">
              <a:extLst>
                <a:ext uri="{FF2B5EF4-FFF2-40B4-BE49-F238E27FC236}">
                  <a16:creationId xmlns:a16="http://schemas.microsoft.com/office/drawing/2014/main" id="{014DD4FB-C025-4F0D-BE4D-5AD4EF9C8D56}"/>
                </a:ext>
              </a:extLst>
            </p:cNvPr>
            <p:cNvSpPr/>
            <p:nvPr/>
          </p:nvSpPr>
          <p:spPr>
            <a:xfrm>
              <a:off x="5936555" y="1852139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" name="Hexagon 387">
              <a:extLst>
                <a:ext uri="{FF2B5EF4-FFF2-40B4-BE49-F238E27FC236}">
                  <a16:creationId xmlns:a16="http://schemas.microsoft.com/office/drawing/2014/main" id="{AAD4B97C-1FD4-48E1-AC9D-1B82D979289B}"/>
                </a:ext>
              </a:extLst>
            </p:cNvPr>
            <p:cNvSpPr/>
            <p:nvPr/>
          </p:nvSpPr>
          <p:spPr>
            <a:xfrm>
              <a:off x="6172073" y="2462837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" name="Hexagon 388">
              <a:extLst>
                <a:ext uri="{FF2B5EF4-FFF2-40B4-BE49-F238E27FC236}">
                  <a16:creationId xmlns:a16="http://schemas.microsoft.com/office/drawing/2014/main" id="{2002F8D2-7A35-49F1-B3CE-A38A8D835D39}"/>
                </a:ext>
              </a:extLst>
            </p:cNvPr>
            <p:cNvSpPr/>
            <p:nvPr/>
          </p:nvSpPr>
          <p:spPr>
            <a:xfrm>
              <a:off x="6171493" y="2812051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" name="Hexagon 389">
              <a:extLst>
                <a:ext uri="{FF2B5EF4-FFF2-40B4-BE49-F238E27FC236}">
                  <a16:creationId xmlns:a16="http://schemas.microsoft.com/office/drawing/2014/main" id="{9B7FB0A2-C200-4D9B-B698-6B62C3CBF54D}"/>
                </a:ext>
              </a:extLst>
            </p:cNvPr>
            <p:cNvSpPr/>
            <p:nvPr/>
          </p:nvSpPr>
          <p:spPr>
            <a:xfrm>
              <a:off x="6170129" y="2115465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" name="Hexagon 390">
              <a:extLst>
                <a:ext uri="{FF2B5EF4-FFF2-40B4-BE49-F238E27FC236}">
                  <a16:creationId xmlns:a16="http://schemas.microsoft.com/office/drawing/2014/main" id="{5C9EB37B-A022-4B53-AC87-6467351A0B7B}"/>
                </a:ext>
              </a:extLst>
            </p:cNvPr>
            <p:cNvSpPr/>
            <p:nvPr/>
          </p:nvSpPr>
          <p:spPr>
            <a:xfrm>
              <a:off x="6170300" y="1943454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" name="Hexagon 391">
              <a:extLst>
                <a:ext uri="{FF2B5EF4-FFF2-40B4-BE49-F238E27FC236}">
                  <a16:creationId xmlns:a16="http://schemas.microsoft.com/office/drawing/2014/main" id="{D6DD0488-E27F-47C3-8427-764FD68238DA}"/>
                </a:ext>
              </a:extLst>
            </p:cNvPr>
            <p:cNvSpPr/>
            <p:nvPr/>
          </p:nvSpPr>
          <p:spPr>
            <a:xfrm>
              <a:off x="6172073" y="1765910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" name="Hexagon 392">
              <a:extLst>
                <a:ext uri="{FF2B5EF4-FFF2-40B4-BE49-F238E27FC236}">
                  <a16:creationId xmlns:a16="http://schemas.microsoft.com/office/drawing/2014/main" id="{F2AC2720-FE35-4C12-82E1-9FD92D824CF7}"/>
                </a:ext>
              </a:extLst>
            </p:cNvPr>
            <p:cNvSpPr/>
            <p:nvPr/>
          </p:nvSpPr>
          <p:spPr>
            <a:xfrm>
              <a:off x="6172073" y="1583783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" name="Hexagon 393">
              <a:extLst>
                <a:ext uri="{FF2B5EF4-FFF2-40B4-BE49-F238E27FC236}">
                  <a16:creationId xmlns:a16="http://schemas.microsoft.com/office/drawing/2014/main" id="{B11C528A-4922-4DD3-AB61-B95A321AAC5C}"/>
                </a:ext>
              </a:extLst>
            </p:cNvPr>
            <p:cNvSpPr/>
            <p:nvPr/>
          </p:nvSpPr>
          <p:spPr>
            <a:xfrm>
              <a:off x="5938423" y="1673616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" name="Hexagon 394">
              <a:extLst>
                <a:ext uri="{FF2B5EF4-FFF2-40B4-BE49-F238E27FC236}">
                  <a16:creationId xmlns:a16="http://schemas.microsoft.com/office/drawing/2014/main" id="{B170A525-E24E-41D1-8D7B-32142BE01706}"/>
                </a:ext>
              </a:extLst>
            </p:cNvPr>
            <p:cNvSpPr/>
            <p:nvPr/>
          </p:nvSpPr>
          <p:spPr>
            <a:xfrm>
              <a:off x="5939069" y="1496216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" name="Hexagon 395">
              <a:extLst>
                <a:ext uri="{FF2B5EF4-FFF2-40B4-BE49-F238E27FC236}">
                  <a16:creationId xmlns:a16="http://schemas.microsoft.com/office/drawing/2014/main" id="{19CF3479-AAA9-4673-911B-326B18AA2B69}"/>
                </a:ext>
              </a:extLst>
            </p:cNvPr>
            <p:cNvSpPr/>
            <p:nvPr/>
          </p:nvSpPr>
          <p:spPr>
            <a:xfrm>
              <a:off x="5939240" y="1317062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" name="Hexagon 396">
              <a:extLst>
                <a:ext uri="{FF2B5EF4-FFF2-40B4-BE49-F238E27FC236}">
                  <a16:creationId xmlns:a16="http://schemas.microsoft.com/office/drawing/2014/main" id="{CE49D4E2-0ABB-4C88-B344-BC3F9142190B}"/>
                </a:ext>
              </a:extLst>
            </p:cNvPr>
            <p:cNvSpPr/>
            <p:nvPr/>
          </p:nvSpPr>
          <p:spPr>
            <a:xfrm>
              <a:off x="5941291" y="1139519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" name="Hexagon 397">
              <a:extLst>
                <a:ext uri="{FF2B5EF4-FFF2-40B4-BE49-F238E27FC236}">
                  <a16:creationId xmlns:a16="http://schemas.microsoft.com/office/drawing/2014/main" id="{E3200C98-22AA-42E0-98A6-B2E426D14A83}"/>
                </a:ext>
              </a:extLst>
            </p:cNvPr>
            <p:cNvSpPr/>
            <p:nvPr/>
          </p:nvSpPr>
          <p:spPr>
            <a:xfrm>
              <a:off x="5941462" y="965127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" name="Hexagon 398">
              <a:extLst>
                <a:ext uri="{FF2B5EF4-FFF2-40B4-BE49-F238E27FC236}">
                  <a16:creationId xmlns:a16="http://schemas.microsoft.com/office/drawing/2014/main" id="{43BDA3BF-ECB4-4B3F-A3FC-AF49D2EDA98E}"/>
                </a:ext>
              </a:extLst>
            </p:cNvPr>
            <p:cNvSpPr/>
            <p:nvPr/>
          </p:nvSpPr>
          <p:spPr>
            <a:xfrm>
              <a:off x="5707994" y="1583286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" name="Hexagon 399">
              <a:extLst>
                <a:ext uri="{FF2B5EF4-FFF2-40B4-BE49-F238E27FC236}">
                  <a16:creationId xmlns:a16="http://schemas.microsoft.com/office/drawing/2014/main" id="{0ECFC35B-212B-4034-8D6F-8A73BFAE395B}"/>
                </a:ext>
              </a:extLst>
            </p:cNvPr>
            <p:cNvSpPr/>
            <p:nvPr/>
          </p:nvSpPr>
          <p:spPr>
            <a:xfrm>
              <a:off x="5476922" y="1490316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" name="Hexagon 400">
              <a:extLst>
                <a:ext uri="{FF2B5EF4-FFF2-40B4-BE49-F238E27FC236}">
                  <a16:creationId xmlns:a16="http://schemas.microsoft.com/office/drawing/2014/main" id="{0322A4D8-92C0-4938-8A13-42CF8B9A8BAF}"/>
                </a:ext>
              </a:extLst>
            </p:cNvPr>
            <p:cNvSpPr/>
            <p:nvPr/>
          </p:nvSpPr>
          <p:spPr>
            <a:xfrm>
              <a:off x="5941291" y="785175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2" name="Hexagon 401">
              <a:extLst>
                <a:ext uri="{FF2B5EF4-FFF2-40B4-BE49-F238E27FC236}">
                  <a16:creationId xmlns:a16="http://schemas.microsoft.com/office/drawing/2014/main" id="{6F3D10E0-4DEC-4968-AAFA-204D29782EAD}"/>
                </a:ext>
              </a:extLst>
            </p:cNvPr>
            <p:cNvSpPr/>
            <p:nvPr/>
          </p:nvSpPr>
          <p:spPr>
            <a:xfrm>
              <a:off x="5714684" y="1406825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3" name="Hexagon 402">
              <a:extLst>
                <a:ext uri="{FF2B5EF4-FFF2-40B4-BE49-F238E27FC236}">
                  <a16:creationId xmlns:a16="http://schemas.microsoft.com/office/drawing/2014/main" id="{82E1D13C-6E24-4D08-B951-0FABA46F5E4C}"/>
                </a:ext>
              </a:extLst>
            </p:cNvPr>
            <p:cNvSpPr/>
            <p:nvPr/>
          </p:nvSpPr>
          <p:spPr>
            <a:xfrm>
              <a:off x="5483612" y="1313855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4" name="Hexagon 403">
              <a:extLst>
                <a:ext uri="{FF2B5EF4-FFF2-40B4-BE49-F238E27FC236}">
                  <a16:creationId xmlns:a16="http://schemas.microsoft.com/office/drawing/2014/main" id="{E963A4B2-DF76-473B-9F65-EA605893A99F}"/>
                </a:ext>
              </a:extLst>
            </p:cNvPr>
            <p:cNvSpPr/>
            <p:nvPr/>
          </p:nvSpPr>
          <p:spPr>
            <a:xfrm>
              <a:off x="5714684" y="1229785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5" name="Hexagon 404">
              <a:extLst>
                <a:ext uri="{FF2B5EF4-FFF2-40B4-BE49-F238E27FC236}">
                  <a16:creationId xmlns:a16="http://schemas.microsoft.com/office/drawing/2014/main" id="{32F00C89-CFB2-42A1-B641-0A8BAD60FF14}"/>
                </a:ext>
              </a:extLst>
            </p:cNvPr>
            <p:cNvSpPr/>
            <p:nvPr/>
          </p:nvSpPr>
          <p:spPr>
            <a:xfrm>
              <a:off x="5483612" y="1136815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6" name="Hexagon 405">
              <a:extLst>
                <a:ext uri="{FF2B5EF4-FFF2-40B4-BE49-F238E27FC236}">
                  <a16:creationId xmlns:a16="http://schemas.microsoft.com/office/drawing/2014/main" id="{9B644757-236D-4E00-87A4-455D51687836}"/>
                </a:ext>
              </a:extLst>
            </p:cNvPr>
            <p:cNvSpPr/>
            <p:nvPr/>
          </p:nvSpPr>
          <p:spPr>
            <a:xfrm>
              <a:off x="5709496" y="698569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7" name="Hexagon 406">
              <a:extLst>
                <a:ext uri="{FF2B5EF4-FFF2-40B4-BE49-F238E27FC236}">
                  <a16:creationId xmlns:a16="http://schemas.microsoft.com/office/drawing/2014/main" id="{CB9DEF7B-7ACB-48C8-91E5-2AC49AE037E9}"/>
                </a:ext>
              </a:extLst>
            </p:cNvPr>
            <p:cNvSpPr/>
            <p:nvPr/>
          </p:nvSpPr>
          <p:spPr>
            <a:xfrm>
              <a:off x="5478424" y="605599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8" name="Hexagon 407">
              <a:extLst>
                <a:ext uri="{FF2B5EF4-FFF2-40B4-BE49-F238E27FC236}">
                  <a16:creationId xmlns:a16="http://schemas.microsoft.com/office/drawing/2014/main" id="{6F0D9D27-418C-49A5-A9C6-AF3BC826889B}"/>
                </a:ext>
              </a:extLst>
            </p:cNvPr>
            <p:cNvSpPr/>
            <p:nvPr/>
          </p:nvSpPr>
          <p:spPr>
            <a:xfrm>
              <a:off x="5711584" y="871379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9" name="Hexagon 408">
              <a:extLst>
                <a:ext uri="{FF2B5EF4-FFF2-40B4-BE49-F238E27FC236}">
                  <a16:creationId xmlns:a16="http://schemas.microsoft.com/office/drawing/2014/main" id="{9C23E5D4-2053-4F70-8E11-DBDA6CFBDAC9}"/>
                </a:ext>
              </a:extLst>
            </p:cNvPr>
            <p:cNvSpPr/>
            <p:nvPr/>
          </p:nvSpPr>
          <p:spPr>
            <a:xfrm>
              <a:off x="5480512" y="778409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0" name="Hexagon 409">
              <a:extLst>
                <a:ext uri="{FF2B5EF4-FFF2-40B4-BE49-F238E27FC236}">
                  <a16:creationId xmlns:a16="http://schemas.microsoft.com/office/drawing/2014/main" id="{98D28C18-DEED-4557-B59D-9651488ED567}"/>
                </a:ext>
              </a:extLst>
            </p:cNvPr>
            <p:cNvSpPr/>
            <p:nvPr/>
          </p:nvSpPr>
          <p:spPr>
            <a:xfrm>
              <a:off x="5483612" y="954814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1" name="Hexagon 410">
              <a:extLst>
                <a:ext uri="{FF2B5EF4-FFF2-40B4-BE49-F238E27FC236}">
                  <a16:creationId xmlns:a16="http://schemas.microsoft.com/office/drawing/2014/main" id="{1564E5BB-6AE7-4F30-B6DD-D035B56CA7FE}"/>
                </a:ext>
              </a:extLst>
            </p:cNvPr>
            <p:cNvSpPr/>
            <p:nvPr/>
          </p:nvSpPr>
          <p:spPr>
            <a:xfrm>
              <a:off x="5251728" y="1045416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2" name="Hexagon 411">
              <a:extLst>
                <a:ext uri="{FF2B5EF4-FFF2-40B4-BE49-F238E27FC236}">
                  <a16:creationId xmlns:a16="http://schemas.microsoft.com/office/drawing/2014/main" id="{F9C7305F-A449-43DA-B701-999BD12D0CDE}"/>
                </a:ext>
              </a:extLst>
            </p:cNvPr>
            <p:cNvSpPr/>
            <p:nvPr/>
          </p:nvSpPr>
          <p:spPr>
            <a:xfrm>
              <a:off x="5256621" y="868561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3" name="Hexagon 412">
              <a:extLst>
                <a:ext uri="{FF2B5EF4-FFF2-40B4-BE49-F238E27FC236}">
                  <a16:creationId xmlns:a16="http://schemas.microsoft.com/office/drawing/2014/main" id="{C07F0B2E-BAE2-478E-968F-F4E76DAEDF4E}"/>
                </a:ext>
              </a:extLst>
            </p:cNvPr>
            <p:cNvSpPr/>
            <p:nvPr/>
          </p:nvSpPr>
          <p:spPr>
            <a:xfrm>
              <a:off x="5246629" y="518896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4" name="Hexagon 413">
              <a:extLst>
                <a:ext uri="{FF2B5EF4-FFF2-40B4-BE49-F238E27FC236}">
                  <a16:creationId xmlns:a16="http://schemas.microsoft.com/office/drawing/2014/main" id="{E4A1ED7B-7537-415C-A7F0-79079196D59B}"/>
                </a:ext>
              </a:extLst>
            </p:cNvPr>
            <p:cNvSpPr/>
            <p:nvPr/>
          </p:nvSpPr>
          <p:spPr>
            <a:xfrm>
              <a:off x="5248717" y="691706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5" name="Hexagon 414">
              <a:extLst>
                <a:ext uri="{FF2B5EF4-FFF2-40B4-BE49-F238E27FC236}">
                  <a16:creationId xmlns:a16="http://schemas.microsoft.com/office/drawing/2014/main" id="{1DEF8403-AA7B-4AEB-8484-4FCFD41C0EEA}"/>
                </a:ext>
              </a:extLst>
            </p:cNvPr>
            <p:cNvSpPr/>
            <p:nvPr/>
          </p:nvSpPr>
          <p:spPr>
            <a:xfrm>
              <a:off x="5015557" y="603916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6" name="Hexagon 415">
              <a:extLst>
                <a:ext uri="{FF2B5EF4-FFF2-40B4-BE49-F238E27FC236}">
                  <a16:creationId xmlns:a16="http://schemas.microsoft.com/office/drawing/2014/main" id="{CD70C78E-01AF-49B2-9CB9-A99B48C67EBE}"/>
                </a:ext>
              </a:extLst>
            </p:cNvPr>
            <p:cNvSpPr/>
            <p:nvPr/>
          </p:nvSpPr>
          <p:spPr>
            <a:xfrm>
              <a:off x="5017645" y="776726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7" name="Hexagon 416">
              <a:extLst>
                <a:ext uri="{FF2B5EF4-FFF2-40B4-BE49-F238E27FC236}">
                  <a16:creationId xmlns:a16="http://schemas.microsoft.com/office/drawing/2014/main" id="{1531F4FC-ADDE-44F5-9F75-9D7BB037E963}"/>
                </a:ext>
              </a:extLst>
            </p:cNvPr>
            <p:cNvSpPr/>
            <p:nvPr/>
          </p:nvSpPr>
          <p:spPr>
            <a:xfrm>
              <a:off x="4794921" y="528409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8" name="Hexagon 417">
              <a:extLst>
                <a:ext uri="{FF2B5EF4-FFF2-40B4-BE49-F238E27FC236}">
                  <a16:creationId xmlns:a16="http://schemas.microsoft.com/office/drawing/2014/main" id="{86E20202-3495-44F3-BE77-270172DF3E7C}"/>
                </a:ext>
              </a:extLst>
            </p:cNvPr>
            <p:cNvSpPr/>
            <p:nvPr/>
          </p:nvSpPr>
          <p:spPr>
            <a:xfrm>
              <a:off x="6398535" y="290299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9" name="Hexagon 418">
              <a:extLst>
                <a:ext uri="{FF2B5EF4-FFF2-40B4-BE49-F238E27FC236}">
                  <a16:creationId xmlns:a16="http://schemas.microsoft.com/office/drawing/2014/main" id="{E0C0FE85-C7CC-437B-BF23-68550BF03033}"/>
                </a:ext>
              </a:extLst>
            </p:cNvPr>
            <p:cNvSpPr/>
            <p:nvPr/>
          </p:nvSpPr>
          <p:spPr>
            <a:xfrm>
              <a:off x="6627547" y="299642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0" name="Hexagon 419">
              <a:extLst>
                <a:ext uri="{FF2B5EF4-FFF2-40B4-BE49-F238E27FC236}">
                  <a16:creationId xmlns:a16="http://schemas.microsoft.com/office/drawing/2014/main" id="{F356BCB3-C3EE-4DC8-98A9-DF3CCADD5D49}"/>
                </a:ext>
              </a:extLst>
            </p:cNvPr>
            <p:cNvSpPr/>
            <p:nvPr/>
          </p:nvSpPr>
          <p:spPr>
            <a:xfrm>
              <a:off x="6403521" y="2732935"/>
              <a:ext cx="301752" cy="168067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1" name="Hexagon 420">
              <a:extLst>
                <a:ext uri="{FF2B5EF4-FFF2-40B4-BE49-F238E27FC236}">
                  <a16:creationId xmlns:a16="http://schemas.microsoft.com/office/drawing/2014/main" id="{C5C4277C-087E-4A44-885D-1486A5D1D9AA}"/>
                </a:ext>
              </a:extLst>
            </p:cNvPr>
            <p:cNvSpPr/>
            <p:nvPr/>
          </p:nvSpPr>
          <p:spPr>
            <a:xfrm>
              <a:off x="6632533" y="2823894"/>
              <a:ext cx="301752" cy="1705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2" name="Hexagon 421">
              <a:extLst>
                <a:ext uri="{FF2B5EF4-FFF2-40B4-BE49-F238E27FC236}">
                  <a16:creationId xmlns:a16="http://schemas.microsoft.com/office/drawing/2014/main" id="{030E0DB5-46D4-4636-A9EA-B33D47EDC44C}"/>
                </a:ext>
              </a:extLst>
            </p:cNvPr>
            <p:cNvSpPr/>
            <p:nvPr/>
          </p:nvSpPr>
          <p:spPr>
            <a:xfrm>
              <a:off x="6860513" y="290909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3" name="Hexagon 422">
              <a:extLst>
                <a:ext uri="{FF2B5EF4-FFF2-40B4-BE49-F238E27FC236}">
                  <a16:creationId xmlns:a16="http://schemas.microsoft.com/office/drawing/2014/main" id="{915FBF7A-B6D8-416B-A928-D874484159D2}"/>
                </a:ext>
              </a:extLst>
            </p:cNvPr>
            <p:cNvSpPr/>
            <p:nvPr/>
          </p:nvSpPr>
          <p:spPr>
            <a:xfrm>
              <a:off x="6866531" y="272834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4" name="Hexagon 423">
              <a:extLst>
                <a:ext uri="{FF2B5EF4-FFF2-40B4-BE49-F238E27FC236}">
                  <a16:creationId xmlns:a16="http://schemas.microsoft.com/office/drawing/2014/main" id="{B20396F5-82BB-4579-BA81-ED60A8223710}"/>
                </a:ext>
              </a:extLst>
            </p:cNvPr>
            <p:cNvSpPr/>
            <p:nvPr/>
          </p:nvSpPr>
          <p:spPr>
            <a:xfrm>
              <a:off x="7088784" y="26414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5" name="Hexagon 424">
              <a:extLst>
                <a:ext uri="{FF2B5EF4-FFF2-40B4-BE49-F238E27FC236}">
                  <a16:creationId xmlns:a16="http://schemas.microsoft.com/office/drawing/2014/main" id="{01089F71-0AB5-4E15-9E2E-294A0B676F94}"/>
                </a:ext>
              </a:extLst>
            </p:cNvPr>
            <p:cNvSpPr/>
            <p:nvPr/>
          </p:nvSpPr>
          <p:spPr>
            <a:xfrm>
              <a:off x="7085277" y="24607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6" name="Hexagon 425">
              <a:extLst>
                <a:ext uri="{FF2B5EF4-FFF2-40B4-BE49-F238E27FC236}">
                  <a16:creationId xmlns:a16="http://schemas.microsoft.com/office/drawing/2014/main" id="{90AA5F5D-049C-4096-B808-26705CF99C02}"/>
                </a:ext>
              </a:extLst>
            </p:cNvPr>
            <p:cNvSpPr/>
            <p:nvPr/>
          </p:nvSpPr>
          <p:spPr>
            <a:xfrm>
              <a:off x="6403521" y="2551357"/>
              <a:ext cx="301752" cy="168067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7" name="Hexagon 426">
              <a:extLst>
                <a:ext uri="{FF2B5EF4-FFF2-40B4-BE49-F238E27FC236}">
                  <a16:creationId xmlns:a16="http://schemas.microsoft.com/office/drawing/2014/main" id="{D742BE5D-011D-43F5-A51A-AF89AEF5B626}"/>
                </a:ext>
              </a:extLst>
            </p:cNvPr>
            <p:cNvSpPr/>
            <p:nvPr/>
          </p:nvSpPr>
          <p:spPr>
            <a:xfrm>
              <a:off x="6632533" y="2642316"/>
              <a:ext cx="301752" cy="1705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8" name="Hexagon 427">
              <a:extLst>
                <a:ext uri="{FF2B5EF4-FFF2-40B4-BE49-F238E27FC236}">
                  <a16:creationId xmlns:a16="http://schemas.microsoft.com/office/drawing/2014/main" id="{D3FBFD45-B1D3-44CF-80CE-8DD357861644}"/>
                </a:ext>
              </a:extLst>
            </p:cNvPr>
            <p:cNvSpPr/>
            <p:nvPr/>
          </p:nvSpPr>
          <p:spPr>
            <a:xfrm>
              <a:off x="6631663" y="2469413"/>
              <a:ext cx="301752" cy="168067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9" name="Hexagon 428">
              <a:extLst>
                <a:ext uri="{FF2B5EF4-FFF2-40B4-BE49-F238E27FC236}">
                  <a16:creationId xmlns:a16="http://schemas.microsoft.com/office/drawing/2014/main" id="{FDE148AC-38E5-448B-B495-A18AD96E6DA3}"/>
                </a:ext>
              </a:extLst>
            </p:cNvPr>
            <p:cNvSpPr/>
            <p:nvPr/>
          </p:nvSpPr>
          <p:spPr>
            <a:xfrm>
              <a:off x="6860675" y="2560372"/>
              <a:ext cx="301752" cy="1705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30" name="Hexagon 429">
              <a:extLst>
                <a:ext uri="{FF2B5EF4-FFF2-40B4-BE49-F238E27FC236}">
                  <a16:creationId xmlns:a16="http://schemas.microsoft.com/office/drawing/2014/main" id="{83F3DB7D-35C6-4C1C-9EAD-389F3BB7A136}"/>
                </a:ext>
              </a:extLst>
            </p:cNvPr>
            <p:cNvSpPr/>
            <p:nvPr/>
          </p:nvSpPr>
          <p:spPr>
            <a:xfrm>
              <a:off x="6392517" y="2030861"/>
              <a:ext cx="301752" cy="168067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31" name="Hexagon 430">
              <a:extLst>
                <a:ext uri="{FF2B5EF4-FFF2-40B4-BE49-F238E27FC236}">
                  <a16:creationId xmlns:a16="http://schemas.microsoft.com/office/drawing/2014/main" id="{6F901BC4-76B4-425A-A994-B253E7E4742E}"/>
                </a:ext>
              </a:extLst>
            </p:cNvPr>
            <p:cNvSpPr/>
            <p:nvPr/>
          </p:nvSpPr>
          <p:spPr>
            <a:xfrm>
              <a:off x="6621529" y="2121820"/>
              <a:ext cx="301752" cy="1705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32" name="Hexagon 431">
              <a:extLst>
                <a:ext uri="{FF2B5EF4-FFF2-40B4-BE49-F238E27FC236}">
                  <a16:creationId xmlns:a16="http://schemas.microsoft.com/office/drawing/2014/main" id="{5C47F61D-D079-4BE1-A161-604D59343040}"/>
                </a:ext>
              </a:extLst>
            </p:cNvPr>
            <p:cNvSpPr/>
            <p:nvPr/>
          </p:nvSpPr>
          <p:spPr>
            <a:xfrm>
              <a:off x="6851276" y="237554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33" name="Hexagon 432">
              <a:extLst>
                <a:ext uri="{FF2B5EF4-FFF2-40B4-BE49-F238E27FC236}">
                  <a16:creationId xmlns:a16="http://schemas.microsoft.com/office/drawing/2014/main" id="{193769CA-4CF4-4EC6-9A44-A1AC5849DD02}"/>
                </a:ext>
              </a:extLst>
            </p:cNvPr>
            <p:cNvSpPr/>
            <p:nvPr/>
          </p:nvSpPr>
          <p:spPr>
            <a:xfrm>
              <a:off x="6850944" y="220113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34" name="Hexagon 433">
              <a:extLst>
                <a:ext uri="{FF2B5EF4-FFF2-40B4-BE49-F238E27FC236}">
                  <a16:creationId xmlns:a16="http://schemas.microsoft.com/office/drawing/2014/main" id="{B4B534EE-9816-4E41-8E29-32905FE90434}"/>
                </a:ext>
              </a:extLst>
            </p:cNvPr>
            <p:cNvSpPr/>
            <p:nvPr/>
          </p:nvSpPr>
          <p:spPr>
            <a:xfrm>
              <a:off x="7087682" y="228278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35" name="Hexagon 434">
              <a:extLst>
                <a:ext uri="{FF2B5EF4-FFF2-40B4-BE49-F238E27FC236}">
                  <a16:creationId xmlns:a16="http://schemas.microsoft.com/office/drawing/2014/main" id="{30FE8F8A-FB37-4548-B808-CFEE7C4A7406}"/>
                </a:ext>
              </a:extLst>
            </p:cNvPr>
            <p:cNvSpPr/>
            <p:nvPr/>
          </p:nvSpPr>
          <p:spPr>
            <a:xfrm>
              <a:off x="6849126" y="32728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36" name="Hexagon 435">
              <a:extLst>
                <a:ext uri="{FF2B5EF4-FFF2-40B4-BE49-F238E27FC236}">
                  <a16:creationId xmlns:a16="http://schemas.microsoft.com/office/drawing/2014/main" id="{C9CF5C70-58F9-448F-9740-465B810BE650}"/>
                </a:ext>
              </a:extLst>
            </p:cNvPr>
            <p:cNvSpPr/>
            <p:nvPr/>
          </p:nvSpPr>
          <p:spPr>
            <a:xfrm>
              <a:off x="7082092" y="318554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37" name="Hexagon 436">
              <a:extLst>
                <a:ext uri="{FF2B5EF4-FFF2-40B4-BE49-F238E27FC236}">
                  <a16:creationId xmlns:a16="http://schemas.microsoft.com/office/drawing/2014/main" id="{D70F3CC7-A54A-4E50-B589-986541C1FF64}"/>
                </a:ext>
              </a:extLst>
            </p:cNvPr>
            <p:cNvSpPr/>
            <p:nvPr/>
          </p:nvSpPr>
          <p:spPr>
            <a:xfrm>
              <a:off x="6849126" y="345130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38" name="Hexagon 437">
              <a:extLst>
                <a:ext uri="{FF2B5EF4-FFF2-40B4-BE49-F238E27FC236}">
                  <a16:creationId xmlns:a16="http://schemas.microsoft.com/office/drawing/2014/main" id="{16CDD6E5-F360-4AFD-B345-275549DD4EC3}"/>
                </a:ext>
              </a:extLst>
            </p:cNvPr>
            <p:cNvSpPr/>
            <p:nvPr/>
          </p:nvSpPr>
          <p:spPr>
            <a:xfrm>
              <a:off x="7082092" y="336397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39" name="Hexagon 438">
              <a:extLst>
                <a:ext uri="{FF2B5EF4-FFF2-40B4-BE49-F238E27FC236}">
                  <a16:creationId xmlns:a16="http://schemas.microsoft.com/office/drawing/2014/main" id="{6042C6E9-2A40-4DC7-B8BA-9C9D176531DE}"/>
                </a:ext>
              </a:extLst>
            </p:cNvPr>
            <p:cNvSpPr/>
            <p:nvPr/>
          </p:nvSpPr>
          <p:spPr>
            <a:xfrm>
              <a:off x="6399610" y="1856456"/>
              <a:ext cx="301752" cy="168067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0" name="Hexagon 439">
              <a:extLst>
                <a:ext uri="{FF2B5EF4-FFF2-40B4-BE49-F238E27FC236}">
                  <a16:creationId xmlns:a16="http://schemas.microsoft.com/office/drawing/2014/main" id="{85C381F1-C515-469F-997E-15F32F2079B7}"/>
                </a:ext>
              </a:extLst>
            </p:cNvPr>
            <p:cNvSpPr/>
            <p:nvPr/>
          </p:nvSpPr>
          <p:spPr>
            <a:xfrm>
              <a:off x="6628622" y="1947415"/>
              <a:ext cx="301752" cy="1705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1" name="Hexagon 440">
              <a:extLst>
                <a:ext uri="{FF2B5EF4-FFF2-40B4-BE49-F238E27FC236}">
                  <a16:creationId xmlns:a16="http://schemas.microsoft.com/office/drawing/2014/main" id="{7EBEB06D-497D-477D-BA20-BD264B3C62BD}"/>
                </a:ext>
              </a:extLst>
            </p:cNvPr>
            <p:cNvSpPr/>
            <p:nvPr/>
          </p:nvSpPr>
          <p:spPr>
            <a:xfrm>
              <a:off x="6858037" y="202673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2" name="Hexagon 441">
              <a:extLst>
                <a:ext uri="{FF2B5EF4-FFF2-40B4-BE49-F238E27FC236}">
                  <a16:creationId xmlns:a16="http://schemas.microsoft.com/office/drawing/2014/main" id="{C4D8E93C-B20A-420B-AC94-88222AFBFBCA}"/>
                </a:ext>
              </a:extLst>
            </p:cNvPr>
            <p:cNvSpPr/>
            <p:nvPr/>
          </p:nvSpPr>
          <p:spPr>
            <a:xfrm>
              <a:off x="6621529" y="1766857"/>
              <a:ext cx="301752" cy="1705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3" name="Hexagon 442">
              <a:extLst>
                <a:ext uri="{FF2B5EF4-FFF2-40B4-BE49-F238E27FC236}">
                  <a16:creationId xmlns:a16="http://schemas.microsoft.com/office/drawing/2014/main" id="{964108F2-C288-4CE0-B204-7E8FD1D94502}"/>
                </a:ext>
              </a:extLst>
            </p:cNvPr>
            <p:cNvSpPr/>
            <p:nvPr/>
          </p:nvSpPr>
          <p:spPr>
            <a:xfrm>
              <a:off x="6850944" y="184617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4" name="Hexagon 443">
              <a:extLst>
                <a:ext uri="{FF2B5EF4-FFF2-40B4-BE49-F238E27FC236}">
                  <a16:creationId xmlns:a16="http://schemas.microsoft.com/office/drawing/2014/main" id="{1BA57735-49AF-4C40-8380-6091BABA2011}"/>
                </a:ext>
              </a:extLst>
            </p:cNvPr>
            <p:cNvSpPr/>
            <p:nvPr/>
          </p:nvSpPr>
          <p:spPr>
            <a:xfrm>
              <a:off x="6619711" y="1585988"/>
              <a:ext cx="301752" cy="1705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5" name="Hexagon 444">
              <a:extLst>
                <a:ext uri="{FF2B5EF4-FFF2-40B4-BE49-F238E27FC236}">
                  <a16:creationId xmlns:a16="http://schemas.microsoft.com/office/drawing/2014/main" id="{CBC8FD8E-E9B4-4D3E-B448-BDBD36100DA5}"/>
                </a:ext>
              </a:extLst>
            </p:cNvPr>
            <p:cNvSpPr/>
            <p:nvPr/>
          </p:nvSpPr>
          <p:spPr>
            <a:xfrm>
              <a:off x="6849126" y="167482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6" name="Hexagon 445">
              <a:extLst>
                <a:ext uri="{FF2B5EF4-FFF2-40B4-BE49-F238E27FC236}">
                  <a16:creationId xmlns:a16="http://schemas.microsoft.com/office/drawing/2014/main" id="{B25F7308-B08A-4693-99B1-1BACCB28F449}"/>
                </a:ext>
              </a:extLst>
            </p:cNvPr>
            <p:cNvSpPr/>
            <p:nvPr/>
          </p:nvSpPr>
          <p:spPr>
            <a:xfrm>
              <a:off x="6619711" y="1407811"/>
              <a:ext cx="301752" cy="1705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7" name="Hexagon 446">
              <a:extLst>
                <a:ext uri="{FF2B5EF4-FFF2-40B4-BE49-F238E27FC236}">
                  <a16:creationId xmlns:a16="http://schemas.microsoft.com/office/drawing/2014/main" id="{06F9BD1E-AE89-4910-A02F-36064FBE756F}"/>
                </a:ext>
              </a:extLst>
            </p:cNvPr>
            <p:cNvSpPr/>
            <p:nvPr/>
          </p:nvSpPr>
          <p:spPr>
            <a:xfrm>
              <a:off x="6849126" y="149665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8" name="Hexagon 447">
              <a:extLst>
                <a:ext uri="{FF2B5EF4-FFF2-40B4-BE49-F238E27FC236}">
                  <a16:creationId xmlns:a16="http://schemas.microsoft.com/office/drawing/2014/main" id="{FF4456C3-0F79-457B-A00C-8B1CA301AA6B}"/>
                </a:ext>
              </a:extLst>
            </p:cNvPr>
            <p:cNvSpPr/>
            <p:nvPr/>
          </p:nvSpPr>
          <p:spPr>
            <a:xfrm>
              <a:off x="6843656" y="1318616"/>
              <a:ext cx="301752" cy="1705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9" name="Hexagon 448">
              <a:extLst>
                <a:ext uri="{FF2B5EF4-FFF2-40B4-BE49-F238E27FC236}">
                  <a16:creationId xmlns:a16="http://schemas.microsoft.com/office/drawing/2014/main" id="{AC81DB44-5AC7-472F-8F3F-6E8ABB82C554}"/>
                </a:ext>
              </a:extLst>
            </p:cNvPr>
            <p:cNvSpPr/>
            <p:nvPr/>
          </p:nvSpPr>
          <p:spPr>
            <a:xfrm rot="21406632">
              <a:off x="7073320" y="1406792"/>
              <a:ext cx="301752" cy="17401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0" name="Hexagon 449">
              <a:extLst>
                <a:ext uri="{FF2B5EF4-FFF2-40B4-BE49-F238E27FC236}">
                  <a16:creationId xmlns:a16="http://schemas.microsoft.com/office/drawing/2014/main" id="{D76CB85A-47C7-4287-9C8C-79EB23A1BEF2}"/>
                </a:ext>
              </a:extLst>
            </p:cNvPr>
            <p:cNvSpPr/>
            <p:nvPr/>
          </p:nvSpPr>
          <p:spPr>
            <a:xfrm>
              <a:off x="7076007" y="1236673"/>
              <a:ext cx="301752" cy="1694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1" name="Hexagon 450">
              <a:extLst>
                <a:ext uri="{FF2B5EF4-FFF2-40B4-BE49-F238E27FC236}">
                  <a16:creationId xmlns:a16="http://schemas.microsoft.com/office/drawing/2014/main" id="{B325BD99-6F5F-49B1-82BF-F962FC6AF3A1}"/>
                </a:ext>
              </a:extLst>
            </p:cNvPr>
            <p:cNvSpPr/>
            <p:nvPr/>
          </p:nvSpPr>
          <p:spPr>
            <a:xfrm>
              <a:off x="7302247" y="13117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2" name="Hexagon 451">
              <a:extLst>
                <a:ext uri="{FF2B5EF4-FFF2-40B4-BE49-F238E27FC236}">
                  <a16:creationId xmlns:a16="http://schemas.microsoft.com/office/drawing/2014/main" id="{4D7EF068-47AC-4CBC-A056-6DD91B922B6F}"/>
                </a:ext>
              </a:extLst>
            </p:cNvPr>
            <p:cNvSpPr/>
            <p:nvPr/>
          </p:nvSpPr>
          <p:spPr>
            <a:xfrm>
              <a:off x="7306084" y="1138259"/>
              <a:ext cx="301752" cy="1705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3" name="Hexagon 452">
              <a:extLst>
                <a:ext uri="{FF2B5EF4-FFF2-40B4-BE49-F238E27FC236}">
                  <a16:creationId xmlns:a16="http://schemas.microsoft.com/office/drawing/2014/main" id="{171B0305-EA71-4CED-8996-779DEDE8F288}"/>
                </a:ext>
              </a:extLst>
            </p:cNvPr>
            <p:cNvSpPr/>
            <p:nvPr/>
          </p:nvSpPr>
          <p:spPr>
            <a:xfrm>
              <a:off x="7535748" y="1228816"/>
              <a:ext cx="301752" cy="17401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4" name="Hexagon 453">
              <a:extLst>
                <a:ext uri="{FF2B5EF4-FFF2-40B4-BE49-F238E27FC236}">
                  <a16:creationId xmlns:a16="http://schemas.microsoft.com/office/drawing/2014/main" id="{D94CF128-F860-4760-A755-08BF62557F05}"/>
                </a:ext>
              </a:extLst>
            </p:cNvPr>
            <p:cNvSpPr/>
            <p:nvPr/>
          </p:nvSpPr>
          <p:spPr>
            <a:xfrm>
              <a:off x="6172239" y="1049594"/>
              <a:ext cx="301752" cy="1705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6" name="Hexagon 455">
              <a:extLst>
                <a:ext uri="{FF2B5EF4-FFF2-40B4-BE49-F238E27FC236}">
                  <a16:creationId xmlns:a16="http://schemas.microsoft.com/office/drawing/2014/main" id="{1A186AAD-EBEF-4622-933A-1BCB8C4D4608}"/>
                </a:ext>
              </a:extLst>
            </p:cNvPr>
            <p:cNvSpPr/>
            <p:nvPr/>
          </p:nvSpPr>
          <p:spPr>
            <a:xfrm>
              <a:off x="6401769" y="1139331"/>
              <a:ext cx="301752" cy="1705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7" name="Hexagon 456">
              <a:extLst>
                <a:ext uri="{FF2B5EF4-FFF2-40B4-BE49-F238E27FC236}">
                  <a16:creationId xmlns:a16="http://schemas.microsoft.com/office/drawing/2014/main" id="{F7F577C4-120E-4309-B6A9-9E9BB61D7EA6}"/>
                </a:ext>
              </a:extLst>
            </p:cNvPr>
            <p:cNvSpPr/>
            <p:nvPr/>
          </p:nvSpPr>
          <p:spPr>
            <a:xfrm>
              <a:off x="6172023" y="873748"/>
              <a:ext cx="301752" cy="1705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8" name="Hexagon 457">
              <a:extLst>
                <a:ext uri="{FF2B5EF4-FFF2-40B4-BE49-F238E27FC236}">
                  <a16:creationId xmlns:a16="http://schemas.microsoft.com/office/drawing/2014/main" id="{956AB6A1-3B48-4905-8A82-82D4A1319AF9}"/>
                </a:ext>
              </a:extLst>
            </p:cNvPr>
            <p:cNvSpPr/>
            <p:nvPr/>
          </p:nvSpPr>
          <p:spPr>
            <a:xfrm>
              <a:off x="6401553" y="963485"/>
              <a:ext cx="301752" cy="1705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9" name="Hexagon 458">
              <a:extLst>
                <a:ext uri="{FF2B5EF4-FFF2-40B4-BE49-F238E27FC236}">
                  <a16:creationId xmlns:a16="http://schemas.microsoft.com/office/drawing/2014/main" id="{87D572E8-68C4-4D17-AFF0-6E71611A5C68}"/>
                </a:ext>
              </a:extLst>
            </p:cNvPr>
            <p:cNvSpPr/>
            <p:nvPr/>
          </p:nvSpPr>
          <p:spPr>
            <a:xfrm>
              <a:off x="6408799" y="790194"/>
              <a:ext cx="301752" cy="1705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60" name="Hexagon 459">
              <a:extLst>
                <a:ext uri="{FF2B5EF4-FFF2-40B4-BE49-F238E27FC236}">
                  <a16:creationId xmlns:a16="http://schemas.microsoft.com/office/drawing/2014/main" id="{431DBAB8-86AB-41AC-95E2-6C420F7DDD5D}"/>
                </a:ext>
              </a:extLst>
            </p:cNvPr>
            <p:cNvSpPr/>
            <p:nvPr/>
          </p:nvSpPr>
          <p:spPr>
            <a:xfrm>
              <a:off x="6638329" y="879931"/>
              <a:ext cx="301752" cy="1705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61" name="Hexagon 460">
              <a:extLst>
                <a:ext uri="{FF2B5EF4-FFF2-40B4-BE49-F238E27FC236}">
                  <a16:creationId xmlns:a16="http://schemas.microsoft.com/office/drawing/2014/main" id="{A0C1FBEE-B4F0-408D-B6EF-0FE03F13FA50}"/>
                </a:ext>
              </a:extLst>
            </p:cNvPr>
            <p:cNvSpPr/>
            <p:nvPr/>
          </p:nvSpPr>
          <p:spPr>
            <a:xfrm>
              <a:off x="6627204" y="1051044"/>
              <a:ext cx="301752" cy="1705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62" name="Hexagon 461">
              <a:extLst>
                <a:ext uri="{FF2B5EF4-FFF2-40B4-BE49-F238E27FC236}">
                  <a16:creationId xmlns:a16="http://schemas.microsoft.com/office/drawing/2014/main" id="{371F6CFB-6045-4303-B891-42F329F58BFE}"/>
                </a:ext>
              </a:extLst>
            </p:cNvPr>
            <p:cNvSpPr/>
            <p:nvPr/>
          </p:nvSpPr>
          <p:spPr>
            <a:xfrm>
              <a:off x="6856734" y="1140781"/>
              <a:ext cx="301752" cy="1705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63" name="Hexagon 462">
              <a:extLst>
                <a:ext uri="{FF2B5EF4-FFF2-40B4-BE49-F238E27FC236}">
                  <a16:creationId xmlns:a16="http://schemas.microsoft.com/office/drawing/2014/main" id="{2AAE2024-6D69-4366-B344-024E74E1537A}"/>
                </a:ext>
              </a:extLst>
            </p:cNvPr>
            <p:cNvSpPr/>
            <p:nvPr/>
          </p:nvSpPr>
          <p:spPr>
            <a:xfrm>
              <a:off x="7082432" y="870752"/>
              <a:ext cx="301752" cy="1705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64" name="Hexagon 463">
              <a:extLst>
                <a:ext uri="{FF2B5EF4-FFF2-40B4-BE49-F238E27FC236}">
                  <a16:creationId xmlns:a16="http://schemas.microsoft.com/office/drawing/2014/main" id="{B09D0744-3FB3-4A23-AAAD-D7508CA75649}"/>
                </a:ext>
              </a:extLst>
            </p:cNvPr>
            <p:cNvSpPr/>
            <p:nvPr/>
          </p:nvSpPr>
          <p:spPr>
            <a:xfrm>
              <a:off x="7311962" y="962870"/>
              <a:ext cx="301752" cy="1705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65" name="Hexagon 464">
              <a:extLst>
                <a:ext uri="{FF2B5EF4-FFF2-40B4-BE49-F238E27FC236}">
                  <a16:creationId xmlns:a16="http://schemas.microsoft.com/office/drawing/2014/main" id="{433C9EE0-4833-4AE6-A6ED-2B5BBC89F81A}"/>
                </a:ext>
              </a:extLst>
            </p:cNvPr>
            <p:cNvSpPr/>
            <p:nvPr/>
          </p:nvSpPr>
          <p:spPr>
            <a:xfrm>
              <a:off x="6861063" y="965753"/>
              <a:ext cx="301752" cy="1705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66" name="Hexagon 465">
              <a:extLst>
                <a:ext uri="{FF2B5EF4-FFF2-40B4-BE49-F238E27FC236}">
                  <a16:creationId xmlns:a16="http://schemas.microsoft.com/office/drawing/2014/main" id="{93E63F6E-AF53-419E-9E02-02451D57C73C}"/>
                </a:ext>
              </a:extLst>
            </p:cNvPr>
            <p:cNvSpPr/>
            <p:nvPr/>
          </p:nvSpPr>
          <p:spPr>
            <a:xfrm>
              <a:off x="6857001" y="786459"/>
              <a:ext cx="301752" cy="1705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67" name="Hexagon 466">
              <a:extLst>
                <a:ext uri="{FF2B5EF4-FFF2-40B4-BE49-F238E27FC236}">
                  <a16:creationId xmlns:a16="http://schemas.microsoft.com/office/drawing/2014/main" id="{ED4D0566-B326-4C31-9B2D-53E97A15ABCA}"/>
                </a:ext>
              </a:extLst>
            </p:cNvPr>
            <p:cNvSpPr/>
            <p:nvPr/>
          </p:nvSpPr>
          <p:spPr>
            <a:xfrm>
              <a:off x="7076007" y="693627"/>
              <a:ext cx="301752" cy="1705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68" name="Hexagon 467">
              <a:extLst>
                <a:ext uri="{FF2B5EF4-FFF2-40B4-BE49-F238E27FC236}">
                  <a16:creationId xmlns:a16="http://schemas.microsoft.com/office/drawing/2014/main" id="{B6CF51A9-5805-40B4-9994-19076F08D50C}"/>
                </a:ext>
              </a:extLst>
            </p:cNvPr>
            <p:cNvSpPr/>
            <p:nvPr/>
          </p:nvSpPr>
          <p:spPr>
            <a:xfrm>
              <a:off x="7309689" y="780351"/>
              <a:ext cx="301752" cy="1705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69" name="Hexagon 468">
              <a:extLst>
                <a:ext uri="{FF2B5EF4-FFF2-40B4-BE49-F238E27FC236}">
                  <a16:creationId xmlns:a16="http://schemas.microsoft.com/office/drawing/2014/main" id="{72685838-746B-4107-99AF-420E224EA19E}"/>
                </a:ext>
              </a:extLst>
            </p:cNvPr>
            <p:cNvSpPr/>
            <p:nvPr/>
          </p:nvSpPr>
          <p:spPr>
            <a:xfrm>
              <a:off x="7540098" y="702365"/>
              <a:ext cx="301752" cy="1705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70" name="Hexagon 469">
              <a:extLst>
                <a:ext uri="{FF2B5EF4-FFF2-40B4-BE49-F238E27FC236}">
                  <a16:creationId xmlns:a16="http://schemas.microsoft.com/office/drawing/2014/main" id="{FAA278A6-286B-4196-8F8C-EF7260783195}"/>
                </a:ext>
              </a:extLst>
            </p:cNvPr>
            <p:cNvSpPr/>
            <p:nvPr/>
          </p:nvSpPr>
          <p:spPr>
            <a:xfrm>
              <a:off x="7535748" y="525336"/>
              <a:ext cx="301752" cy="1705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71" name="Hexagon 470">
              <a:extLst>
                <a:ext uri="{FF2B5EF4-FFF2-40B4-BE49-F238E27FC236}">
                  <a16:creationId xmlns:a16="http://schemas.microsoft.com/office/drawing/2014/main" id="{93619FA3-37B2-4ED6-89B5-5BC8182896C5}"/>
                </a:ext>
              </a:extLst>
            </p:cNvPr>
            <p:cNvSpPr/>
            <p:nvPr/>
          </p:nvSpPr>
          <p:spPr>
            <a:xfrm>
              <a:off x="7307399" y="184914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72" name="Hexagon 471">
              <a:extLst>
                <a:ext uri="{FF2B5EF4-FFF2-40B4-BE49-F238E27FC236}">
                  <a16:creationId xmlns:a16="http://schemas.microsoft.com/office/drawing/2014/main" id="{E1E3A4AB-A38C-4BAF-B572-CCC94BC059DA}"/>
                </a:ext>
              </a:extLst>
            </p:cNvPr>
            <p:cNvSpPr/>
            <p:nvPr/>
          </p:nvSpPr>
          <p:spPr>
            <a:xfrm>
              <a:off x="7536994" y="193316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73" name="Hexagon 472">
              <a:extLst>
                <a:ext uri="{FF2B5EF4-FFF2-40B4-BE49-F238E27FC236}">
                  <a16:creationId xmlns:a16="http://schemas.microsoft.com/office/drawing/2014/main" id="{CE0C21F1-4448-417A-BDC0-12F9723EF520}"/>
                </a:ext>
              </a:extLst>
            </p:cNvPr>
            <p:cNvSpPr/>
            <p:nvPr/>
          </p:nvSpPr>
          <p:spPr>
            <a:xfrm>
              <a:off x="7530147" y="228525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74" name="Hexagon 473">
              <a:extLst>
                <a:ext uri="{FF2B5EF4-FFF2-40B4-BE49-F238E27FC236}">
                  <a16:creationId xmlns:a16="http://schemas.microsoft.com/office/drawing/2014/main" id="{E1A1B75D-B0D6-4C68-839A-6428CD1452AC}"/>
                </a:ext>
              </a:extLst>
            </p:cNvPr>
            <p:cNvSpPr/>
            <p:nvPr/>
          </p:nvSpPr>
          <p:spPr>
            <a:xfrm>
              <a:off x="7766553" y="219249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75" name="Hexagon 474">
              <a:extLst>
                <a:ext uri="{FF2B5EF4-FFF2-40B4-BE49-F238E27FC236}">
                  <a16:creationId xmlns:a16="http://schemas.microsoft.com/office/drawing/2014/main" id="{8060BD2B-19C1-48CF-A358-687E7892F6B6}"/>
                </a:ext>
              </a:extLst>
            </p:cNvPr>
            <p:cNvSpPr/>
            <p:nvPr/>
          </p:nvSpPr>
          <p:spPr>
            <a:xfrm>
              <a:off x="7766553" y="20219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76" name="Hexagon 475">
              <a:extLst>
                <a:ext uri="{FF2B5EF4-FFF2-40B4-BE49-F238E27FC236}">
                  <a16:creationId xmlns:a16="http://schemas.microsoft.com/office/drawing/2014/main" id="{02A26687-7CAE-4182-BB42-64731332F3C2}"/>
                </a:ext>
              </a:extLst>
            </p:cNvPr>
            <p:cNvSpPr/>
            <p:nvPr/>
          </p:nvSpPr>
          <p:spPr>
            <a:xfrm>
              <a:off x="7525730" y="176208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77" name="Hexagon 476">
              <a:extLst>
                <a:ext uri="{FF2B5EF4-FFF2-40B4-BE49-F238E27FC236}">
                  <a16:creationId xmlns:a16="http://schemas.microsoft.com/office/drawing/2014/main" id="{0C27BBA3-30E7-400F-A307-0F8E95A3D5FF}"/>
                </a:ext>
              </a:extLst>
            </p:cNvPr>
            <p:cNvSpPr/>
            <p:nvPr/>
          </p:nvSpPr>
          <p:spPr>
            <a:xfrm>
              <a:off x="7762432" y="1850890"/>
              <a:ext cx="301752" cy="17052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78" name="Hexagon 477">
              <a:extLst>
                <a:ext uri="{FF2B5EF4-FFF2-40B4-BE49-F238E27FC236}">
                  <a16:creationId xmlns:a16="http://schemas.microsoft.com/office/drawing/2014/main" id="{D950710D-1DA5-41DE-9653-5260A3875B44}"/>
                </a:ext>
              </a:extLst>
            </p:cNvPr>
            <p:cNvSpPr/>
            <p:nvPr/>
          </p:nvSpPr>
          <p:spPr>
            <a:xfrm>
              <a:off x="7528674" y="15754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79" name="Hexagon 478">
              <a:extLst>
                <a:ext uri="{FF2B5EF4-FFF2-40B4-BE49-F238E27FC236}">
                  <a16:creationId xmlns:a16="http://schemas.microsoft.com/office/drawing/2014/main" id="{54235A10-155F-49F5-8144-698E2B29A9EF}"/>
                </a:ext>
              </a:extLst>
            </p:cNvPr>
            <p:cNvSpPr/>
            <p:nvPr/>
          </p:nvSpPr>
          <p:spPr>
            <a:xfrm>
              <a:off x="7996148" y="193308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80" name="Hexagon 479">
              <a:extLst>
                <a:ext uri="{FF2B5EF4-FFF2-40B4-BE49-F238E27FC236}">
                  <a16:creationId xmlns:a16="http://schemas.microsoft.com/office/drawing/2014/main" id="{70C57587-17E4-4899-9C25-A54770D478F7}"/>
                </a:ext>
              </a:extLst>
            </p:cNvPr>
            <p:cNvSpPr/>
            <p:nvPr/>
          </p:nvSpPr>
          <p:spPr>
            <a:xfrm>
              <a:off x="8000860" y="17586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81" name="Hexagon 480">
              <a:extLst>
                <a:ext uri="{FF2B5EF4-FFF2-40B4-BE49-F238E27FC236}">
                  <a16:creationId xmlns:a16="http://schemas.microsoft.com/office/drawing/2014/main" id="{67F9D69C-D57D-40B0-BA12-C0A7E6A95897}"/>
                </a:ext>
              </a:extLst>
            </p:cNvPr>
            <p:cNvSpPr/>
            <p:nvPr/>
          </p:nvSpPr>
          <p:spPr>
            <a:xfrm>
              <a:off x="7996148" y="157335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82" name="Hexagon 481">
              <a:extLst>
                <a:ext uri="{FF2B5EF4-FFF2-40B4-BE49-F238E27FC236}">
                  <a16:creationId xmlns:a16="http://schemas.microsoft.com/office/drawing/2014/main" id="{58229EEF-D6D5-4D0B-A004-06B68FE49713}"/>
                </a:ext>
              </a:extLst>
            </p:cNvPr>
            <p:cNvSpPr/>
            <p:nvPr/>
          </p:nvSpPr>
          <p:spPr>
            <a:xfrm>
              <a:off x="7761575" y="148208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83" name="Hexagon 482">
              <a:extLst>
                <a:ext uri="{FF2B5EF4-FFF2-40B4-BE49-F238E27FC236}">
                  <a16:creationId xmlns:a16="http://schemas.microsoft.com/office/drawing/2014/main" id="{FEDB22B1-C6D5-4621-ABF3-45D71A4B6A3C}"/>
                </a:ext>
              </a:extLst>
            </p:cNvPr>
            <p:cNvSpPr/>
            <p:nvPr/>
          </p:nvSpPr>
          <p:spPr>
            <a:xfrm>
              <a:off x="7994476" y="138436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84" name="Hexagon 483">
              <a:extLst>
                <a:ext uri="{FF2B5EF4-FFF2-40B4-BE49-F238E27FC236}">
                  <a16:creationId xmlns:a16="http://schemas.microsoft.com/office/drawing/2014/main" id="{E30CF110-D413-4DA9-ABDB-88A018B09736}"/>
                </a:ext>
              </a:extLst>
            </p:cNvPr>
            <p:cNvSpPr/>
            <p:nvPr/>
          </p:nvSpPr>
          <p:spPr>
            <a:xfrm>
              <a:off x="8229707" y="202003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85" name="Hexagon 484">
              <a:extLst>
                <a:ext uri="{FF2B5EF4-FFF2-40B4-BE49-F238E27FC236}">
                  <a16:creationId xmlns:a16="http://schemas.microsoft.com/office/drawing/2014/main" id="{07F2A09B-DBF1-42BD-B56F-FDFC01E44A8D}"/>
                </a:ext>
              </a:extLst>
            </p:cNvPr>
            <p:cNvSpPr/>
            <p:nvPr/>
          </p:nvSpPr>
          <p:spPr>
            <a:xfrm>
              <a:off x="8234419" y="184563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86" name="Hexagon 485">
              <a:extLst>
                <a:ext uri="{FF2B5EF4-FFF2-40B4-BE49-F238E27FC236}">
                  <a16:creationId xmlns:a16="http://schemas.microsoft.com/office/drawing/2014/main" id="{A5A6F15A-ED4C-4D9B-8F19-DDD79F16B3E4}"/>
                </a:ext>
              </a:extLst>
            </p:cNvPr>
            <p:cNvSpPr/>
            <p:nvPr/>
          </p:nvSpPr>
          <p:spPr>
            <a:xfrm>
              <a:off x="8229707" y="166031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87" name="Hexagon 486">
              <a:extLst>
                <a:ext uri="{FF2B5EF4-FFF2-40B4-BE49-F238E27FC236}">
                  <a16:creationId xmlns:a16="http://schemas.microsoft.com/office/drawing/2014/main" id="{4AE86A5E-2493-4107-B1FC-F1FC71FB7FAE}"/>
                </a:ext>
              </a:extLst>
            </p:cNvPr>
            <p:cNvSpPr/>
            <p:nvPr/>
          </p:nvSpPr>
          <p:spPr>
            <a:xfrm>
              <a:off x="8228035" y="147132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88" name="Hexagon 487">
              <a:extLst>
                <a:ext uri="{FF2B5EF4-FFF2-40B4-BE49-F238E27FC236}">
                  <a16:creationId xmlns:a16="http://schemas.microsoft.com/office/drawing/2014/main" id="{1064580C-CA14-4D5E-87E2-A8E3E3F0496A}"/>
                </a:ext>
              </a:extLst>
            </p:cNvPr>
            <p:cNvSpPr/>
            <p:nvPr/>
          </p:nvSpPr>
          <p:spPr>
            <a:xfrm>
              <a:off x="8466409" y="193061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89" name="Hexagon 488">
              <a:extLst>
                <a:ext uri="{FF2B5EF4-FFF2-40B4-BE49-F238E27FC236}">
                  <a16:creationId xmlns:a16="http://schemas.microsoft.com/office/drawing/2014/main" id="{BDD5901F-7245-46BD-BAE6-75B81DF63B50}"/>
                </a:ext>
              </a:extLst>
            </p:cNvPr>
            <p:cNvSpPr/>
            <p:nvPr/>
          </p:nvSpPr>
          <p:spPr>
            <a:xfrm>
              <a:off x="8461697" y="174529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0" name="Hexagon 489">
              <a:extLst>
                <a:ext uri="{FF2B5EF4-FFF2-40B4-BE49-F238E27FC236}">
                  <a16:creationId xmlns:a16="http://schemas.microsoft.com/office/drawing/2014/main" id="{B66A2AFA-FB72-4C25-A62F-E314FA4887F4}"/>
                </a:ext>
              </a:extLst>
            </p:cNvPr>
            <p:cNvSpPr/>
            <p:nvPr/>
          </p:nvSpPr>
          <p:spPr>
            <a:xfrm>
              <a:off x="8452200" y="157607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1" name="Hexagon 490">
              <a:extLst>
                <a:ext uri="{FF2B5EF4-FFF2-40B4-BE49-F238E27FC236}">
                  <a16:creationId xmlns:a16="http://schemas.microsoft.com/office/drawing/2014/main" id="{9EE252DC-0D23-4B29-B3C7-913F97B81F7F}"/>
                </a:ext>
              </a:extLst>
            </p:cNvPr>
            <p:cNvSpPr/>
            <p:nvPr/>
          </p:nvSpPr>
          <p:spPr>
            <a:xfrm>
              <a:off x="8670790" y="147909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2" name="Hexagon 491">
              <a:extLst>
                <a:ext uri="{FF2B5EF4-FFF2-40B4-BE49-F238E27FC236}">
                  <a16:creationId xmlns:a16="http://schemas.microsoft.com/office/drawing/2014/main" id="{14D771FA-C284-4B69-8F33-69BCCDAAD72F}"/>
                </a:ext>
              </a:extLst>
            </p:cNvPr>
            <p:cNvSpPr/>
            <p:nvPr/>
          </p:nvSpPr>
          <p:spPr>
            <a:xfrm>
              <a:off x="8906543" y="138759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5" name="Hexagon 494">
              <a:extLst>
                <a:ext uri="{FF2B5EF4-FFF2-40B4-BE49-F238E27FC236}">
                  <a16:creationId xmlns:a16="http://schemas.microsoft.com/office/drawing/2014/main" id="{E52AE37F-14AA-4250-BAB2-C1D00FDE264C}"/>
                </a:ext>
              </a:extLst>
            </p:cNvPr>
            <p:cNvSpPr/>
            <p:nvPr/>
          </p:nvSpPr>
          <p:spPr>
            <a:xfrm>
              <a:off x="7309689" y="289994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6" name="Hexagon 495">
              <a:extLst>
                <a:ext uri="{FF2B5EF4-FFF2-40B4-BE49-F238E27FC236}">
                  <a16:creationId xmlns:a16="http://schemas.microsoft.com/office/drawing/2014/main" id="{824AB68F-66EC-4CA4-9B49-13DB2B3CA521}"/>
                </a:ext>
              </a:extLst>
            </p:cNvPr>
            <p:cNvSpPr/>
            <p:nvPr/>
          </p:nvSpPr>
          <p:spPr>
            <a:xfrm>
              <a:off x="7526696" y="29987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7" name="Hexagon 496">
              <a:extLst>
                <a:ext uri="{FF2B5EF4-FFF2-40B4-BE49-F238E27FC236}">
                  <a16:creationId xmlns:a16="http://schemas.microsoft.com/office/drawing/2014/main" id="{53D251E1-12F4-434A-9637-78784D712F83}"/>
                </a:ext>
              </a:extLst>
            </p:cNvPr>
            <p:cNvSpPr/>
            <p:nvPr/>
          </p:nvSpPr>
          <p:spPr>
            <a:xfrm>
              <a:off x="7761575" y="291205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8" name="Hexagon 497">
              <a:extLst>
                <a:ext uri="{FF2B5EF4-FFF2-40B4-BE49-F238E27FC236}">
                  <a16:creationId xmlns:a16="http://schemas.microsoft.com/office/drawing/2014/main" id="{11DA2F43-0580-4E38-A198-4F87537E9EBC}"/>
                </a:ext>
              </a:extLst>
            </p:cNvPr>
            <p:cNvSpPr/>
            <p:nvPr/>
          </p:nvSpPr>
          <p:spPr>
            <a:xfrm>
              <a:off x="7533388" y="281654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9" name="Hexagon 498">
              <a:extLst>
                <a:ext uri="{FF2B5EF4-FFF2-40B4-BE49-F238E27FC236}">
                  <a16:creationId xmlns:a16="http://schemas.microsoft.com/office/drawing/2014/main" id="{6FA3F53A-14C0-4FBA-9B55-F5875CCEF91A}"/>
                </a:ext>
              </a:extLst>
            </p:cNvPr>
            <p:cNvSpPr/>
            <p:nvPr/>
          </p:nvSpPr>
          <p:spPr>
            <a:xfrm>
              <a:off x="7528145" y="26404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0" name="Hexagon 499">
              <a:extLst>
                <a:ext uri="{FF2B5EF4-FFF2-40B4-BE49-F238E27FC236}">
                  <a16:creationId xmlns:a16="http://schemas.microsoft.com/office/drawing/2014/main" id="{83BBB1C5-F874-448B-AB3E-B20F7B6B8704}"/>
                </a:ext>
              </a:extLst>
            </p:cNvPr>
            <p:cNvSpPr/>
            <p:nvPr/>
          </p:nvSpPr>
          <p:spPr>
            <a:xfrm>
              <a:off x="8224468" y="291489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1" name="Hexagon 500">
              <a:extLst>
                <a:ext uri="{FF2B5EF4-FFF2-40B4-BE49-F238E27FC236}">
                  <a16:creationId xmlns:a16="http://schemas.microsoft.com/office/drawing/2014/main" id="{3A1B755F-F6CB-4D82-A4B2-CB44A50EC815}"/>
                </a:ext>
              </a:extLst>
            </p:cNvPr>
            <p:cNvSpPr/>
            <p:nvPr/>
          </p:nvSpPr>
          <p:spPr>
            <a:xfrm>
              <a:off x="8218866" y="309255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2" name="Hexagon 501">
              <a:extLst>
                <a:ext uri="{FF2B5EF4-FFF2-40B4-BE49-F238E27FC236}">
                  <a16:creationId xmlns:a16="http://schemas.microsoft.com/office/drawing/2014/main" id="{D9AF3328-D485-41E5-9BFB-D3246A2A61C9}"/>
                </a:ext>
              </a:extLst>
            </p:cNvPr>
            <p:cNvSpPr/>
            <p:nvPr/>
          </p:nvSpPr>
          <p:spPr>
            <a:xfrm>
              <a:off x="8450043" y="300384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3" name="Hexagon 502">
              <a:extLst>
                <a:ext uri="{FF2B5EF4-FFF2-40B4-BE49-F238E27FC236}">
                  <a16:creationId xmlns:a16="http://schemas.microsoft.com/office/drawing/2014/main" id="{0CD6FB93-0A39-455A-A614-8EE83E0245A2}"/>
                </a:ext>
              </a:extLst>
            </p:cNvPr>
            <p:cNvSpPr/>
            <p:nvPr/>
          </p:nvSpPr>
          <p:spPr>
            <a:xfrm>
              <a:off x="8449203" y="31815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4" name="Hexagon 503">
              <a:extLst>
                <a:ext uri="{FF2B5EF4-FFF2-40B4-BE49-F238E27FC236}">
                  <a16:creationId xmlns:a16="http://schemas.microsoft.com/office/drawing/2014/main" id="{A4155F4B-3DD5-4859-9E17-FBC7E28BC1AC}"/>
                </a:ext>
              </a:extLst>
            </p:cNvPr>
            <p:cNvSpPr/>
            <p:nvPr/>
          </p:nvSpPr>
          <p:spPr>
            <a:xfrm>
              <a:off x="8910961" y="300344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5" name="Hexagon 504">
              <a:extLst>
                <a:ext uri="{FF2B5EF4-FFF2-40B4-BE49-F238E27FC236}">
                  <a16:creationId xmlns:a16="http://schemas.microsoft.com/office/drawing/2014/main" id="{54423408-9D4E-4238-9F21-BCACCBCA7CE2}"/>
                </a:ext>
              </a:extLst>
            </p:cNvPr>
            <p:cNvSpPr/>
            <p:nvPr/>
          </p:nvSpPr>
          <p:spPr>
            <a:xfrm>
              <a:off x="8905359" y="31810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6" name="Hexagon 505">
              <a:extLst>
                <a:ext uri="{FF2B5EF4-FFF2-40B4-BE49-F238E27FC236}">
                  <a16:creationId xmlns:a16="http://schemas.microsoft.com/office/drawing/2014/main" id="{9C7205D3-63A3-4576-8EA7-DDC247224521}"/>
                </a:ext>
              </a:extLst>
            </p:cNvPr>
            <p:cNvSpPr/>
            <p:nvPr/>
          </p:nvSpPr>
          <p:spPr>
            <a:xfrm>
              <a:off x="8678609" y="328452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7" name="Hexagon 506">
              <a:extLst>
                <a:ext uri="{FF2B5EF4-FFF2-40B4-BE49-F238E27FC236}">
                  <a16:creationId xmlns:a16="http://schemas.microsoft.com/office/drawing/2014/main" id="{B68EAFA1-6044-4D95-85DD-44A3B34FBEDC}"/>
                </a:ext>
              </a:extLst>
            </p:cNvPr>
            <p:cNvSpPr/>
            <p:nvPr/>
          </p:nvSpPr>
          <p:spPr>
            <a:xfrm>
              <a:off x="8679521" y="291036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8" name="Hexagon 507">
              <a:extLst>
                <a:ext uri="{FF2B5EF4-FFF2-40B4-BE49-F238E27FC236}">
                  <a16:creationId xmlns:a16="http://schemas.microsoft.com/office/drawing/2014/main" id="{EBA5E8DC-D1BE-47F3-BC21-ACBE7CBF6AED}"/>
                </a:ext>
              </a:extLst>
            </p:cNvPr>
            <p:cNvSpPr/>
            <p:nvPr/>
          </p:nvSpPr>
          <p:spPr>
            <a:xfrm>
              <a:off x="7076723" y="354274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9" name="Hexagon 508">
              <a:extLst>
                <a:ext uri="{FF2B5EF4-FFF2-40B4-BE49-F238E27FC236}">
                  <a16:creationId xmlns:a16="http://schemas.microsoft.com/office/drawing/2014/main" id="{B981F3AD-1842-4C7B-B5C9-54A62EDBC053}"/>
                </a:ext>
              </a:extLst>
            </p:cNvPr>
            <p:cNvSpPr/>
            <p:nvPr/>
          </p:nvSpPr>
          <p:spPr>
            <a:xfrm>
              <a:off x="7309689" y="345541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0" name="Hexagon 509">
              <a:extLst>
                <a:ext uri="{FF2B5EF4-FFF2-40B4-BE49-F238E27FC236}">
                  <a16:creationId xmlns:a16="http://schemas.microsoft.com/office/drawing/2014/main" id="{B5BC6248-0B9C-49A9-A2CC-4CAB5D13BA60}"/>
                </a:ext>
              </a:extLst>
            </p:cNvPr>
            <p:cNvSpPr/>
            <p:nvPr/>
          </p:nvSpPr>
          <p:spPr>
            <a:xfrm>
              <a:off x="7076723" y="371641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1" name="Hexagon 510">
              <a:extLst>
                <a:ext uri="{FF2B5EF4-FFF2-40B4-BE49-F238E27FC236}">
                  <a16:creationId xmlns:a16="http://schemas.microsoft.com/office/drawing/2014/main" id="{AF35558A-53AF-4E9A-A3FA-69248C0D792E}"/>
                </a:ext>
              </a:extLst>
            </p:cNvPr>
            <p:cNvSpPr/>
            <p:nvPr/>
          </p:nvSpPr>
          <p:spPr>
            <a:xfrm>
              <a:off x="7309689" y="363385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2" name="Hexagon 511">
              <a:extLst>
                <a:ext uri="{FF2B5EF4-FFF2-40B4-BE49-F238E27FC236}">
                  <a16:creationId xmlns:a16="http://schemas.microsoft.com/office/drawing/2014/main" id="{33138653-E3F8-468E-80C4-6880BA7B2543}"/>
                </a:ext>
              </a:extLst>
            </p:cNvPr>
            <p:cNvSpPr/>
            <p:nvPr/>
          </p:nvSpPr>
          <p:spPr>
            <a:xfrm>
              <a:off x="7316260" y="327124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3" name="Hexagon 512">
              <a:extLst>
                <a:ext uri="{FF2B5EF4-FFF2-40B4-BE49-F238E27FC236}">
                  <a16:creationId xmlns:a16="http://schemas.microsoft.com/office/drawing/2014/main" id="{6B3A8B77-7200-4F8B-9F70-00F33A114910}"/>
                </a:ext>
              </a:extLst>
            </p:cNvPr>
            <p:cNvSpPr/>
            <p:nvPr/>
          </p:nvSpPr>
          <p:spPr>
            <a:xfrm>
              <a:off x="7539234" y="35409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4" name="Hexagon 513">
              <a:extLst>
                <a:ext uri="{FF2B5EF4-FFF2-40B4-BE49-F238E27FC236}">
                  <a16:creationId xmlns:a16="http://schemas.microsoft.com/office/drawing/2014/main" id="{0E549108-35FA-4841-8FEC-433E99A3E71B}"/>
                </a:ext>
              </a:extLst>
            </p:cNvPr>
            <p:cNvSpPr/>
            <p:nvPr/>
          </p:nvSpPr>
          <p:spPr>
            <a:xfrm>
              <a:off x="7770252" y="362210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5" name="Hexagon 514">
              <a:extLst>
                <a:ext uri="{FF2B5EF4-FFF2-40B4-BE49-F238E27FC236}">
                  <a16:creationId xmlns:a16="http://schemas.microsoft.com/office/drawing/2014/main" id="{EAC3960C-DDE9-486E-BA69-93B682FBED13}"/>
                </a:ext>
              </a:extLst>
            </p:cNvPr>
            <p:cNvSpPr/>
            <p:nvPr/>
          </p:nvSpPr>
          <p:spPr>
            <a:xfrm>
              <a:off x="7540098" y="371730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6" name="Hexagon 515">
              <a:extLst>
                <a:ext uri="{FF2B5EF4-FFF2-40B4-BE49-F238E27FC236}">
                  <a16:creationId xmlns:a16="http://schemas.microsoft.com/office/drawing/2014/main" id="{AD3F9EAA-62C8-4B98-A835-390990AA06DA}"/>
                </a:ext>
              </a:extLst>
            </p:cNvPr>
            <p:cNvSpPr/>
            <p:nvPr/>
          </p:nvSpPr>
          <p:spPr>
            <a:xfrm>
              <a:off x="7771116" y="379841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7" name="Hexagon 516">
              <a:extLst>
                <a:ext uri="{FF2B5EF4-FFF2-40B4-BE49-F238E27FC236}">
                  <a16:creationId xmlns:a16="http://schemas.microsoft.com/office/drawing/2014/main" id="{09239783-7DBB-4DB7-A299-750E4CDDCF27}"/>
                </a:ext>
              </a:extLst>
            </p:cNvPr>
            <p:cNvSpPr/>
            <p:nvPr/>
          </p:nvSpPr>
          <p:spPr>
            <a:xfrm>
              <a:off x="7540098" y="388649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8" name="Hexagon 517">
              <a:extLst>
                <a:ext uri="{FF2B5EF4-FFF2-40B4-BE49-F238E27FC236}">
                  <a16:creationId xmlns:a16="http://schemas.microsoft.com/office/drawing/2014/main" id="{84D7ED01-B984-41BB-BDED-142A869793E4}"/>
                </a:ext>
              </a:extLst>
            </p:cNvPr>
            <p:cNvSpPr/>
            <p:nvPr/>
          </p:nvSpPr>
          <p:spPr>
            <a:xfrm>
              <a:off x="7771116" y="396760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9" name="Hexagon 518">
              <a:extLst>
                <a:ext uri="{FF2B5EF4-FFF2-40B4-BE49-F238E27FC236}">
                  <a16:creationId xmlns:a16="http://schemas.microsoft.com/office/drawing/2014/main" id="{F4B72EE4-808B-4DA5-8E6E-71C6231F9424}"/>
                </a:ext>
              </a:extLst>
            </p:cNvPr>
            <p:cNvSpPr/>
            <p:nvPr/>
          </p:nvSpPr>
          <p:spPr>
            <a:xfrm>
              <a:off x="7309080" y="39849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0" name="Hexagon 519">
              <a:extLst>
                <a:ext uri="{FF2B5EF4-FFF2-40B4-BE49-F238E27FC236}">
                  <a16:creationId xmlns:a16="http://schemas.microsoft.com/office/drawing/2014/main" id="{0D688A9E-E6B1-4156-86E3-4ABBF80F535C}"/>
                </a:ext>
              </a:extLst>
            </p:cNvPr>
            <p:cNvSpPr/>
            <p:nvPr/>
          </p:nvSpPr>
          <p:spPr>
            <a:xfrm>
              <a:off x="7540098" y="406601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1" name="Hexagon 520">
              <a:extLst>
                <a:ext uri="{FF2B5EF4-FFF2-40B4-BE49-F238E27FC236}">
                  <a16:creationId xmlns:a16="http://schemas.microsoft.com/office/drawing/2014/main" id="{109526F0-3D04-4566-BDB7-98467D3AC31A}"/>
                </a:ext>
              </a:extLst>
            </p:cNvPr>
            <p:cNvSpPr/>
            <p:nvPr/>
          </p:nvSpPr>
          <p:spPr>
            <a:xfrm>
              <a:off x="7316573" y="4163692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2" name="Hexagon 521">
              <a:extLst>
                <a:ext uri="{FF2B5EF4-FFF2-40B4-BE49-F238E27FC236}">
                  <a16:creationId xmlns:a16="http://schemas.microsoft.com/office/drawing/2014/main" id="{B985046F-21D0-47BC-87B0-2628F53D668A}"/>
                </a:ext>
              </a:extLst>
            </p:cNvPr>
            <p:cNvSpPr/>
            <p:nvPr/>
          </p:nvSpPr>
          <p:spPr>
            <a:xfrm>
              <a:off x="7547591" y="4244802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3" name="Hexagon 522">
              <a:extLst>
                <a:ext uri="{FF2B5EF4-FFF2-40B4-BE49-F238E27FC236}">
                  <a16:creationId xmlns:a16="http://schemas.microsoft.com/office/drawing/2014/main" id="{0F6C3F94-D633-4C9D-8415-B65E27635F6D}"/>
                </a:ext>
              </a:extLst>
            </p:cNvPr>
            <p:cNvSpPr/>
            <p:nvPr/>
          </p:nvSpPr>
          <p:spPr>
            <a:xfrm>
              <a:off x="7076007" y="388778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4" name="Hexagon 523">
              <a:extLst>
                <a:ext uri="{FF2B5EF4-FFF2-40B4-BE49-F238E27FC236}">
                  <a16:creationId xmlns:a16="http://schemas.microsoft.com/office/drawing/2014/main" id="{3746131D-95F6-4BDE-97A6-1B6A5028681E}"/>
                </a:ext>
              </a:extLst>
            </p:cNvPr>
            <p:cNvSpPr/>
            <p:nvPr/>
          </p:nvSpPr>
          <p:spPr>
            <a:xfrm>
              <a:off x="7079754" y="406963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5" name="Hexagon 524">
              <a:extLst>
                <a:ext uri="{FF2B5EF4-FFF2-40B4-BE49-F238E27FC236}">
                  <a16:creationId xmlns:a16="http://schemas.microsoft.com/office/drawing/2014/main" id="{DBAF79E8-A344-47F8-AB33-D2C525D18909}"/>
                </a:ext>
              </a:extLst>
            </p:cNvPr>
            <p:cNvSpPr/>
            <p:nvPr/>
          </p:nvSpPr>
          <p:spPr>
            <a:xfrm>
              <a:off x="7082826" y="4248320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6" name="Hexagon 525">
              <a:extLst>
                <a:ext uri="{FF2B5EF4-FFF2-40B4-BE49-F238E27FC236}">
                  <a16:creationId xmlns:a16="http://schemas.microsoft.com/office/drawing/2014/main" id="{2CA4FB44-F35A-41F6-8980-652AE242E4CF}"/>
                </a:ext>
              </a:extLst>
            </p:cNvPr>
            <p:cNvSpPr/>
            <p:nvPr/>
          </p:nvSpPr>
          <p:spPr>
            <a:xfrm>
              <a:off x="7313844" y="4329430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7" name="Hexagon 526">
              <a:extLst>
                <a:ext uri="{FF2B5EF4-FFF2-40B4-BE49-F238E27FC236}">
                  <a16:creationId xmlns:a16="http://schemas.microsoft.com/office/drawing/2014/main" id="{E8A0ED0C-CF02-4C5C-AC46-C8FD2EACD4B0}"/>
                </a:ext>
              </a:extLst>
            </p:cNvPr>
            <p:cNvSpPr/>
            <p:nvPr/>
          </p:nvSpPr>
          <p:spPr>
            <a:xfrm>
              <a:off x="7084691" y="4425864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8" name="Hexagon 527">
              <a:extLst>
                <a:ext uri="{FF2B5EF4-FFF2-40B4-BE49-F238E27FC236}">
                  <a16:creationId xmlns:a16="http://schemas.microsoft.com/office/drawing/2014/main" id="{EB2CEAAC-0A36-41FE-BB4C-CB9B75CC321C}"/>
                </a:ext>
              </a:extLst>
            </p:cNvPr>
            <p:cNvSpPr/>
            <p:nvPr/>
          </p:nvSpPr>
          <p:spPr>
            <a:xfrm>
              <a:off x="7315709" y="4506974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9" name="Hexagon 528">
              <a:extLst>
                <a:ext uri="{FF2B5EF4-FFF2-40B4-BE49-F238E27FC236}">
                  <a16:creationId xmlns:a16="http://schemas.microsoft.com/office/drawing/2014/main" id="{33076B1D-5E55-4E13-B90C-44A200AB5372}"/>
                </a:ext>
              </a:extLst>
            </p:cNvPr>
            <p:cNvSpPr/>
            <p:nvPr/>
          </p:nvSpPr>
          <p:spPr>
            <a:xfrm>
              <a:off x="6850944" y="4510492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0" name="Hexagon 529">
              <a:extLst>
                <a:ext uri="{FF2B5EF4-FFF2-40B4-BE49-F238E27FC236}">
                  <a16:creationId xmlns:a16="http://schemas.microsoft.com/office/drawing/2014/main" id="{F0D6D2C9-7ED7-4AD5-B925-DDB6825E95AF}"/>
                </a:ext>
              </a:extLst>
            </p:cNvPr>
            <p:cNvSpPr/>
            <p:nvPr/>
          </p:nvSpPr>
          <p:spPr>
            <a:xfrm>
              <a:off x="7081962" y="4591602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1" name="Hexagon 530">
              <a:extLst>
                <a:ext uri="{FF2B5EF4-FFF2-40B4-BE49-F238E27FC236}">
                  <a16:creationId xmlns:a16="http://schemas.microsoft.com/office/drawing/2014/main" id="{404F5DC1-4B86-41AF-8E33-F1A2A065FA3A}"/>
                </a:ext>
              </a:extLst>
            </p:cNvPr>
            <p:cNvSpPr/>
            <p:nvPr/>
          </p:nvSpPr>
          <p:spPr>
            <a:xfrm>
              <a:off x="6856142" y="4336270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2" name="Hexagon 531">
              <a:extLst>
                <a:ext uri="{FF2B5EF4-FFF2-40B4-BE49-F238E27FC236}">
                  <a16:creationId xmlns:a16="http://schemas.microsoft.com/office/drawing/2014/main" id="{C6FE6635-438B-4DE4-9C6B-818FE052C0DF}"/>
                </a:ext>
              </a:extLst>
            </p:cNvPr>
            <p:cNvSpPr/>
            <p:nvPr/>
          </p:nvSpPr>
          <p:spPr>
            <a:xfrm>
              <a:off x="7314305" y="4687424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3" name="Hexagon 532">
              <a:extLst>
                <a:ext uri="{FF2B5EF4-FFF2-40B4-BE49-F238E27FC236}">
                  <a16:creationId xmlns:a16="http://schemas.microsoft.com/office/drawing/2014/main" id="{F96D9C90-494A-4914-9B6F-144EB7B50D36}"/>
                </a:ext>
              </a:extLst>
            </p:cNvPr>
            <p:cNvSpPr/>
            <p:nvPr/>
          </p:nvSpPr>
          <p:spPr>
            <a:xfrm>
              <a:off x="7316170" y="4864968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4" name="Hexagon 533">
              <a:extLst>
                <a:ext uri="{FF2B5EF4-FFF2-40B4-BE49-F238E27FC236}">
                  <a16:creationId xmlns:a16="http://schemas.microsoft.com/office/drawing/2014/main" id="{559A2E58-0DDC-4D64-BEE0-2565AFCAEC10}"/>
                </a:ext>
              </a:extLst>
            </p:cNvPr>
            <p:cNvSpPr/>
            <p:nvPr/>
          </p:nvSpPr>
          <p:spPr>
            <a:xfrm>
              <a:off x="6857265" y="4691812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5" name="Hexagon 534">
              <a:extLst>
                <a:ext uri="{FF2B5EF4-FFF2-40B4-BE49-F238E27FC236}">
                  <a16:creationId xmlns:a16="http://schemas.microsoft.com/office/drawing/2014/main" id="{E144AF92-7F39-4CB2-B30F-4848AAF21F20}"/>
                </a:ext>
              </a:extLst>
            </p:cNvPr>
            <p:cNvSpPr/>
            <p:nvPr/>
          </p:nvSpPr>
          <p:spPr>
            <a:xfrm>
              <a:off x="6859130" y="4869356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6" name="Hexagon 535">
              <a:extLst>
                <a:ext uri="{FF2B5EF4-FFF2-40B4-BE49-F238E27FC236}">
                  <a16:creationId xmlns:a16="http://schemas.microsoft.com/office/drawing/2014/main" id="{A0244BDE-37AC-4513-AE70-51D60B132516}"/>
                </a:ext>
              </a:extLst>
            </p:cNvPr>
            <p:cNvSpPr/>
            <p:nvPr/>
          </p:nvSpPr>
          <p:spPr>
            <a:xfrm>
              <a:off x="6619711" y="477989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7" name="Hexagon 536">
              <a:extLst>
                <a:ext uri="{FF2B5EF4-FFF2-40B4-BE49-F238E27FC236}">
                  <a16:creationId xmlns:a16="http://schemas.microsoft.com/office/drawing/2014/main" id="{7E0DAC52-B713-4C36-814E-9229BE139AC6}"/>
                </a:ext>
              </a:extLst>
            </p:cNvPr>
            <p:cNvSpPr/>
            <p:nvPr/>
          </p:nvSpPr>
          <p:spPr>
            <a:xfrm>
              <a:off x="7080861" y="4961267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8" name="Hexagon 537">
              <a:extLst>
                <a:ext uri="{FF2B5EF4-FFF2-40B4-BE49-F238E27FC236}">
                  <a16:creationId xmlns:a16="http://schemas.microsoft.com/office/drawing/2014/main" id="{F890D1E9-695D-4337-87CB-B20E2E01FEF4}"/>
                </a:ext>
              </a:extLst>
            </p:cNvPr>
            <p:cNvSpPr/>
            <p:nvPr/>
          </p:nvSpPr>
          <p:spPr>
            <a:xfrm>
              <a:off x="7080567" y="512322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9" name="Hexagon 538">
              <a:extLst>
                <a:ext uri="{FF2B5EF4-FFF2-40B4-BE49-F238E27FC236}">
                  <a16:creationId xmlns:a16="http://schemas.microsoft.com/office/drawing/2014/main" id="{8311BCD3-8193-4D5C-BDD2-068C7583030F}"/>
                </a:ext>
              </a:extLst>
            </p:cNvPr>
            <p:cNvSpPr/>
            <p:nvPr/>
          </p:nvSpPr>
          <p:spPr>
            <a:xfrm>
              <a:off x="7082432" y="5300767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40" name="Hexagon 539">
              <a:extLst>
                <a:ext uri="{FF2B5EF4-FFF2-40B4-BE49-F238E27FC236}">
                  <a16:creationId xmlns:a16="http://schemas.microsoft.com/office/drawing/2014/main" id="{C844E507-FA71-4FCF-8605-3EB67B0EAB44}"/>
                </a:ext>
              </a:extLst>
            </p:cNvPr>
            <p:cNvSpPr/>
            <p:nvPr/>
          </p:nvSpPr>
          <p:spPr>
            <a:xfrm>
              <a:off x="6853070" y="5225130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41" name="Hexagon 540">
              <a:extLst>
                <a:ext uri="{FF2B5EF4-FFF2-40B4-BE49-F238E27FC236}">
                  <a16:creationId xmlns:a16="http://schemas.microsoft.com/office/drawing/2014/main" id="{7D8C448E-9A58-41F2-A716-9BBAD99F7404}"/>
                </a:ext>
              </a:extLst>
            </p:cNvPr>
            <p:cNvSpPr/>
            <p:nvPr/>
          </p:nvSpPr>
          <p:spPr>
            <a:xfrm>
              <a:off x="6854935" y="5397912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42" name="Hexagon 541">
              <a:extLst>
                <a:ext uri="{FF2B5EF4-FFF2-40B4-BE49-F238E27FC236}">
                  <a16:creationId xmlns:a16="http://schemas.microsoft.com/office/drawing/2014/main" id="{9082AA98-5DD8-423D-A9D7-E99E28E71A36}"/>
                </a:ext>
              </a:extLst>
            </p:cNvPr>
            <p:cNvSpPr/>
            <p:nvPr/>
          </p:nvSpPr>
          <p:spPr>
            <a:xfrm>
              <a:off x="6629229" y="5303347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43" name="Hexagon 542">
              <a:extLst>
                <a:ext uri="{FF2B5EF4-FFF2-40B4-BE49-F238E27FC236}">
                  <a16:creationId xmlns:a16="http://schemas.microsoft.com/office/drawing/2014/main" id="{FE0BC9BF-7371-4A52-A0DF-E515D5EBA923}"/>
                </a:ext>
              </a:extLst>
            </p:cNvPr>
            <p:cNvSpPr/>
            <p:nvPr/>
          </p:nvSpPr>
          <p:spPr>
            <a:xfrm>
              <a:off x="6628713" y="5480891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44" name="Hexagon 543">
              <a:extLst>
                <a:ext uri="{FF2B5EF4-FFF2-40B4-BE49-F238E27FC236}">
                  <a16:creationId xmlns:a16="http://schemas.microsoft.com/office/drawing/2014/main" id="{A66D1A76-3F64-4647-B793-3483286D93C1}"/>
                </a:ext>
              </a:extLst>
            </p:cNvPr>
            <p:cNvSpPr/>
            <p:nvPr/>
          </p:nvSpPr>
          <p:spPr>
            <a:xfrm>
              <a:off x="6397265" y="5215712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45" name="Hexagon 544">
              <a:extLst>
                <a:ext uri="{FF2B5EF4-FFF2-40B4-BE49-F238E27FC236}">
                  <a16:creationId xmlns:a16="http://schemas.microsoft.com/office/drawing/2014/main" id="{C1B9A8C5-FD61-4BDA-812D-5D596EB86585}"/>
                </a:ext>
              </a:extLst>
            </p:cNvPr>
            <p:cNvSpPr/>
            <p:nvPr/>
          </p:nvSpPr>
          <p:spPr>
            <a:xfrm>
              <a:off x="6399130" y="5393256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46" name="Hexagon 545">
              <a:extLst>
                <a:ext uri="{FF2B5EF4-FFF2-40B4-BE49-F238E27FC236}">
                  <a16:creationId xmlns:a16="http://schemas.microsoft.com/office/drawing/2014/main" id="{C190ACC3-0019-4E93-B9C5-FAE5BC691295}"/>
                </a:ext>
              </a:extLst>
            </p:cNvPr>
            <p:cNvSpPr/>
            <p:nvPr/>
          </p:nvSpPr>
          <p:spPr>
            <a:xfrm>
              <a:off x="6858037" y="5566529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47" name="Hexagon 546">
              <a:extLst>
                <a:ext uri="{FF2B5EF4-FFF2-40B4-BE49-F238E27FC236}">
                  <a16:creationId xmlns:a16="http://schemas.microsoft.com/office/drawing/2014/main" id="{463ACAD6-2EEF-49F0-B35D-298A6000BFE4}"/>
                </a:ext>
              </a:extLst>
            </p:cNvPr>
            <p:cNvSpPr/>
            <p:nvPr/>
          </p:nvSpPr>
          <p:spPr>
            <a:xfrm>
              <a:off x="6638329" y="565209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48" name="Hexagon 547">
              <a:extLst>
                <a:ext uri="{FF2B5EF4-FFF2-40B4-BE49-F238E27FC236}">
                  <a16:creationId xmlns:a16="http://schemas.microsoft.com/office/drawing/2014/main" id="{34307851-7490-4A5B-9006-54768616D848}"/>
                </a:ext>
              </a:extLst>
            </p:cNvPr>
            <p:cNvSpPr/>
            <p:nvPr/>
          </p:nvSpPr>
          <p:spPr>
            <a:xfrm>
              <a:off x="7088784" y="547306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49" name="Hexagon 548">
              <a:extLst>
                <a:ext uri="{FF2B5EF4-FFF2-40B4-BE49-F238E27FC236}">
                  <a16:creationId xmlns:a16="http://schemas.microsoft.com/office/drawing/2014/main" id="{4E39870C-4E64-4958-85C2-A7456069E997}"/>
                </a:ext>
              </a:extLst>
            </p:cNvPr>
            <p:cNvSpPr/>
            <p:nvPr/>
          </p:nvSpPr>
          <p:spPr>
            <a:xfrm>
              <a:off x="6397265" y="5571259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50" name="Hexagon 549">
              <a:extLst>
                <a:ext uri="{FF2B5EF4-FFF2-40B4-BE49-F238E27FC236}">
                  <a16:creationId xmlns:a16="http://schemas.microsoft.com/office/drawing/2014/main" id="{9826B753-A2DA-494D-B626-FF95E1CC7590}"/>
                </a:ext>
              </a:extLst>
            </p:cNvPr>
            <p:cNvSpPr/>
            <p:nvPr/>
          </p:nvSpPr>
          <p:spPr>
            <a:xfrm>
              <a:off x="6179549" y="5306356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51" name="Hexagon 550">
              <a:extLst>
                <a:ext uri="{FF2B5EF4-FFF2-40B4-BE49-F238E27FC236}">
                  <a16:creationId xmlns:a16="http://schemas.microsoft.com/office/drawing/2014/main" id="{8EA02BD8-C28F-45A4-9749-20778503C3BF}"/>
                </a:ext>
              </a:extLst>
            </p:cNvPr>
            <p:cNvSpPr/>
            <p:nvPr/>
          </p:nvSpPr>
          <p:spPr>
            <a:xfrm>
              <a:off x="6181414" y="5483900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52" name="Hexagon 551">
              <a:extLst>
                <a:ext uri="{FF2B5EF4-FFF2-40B4-BE49-F238E27FC236}">
                  <a16:creationId xmlns:a16="http://schemas.microsoft.com/office/drawing/2014/main" id="{5DAF63E8-CDC5-4AB6-9320-7EEF5ED66A48}"/>
                </a:ext>
              </a:extLst>
            </p:cNvPr>
            <p:cNvSpPr/>
            <p:nvPr/>
          </p:nvSpPr>
          <p:spPr>
            <a:xfrm>
              <a:off x="6179549" y="566190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53" name="Hexagon 552">
              <a:extLst>
                <a:ext uri="{FF2B5EF4-FFF2-40B4-BE49-F238E27FC236}">
                  <a16:creationId xmlns:a16="http://schemas.microsoft.com/office/drawing/2014/main" id="{CDB3654C-6DFC-417D-9815-25DE78F5923C}"/>
                </a:ext>
              </a:extLst>
            </p:cNvPr>
            <p:cNvSpPr/>
            <p:nvPr/>
          </p:nvSpPr>
          <p:spPr>
            <a:xfrm>
              <a:off x="5943450" y="5570096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54" name="Hexagon 553">
              <a:extLst>
                <a:ext uri="{FF2B5EF4-FFF2-40B4-BE49-F238E27FC236}">
                  <a16:creationId xmlns:a16="http://schemas.microsoft.com/office/drawing/2014/main" id="{72C6ED74-7A07-4BFE-A62F-32151E819627}"/>
                </a:ext>
              </a:extLst>
            </p:cNvPr>
            <p:cNvSpPr/>
            <p:nvPr/>
          </p:nvSpPr>
          <p:spPr>
            <a:xfrm>
              <a:off x="5945315" y="5747640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55" name="Hexagon 554">
              <a:extLst>
                <a:ext uri="{FF2B5EF4-FFF2-40B4-BE49-F238E27FC236}">
                  <a16:creationId xmlns:a16="http://schemas.microsoft.com/office/drawing/2014/main" id="{8295A23A-9D60-4C95-91F9-A296E83595EA}"/>
                </a:ext>
              </a:extLst>
            </p:cNvPr>
            <p:cNvSpPr/>
            <p:nvPr/>
          </p:nvSpPr>
          <p:spPr>
            <a:xfrm>
              <a:off x="5943450" y="592564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56" name="Hexagon 555">
              <a:extLst>
                <a:ext uri="{FF2B5EF4-FFF2-40B4-BE49-F238E27FC236}">
                  <a16:creationId xmlns:a16="http://schemas.microsoft.com/office/drawing/2014/main" id="{31DB2C71-194C-4C2B-A4B1-2D9EEFF4EC71}"/>
                </a:ext>
              </a:extLst>
            </p:cNvPr>
            <p:cNvSpPr/>
            <p:nvPr/>
          </p:nvSpPr>
          <p:spPr>
            <a:xfrm>
              <a:off x="5711436" y="5845289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57" name="Hexagon 556">
              <a:extLst>
                <a:ext uri="{FF2B5EF4-FFF2-40B4-BE49-F238E27FC236}">
                  <a16:creationId xmlns:a16="http://schemas.microsoft.com/office/drawing/2014/main" id="{E874C78D-BEAA-4DCF-9DEC-9705F3B25E67}"/>
                </a:ext>
              </a:extLst>
            </p:cNvPr>
            <p:cNvSpPr/>
            <p:nvPr/>
          </p:nvSpPr>
          <p:spPr>
            <a:xfrm>
              <a:off x="5713301" y="602283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58" name="Hexagon 557">
              <a:extLst>
                <a:ext uri="{FF2B5EF4-FFF2-40B4-BE49-F238E27FC236}">
                  <a16:creationId xmlns:a16="http://schemas.microsoft.com/office/drawing/2014/main" id="{4812B33A-65F6-4403-9E69-BA402679E6D1}"/>
                </a:ext>
              </a:extLst>
            </p:cNvPr>
            <p:cNvSpPr/>
            <p:nvPr/>
          </p:nvSpPr>
          <p:spPr>
            <a:xfrm>
              <a:off x="5711436" y="6200836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59" name="Hexagon 558">
              <a:extLst>
                <a:ext uri="{FF2B5EF4-FFF2-40B4-BE49-F238E27FC236}">
                  <a16:creationId xmlns:a16="http://schemas.microsoft.com/office/drawing/2014/main" id="{CF4B6095-E987-4230-A2E5-31A42538325F}"/>
                </a:ext>
              </a:extLst>
            </p:cNvPr>
            <p:cNvSpPr/>
            <p:nvPr/>
          </p:nvSpPr>
          <p:spPr>
            <a:xfrm>
              <a:off x="6171493" y="5840496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60" name="Hexagon 559">
              <a:extLst>
                <a:ext uri="{FF2B5EF4-FFF2-40B4-BE49-F238E27FC236}">
                  <a16:creationId xmlns:a16="http://schemas.microsoft.com/office/drawing/2014/main" id="{D7F053A3-7C43-48C8-84D9-C9C6590771E3}"/>
                </a:ext>
              </a:extLst>
            </p:cNvPr>
            <p:cNvSpPr/>
            <p:nvPr/>
          </p:nvSpPr>
          <p:spPr>
            <a:xfrm>
              <a:off x="5945315" y="6106086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61" name="Hexagon 560">
              <a:extLst>
                <a:ext uri="{FF2B5EF4-FFF2-40B4-BE49-F238E27FC236}">
                  <a16:creationId xmlns:a16="http://schemas.microsoft.com/office/drawing/2014/main" id="{AEDE1A38-1FFB-4EB3-A85B-FF305CDE8F2E}"/>
                </a:ext>
              </a:extLst>
            </p:cNvPr>
            <p:cNvSpPr/>
            <p:nvPr/>
          </p:nvSpPr>
          <p:spPr>
            <a:xfrm>
              <a:off x="5719320" y="6377371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62" name="Hexagon 561">
              <a:extLst>
                <a:ext uri="{FF2B5EF4-FFF2-40B4-BE49-F238E27FC236}">
                  <a16:creationId xmlns:a16="http://schemas.microsoft.com/office/drawing/2014/main" id="{B64EC2BC-3992-4703-8C10-7FBEE3EBF84D}"/>
                </a:ext>
              </a:extLst>
            </p:cNvPr>
            <p:cNvSpPr/>
            <p:nvPr/>
          </p:nvSpPr>
          <p:spPr>
            <a:xfrm>
              <a:off x="5482461" y="6109867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63" name="Hexagon 562">
              <a:extLst>
                <a:ext uri="{FF2B5EF4-FFF2-40B4-BE49-F238E27FC236}">
                  <a16:creationId xmlns:a16="http://schemas.microsoft.com/office/drawing/2014/main" id="{5103B549-1E42-46C9-8533-4C85C4F652A1}"/>
                </a:ext>
              </a:extLst>
            </p:cNvPr>
            <p:cNvSpPr/>
            <p:nvPr/>
          </p:nvSpPr>
          <p:spPr>
            <a:xfrm>
              <a:off x="5484326" y="6287411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64" name="Hexagon 563">
              <a:extLst>
                <a:ext uri="{FF2B5EF4-FFF2-40B4-BE49-F238E27FC236}">
                  <a16:creationId xmlns:a16="http://schemas.microsoft.com/office/drawing/2014/main" id="{3587B438-C0DF-438D-9AAC-B2EAFE039CE2}"/>
                </a:ext>
              </a:extLst>
            </p:cNvPr>
            <p:cNvSpPr/>
            <p:nvPr/>
          </p:nvSpPr>
          <p:spPr>
            <a:xfrm>
              <a:off x="5482461" y="6465414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65" name="Hexagon 564">
              <a:extLst>
                <a:ext uri="{FF2B5EF4-FFF2-40B4-BE49-F238E27FC236}">
                  <a16:creationId xmlns:a16="http://schemas.microsoft.com/office/drawing/2014/main" id="{686EAC7D-F3D4-463A-BCB3-0CDEE7214229}"/>
                </a:ext>
              </a:extLst>
            </p:cNvPr>
            <p:cNvSpPr/>
            <p:nvPr/>
          </p:nvSpPr>
          <p:spPr>
            <a:xfrm>
              <a:off x="5490345" y="6641949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66" name="Hexagon 565">
              <a:extLst>
                <a:ext uri="{FF2B5EF4-FFF2-40B4-BE49-F238E27FC236}">
                  <a16:creationId xmlns:a16="http://schemas.microsoft.com/office/drawing/2014/main" id="{41015E8A-D14F-4E1D-AB96-5AC72BAA9229}"/>
                </a:ext>
              </a:extLst>
            </p:cNvPr>
            <p:cNvSpPr/>
            <p:nvPr/>
          </p:nvSpPr>
          <p:spPr>
            <a:xfrm>
              <a:off x="5262255" y="6379139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67" name="Hexagon 566">
              <a:extLst>
                <a:ext uri="{FF2B5EF4-FFF2-40B4-BE49-F238E27FC236}">
                  <a16:creationId xmlns:a16="http://schemas.microsoft.com/office/drawing/2014/main" id="{B5F6D2C6-337C-4068-8B18-6FF60E1E942E}"/>
                </a:ext>
              </a:extLst>
            </p:cNvPr>
            <p:cNvSpPr/>
            <p:nvPr/>
          </p:nvSpPr>
          <p:spPr>
            <a:xfrm>
              <a:off x="5254129" y="6737289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68" name="Hexagon 567">
              <a:extLst>
                <a:ext uri="{FF2B5EF4-FFF2-40B4-BE49-F238E27FC236}">
                  <a16:creationId xmlns:a16="http://schemas.microsoft.com/office/drawing/2014/main" id="{C86181C3-BE07-46B9-B658-9F330605832A}"/>
                </a:ext>
              </a:extLst>
            </p:cNvPr>
            <p:cNvSpPr/>
            <p:nvPr/>
          </p:nvSpPr>
          <p:spPr>
            <a:xfrm>
              <a:off x="5031762" y="628643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69" name="Hexagon 568">
              <a:extLst>
                <a:ext uri="{FF2B5EF4-FFF2-40B4-BE49-F238E27FC236}">
                  <a16:creationId xmlns:a16="http://schemas.microsoft.com/office/drawing/2014/main" id="{83EC1C88-45C6-478D-9928-2A032A2FFE65}"/>
                </a:ext>
              </a:extLst>
            </p:cNvPr>
            <p:cNvSpPr/>
            <p:nvPr/>
          </p:nvSpPr>
          <p:spPr>
            <a:xfrm>
              <a:off x="5025695" y="6461449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70" name="Hexagon 569">
              <a:extLst>
                <a:ext uri="{FF2B5EF4-FFF2-40B4-BE49-F238E27FC236}">
                  <a16:creationId xmlns:a16="http://schemas.microsoft.com/office/drawing/2014/main" id="{A75AC681-B938-48F0-8CC2-505677908F77}"/>
                </a:ext>
              </a:extLst>
            </p:cNvPr>
            <p:cNvSpPr/>
            <p:nvPr/>
          </p:nvSpPr>
          <p:spPr>
            <a:xfrm>
              <a:off x="5023830" y="6639452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71" name="Hexagon 570">
              <a:extLst>
                <a:ext uri="{FF2B5EF4-FFF2-40B4-BE49-F238E27FC236}">
                  <a16:creationId xmlns:a16="http://schemas.microsoft.com/office/drawing/2014/main" id="{BFF3913E-4BCE-4C7C-B63C-028DF031ECC0}"/>
                </a:ext>
              </a:extLst>
            </p:cNvPr>
            <p:cNvSpPr/>
            <p:nvPr/>
          </p:nvSpPr>
          <p:spPr>
            <a:xfrm>
              <a:off x="5031714" y="6815987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72" name="Hexagon 571">
              <a:extLst>
                <a:ext uri="{FF2B5EF4-FFF2-40B4-BE49-F238E27FC236}">
                  <a16:creationId xmlns:a16="http://schemas.microsoft.com/office/drawing/2014/main" id="{DF8A95E5-71EC-496E-889D-F49326417D32}"/>
                </a:ext>
              </a:extLst>
            </p:cNvPr>
            <p:cNvSpPr/>
            <p:nvPr/>
          </p:nvSpPr>
          <p:spPr>
            <a:xfrm>
              <a:off x="4801613" y="6204267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73" name="Hexagon 572">
              <a:extLst>
                <a:ext uri="{FF2B5EF4-FFF2-40B4-BE49-F238E27FC236}">
                  <a16:creationId xmlns:a16="http://schemas.microsoft.com/office/drawing/2014/main" id="{F3F9D9C5-2D82-4358-953E-95C3C4B6B6EE}"/>
                </a:ext>
              </a:extLst>
            </p:cNvPr>
            <p:cNvSpPr/>
            <p:nvPr/>
          </p:nvSpPr>
          <p:spPr>
            <a:xfrm>
              <a:off x="4795546" y="637928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74" name="Hexagon 573">
              <a:extLst>
                <a:ext uri="{FF2B5EF4-FFF2-40B4-BE49-F238E27FC236}">
                  <a16:creationId xmlns:a16="http://schemas.microsoft.com/office/drawing/2014/main" id="{72DE8BB4-4833-4D6B-971B-34A4559F9A33}"/>
                </a:ext>
              </a:extLst>
            </p:cNvPr>
            <p:cNvSpPr/>
            <p:nvPr/>
          </p:nvSpPr>
          <p:spPr>
            <a:xfrm>
              <a:off x="4793681" y="6557286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75" name="Hexagon 574">
              <a:extLst>
                <a:ext uri="{FF2B5EF4-FFF2-40B4-BE49-F238E27FC236}">
                  <a16:creationId xmlns:a16="http://schemas.microsoft.com/office/drawing/2014/main" id="{BA81C83D-5231-4CCE-A986-525B3B650629}"/>
                </a:ext>
              </a:extLst>
            </p:cNvPr>
            <p:cNvSpPr/>
            <p:nvPr/>
          </p:nvSpPr>
          <p:spPr>
            <a:xfrm>
              <a:off x="4801565" y="6733821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76" name="Hexagon 575">
              <a:extLst>
                <a:ext uri="{FF2B5EF4-FFF2-40B4-BE49-F238E27FC236}">
                  <a16:creationId xmlns:a16="http://schemas.microsoft.com/office/drawing/2014/main" id="{33694E11-E77A-43E0-8F46-9AB6A9C196A9}"/>
                </a:ext>
              </a:extLst>
            </p:cNvPr>
            <p:cNvSpPr/>
            <p:nvPr/>
          </p:nvSpPr>
          <p:spPr>
            <a:xfrm>
              <a:off x="4572194" y="6293519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77" name="Hexagon 576">
              <a:extLst>
                <a:ext uri="{FF2B5EF4-FFF2-40B4-BE49-F238E27FC236}">
                  <a16:creationId xmlns:a16="http://schemas.microsoft.com/office/drawing/2014/main" id="{AAF26427-F1DC-43D5-88AF-6CB5E5E7A168}"/>
                </a:ext>
              </a:extLst>
            </p:cNvPr>
            <p:cNvSpPr/>
            <p:nvPr/>
          </p:nvSpPr>
          <p:spPr>
            <a:xfrm>
              <a:off x="4566127" y="6468535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78" name="Hexagon 577">
              <a:extLst>
                <a:ext uri="{FF2B5EF4-FFF2-40B4-BE49-F238E27FC236}">
                  <a16:creationId xmlns:a16="http://schemas.microsoft.com/office/drawing/2014/main" id="{4939CB82-9896-42B3-BC46-AE68DCC6BC60}"/>
                </a:ext>
              </a:extLst>
            </p:cNvPr>
            <p:cNvSpPr/>
            <p:nvPr/>
          </p:nvSpPr>
          <p:spPr>
            <a:xfrm>
              <a:off x="4564262" y="6646538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79" name="Hexagon 578">
              <a:extLst>
                <a:ext uri="{FF2B5EF4-FFF2-40B4-BE49-F238E27FC236}">
                  <a16:creationId xmlns:a16="http://schemas.microsoft.com/office/drawing/2014/main" id="{D817B2E2-EA25-4405-B838-AAC16A139690}"/>
                </a:ext>
              </a:extLst>
            </p:cNvPr>
            <p:cNvSpPr/>
            <p:nvPr/>
          </p:nvSpPr>
          <p:spPr>
            <a:xfrm>
              <a:off x="4572146" y="682307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80" name="Hexagon 579">
              <a:extLst>
                <a:ext uri="{FF2B5EF4-FFF2-40B4-BE49-F238E27FC236}">
                  <a16:creationId xmlns:a16="http://schemas.microsoft.com/office/drawing/2014/main" id="{752D75FD-0A5A-4BA6-869E-0DA75A1C71E8}"/>
                </a:ext>
              </a:extLst>
            </p:cNvPr>
            <p:cNvSpPr/>
            <p:nvPr/>
          </p:nvSpPr>
          <p:spPr>
            <a:xfrm>
              <a:off x="4122796" y="6452278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81" name="Hexagon 580">
              <a:extLst>
                <a:ext uri="{FF2B5EF4-FFF2-40B4-BE49-F238E27FC236}">
                  <a16:creationId xmlns:a16="http://schemas.microsoft.com/office/drawing/2014/main" id="{59C39CAC-8F60-4F3B-9CC6-CF30C05DB72C}"/>
                </a:ext>
              </a:extLst>
            </p:cNvPr>
            <p:cNvSpPr/>
            <p:nvPr/>
          </p:nvSpPr>
          <p:spPr>
            <a:xfrm>
              <a:off x="4116729" y="6627294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82" name="Hexagon 581">
              <a:extLst>
                <a:ext uri="{FF2B5EF4-FFF2-40B4-BE49-F238E27FC236}">
                  <a16:creationId xmlns:a16="http://schemas.microsoft.com/office/drawing/2014/main" id="{10A30C24-8EC0-4C2C-B2C0-A7B7FCA97168}"/>
                </a:ext>
              </a:extLst>
            </p:cNvPr>
            <p:cNvSpPr/>
            <p:nvPr/>
          </p:nvSpPr>
          <p:spPr>
            <a:xfrm>
              <a:off x="4114864" y="6805297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83" name="Hexagon 582">
              <a:extLst>
                <a:ext uri="{FF2B5EF4-FFF2-40B4-BE49-F238E27FC236}">
                  <a16:creationId xmlns:a16="http://schemas.microsoft.com/office/drawing/2014/main" id="{73992ECA-CC15-443E-ABD7-C11085FA40C0}"/>
                </a:ext>
              </a:extLst>
            </p:cNvPr>
            <p:cNvSpPr/>
            <p:nvPr/>
          </p:nvSpPr>
          <p:spPr>
            <a:xfrm>
              <a:off x="4122748" y="6981832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84" name="Hexagon 583">
              <a:extLst>
                <a:ext uri="{FF2B5EF4-FFF2-40B4-BE49-F238E27FC236}">
                  <a16:creationId xmlns:a16="http://schemas.microsoft.com/office/drawing/2014/main" id="{F2A0073D-54F5-4E63-B15F-29440EFE96F3}"/>
                </a:ext>
              </a:extLst>
            </p:cNvPr>
            <p:cNvSpPr/>
            <p:nvPr/>
          </p:nvSpPr>
          <p:spPr>
            <a:xfrm>
              <a:off x="3891971" y="6367312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85" name="Hexagon 584">
              <a:extLst>
                <a:ext uri="{FF2B5EF4-FFF2-40B4-BE49-F238E27FC236}">
                  <a16:creationId xmlns:a16="http://schemas.microsoft.com/office/drawing/2014/main" id="{D15F3776-03DA-4715-9B00-46395401E2E9}"/>
                </a:ext>
              </a:extLst>
            </p:cNvPr>
            <p:cNvSpPr/>
            <p:nvPr/>
          </p:nvSpPr>
          <p:spPr>
            <a:xfrm>
              <a:off x="3885904" y="6542328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86" name="Hexagon 585">
              <a:extLst>
                <a:ext uri="{FF2B5EF4-FFF2-40B4-BE49-F238E27FC236}">
                  <a16:creationId xmlns:a16="http://schemas.microsoft.com/office/drawing/2014/main" id="{E57CC041-0E1B-4CFD-A1BF-D754B18EF83B}"/>
                </a:ext>
              </a:extLst>
            </p:cNvPr>
            <p:cNvSpPr/>
            <p:nvPr/>
          </p:nvSpPr>
          <p:spPr>
            <a:xfrm>
              <a:off x="3884039" y="6720331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87" name="Hexagon 586">
              <a:extLst>
                <a:ext uri="{FF2B5EF4-FFF2-40B4-BE49-F238E27FC236}">
                  <a16:creationId xmlns:a16="http://schemas.microsoft.com/office/drawing/2014/main" id="{AA4C4FF6-D2CA-4866-9468-990CDFE25EAE}"/>
                </a:ext>
              </a:extLst>
            </p:cNvPr>
            <p:cNvSpPr/>
            <p:nvPr/>
          </p:nvSpPr>
          <p:spPr>
            <a:xfrm>
              <a:off x="3891923" y="6896866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88" name="Hexagon 587">
              <a:extLst>
                <a:ext uri="{FF2B5EF4-FFF2-40B4-BE49-F238E27FC236}">
                  <a16:creationId xmlns:a16="http://schemas.microsoft.com/office/drawing/2014/main" id="{0EBAC39C-A493-4CB7-A930-8C61D102304C}"/>
                </a:ext>
              </a:extLst>
            </p:cNvPr>
            <p:cNvSpPr/>
            <p:nvPr/>
          </p:nvSpPr>
          <p:spPr>
            <a:xfrm>
              <a:off x="4339901" y="6909275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89" name="Hexagon 588">
              <a:extLst>
                <a:ext uri="{FF2B5EF4-FFF2-40B4-BE49-F238E27FC236}">
                  <a16:creationId xmlns:a16="http://schemas.microsoft.com/office/drawing/2014/main" id="{18BB7DDF-8F6A-4387-B5F7-3CF8028D3C05}"/>
                </a:ext>
              </a:extLst>
            </p:cNvPr>
            <p:cNvSpPr/>
            <p:nvPr/>
          </p:nvSpPr>
          <p:spPr>
            <a:xfrm>
              <a:off x="4347785" y="7085810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90" name="Hexagon 589">
              <a:extLst>
                <a:ext uri="{FF2B5EF4-FFF2-40B4-BE49-F238E27FC236}">
                  <a16:creationId xmlns:a16="http://schemas.microsoft.com/office/drawing/2014/main" id="{1FB77B4E-DE37-458E-878A-47AE11A26972}"/>
                </a:ext>
              </a:extLst>
            </p:cNvPr>
            <p:cNvSpPr/>
            <p:nvPr/>
          </p:nvSpPr>
          <p:spPr>
            <a:xfrm>
              <a:off x="4343368" y="6373822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91" name="Hexagon 590">
              <a:extLst>
                <a:ext uri="{FF2B5EF4-FFF2-40B4-BE49-F238E27FC236}">
                  <a16:creationId xmlns:a16="http://schemas.microsoft.com/office/drawing/2014/main" id="{4C8872DF-8947-405B-9A4A-570F5EE32662}"/>
                </a:ext>
              </a:extLst>
            </p:cNvPr>
            <p:cNvSpPr/>
            <p:nvPr/>
          </p:nvSpPr>
          <p:spPr>
            <a:xfrm>
              <a:off x="4341728" y="6546389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92" name="Hexagon 591">
              <a:extLst>
                <a:ext uri="{FF2B5EF4-FFF2-40B4-BE49-F238E27FC236}">
                  <a16:creationId xmlns:a16="http://schemas.microsoft.com/office/drawing/2014/main" id="{FA8AA233-2EA5-4421-AC97-ABEE55794F66}"/>
                </a:ext>
              </a:extLst>
            </p:cNvPr>
            <p:cNvSpPr/>
            <p:nvPr/>
          </p:nvSpPr>
          <p:spPr>
            <a:xfrm>
              <a:off x="4577138" y="5941025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93" name="Hexagon 592">
              <a:extLst>
                <a:ext uri="{FF2B5EF4-FFF2-40B4-BE49-F238E27FC236}">
                  <a16:creationId xmlns:a16="http://schemas.microsoft.com/office/drawing/2014/main" id="{1B75A4F3-91BA-44EC-A5F0-44B3C8269A39}"/>
                </a:ext>
              </a:extLst>
            </p:cNvPr>
            <p:cNvSpPr/>
            <p:nvPr/>
          </p:nvSpPr>
          <p:spPr>
            <a:xfrm>
              <a:off x="4571071" y="6116041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94" name="Hexagon 593">
              <a:extLst>
                <a:ext uri="{FF2B5EF4-FFF2-40B4-BE49-F238E27FC236}">
                  <a16:creationId xmlns:a16="http://schemas.microsoft.com/office/drawing/2014/main" id="{DA445D83-CB02-44EE-A04A-4022D77A630D}"/>
                </a:ext>
              </a:extLst>
            </p:cNvPr>
            <p:cNvSpPr/>
            <p:nvPr/>
          </p:nvSpPr>
          <p:spPr>
            <a:xfrm>
              <a:off x="4809982" y="6032622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95" name="Hexagon 594">
              <a:extLst>
                <a:ext uri="{FF2B5EF4-FFF2-40B4-BE49-F238E27FC236}">
                  <a16:creationId xmlns:a16="http://schemas.microsoft.com/office/drawing/2014/main" id="{5340D66C-A4A7-46B7-9F9B-07D301F3AB2A}"/>
                </a:ext>
              </a:extLst>
            </p:cNvPr>
            <p:cNvSpPr/>
            <p:nvPr/>
          </p:nvSpPr>
          <p:spPr>
            <a:xfrm>
              <a:off x="4108104" y="6281966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96" name="Hexagon 595">
              <a:extLst>
                <a:ext uri="{FF2B5EF4-FFF2-40B4-BE49-F238E27FC236}">
                  <a16:creationId xmlns:a16="http://schemas.microsoft.com/office/drawing/2014/main" id="{1988CEC3-578D-47F0-9B37-F479B8BB6B2B}"/>
                </a:ext>
              </a:extLst>
            </p:cNvPr>
            <p:cNvSpPr/>
            <p:nvPr/>
          </p:nvSpPr>
          <p:spPr>
            <a:xfrm>
              <a:off x="4113048" y="5929472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97" name="Hexagon 596">
              <a:extLst>
                <a:ext uri="{FF2B5EF4-FFF2-40B4-BE49-F238E27FC236}">
                  <a16:creationId xmlns:a16="http://schemas.microsoft.com/office/drawing/2014/main" id="{E9F82EDD-57E7-4621-B715-B5D0DE19B194}"/>
                </a:ext>
              </a:extLst>
            </p:cNvPr>
            <p:cNvSpPr/>
            <p:nvPr/>
          </p:nvSpPr>
          <p:spPr>
            <a:xfrm>
              <a:off x="4106981" y="6104488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98" name="Hexagon 597">
              <a:extLst>
                <a:ext uri="{FF2B5EF4-FFF2-40B4-BE49-F238E27FC236}">
                  <a16:creationId xmlns:a16="http://schemas.microsoft.com/office/drawing/2014/main" id="{C7387F70-2DD9-49A2-AFB1-89344B58F77A}"/>
                </a:ext>
              </a:extLst>
            </p:cNvPr>
            <p:cNvSpPr/>
            <p:nvPr/>
          </p:nvSpPr>
          <p:spPr>
            <a:xfrm>
              <a:off x="4341239" y="6196857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99" name="Hexagon 598">
              <a:extLst>
                <a:ext uri="{FF2B5EF4-FFF2-40B4-BE49-F238E27FC236}">
                  <a16:creationId xmlns:a16="http://schemas.microsoft.com/office/drawing/2014/main" id="{8274AAA9-A4C8-4015-861F-E767C1870B9A}"/>
                </a:ext>
              </a:extLst>
            </p:cNvPr>
            <p:cNvSpPr/>
            <p:nvPr/>
          </p:nvSpPr>
          <p:spPr>
            <a:xfrm>
              <a:off x="4348293" y="5841638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00" name="Hexagon 599">
              <a:extLst>
                <a:ext uri="{FF2B5EF4-FFF2-40B4-BE49-F238E27FC236}">
                  <a16:creationId xmlns:a16="http://schemas.microsoft.com/office/drawing/2014/main" id="{C5665EE3-6A32-42C2-A640-B2BC9AECAAB7}"/>
                </a:ext>
              </a:extLst>
            </p:cNvPr>
            <p:cNvSpPr/>
            <p:nvPr/>
          </p:nvSpPr>
          <p:spPr>
            <a:xfrm>
              <a:off x="3667506" y="6458881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01" name="Hexagon 600">
              <a:extLst>
                <a:ext uri="{FF2B5EF4-FFF2-40B4-BE49-F238E27FC236}">
                  <a16:creationId xmlns:a16="http://schemas.microsoft.com/office/drawing/2014/main" id="{9590F1AB-D061-4E77-994A-2197EF48EAE0}"/>
                </a:ext>
              </a:extLst>
            </p:cNvPr>
            <p:cNvSpPr/>
            <p:nvPr/>
          </p:nvSpPr>
          <p:spPr>
            <a:xfrm>
              <a:off x="3661439" y="6633897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02" name="Hexagon 601">
              <a:extLst>
                <a:ext uri="{FF2B5EF4-FFF2-40B4-BE49-F238E27FC236}">
                  <a16:creationId xmlns:a16="http://schemas.microsoft.com/office/drawing/2014/main" id="{CA6A87F9-9982-46C1-886B-05717F298994}"/>
                </a:ext>
              </a:extLst>
            </p:cNvPr>
            <p:cNvSpPr/>
            <p:nvPr/>
          </p:nvSpPr>
          <p:spPr>
            <a:xfrm>
              <a:off x="3659574" y="6811900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03" name="Hexagon 602">
              <a:extLst>
                <a:ext uri="{FF2B5EF4-FFF2-40B4-BE49-F238E27FC236}">
                  <a16:creationId xmlns:a16="http://schemas.microsoft.com/office/drawing/2014/main" id="{C223E6BE-2954-4CA8-97F5-58A1C7CCDFA4}"/>
                </a:ext>
              </a:extLst>
            </p:cNvPr>
            <p:cNvSpPr/>
            <p:nvPr/>
          </p:nvSpPr>
          <p:spPr>
            <a:xfrm>
              <a:off x="3898848" y="7447502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04" name="Hexagon 603">
              <a:extLst>
                <a:ext uri="{FF2B5EF4-FFF2-40B4-BE49-F238E27FC236}">
                  <a16:creationId xmlns:a16="http://schemas.microsoft.com/office/drawing/2014/main" id="{8D477AE1-876C-44D5-9131-D1980865806A}"/>
                </a:ext>
              </a:extLst>
            </p:cNvPr>
            <p:cNvSpPr/>
            <p:nvPr/>
          </p:nvSpPr>
          <p:spPr>
            <a:xfrm>
              <a:off x="3892781" y="7624899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05" name="Hexagon 604">
              <a:extLst>
                <a:ext uri="{FF2B5EF4-FFF2-40B4-BE49-F238E27FC236}">
                  <a16:creationId xmlns:a16="http://schemas.microsoft.com/office/drawing/2014/main" id="{9585DB4A-47E9-4423-8C28-0193083E5E46}"/>
                </a:ext>
              </a:extLst>
            </p:cNvPr>
            <p:cNvSpPr/>
            <p:nvPr/>
          </p:nvSpPr>
          <p:spPr>
            <a:xfrm>
              <a:off x="3890916" y="7798140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06" name="Hexagon 605">
              <a:extLst>
                <a:ext uri="{FF2B5EF4-FFF2-40B4-BE49-F238E27FC236}">
                  <a16:creationId xmlns:a16="http://schemas.microsoft.com/office/drawing/2014/main" id="{7C51C53D-408F-4945-83D4-4D6705C75604}"/>
                </a:ext>
              </a:extLst>
            </p:cNvPr>
            <p:cNvSpPr/>
            <p:nvPr/>
          </p:nvSpPr>
          <p:spPr>
            <a:xfrm>
              <a:off x="3663198" y="753939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07" name="Hexagon 606">
              <a:extLst>
                <a:ext uri="{FF2B5EF4-FFF2-40B4-BE49-F238E27FC236}">
                  <a16:creationId xmlns:a16="http://schemas.microsoft.com/office/drawing/2014/main" id="{69116D0F-D540-408C-8368-B0B712B1D9F9}"/>
                </a:ext>
              </a:extLst>
            </p:cNvPr>
            <p:cNvSpPr/>
            <p:nvPr/>
          </p:nvSpPr>
          <p:spPr>
            <a:xfrm>
              <a:off x="3657131" y="7719171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08" name="Hexagon 607">
              <a:extLst>
                <a:ext uri="{FF2B5EF4-FFF2-40B4-BE49-F238E27FC236}">
                  <a16:creationId xmlns:a16="http://schemas.microsoft.com/office/drawing/2014/main" id="{7A6EB4D4-26FE-471D-993E-A646E2A451AA}"/>
                </a:ext>
              </a:extLst>
            </p:cNvPr>
            <p:cNvSpPr/>
            <p:nvPr/>
          </p:nvSpPr>
          <p:spPr>
            <a:xfrm>
              <a:off x="3660028" y="789479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09" name="Hexagon 608">
              <a:extLst>
                <a:ext uri="{FF2B5EF4-FFF2-40B4-BE49-F238E27FC236}">
                  <a16:creationId xmlns:a16="http://schemas.microsoft.com/office/drawing/2014/main" id="{68454C99-DD08-458B-A24E-B6F99D3CDC1A}"/>
                </a:ext>
              </a:extLst>
            </p:cNvPr>
            <p:cNvSpPr/>
            <p:nvPr/>
          </p:nvSpPr>
          <p:spPr>
            <a:xfrm>
              <a:off x="3433931" y="7632177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10" name="Hexagon 609">
              <a:extLst>
                <a:ext uri="{FF2B5EF4-FFF2-40B4-BE49-F238E27FC236}">
                  <a16:creationId xmlns:a16="http://schemas.microsoft.com/office/drawing/2014/main" id="{0E9F8E6D-EDBF-4204-9E8A-9FF47D56B7EA}"/>
                </a:ext>
              </a:extLst>
            </p:cNvPr>
            <p:cNvSpPr/>
            <p:nvPr/>
          </p:nvSpPr>
          <p:spPr>
            <a:xfrm>
              <a:off x="3427864" y="780719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11" name="Hexagon 610">
              <a:extLst>
                <a:ext uri="{FF2B5EF4-FFF2-40B4-BE49-F238E27FC236}">
                  <a16:creationId xmlns:a16="http://schemas.microsoft.com/office/drawing/2014/main" id="{84E77C83-595A-4898-A7C3-79E29A0B0CF1}"/>
                </a:ext>
              </a:extLst>
            </p:cNvPr>
            <p:cNvSpPr/>
            <p:nvPr/>
          </p:nvSpPr>
          <p:spPr>
            <a:xfrm>
              <a:off x="3425999" y="7985196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12" name="Hexagon 611">
              <a:extLst>
                <a:ext uri="{FF2B5EF4-FFF2-40B4-BE49-F238E27FC236}">
                  <a16:creationId xmlns:a16="http://schemas.microsoft.com/office/drawing/2014/main" id="{E617BD26-6078-472B-856E-1282AD90A5AC}"/>
                </a:ext>
              </a:extLst>
            </p:cNvPr>
            <p:cNvSpPr/>
            <p:nvPr/>
          </p:nvSpPr>
          <p:spPr>
            <a:xfrm>
              <a:off x="3211503" y="7364258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13" name="Hexagon 612">
              <a:extLst>
                <a:ext uri="{FF2B5EF4-FFF2-40B4-BE49-F238E27FC236}">
                  <a16:creationId xmlns:a16="http://schemas.microsoft.com/office/drawing/2014/main" id="{A59F3286-E908-47E7-BE90-7AA62951C0A1}"/>
                </a:ext>
              </a:extLst>
            </p:cNvPr>
            <p:cNvSpPr/>
            <p:nvPr/>
          </p:nvSpPr>
          <p:spPr>
            <a:xfrm>
              <a:off x="3205436" y="7539274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14" name="Hexagon 613">
              <a:extLst>
                <a:ext uri="{FF2B5EF4-FFF2-40B4-BE49-F238E27FC236}">
                  <a16:creationId xmlns:a16="http://schemas.microsoft.com/office/drawing/2014/main" id="{80B72B7F-75C9-47CB-BC07-236B455A2B96}"/>
                </a:ext>
              </a:extLst>
            </p:cNvPr>
            <p:cNvSpPr/>
            <p:nvPr/>
          </p:nvSpPr>
          <p:spPr>
            <a:xfrm>
              <a:off x="3203571" y="7717277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15" name="Hexagon 614">
              <a:extLst>
                <a:ext uri="{FF2B5EF4-FFF2-40B4-BE49-F238E27FC236}">
                  <a16:creationId xmlns:a16="http://schemas.microsoft.com/office/drawing/2014/main" id="{E555585D-41D1-4D32-97B7-70564A34CA1A}"/>
                </a:ext>
              </a:extLst>
            </p:cNvPr>
            <p:cNvSpPr/>
            <p:nvPr/>
          </p:nvSpPr>
          <p:spPr>
            <a:xfrm>
              <a:off x="3898387" y="7274032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16" name="Hexagon 615">
              <a:extLst>
                <a:ext uri="{FF2B5EF4-FFF2-40B4-BE49-F238E27FC236}">
                  <a16:creationId xmlns:a16="http://schemas.microsoft.com/office/drawing/2014/main" id="{AFBA2C18-9F4B-4E7C-9EC4-4A479AE3998C}"/>
                </a:ext>
              </a:extLst>
            </p:cNvPr>
            <p:cNvSpPr/>
            <p:nvPr/>
          </p:nvSpPr>
          <p:spPr>
            <a:xfrm>
              <a:off x="3665236" y="736001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17" name="Hexagon 616">
              <a:extLst>
                <a:ext uri="{FF2B5EF4-FFF2-40B4-BE49-F238E27FC236}">
                  <a16:creationId xmlns:a16="http://schemas.microsoft.com/office/drawing/2014/main" id="{A659D367-FB82-4D24-8B9D-39FE64E49C42}"/>
                </a:ext>
              </a:extLst>
            </p:cNvPr>
            <p:cNvSpPr/>
            <p:nvPr/>
          </p:nvSpPr>
          <p:spPr>
            <a:xfrm>
              <a:off x="3438370" y="7457042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18" name="Hexagon 617">
              <a:extLst>
                <a:ext uri="{FF2B5EF4-FFF2-40B4-BE49-F238E27FC236}">
                  <a16:creationId xmlns:a16="http://schemas.microsoft.com/office/drawing/2014/main" id="{18C23052-C672-455C-A025-1CECB7507BA3}"/>
                </a:ext>
              </a:extLst>
            </p:cNvPr>
            <p:cNvSpPr/>
            <p:nvPr/>
          </p:nvSpPr>
          <p:spPr>
            <a:xfrm>
              <a:off x="3207773" y="7188811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19" name="Hexagon 618">
              <a:extLst>
                <a:ext uri="{FF2B5EF4-FFF2-40B4-BE49-F238E27FC236}">
                  <a16:creationId xmlns:a16="http://schemas.microsoft.com/office/drawing/2014/main" id="{DB6125A1-E12A-4DDF-BEA3-0F1213B9AEC0}"/>
                </a:ext>
              </a:extLst>
            </p:cNvPr>
            <p:cNvSpPr/>
            <p:nvPr/>
          </p:nvSpPr>
          <p:spPr>
            <a:xfrm>
              <a:off x="3666268" y="7186947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20" name="Hexagon 619">
              <a:extLst>
                <a:ext uri="{FF2B5EF4-FFF2-40B4-BE49-F238E27FC236}">
                  <a16:creationId xmlns:a16="http://schemas.microsoft.com/office/drawing/2014/main" id="{33708E56-5CEE-4478-94FD-8AC562C1545C}"/>
                </a:ext>
              </a:extLst>
            </p:cNvPr>
            <p:cNvSpPr/>
            <p:nvPr/>
          </p:nvSpPr>
          <p:spPr>
            <a:xfrm>
              <a:off x="3439402" y="7283976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21" name="Hexagon 620">
              <a:extLst>
                <a:ext uri="{FF2B5EF4-FFF2-40B4-BE49-F238E27FC236}">
                  <a16:creationId xmlns:a16="http://schemas.microsoft.com/office/drawing/2014/main" id="{7CB16035-AC05-4495-8E35-99F45D36C096}"/>
                </a:ext>
              </a:extLst>
            </p:cNvPr>
            <p:cNvSpPr/>
            <p:nvPr/>
          </p:nvSpPr>
          <p:spPr>
            <a:xfrm>
              <a:off x="4132460" y="7540317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22" name="Hexagon 621">
              <a:extLst>
                <a:ext uri="{FF2B5EF4-FFF2-40B4-BE49-F238E27FC236}">
                  <a16:creationId xmlns:a16="http://schemas.microsoft.com/office/drawing/2014/main" id="{0E986182-0D0B-45A5-B930-9A9BD232D5D4}"/>
                </a:ext>
              </a:extLst>
            </p:cNvPr>
            <p:cNvSpPr/>
            <p:nvPr/>
          </p:nvSpPr>
          <p:spPr>
            <a:xfrm>
              <a:off x="4126393" y="7717714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23" name="Hexagon 622">
              <a:extLst>
                <a:ext uri="{FF2B5EF4-FFF2-40B4-BE49-F238E27FC236}">
                  <a16:creationId xmlns:a16="http://schemas.microsoft.com/office/drawing/2014/main" id="{C6C8493A-F09B-4D84-8928-5CFFECFE6831}"/>
                </a:ext>
              </a:extLst>
            </p:cNvPr>
            <p:cNvSpPr/>
            <p:nvPr/>
          </p:nvSpPr>
          <p:spPr>
            <a:xfrm>
              <a:off x="4124528" y="7890955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24" name="Hexagon 623">
              <a:extLst>
                <a:ext uri="{FF2B5EF4-FFF2-40B4-BE49-F238E27FC236}">
                  <a16:creationId xmlns:a16="http://schemas.microsoft.com/office/drawing/2014/main" id="{B65E323E-53DD-49A7-8FB6-F35AFE607617}"/>
                </a:ext>
              </a:extLst>
            </p:cNvPr>
            <p:cNvSpPr/>
            <p:nvPr/>
          </p:nvSpPr>
          <p:spPr>
            <a:xfrm>
              <a:off x="4360005" y="7797549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25" name="Hexagon 624">
              <a:extLst>
                <a:ext uri="{FF2B5EF4-FFF2-40B4-BE49-F238E27FC236}">
                  <a16:creationId xmlns:a16="http://schemas.microsoft.com/office/drawing/2014/main" id="{ED116049-AB43-4C8A-BBFA-1BECD9C4216C}"/>
                </a:ext>
              </a:extLst>
            </p:cNvPr>
            <p:cNvSpPr/>
            <p:nvPr/>
          </p:nvSpPr>
          <p:spPr>
            <a:xfrm>
              <a:off x="4358140" y="7970790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26" name="Hexagon 625">
              <a:extLst>
                <a:ext uri="{FF2B5EF4-FFF2-40B4-BE49-F238E27FC236}">
                  <a16:creationId xmlns:a16="http://schemas.microsoft.com/office/drawing/2014/main" id="{55DB44BE-6FFA-4E1E-A0A6-5001665313B2}"/>
                </a:ext>
              </a:extLst>
            </p:cNvPr>
            <p:cNvSpPr/>
            <p:nvPr/>
          </p:nvSpPr>
          <p:spPr>
            <a:xfrm>
              <a:off x="4590347" y="7881562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27" name="Hexagon 626">
              <a:extLst>
                <a:ext uri="{FF2B5EF4-FFF2-40B4-BE49-F238E27FC236}">
                  <a16:creationId xmlns:a16="http://schemas.microsoft.com/office/drawing/2014/main" id="{6BDCC9D3-037B-456D-B766-A20B6B348B1B}"/>
                </a:ext>
              </a:extLst>
            </p:cNvPr>
            <p:cNvSpPr/>
            <p:nvPr/>
          </p:nvSpPr>
          <p:spPr>
            <a:xfrm>
              <a:off x="4590863" y="8057184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28" name="Hexagon 627">
              <a:extLst>
                <a:ext uri="{FF2B5EF4-FFF2-40B4-BE49-F238E27FC236}">
                  <a16:creationId xmlns:a16="http://schemas.microsoft.com/office/drawing/2014/main" id="{E4B7D07C-0AC0-435D-BA33-152988BD62EC}"/>
                </a:ext>
              </a:extLst>
            </p:cNvPr>
            <p:cNvSpPr/>
            <p:nvPr/>
          </p:nvSpPr>
          <p:spPr>
            <a:xfrm>
              <a:off x="4815072" y="7793687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29" name="Hexagon 628">
              <a:extLst>
                <a:ext uri="{FF2B5EF4-FFF2-40B4-BE49-F238E27FC236}">
                  <a16:creationId xmlns:a16="http://schemas.microsoft.com/office/drawing/2014/main" id="{72DC026C-273D-459D-9FC5-E313EA6343CD}"/>
                </a:ext>
              </a:extLst>
            </p:cNvPr>
            <p:cNvSpPr/>
            <p:nvPr/>
          </p:nvSpPr>
          <p:spPr>
            <a:xfrm>
              <a:off x="4813207" y="7966928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30" name="Hexagon 629">
              <a:extLst>
                <a:ext uri="{FF2B5EF4-FFF2-40B4-BE49-F238E27FC236}">
                  <a16:creationId xmlns:a16="http://schemas.microsoft.com/office/drawing/2014/main" id="{8681322E-8514-44F3-94C0-E601DA808C99}"/>
                </a:ext>
              </a:extLst>
            </p:cNvPr>
            <p:cNvSpPr/>
            <p:nvPr/>
          </p:nvSpPr>
          <p:spPr>
            <a:xfrm>
              <a:off x="5036852" y="7712895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31" name="Hexagon 630">
              <a:extLst>
                <a:ext uri="{FF2B5EF4-FFF2-40B4-BE49-F238E27FC236}">
                  <a16:creationId xmlns:a16="http://schemas.microsoft.com/office/drawing/2014/main" id="{3696E35E-9723-4BC1-91CB-BB3CDBB9A51E}"/>
                </a:ext>
              </a:extLst>
            </p:cNvPr>
            <p:cNvSpPr/>
            <p:nvPr/>
          </p:nvSpPr>
          <p:spPr>
            <a:xfrm>
              <a:off x="5039749" y="7888517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32" name="Hexagon 631">
              <a:extLst>
                <a:ext uri="{FF2B5EF4-FFF2-40B4-BE49-F238E27FC236}">
                  <a16:creationId xmlns:a16="http://schemas.microsoft.com/office/drawing/2014/main" id="{BA3E4907-34E5-4ED3-BBD1-A43BC9B049F1}"/>
                </a:ext>
              </a:extLst>
            </p:cNvPr>
            <p:cNvSpPr/>
            <p:nvPr/>
          </p:nvSpPr>
          <p:spPr>
            <a:xfrm>
              <a:off x="4809973" y="7613271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33" name="Hexagon 632">
              <a:extLst>
                <a:ext uri="{FF2B5EF4-FFF2-40B4-BE49-F238E27FC236}">
                  <a16:creationId xmlns:a16="http://schemas.microsoft.com/office/drawing/2014/main" id="{E2960C35-76E8-4182-8B71-9F8EFD3F418D}"/>
                </a:ext>
              </a:extLst>
            </p:cNvPr>
            <p:cNvSpPr/>
            <p:nvPr/>
          </p:nvSpPr>
          <p:spPr>
            <a:xfrm>
              <a:off x="5031753" y="7532479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34" name="Hexagon 633">
              <a:extLst>
                <a:ext uri="{FF2B5EF4-FFF2-40B4-BE49-F238E27FC236}">
                  <a16:creationId xmlns:a16="http://schemas.microsoft.com/office/drawing/2014/main" id="{51EFA00E-67D8-43ED-A7EC-AD684BEB180C}"/>
                </a:ext>
              </a:extLst>
            </p:cNvPr>
            <p:cNvSpPr/>
            <p:nvPr/>
          </p:nvSpPr>
          <p:spPr>
            <a:xfrm>
              <a:off x="5265365" y="7615308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35" name="Hexagon 634">
              <a:extLst>
                <a:ext uri="{FF2B5EF4-FFF2-40B4-BE49-F238E27FC236}">
                  <a16:creationId xmlns:a16="http://schemas.microsoft.com/office/drawing/2014/main" id="{68342C5A-3BA6-460F-B70B-4AC003AAB6A7}"/>
                </a:ext>
              </a:extLst>
            </p:cNvPr>
            <p:cNvSpPr/>
            <p:nvPr/>
          </p:nvSpPr>
          <p:spPr>
            <a:xfrm>
              <a:off x="5260266" y="7434892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36" name="Hexagon 635">
              <a:extLst>
                <a:ext uri="{FF2B5EF4-FFF2-40B4-BE49-F238E27FC236}">
                  <a16:creationId xmlns:a16="http://schemas.microsoft.com/office/drawing/2014/main" id="{5F48ECEA-3AAC-4CB4-BCCB-80675E68DDA9}"/>
                </a:ext>
              </a:extLst>
            </p:cNvPr>
            <p:cNvSpPr/>
            <p:nvPr/>
          </p:nvSpPr>
          <p:spPr>
            <a:xfrm>
              <a:off x="5723502" y="7617445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37" name="Hexagon 636">
              <a:extLst>
                <a:ext uri="{FF2B5EF4-FFF2-40B4-BE49-F238E27FC236}">
                  <a16:creationId xmlns:a16="http://schemas.microsoft.com/office/drawing/2014/main" id="{E0794628-C085-4B52-827F-D0D8EF2E0570}"/>
                </a:ext>
              </a:extLst>
            </p:cNvPr>
            <p:cNvSpPr/>
            <p:nvPr/>
          </p:nvSpPr>
          <p:spPr>
            <a:xfrm>
              <a:off x="5718403" y="7437029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38" name="Hexagon 637">
              <a:extLst>
                <a:ext uri="{FF2B5EF4-FFF2-40B4-BE49-F238E27FC236}">
                  <a16:creationId xmlns:a16="http://schemas.microsoft.com/office/drawing/2014/main" id="{1BB283DD-A695-4BC3-A12F-E50029801D64}"/>
                </a:ext>
              </a:extLst>
            </p:cNvPr>
            <p:cNvSpPr/>
            <p:nvPr/>
          </p:nvSpPr>
          <p:spPr>
            <a:xfrm>
              <a:off x="5497581" y="751804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39" name="Hexagon 638">
              <a:extLst>
                <a:ext uri="{FF2B5EF4-FFF2-40B4-BE49-F238E27FC236}">
                  <a16:creationId xmlns:a16="http://schemas.microsoft.com/office/drawing/2014/main" id="{54441094-F508-4D6A-A1E6-F3B4C4F148F0}"/>
                </a:ext>
              </a:extLst>
            </p:cNvPr>
            <p:cNvSpPr/>
            <p:nvPr/>
          </p:nvSpPr>
          <p:spPr>
            <a:xfrm>
              <a:off x="5952015" y="7525285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40" name="Hexagon 639">
              <a:extLst>
                <a:ext uri="{FF2B5EF4-FFF2-40B4-BE49-F238E27FC236}">
                  <a16:creationId xmlns:a16="http://schemas.microsoft.com/office/drawing/2014/main" id="{AA1F2A94-7E22-4300-A371-857EE1E54FD1}"/>
                </a:ext>
              </a:extLst>
            </p:cNvPr>
            <p:cNvSpPr/>
            <p:nvPr/>
          </p:nvSpPr>
          <p:spPr>
            <a:xfrm>
              <a:off x="6175705" y="762094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41" name="Hexagon 640">
              <a:extLst>
                <a:ext uri="{FF2B5EF4-FFF2-40B4-BE49-F238E27FC236}">
                  <a16:creationId xmlns:a16="http://schemas.microsoft.com/office/drawing/2014/main" id="{9A03C7BA-0A9E-4F3F-B3AF-0AEB2C063D1B}"/>
                </a:ext>
              </a:extLst>
            </p:cNvPr>
            <p:cNvSpPr/>
            <p:nvPr/>
          </p:nvSpPr>
          <p:spPr>
            <a:xfrm>
              <a:off x="1854001" y="6638690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42" name="Hexagon 641">
              <a:extLst>
                <a:ext uri="{FF2B5EF4-FFF2-40B4-BE49-F238E27FC236}">
                  <a16:creationId xmlns:a16="http://schemas.microsoft.com/office/drawing/2014/main" id="{BED648C1-30B9-44D1-A646-1DAB72AF767A}"/>
                </a:ext>
              </a:extLst>
            </p:cNvPr>
            <p:cNvSpPr/>
            <p:nvPr/>
          </p:nvSpPr>
          <p:spPr>
            <a:xfrm>
              <a:off x="1847934" y="6813706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43" name="Hexagon 642">
              <a:extLst>
                <a:ext uri="{FF2B5EF4-FFF2-40B4-BE49-F238E27FC236}">
                  <a16:creationId xmlns:a16="http://schemas.microsoft.com/office/drawing/2014/main" id="{6A3F6A9C-DCB2-4E18-AE87-1F4859DD8516}"/>
                </a:ext>
              </a:extLst>
            </p:cNvPr>
            <p:cNvSpPr/>
            <p:nvPr/>
          </p:nvSpPr>
          <p:spPr>
            <a:xfrm>
              <a:off x="1846069" y="6991709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44" name="Hexagon 643">
              <a:extLst>
                <a:ext uri="{FF2B5EF4-FFF2-40B4-BE49-F238E27FC236}">
                  <a16:creationId xmlns:a16="http://schemas.microsoft.com/office/drawing/2014/main" id="{F751ABB6-2AD9-4289-91BB-206FEE69E715}"/>
                </a:ext>
              </a:extLst>
            </p:cNvPr>
            <p:cNvSpPr/>
            <p:nvPr/>
          </p:nvSpPr>
          <p:spPr>
            <a:xfrm>
              <a:off x="1850271" y="646324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45" name="Hexagon 644">
              <a:extLst>
                <a:ext uri="{FF2B5EF4-FFF2-40B4-BE49-F238E27FC236}">
                  <a16:creationId xmlns:a16="http://schemas.microsoft.com/office/drawing/2014/main" id="{4C0E611C-1CE6-4CDD-9FD3-69F222C9AC6D}"/>
                </a:ext>
              </a:extLst>
            </p:cNvPr>
            <p:cNvSpPr/>
            <p:nvPr/>
          </p:nvSpPr>
          <p:spPr>
            <a:xfrm>
              <a:off x="2085657" y="691080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46" name="Hexagon 645">
              <a:extLst>
                <a:ext uri="{FF2B5EF4-FFF2-40B4-BE49-F238E27FC236}">
                  <a16:creationId xmlns:a16="http://schemas.microsoft.com/office/drawing/2014/main" id="{DD76A5D6-BAB7-4049-A5A0-476AC03653E4}"/>
                </a:ext>
              </a:extLst>
            </p:cNvPr>
            <p:cNvSpPr/>
            <p:nvPr/>
          </p:nvSpPr>
          <p:spPr>
            <a:xfrm>
              <a:off x="2079590" y="7085819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47" name="Hexagon 646">
              <a:extLst>
                <a:ext uri="{FF2B5EF4-FFF2-40B4-BE49-F238E27FC236}">
                  <a16:creationId xmlns:a16="http://schemas.microsoft.com/office/drawing/2014/main" id="{7F7CD0FE-3C8C-4D6A-ABB0-19DED8CBEB29}"/>
                </a:ext>
              </a:extLst>
            </p:cNvPr>
            <p:cNvSpPr/>
            <p:nvPr/>
          </p:nvSpPr>
          <p:spPr>
            <a:xfrm>
              <a:off x="2077725" y="7263822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48" name="Hexagon 647">
              <a:extLst>
                <a:ext uri="{FF2B5EF4-FFF2-40B4-BE49-F238E27FC236}">
                  <a16:creationId xmlns:a16="http://schemas.microsoft.com/office/drawing/2014/main" id="{29EC634D-8B2B-4DD5-9898-7B27B5302A43}"/>
                </a:ext>
              </a:extLst>
            </p:cNvPr>
            <p:cNvSpPr/>
            <p:nvPr/>
          </p:nvSpPr>
          <p:spPr>
            <a:xfrm>
              <a:off x="2081927" y="6735356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49" name="Hexagon 648">
              <a:extLst>
                <a:ext uri="{FF2B5EF4-FFF2-40B4-BE49-F238E27FC236}">
                  <a16:creationId xmlns:a16="http://schemas.microsoft.com/office/drawing/2014/main" id="{F805761E-AA98-40BA-A80D-0D4FCEF8E41A}"/>
                </a:ext>
              </a:extLst>
            </p:cNvPr>
            <p:cNvSpPr/>
            <p:nvPr/>
          </p:nvSpPr>
          <p:spPr>
            <a:xfrm>
              <a:off x="2314075" y="7350254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50" name="Hexagon 649">
              <a:extLst>
                <a:ext uri="{FF2B5EF4-FFF2-40B4-BE49-F238E27FC236}">
                  <a16:creationId xmlns:a16="http://schemas.microsoft.com/office/drawing/2014/main" id="{6C392D9D-212B-4839-A901-2175F0A87AD8}"/>
                </a:ext>
              </a:extLst>
            </p:cNvPr>
            <p:cNvSpPr/>
            <p:nvPr/>
          </p:nvSpPr>
          <p:spPr>
            <a:xfrm>
              <a:off x="2308008" y="7525270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51" name="Hexagon 650">
              <a:extLst>
                <a:ext uri="{FF2B5EF4-FFF2-40B4-BE49-F238E27FC236}">
                  <a16:creationId xmlns:a16="http://schemas.microsoft.com/office/drawing/2014/main" id="{6F4AE4B6-D72A-4906-91CE-21DB7B97CE46}"/>
                </a:ext>
              </a:extLst>
            </p:cNvPr>
            <p:cNvSpPr/>
            <p:nvPr/>
          </p:nvSpPr>
          <p:spPr>
            <a:xfrm>
              <a:off x="2306143" y="770327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52" name="Hexagon 651">
              <a:extLst>
                <a:ext uri="{FF2B5EF4-FFF2-40B4-BE49-F238E27FC236}">
                  <a16:creationId xmlns:a16="http://schemas.microsoft.com/office/drawing/2014/main" id="{949CEE5A-109D-4E33-980F-25A1A7F99293}"/>
                </a:ext>
              </a:extLst>
            </p:cNvPr>
            <p:cNvSpPr/>
            <p:nvPr/>
          </p:nvSpPr>
          <p:spPr>
            <a:xfrm>
              <a:off x="2310345" y="7174807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53" name="Hexagon 652">
              <a:extLst>
                <a:ext uri="{FF2B5EF4-FFF2-40B4-BE49-F238E27FC236}">
                  <a16:creationId xmlns:a16="http://schemas.microsoft.com/office/drawing/2014/main" id="{87401527-9502-471A-AFDF-B63BF7D73861}"/>
                </a:ext>
              </a:extLst>
            </p:cNvPr>
            <p:cNvSpPr/>
            <p:nvPr/>
          </p:nvSpPr>
          <p:spPr>
            <a:xfrm>
              <a:off x="2544298" y="7262301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54" name="Hexagon 653">
              <a:extLst>
                <a:ext uri="{FF2B5EF4-FFF2-40B4-BE49-F238E27FC236}">
                  <a16:creationId xmlns:a16="http://schemas.microsoft.com/office/drawing/2014/main" id="{7A9EAE06-601C-471D-B932-9EE8A772FE5A}"/>
                </a:ext>
              </a:extLst>
            </p:cNvPr>
            <p:cNvSpPr/>
            <p:nvPr/>
          </p:nvSpPr>
          <p:spPr>
            <a:xfrm>
              <a:off x="2542433" y="7440304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55" name="Hexagon 654">
              <a:extLst>
                <a:ext uri="{FF2B5EF4-FFF2-40B4-BE49-F238E27FC236}">
                  <a16:creationId xmlns:a16="http://schemas.microsoft.com/office/drawing/2014/main" id="{D8AA9998-656E-43F5-9DB3-1758ADE856B1}"/>
                </a:ext>
              </a:extLst>
            </p:cNvPr>
            <p:cNvSpPr/>
            <p:nvPr/>
          </p:nvSpPr>
          <p:spPr>
            <a:xfrm>
              <a:off x="2303436" y="6818801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56" name="Hexagon 655">
              <a:extLst>
                <a:ext uri="{FF2B5EF4-FFF2-40B4-BE49-F238E27FC236}">
                  <a16:creationId xmlns:a16="http://schemas.microsoft.com/office/drawing/2014/main" id="{70017CAF-2F94-44AD-A2E8-A00AC1F6FB1F}"/>
                </a:ext>
              </a:extLst>
            </p:cNvPr>
            <p:cNvSpPr/>
            <p:nvPr/>
          </p:nvSpPr>
          <p:spPr>
            <a:xfrm>
              <a:off x="2301571" y="6996804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57" name="Hexagon 656">
              <a:extLst>
                <a:ext uri="{FF2B5EF4-FFF2-40B4-BE49-F238E27FC236}">
                  <a16:creationId xmlns:a16="http://schemas.microsoft.com/office/drawing/2014/main" id="{3F3B04EB-5FAA-41F4-A86B-2600D2F56C58}"/>
                </a:ext>
              </a:extLst>
            </p:cNvPr>
            <p:cNvSpPr/>
            <p:nvPr/>
          </p:nvSpPr>
          <p:spPr>
            <a:xfrm>
              <a:off x="2533635" y="6910284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58" name="Hexagon 657">
              <a:extLst>
                <a:ext uri="{FF2B5EF4-FFF2-40B4-BE49-F238E27FC236}">
                  <a16:creationId xmlns:a16="http://schemas.microsoft.com/office/drawing/2014/main" id="{D52EA5C8-F1DE-4AFD-979A-6801551B1118}"/>
                </a:ext>
              </a:extLst>
            </p:cNvPr>
            <p:cNvSpPr/>
            <p:nvPr/>
          </p:nvSpPr>
          <p:spPr>
            <a:xfrm>
              <a:off x="2767455" y="6820234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59" name="Hexagon 658">
              <a:extLst>
                <a:ext uri="{FF2B5EF4-FFF2-40B4-BE49-F238E27FC236}">
                  <a16:creationId xmlns:a16="http://schemas.microsoft.com/office/drawing/2014/main" id="{C395EA55-994B-458F-AC08-E9592D29FDA1}"/>
                </a:ext>
              </a:extLst>
            </p:cNvPr>
            <p:cNvSpPr/>
            <p:nvPr/>
          </p:nvSpPr>
          <p:spPr>
            <a:xfrm>
              <a:off x="2761388" y="6995250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60" name="Hexagon 659">
              <a:extLst>
                <a:ext uri="{FF2B5EF4-FFF2-40B4-BE49-F238E27FC236}">
                  <a16:creationId xmlns:a16="http://schemas.microsoft.com/office/drawing/2014/main" id="{285CAD03-618A-49DA-9A82-67FD973B3ECF}"/>
                </a:ext>
              </a:extLst>
            </p:cNvPr>
            <p:cNvSpPr/>
            <p:nvPr/>
          </p:nvSpPr>
          <p:spPr>
            <a:xfrm>
              <a:off x="2763725" y="6644787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61" name="Hexagon 660">
              <a:extLst>
                <a:ext uri="{FF2B5EF4-FFF2-40B4-BE49-F238E27FC236}">
                  <a16:creationId xmlns:a16="http://schemas.microsoft.com/office/drawing/2014/main" id="{D6AFF4AE-9775-4263-A083-4DAE6EC79C12}"/>
                </a:ext>
              </a:extLst>
            </p:cNvPr>
            <p:cNvSpPr/>
            <p:nvPr/>
          </p:nvSpPr>
          <p:spPr>
            <a:xfrm>
              <a:off x="2995806" y="6725540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62" name="Hexagon 661">
              <a:extLst>
                <a:ext uri="{FF2B5EF4-FFF2-40B4-BE49-F238E27FC236}">
                  <a16:creationId xmlns:a16="http://schemas.microsoft.com/office/drawing/2014/main" id="{CBD77482-021C-4C63-9FB7-DEED2A103854}"/>
                </a:ext>
              </a:extLst>
            </p:cNvPr>
            <p:cNvSpPr/>
            <p:nvPr/>
          </p:nvSpPr>
          <p:spPr>
            <a:xfrm>
              <a:off x="2989739" y="6900556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63" name="Hexagon 662">
              <a:extLst>
                <a:ext uri="{FF2B5EF4-FFF2-40B4-BE49-F238E27FC236}">
                  <a16:creationId xmlns:a16="http://schemas.microsoft.com/office/drawing/2014/main" id="{F2D9499A-CA9D-4261-A37B-8A7A3FB5E7F0}"/>
                </a:ext>
              </a:extLst>
            </p:cNvPr>
            <p:cNvSpPr/>
            <p:nvPr/>
          </p:nvSpPr>
          <p:spPr>
            <a:xfrm>
              <a:off x="2992076" y="655009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64" name="Hexagon 663">
              <a:extLst>
                <a:ext uri="{FF2B5EF4-FFF2-40B4-BE49-F238E27FC236}">
                  <a16:creationId xmlns:a16="http://schemas.microsoft.com/office/drawing/2014/main" id="{7CF9063F-E125-43D2-BD95-0513D2281E34}"/>
                </a:ext>
              </a:extLst>
            </p:cNvPr>
            <p:cNvSpPr/>
            <p:nvPr/>
          </p:nvSpPr>
          <p:spPr>
            <a:xfrm>
              <a:off x="3229021" y="6805297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65" name="Hexagon 664">
              <a:extLst>
                <a:ext uri="{FF2B5EF4-FFF2-40B4-BE49-F238E27FC236}">
                  <a16:creationId xmlns:a16="http://schemas.microsoft.com/office/drawing/2014/main" id="{10FB004A-44BD-48C1-B5E7-029D841874C5}"/>
                </a:ext>
              </a:extLst>
            </p:cNvPr>
            <p:cNvSpPr/>
            <p:nvPr/>
          </p:nvSpPr>
          <p:spPr>
            <a:xfrm>
              <a:off x="3225291" y="6629850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66" name="Hexagon 665">
              <a:extLst>
                <a:ext uri="{FF2B5EF4-FFF2-40B4-BE49-F238E27FC236}">
                  <a16:creationId xmlns:a16="http://schemas.microsoft.com/office/drawing/2014/main" id="{FF1E9E84-EA9B-49BF-828D-0C892D4FACDC}"/>
                </a:ext>
              </a:extLst>
            </p:cNvPr>
            <p:cNvSpPr/>
            <p:nvPr/>
          </p:nvSpPr>
          <p:spPr>
            <a:xfrm>
              <a:off x="3445759" y="6723479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67" name="Hexagon 666">
              <a:extLst>
                <a:ext uri="{FF2B5EF4-FFF2-40B4-BE49-F238E27FC236}">
                  <a16:creationId xmlns:a16="http://schemas.microsoft.com/office/drawing/2014/main" id="{A661D764-C2B7-41F8-94B9-FA9FF4FDA92A}"/>
                </a:ext>
              </a:extLst>
            </p:cNvPr>
            <p:cNvSpPr/>
            <p:nvPr/>
          </p:nvSpPr>
          <p:spPr>
            <a:xfrm>
              <a:off x="3442029" y="6548032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68" name="Hexagon 667">
              <a:extLst>
                <a:ext uri="{FF2B5EF4-FFF2-40B4-BE49-F238E27FC236}">
                  <a16:creationId xmlns:a16="http://schemas.microsoft.com/office/drawing/2014/main" id="{1D86D97B-B6FA-47AF-808F-8D8BC20BC510}"/>
                </a:ext>
              </a:extLst>
            </p:cNvPr>
            <p:cNvSpPr/>
            <p:nvPr/>
          </p:nvSpPr>
          <p:spPr>
            <a:xfrm>
              <a:off x="2069135" y="760583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69" name="Hexagon 668">
              <a:extLst>
                <a:ext uri="{FF2B5EF4-FFF2-40B4-BE49-F238E27FC236}">
                  <a16:creationId xmlns:a16="http://schemas.microsoft.com/office/drawing/2014/main" id="{981F9CAD-C909-410F-917D-BE8353612683}"/>
                </a:ext>
              </a:extLst>
            </p:cNvPr>
            <p:cNvSpPr/>
            <p:nvPr/>
          </p:nvSpPr>
          <p:spPr>
            <a:xfrm>
              <a:off x="2067270" y="7783836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70" name="Hexagon 669">
              <a:extLst>
                <a:ext uri="{FF2B5EF4-FFF2-40B4-BE49-F238E27FC236}">
                  <a16:creationId xmlns:a16="http://schemas.microsoft.com/office/drawing/2014/main" id="{8CDE56E0-C526-416E-A8A4-19A7D367D91F}"/>
                </a:ext>
              </a:extLst>
            </p:cNvPr>
            <p:cNvSpPr/>
            <p:nvPr/>
          </p:nvSpPr>
          <p:spPr>
            <a:xfrm>
              <a:off x="1838480" y="7519075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71" name="Hexagon 670">
              <a:extLst>
                <a:ext uri="{FF2B5EF4-FFF2-40B4-BE49-F238E27FC236}">
                  <a16:creationId xmlns:a16="http://schemas.microsoft.com/office/drawing/2014/main" id="{263FF9FE-A0B6-4C52-A4E8-6FBCBCBC87CB}"/>
                </a:ext>
              </a:extLst>
            </p:cNvPr>
            <p:cNvSpPr/>
            <p:nvPr/>
          </p:nvSpPr>
          <p:spPr>
            <a:xfrm>
              <a:off x="1836615" y="7697078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72" name="Hexagon 671">
              <a:extLst>
                <a:ext uri="{FF2B5EF4-FFF2-40B4-BE49-F238E27FC236}">
                  <a16:creationId xmlns:a16="http://schemas.microsoft.com/office/drawing/2014/main" id="{FD0995C2-A54A-486D-81A4-0BCD32EA8E5C}"/>
                </a:ext>
              </a:extLst>
            </p:cNvPr>
            <p:cNvSpPr/>
            <p:nvPr/>
          </p:nvSpPr>
          <p:spPr>
            <a:xfrm>
              <a:off x="1840347" y="7351056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73" name="Hexagon 672">
              <a:extLst>
                <a:ext uri="{FF2B5EF4-FFF2-40B4-BE49-F238E27FC236}">
                  <a16:creationId xmlns:a16="http://schemas.microsoft.com/office/drawing/2014/main" id="{B2A6BDFC-C9C9-4DEB-A72B-6650738E7C45}"/>
                </a:ext>
              </a:extLst>
            </p:cNvPr>
            <p:cNvSpPr/>
            <p:nvPr/>
          </p:nvSpPr>
          <p:spPr>
            <a:xfrm>
              <a:off x="1615059" y="7440862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74" name="Hexagon 673">
              <a:extLst>
                <a:ext uri="{FF2B5EF4-FFF2-40B4-BE49-F238E27FC236}">
                  <a16:creationId xmlns:a16="http://schemas.microsoft.com/office/drawing/2014/main" id="{6C3B550F-97FD-4524-8FCB-BF491FD6D50A}"/>
                </a:ext>
              </a:extLst>
            </p:cNvPr>
            <p:cNvSpPr/>
            <p:nvPr/>
          </p:nvSpPr>
          <p:spPr>
            <a:xfrm>
              <a:off x="1615575" y="7618865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75" name="Hexagon 674">
              <a:extLst>
                <a:ext uri="{FF2B5EF4-FFF2-40B4-BE49-F238E27FC236}">
                  <a16:creationId xmlns:a16="http://schemas.microsoft.com/office/drawing/2014/main" id="{3C91DB9A-DD83-4694-BECD-0FDBBAE99207}"/>
                </a:ext>
              </a:extLst>
            </p:cNvPr>
            <p:cNvSpPr/>
            <p:nvPr/>
          </p:nvSpPr>
          <p:spPr>
            <a:xfrm>
              <a:off x="1612164" y="727284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76" name="Hexagon 675">
              <a:extLst>
                <a:ext uri="{FF2B5EF4-FFF2-40B4-BE49-F238E27FC236}">
                  <a16:creationId xmlns:a16="http://schemas.microsoft.com/office/drawing/2014/main" id="{AB40CC47-01E7-416E-AD57-063CB0E35790}"/>
                </a:ext>
              </a:extLst>
            </p:cNvPr>
            <p:cNvSpPr/>
            <p:nvPr/>
          </p:nvSpPr>
          <p:spPr>
            <a:xfrm>
              <a:off x="1620320" y="691636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77" name="Hexagon 676">
              <a:extLst>
                <a:ext uri="{FF2B5EF4-FFF2-40B4-BE49-F238E27FC236}">
                  <a16:creationId xmlns:a16="http://schemas.microsoft.com/office/drawing/2014/main" id="{DFACCC63-5D1F-493A-BBDA-1B2C4E9A61E6}"/>
                </a:ext>
              </a:extLst>
            </p:cNvPr>
            <p:cNvSpPr/>
            <p:nvPr/>
          </p:nvSpPr>
          <p:spPr>
            <a:xfrm>
              <a:off x="1618455" y="7094366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78" name="Hexagon 677">
              <a:extLst>
                <a:ext uri="{FF2B5EF4-FFF2-40B4-BE49-F238E27FC236}">
                  <a16:creationId xmlns:a16="http://schemas.microsoft.com/office/drawing/2014/main" id="{A2412534-D00E-4994-9069-64B87983B510}"/>
                </a:ext>
              </a:extLst>
            </p:cNvPr>
            <p:cNvSpPr/>
            <p:nvPr/>
          </p:nvSpPr>
          <p:spPr>
            <a:xfrm>
              <a:off x="1167758" y="6909541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79" name="Hexagon 678">
              <a:extLst>
                <a:ext uri="{FF2B5EF4-FFF2-40B4-BE49-F238E27FC236}">
                  <a16:creationId xmlns:a16="http://schemas.microsoft.com/office/drawing/2014/main" id="{52F3EB6B-D9AC-46CA-B797-A846A220205E}"/>
                </a:ext>
              </a:extLst>
            </p:cNvPr>
            <p:cNvSpPr/>
            <p:nvPr/>
          </p:nvSpPr>
          <p:spPr>
            <a:xfrm>
              <a:off x="1165893" y="7087544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80" name="Hexagon 679">
              <a:extLst>
                <a:ext uri="{FF2B5EF4-FFF2-40B4-BE49-F238E27FC236}">
                  <a16:creationId xmlns:a16="http://schemas.microsoft.com/office/drawing/2014/main" id="{BF8A1329-F863-4E7A-9A41-C07E66B43B55}"/>
                </a:ext>
              </a:extLst>
            </p:cNvPr>
            <p:cNvSpPr/>
            <p:nvPr/>
          </p:nvSpPr>
          <p:spPr>
            <a:xfrm>
              <a:off x="1393041" y="6999890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81" name="Hexagon 680">
              <a:extLst>
                <a:ext uri="{FF2B5EF4-FFF2-40B4-BE49-F238E27FC236}">
                  <a16:creationId xmlns:a16="http://schemas.microsoft.com/office/drawing/2014/main" id="{B3FB0DE9-F72C-4D8E-8516-4708F4C7DAD1}"/>
                </a:ext>
              </a:extLst>
            </p:cNvPr>
            <p:cNvSpPr/>
            <p:nvPr/>
          </p:nvSpPr>
          <p:spPr>
            <a:xfrm>
              <a:off x="1391176" y="717789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82" name="Hexagon 681">
              <a:extLst>
                <a:ext uri="{FF2B5EF4-FFF2-40B4-BE49-F238E27FC236}">
                  <a16:creationId xmlns:a16="http://schemas.microsoft.com/office/drawing/2014/main" id="{581CED14-DC48-4FC1-BD88-85651B6CCE75}"/>
                </a:ext>
              </a:extLst>
            </p:cNvPr>
            <p:cNvSpPr/>
            <p:nvPr/>
          </p:nvSpPr>
          <p:spPr>
            <a:xfrm>
              <a:off x="1397177" y="681990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83" name="Hexagon 682">
              <a:extLst>
                <a:ext uri="{FF2B5EF4-FFF2-40B4-BE49-F238E27FC236}">
                  <a16:creationId xmlns:a16="http://schemas.microsoft.com/office/drawing/2014/main" id="{FF005604-A144-4AC8-9F42-84B6F18DE745}"/>
                </a:ext>
              </a:extLst>
            </p:cNvPr>
            <p:cNvSpPr/>
            <p:nvPr/>
          </p:nvSpPr>
          <p:spPr>
            <a:xfrm>
              <a:off x="1389891" y="7542008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84" name="Hexagon 683">
              <a:extLst>
                <a:ext uri="{FF2B5EF4-FFF2-40B4-BE49-F238E27FC236}">
                  <a16:creationId xmlns:a16="http://schemas.microsoft.com/office/drawing/2014/main" id="{BC771D64-B0E4-49D5-B46C-F376AA4AFE34}"/>
                </a:ext>
              </a:extLst>
            </p:cNvPr>
            <p:cNvSpPr/>
            <p:nvPr/>
          </p:nvSpPr>
          <p:spPr>
            <a:xfrm>
              <a:off x="1383719" y="7711630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85" name="Hexagon 684">
              <a:extLst>
                <a:ext uri="{FF2B5EF4-FFF2-40B4-BE49-F238E27FC236}">
                  <a16:creationId xmlns:a16="http://schemas.microsoft.com/office/drawing/2014/main" id="{8D22E193-1197-4D14-8CD6-989A7B5E24C0}"/>
                </a:ext>
              </a:extLst>
            </p:cNvPr>
            <p:cNvSpPr/>
            <p:nvPr/>
          </p:nvSpPr>
          <p:spPr>
            <a:xfrm>
              <a:off x="1157900" y="7796596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86" name="Hexagon 685">
              <a:extLst>
                <a:ext uri="{FF2B5EF4-FFF2-40B4-BE49-F238E27FC236}">
                  <a16:creationId xmlns:a16="http://schemas.microsoft.com/office/drawing/2014/main" id="{C3561D7C-DE52-4B36-B499-DA5981E7B92E}"/>
                </a:ext>
              </a:extLst>
            </p:cNvPr>
            <p:cNvSpPr/>
            <p:nvPr/>
          </p:nvSpPr>
          <p:spPr>
            <a:xfrm>
              <a:off x="2977955" y="7619199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87" name="Hexagon 686">
              <a:extLst>
                <a:ext uri="{FF2B5EF4-FFF2-40B4-BE49-F238E27FC236}">
                  <a16:creationId xmlns:a16="http://schemas.microsoft.com/office/drawing/2014/main" id="{196F263A-701F-4052-8116-604D68EC7C96}"/>
                </a:ext>
              </a:extLst>
            </p:cNvPr>
            <p:cNvSpPr/>
            <p:nvPr/>
          </p:nvSpPr>
          <p:spPr>
            <a:xfrm>
              <a:off x="2971888" y="7798977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88" name="Hexagon 687">
              <a:extLst>
                <a:ext uri="{FF2B5EF4-FFF2-40B4-BE49-F238E27FC236}">
                  <a16:creationId xmlns:a16="http://schemas.microsoft.com/office/drawing/2014/main" id="{D06ECD2B-57A3-4F30-9DF3-B19B5AF2B52E}"/>
                </a:ext>
              </a:extLst>
            </p:cNvPr>
            <p:cNvSpPr/>
            <p:nvPr/>
          </p:nvSpPr>
          <p:spPr>
            <a:xfrm>
              <a:off x="2974785" y="7979361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89" name="Hexagon 688">
              <a:extLst>
                <a:ext uri="{FF2B5EF4-FFF2-40B4-BE49-F238E27FC236}">
                  <a16:creationId xmlns:a16="http://schemas.microsoft.com/office/drawing/2014/main" id="{66F499B1-CC44-4BCE-8886-EF4DE618108F}"/>
                </a:ext>
              </a:extLst>
            </p:cNvPr>
            <p:cNvSpPr/>
            <p:nvPr/>
          </p:nvSpPr>
          <p:spPr>
            <a:xfrm>
              <a:off x="2974225" y="7443752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90" name="Hexagon 689">
              <a:extLst>
                <a:ext uri="{FF2B5EF4-FFF2-40B4-BE49-F238E27FC236}">
                  <a16:creationId xmlns:a16="http://schemas.microsoft.com/office/drawing/2014/main" id="{99E67318-7F24-4DF9-A3C3-40FB6671FB2D}"/>
                </a:ext>
              </a:extLst>
            </p:cNvPr>
            <p:cNvSpPr/>
            <p:nvPr/>
          </p:nvSpPr>
          <p:spPr>
            <a:xfrm>
              <a:off x="2531450" y="8153289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91" name="Hexagon 690">
              <a:extLst>
                <a:ext uri="{FF2B5EF4-FFF2-40B4-BE49-F238E27FC236}">
                  <a16:creationId xmlns:a16="http://schemas.microsoft.com/office/drawing/2014/main" id="{B380CE83-96EB-4FBE-95F9-7E30D6FD918F}"/>
                </a:ext>
              </a:extLst>
            </p:cNvPr>
            <p:cNvSpPr/>
            <p:nvPr/>
          </p:nvSpPr>
          <p:spPr>
            <a:xfrm>
              <a:off x="2525383" y="8328305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92" name="Hexagon 691">
              <a:extLst>
                <a:ext uri="{FF2B5EF4-FFF2-40B4-BE49-F238E27FC236}">
                  <a16:creationId xmlns:a16="http://schemas.microsoft.com/office/drawing/2014/main" id="{690996DC-FC19-42E6-B610-B88FB3015C1D}"/>
                </a:ext>
              </a:extLst>
            </p:cNvPr>
            <p:cNvSpPr/>
            <p:nvPr/>
          </p:nvSpPr>
          <p:spPr>
            <a:xfrm>
              <a:off x="2523518" y="8506308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93" name="Hexagon 692">
              <a:extLst>
                <a:ext uri="{FF2B5EF4-FFF2-40B4-BE49-F238E27FC236}">
                  <a16:creationId xmlns:a16="http://schemas.microsoft.com/office/drawing/2014/main" id="{CD4D0D10-E586-401B-969C-6E7E7CBD22BF}"/>
                </a:ext>
              </a:extLst>
            </p:cNvPr>
            <p:cNvSpPr/>
            <p:nvPr/>
          </p:nvSpPr>
          <p:spPr>
            <a:xfrm>
              <a:off x="2527720" y="7977842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94" name="Hexagon 693">
              <a:extLst>
                <a:ext uri="{FF2B5EF4-FFF2-40B4-BE49-F238E27FC236}">
                  <a16:creationId xmlns:a16="http://schemas.microsoft.com/office/drawing/2014/main" id="{FBC5895A-B9E4-4151-AB90-BAB3CADBB9D5}"/>
                </a:ext>
              </a:extLst>
            </p:cNvPr>
            <p:cNvSpPr/>
            <p:nvPr/>
          </p:nvSpPr>
          <p:spPr>
            <a:xfrm>
              <a:off x="2758676" y="8594724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95" name="Hexagon 694">
              <a:extLst>
                <a:ext uri="{FF2B5EF4-FFF2-40B4-BE49-F238E27FC236}">
                  <a16:creationId xmlns:a16="http://schemas.microsoft.com/office/drawing/2014/main" id="{C0064AA6-F21C-45D3-B972-8A12473F31FF}"/>
                </a:ext>
              </a:extLst>
            </p:cNvPr>
            <p:cNvSpPr/>
            <p:nvPr/>
          </p:nvSpPr>
          <p:spPr>
            <a:xfrm>
              <a:off x="2752609" y="8769740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96" name="Hexagon 695">
              <a:extLst>
                <a:ext uri="{FF2B5EF4-FFF2-40B4-BE49-F238E27FC236}">
                  <a16:creationId xmlns:a16="http://schemas.microsoft.com/office/drawing/2014/main" id="{3D23A9A1-62A8-4D73-8F90-4C866F96F401}"/>
                </a:ext>
              </a:extLst>
            </p:cNvPr>
            <p:cNvSpPr/>
            <p:nvPr/>
          </p:nvSpPr>
          <p:spPr>
            <a:xfrm>
              <a:off x="2750744" y="894774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97" name="Hexagon 696">
              <a:extLst>
                <a:ext uri="{FF2B5EF4-FFF2-40B4-BE49-F238E27FC236}">
                  <a16:creationId xmlns:a16="http://schemas.microsoft.com/office/drawing/2014/main" id="{9F9BC421-E6E7-4A12-B5F6-BAFC06AC9F47}"/>
                </a:ext>
              </a:extLst>
            </p:cNvPr>
            <p:cNvSpPr/>
            <p:nvPr/>
          </p:nvSpPr>
          <p:spPr>
            <a:xfrm>
              <a:off x="2754946" y="8419277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98" name="Hexagon 697">
              <a:extLst>
                <a:ext uri="{FF2B5EF4-FFF2-40B4-BE49-F238E27FC236}">
                  <a16:creationId xmlns:a16="http://schemas.microsoft.com/office/drawing/2014/main" id="{FE46F7A1-33D0-4D42-B8E7-1B1E7EE37FA6}"/>
                </a:ext>
              </a:extLst>
            </p:cNvPr>
            <p:cNvSpPr/>
            <p:nvPr/>
          </p:nvSpPr>
          <p:spPr>
            <a:xfrm>
              <a:off x="3225381" y="8420099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699" name="Hexagon 698">
              <a:extLst>
                <a:ext uri="{FF2B5EF4-FFF2-40B4-BE49-F238E27FC236}">
                  <a16:creationId xmlns:a16="http://schemas.microsoft.com/office/drawing/2014/main" id="{E76716AB-EFA2-453A-88FE-B17380085A29}"/>
                </a:ext>
              </a:extLst>
            </p:cNvPr>
            <p:cNvSpPr/>
            <p:nvPr/>
          </p:nvSpPr>
          <p:spPr>
            <a:xfrm>
              <a:off x="3219314" y="8597496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00" name="Hexagon 699">
              <a:extLst>
                <a:ext uri="{FF2B5EF4-FFF2-40B4-BE49-F238E27FC236}">
                  <a16:creationId xmlns:a16="http://schemas.microsoft.com/office/drawing/2014/main" id="{936951B4-A7E8-4289-A9E7-6E3B2A78015A}"/>
                </a:ext>
              </a:extLst>
            </p:cNvPr>
            <p:cNvSpPr/>
            <p:nvPr/>
          </p:nvSpPr>
          <p:spPr>
            <a:xfrm>
              <a:off x="3217449" y="8775499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01" name="Hexagon 700">
              <a:extLst>
                <a:ext uri="{FF2B5EF4-FFF2-40B4-BE49-F238E27FC236}">
                  <a16:creationId xmlns:a16="http://schemas.microsoft.com/office/drawing/2014/main" id="{906B9D04-CBA1-42E3-89A0-3A494CD2CBA9}"/>
                </a:ext>
              </a:extLst>
            </p:cNvPr>
            <p:cNvSpPr/>
            <p:nvPr/>
          </p:nvSpPr>
          <p:spPr>
            <a:xfrm>
              <a:off x="3221651" y="8242271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02" name="Hexagon 701">
              <a:extLst>
                <a:ext uri="{FF2B5EF4-FFF2-40B4-BE49-F238E27FC236}">
                  <a16:creationId xmlns:a16="http://schemas.microsoft.com/office/drawing/2014/main" id="{938AB0C6-AB9B-4564-B6C5-E8AE25BADD16}"/>
                </a:ext>
              </a:extLst>
            </p:cNvPr>
            <p:cNvSpPr/>
            <p:nvPr/>
          </p:nvSpPr>
          <p:spPr>
            <a:xfrm>
              <a:off x="2983453" y="8153135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03" name="Hexagon 702">
              <a:extLst>
                <a:ext uri="{FF2B5EF4-FFF2-40B4-BE49-F238E27FC236}">
                  <a16:creationId xmlns:a16="http://schemas.microsoft.com/office/drawing/2014/main" id="{4395DCFB-FE6A-4D2B-B2A1-231D89ED8170}"/>
                </a:ext>
              </a:extLst>
            </p:cNvPr>
            <p:cNvSpPr/>
            <p:nvPr/>
          </p:nvSpPr>
          <p:spPr>
            <a:xfrm>
              <a:off x="2989291" y="833291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04" name="Hexagon 703">
              <a:extLst>
                <a:ext uri="{FF2B5EF4-FFF2-40B4-BE49-F238E27FC236}">
                  <a16:creationId xmlns:a16="http://schemas.microsoft.com/office/drawing/2014/main" id="{D9C8E1C1-E53A-4007-B0D0-F8F783A2CBA4}"/>
                </a:ext>
              </a:extLst>
            </p:cNvPr>
            <p:cNvSpPr/>
            <p:nvPr/>
          </p:nvSpPr>
          <p:spPr>
            <a:xfrm>
              <a:off x="2987426" y="8510916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05" name="Hexagon 704">
              <a:extLst>
                <a:ext uri="{FF2B5EF4-FFF2-40B4-BE49-F238E27FC236}">
                  <a16:creationId xmlns:a16="http://schemas.microsoft.com/office/drawing/2014/main" id="{A15E3E9A-AF78-4DF0-BB37-D0AA287A5525}"/>
                </a:ext>
              </a:extLst>
            </p:cNvPr>
            <p:cNvSpPr/>
            <p:nvPr/>
          </p:nvSpPr>
          <p:spPr>
            <a:xfrm>
              <a:off x="2754815" y="7704711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06" name="Hexagon 705">
              <a:extLst>
                <a:ext uri="{FF2B5EF4-FFF2-40B4-BE49-F238E27FC236}">
                  <a16:creationId xmlns:a16="http://schemas.microsoft.com/office/drawing/2014/main" id="{FEACB5D9-6F05-44D3-82D5-9CADD4AF1480}"/>
                </a:ext>
              </a:extLst>
            </p:cNvPr>
            <p:cNvSpPr/>
            <p:nvPr/>
          </p:nvSpPr>
          <p:spPr>
            <a:xfrm>
              <a:off x="2748748" y="7884489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07" name="Hexagon 706">
              <a:extLst>
                <a:ext uri="{FF2B5EF4-FFF2-40B4-BE49-F238E27FC236}">
                  <a16:creationId xmlns:a16="http://schemas.microsoft.com/office/drawing/2014/main" id="{582BB4E3-D6A7-48E9-81F1-F57AD5CA98C7}"/>
                </a:ext>
              </a:extLst>
            </p:cNvPr>
            <p:cNvSpPr/>
            <p:nvPr/>
          </p:nvSpPr>
          <p:spPr>
            <a:xfrm>
              <a:off x="2751645" y="806487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08" name="Hexagon 707">
              <a:extLst>
                <a:ext uri="{FF2B5EF4-FFF2-40B4-BE49-F238E27FC236}">
                  <a16:creationId xmlns:a16="http://schemas.microsoft.com/office/drawing/2014/main" id="{AFA86753-DDD9-499D-9618-94C6BFD12846}"/>
                </a:ext>
              </a:extLst>
            </p:cNvPr>
            <p:cNvSpPr/>
            <p:nvPr/>
          </p:nvSpPr>
          <p:spPr>
            <a:xfrm>
              <a:off x="2299215" y="8055025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09" name="Hexagon 708">
              <a:extLst>
                <a:ext uri="{FF2B5EF4-FFF2-40B4-BE49-F238E27FC236}">
                  <a16:creationId xmlns:a16="http://schemas.microsoft.com/office/drawing/2014/main" id="{6F1329DD-5837-46FB-B646-A1551A9E9779}"/>
                </a:ext>
              </a:extLst>
            </p:cNvPr>
            <p:cNvSpPr/>
            <p:nvPr/>
          </p:nvSpPr>
          <p:spPr>
            <a:xfrm>
              <a:off x="2297350" y="8233028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10" name="Hexagon 709">
              <a:extLst>
                <a:ext uri="{FF2B5EF4-FFF2-40B4-BE49-F238E27FC236}">
                  <a16:creationId xmlns:a16="http://schemas.microsoft.com/office/drawing/2014/main" id="{26B20DBB-8E3D-4499-9295-FCA9D1DE87E9}"/>
                </a:ext>
              </a:extLst>
            </p:cNvPr>
            <p:cNvSpPr/>
            <p:nvPr/>
          </p:nvSpPr>
          <p:spPr>
            <a:xfrm>
              <a:off x="2758676" y="9124849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11" name="Hexagon 710">
              <a:extLst>
                <a:ext uri="{FF2B5EF4-FFF2-40B4-BE49-F238E27FC236}">
                  <a16:creationId xmlns:a16="http://schemas.microsoft.com/office/drawing/2014/main" id="{D9ADE9DA-48CD-41B7-811D-ACB2054DB584}"/>
                </a:ext>
              </a:extLst>
            </p:cNvPr>
            <p:cNvSpPr/>
            <p:nvPr/>
          </p:nvSpPr>
          <p:spPr>
            <a:xfrm>
              <a:off x="2756811" y="9302852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12" name="Hexagon 711">
              <a:extLst>
                <a:ext uri="{FF2B5EF4-FFF2-40B4-BE49-F238E27FC236}">
                  <a16:creationId xmlns:a16="http://schemas.microsoft.com/office/drawing/2014/main" id="{E7A55AEA-C10B-412E-ACAC-B99E5F9E465B}"/>
                </a:ext>
              </a:extLst>
            </p:cNvPr>
            <p:cNvSpPr/>
            <p:nvPr/>
          </p:nvSpPr>
          <p:spPr>
            <a:xfrm>
              <a:off x="2981359" y="8864121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13" name="Hexagon 712">
              <a:extLst>
                <a:ext uri="{FF2B5EF4-FFF2-40B4-BE49-F238E27FC236}">
                  <a16:creationId xmlns:a16="http://schemas.microsoft.com/office/drawing/2014/main" id="{7765B0DA-02F7-45CF-8F41-2288C105964B}"/>
                </a:ext>
              </a:extLst>
            </p:cNvPr>
            <p:cNvSpPr/>
            <p:nvPr/>
          </p:nvSpPr>
          <p:spPr>
            <a:xfrm>
              <a:off x="2979494" y="9042124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14" name="Hexagon 713">
              <a:extLst>
                <a:ext uri="{FF2B5EF4-FFF2-40B4-BE49-F238E27FC236}">
                  <a16:creationId xmlns:a16="http://schemas.microsoft.com/office/drawing/2014/main" id="{34968C18-7B03-4961-BFC1-85CF41108239}"/>
                </a:ext>
              </a:extLst>
            </p:cNvPr>
            <p:cNvSpPr/>
            <p:nvPr/>
          </p:nvSpPr>
          <p:spPr>
            <a:xfrm>
              <a:off x="2987426" y="9219230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15" name="Hexagon 714">
              <a:extLst>
                <a:ext uri="{FF2B5EF4-FFF2-40B4-BE49-F238E27FC236}">
                  <a16:creationId xmlns:a16="http://schemas.microsoft.com/office/drawing/2014/main" id="{8DF786FE-7A3C-4BE3-AE17-319135B5979B}"/>
                </a:ext>
              </a:extLst>
            </p:cNvPr>
            <p:cNvSpPr/>
            <p:nvPr/>
          </p:nvSpPr>
          <p:spPr>
            <a:xfrm>
              <a:off x="3210887" y="8950707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16" name="Hexagon 715">
              <a:extLst>
                <a:ext uri="{FF2B5EF4-FFF2-40B4-BE49-F238E27FC236}">
                  <a16:creationId xmlns:a16="http://schemas.microsoft.com/office/drawing/2014/main" id="{9481CE98-4C0C-4465-862A-D1D060F3DC7F}"/>
                </a:ext>
              </a:extLst>
            </p:cNvPr>
            <p:cNvSpPr/>
            <p:nvPr/>
          </p:nvSpPr>
          <p:spPr>
            <a:xfrm>
              <a:off x="3227564" y="9306136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17" name="Hexagon 716">
              <a:extLst>
                <a:ext uri="{FF2B5EF4-FFF2-40B4-BE49-F238E27FC236}">
                  <a16:creationId xmlns:a16="http://schemas.microsoft.com/office/drawing/2014/main" id="{7CB60F53-E63A-48D1-BC0F-FEF20E3047F4}"/>
                </a:ext>
              </a:extLst>
            </p:cNvPr>
            <p:cNvSpPr/>
            <p:nvPr/>
          </p:nvSpPr>
          <p:spPr>
            <a:xfrm>
              <a:off x="3454403" y="9210689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18" name="Hexagon 717">
              <a:extLst>
                <a:ext uri="{FF2B5EF4-FFF2-40B4-BE49-F238E27FC236}">
                  <a16:creationId xmlns:a16="http://schemas.microsoft.com/office/drawing/2014/main" id="{EC026046-32FB-4612-A25D-39287B817A18}"/>
                </a:ext>
              </a:extLst>
            </p:cNvPr>
            <p:cNvSpPr/>
            <p:nvPr/>
          </p:nvSpPr>
          <p:spPr>
            <a:xfrm>
              <a:off x="3448036" y="9386908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19" name="Hexagon 718">
              <a:extLst>
                <a:ext uri="{FF2B5EF4-FFF2-40B4-BE49-F238E27FC236}">
                  <a16:creationId xmlns:a16="http://schemas.microsoft.com/office/drawing/2014/main" id="{C087892B-7658-4BCF-AABC-9ABBDFFA8D67}"/>
                </a:ext>
              </a:extLst>
            </p:cNvPr>
            <p:cNvSpPr/>
            <p:nvPr/>
          </p:nvSpPr>
          <p:spPr>
            <a:xfrm>
              <a:off x="3454148" y="903567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20" name="Hexagon 719">
              <a:extLst>
                <a:ext uri="{FF2B5EF4-FFF2-40B4-BE49-F238E27FC236}">
                  <a16:creationId xmlns:a16="http://schemas.microsoft.com/office/drawing/2014/main" id="{08E2B7E5-AA4A-421E-B037-A781E2B68DA8}"/>
                </a:ext>
              </a:extLst>
            </p:cNvPr>
            <p:cNvSpPr/>
            <p:nvPr/>
          </p:nvSpPr>
          <p:spPr>
            <a:xfrm>
              <a:off x="3452252" y="8685384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21" name="Hexagon 720">
              <a:extLst>
                <a:ext uri="{FF2B5EF4-FFF2-40B4-BE49-F238E27FC236}">
                  <a16:creationId xmlns:a16="http://schemas.microsoft.com/office/drawing/2014/main" id="{ADC98DDB-1313-47E9-83A1-DF3C63A676B7}"/>
                </a:ext>
              </a:extLst>
            </p:cNvPr>
            <p:cNvSpPr/>
            <p:nvPr/>
          </p:nvSpPr>
          <p:spPr>
            <a:xfrm>
              <a:off x="3446185" y="8860400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22" name="Hexagon 721">
              <a:extLst>
                <a:ext uri="{FF2B5EF4-FFF2-40B4-BE49-F238E27FC236}">
                  <a16:creationId xmlns:a16="http://schemas.microsoft.com/office/drawing/2014/main" id="{A7B26CD7-610E-4BA8-A1D7-0F73AD34FE88}"/>
                </a:ext>
              </a:extLst>
            </p:cNvPr>
            <p:cNvSpPr/>
            <p:nvPr/>
          </p:nvSpPr>
          <p:spPr>
            <a:xfrm>
              <a:off x="3448522" y="8509937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23" name="Hexagon 722">
              <a:extLst>
                <a:ext uri="{FF2B5EF4-FFF2-40B4-BE49-F238E27FC236}">
                  <a16:creationId xmlns:a16="http://schemas.microsoft.com/office/drawing/2014/main" id="{AF2833AF-2EC8-4FB8-915E-DB94AE9C22F5}"/>
                </a:ext>
              </a:extLst>
            </p:cNvPr>
            <p:cNvSpPr/>
            <p:nvPr/>
          </p:nvSpPr>
          <p:spPr>
            <a:xfrm>
              <a:off x="3680002" y="9133776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24" name="Hexagon 723">
              <a:extLst>
                <a:ext uri="{FF2B5EF4-FFF2-40B4-BE49-F238E27FC236}">
                  <a16:creationId xmlns:a16="http://schemas.microsoft.com/office/drawing/2014/main" id="{C5EB2B39-B881-4796-92BA-AF9A2C366E49}"/>
                </a:ext>
              </a:extLst>
            </p:cNvPr>
            <p:cNvSpPr/>
            <p:nvPr/>
          </p:nvSpPr>
          <p:spPr>
            <a:xfrm>
              <a:off x="3673635" y="9309995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25" name="Hexagon 724">
              <a:extLst>
                <a:ext uri="{FF2B5EF4-FFF2-40B4-BE49-F238E27FC236}">
                  <a16:creationId xmlns:a16="http://schemas.microsoft.com/office/drawing/2014/main" id="{74B21B2E-EA31-4162-A24C-F228C5ABE5D4}"/>
                </a:ext>
              </a:extLst>
            </p:cNvPr>
            <p:cNvSpPr/>
            <p:nvPr/>
          </p:nvSpPr>
          <p:spPr>
            <a:xfrm>
              <a:off x="3679747" y="8958760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26" name="Hexagon 725">
              <a:extLst>
                <a:ext uri="{FF2B5EF4-FFF2-40B4-BE49-F238E27FC236}">
                  <a16:creationId xmlns:a16="http://schemas.microsoft.com/office/drawing/2014/main" id="{6E01BCF2-A445-4808-92B8-F648D7620EA6}"/>
                </a:ext>
              </a:extLst>
            </p:cNvPr>
            <p:cNvSpPr/>
            <p:nvPr/>
          </p:nvSpPr>
          <p:spPr>
            <a:xfrm>
              <a:off x="3905454" y="9217321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27" name="Hexagon 726">
              <a:extLst>
                <a:ext uri="{FF2B5EF4-FFF2-40B4-BE49-F238E27FC236}">
                  <a16:creationId xmlns:a16="http://schemas.microsoft.com/office/drawing/2014/main" id="{B7C2F690-0CA4-4D60-842C-92669607D31C}"/>
                </a:ext>
              </a:extLst>
            </p:cNvPr>
            <p:cNvSpPr/>
            <p:nvPr/>
          </p:nvSpPr>
          <p:spPr>
            <a:xfrm>
              <a:off x="3899087" y="9393540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28" name="Hexagon 727">
              <a:extLst>
                <a:ext uri="{FF2B5EF4-FFF2-40B4-BE49-F238E27FC236}">
                  <a16:creationId xmlns:a16="http://schemas.microsoft.com/office/drawing/2014/main" id="{7FF8217B-85F9-476F-87A4-073E42BC865A}"/>
                </a:ext>
              </a:extLst>
            </p:cNvPr>
            <p:cNvSpPr/>
            <p:nvPr/>
          </p:nvSpPr>
          <p:spPr>
            <a:xfrm>
              <a:off x="4124686" y="9316627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29" name="Hexagon 728">
              <a:extLst>
                <a:ext uri="{FF2B5EF4-FFF2-40B4-BE49-F238E27FC236}">
                  <a16:creationId xmlns:a16="http://schemas.microsoft.com/office/drawing/2014/main" id="{D4D47C81-3139-4D29-84EC-B1716690C50D}"/>
                </a:ext>
              </a:extLst>
            </p:cNvPr>
            <p:cNvSpPr/>
            <p:nvPr/>
          </p:nvSpPr>
          <p:spPr>
            <a:xfrm>
              <a:off x="7315190" y="5749670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0" name="Hexagon 729">
              <a:extLst>
                <a:ext uri="{FF2B5EF4-FFF2-40B4-BE49-F238E27FC236}">
                  <a16:creationId xmlns:a16="http://schemas.microsoft.com/office/drawing/2014/main" id="{758CD5CE-479D-4221-A316-0267D9E57FA9}"/>
                </a:ext>
              </a:extLst>
            </p:cNvPr>
            <p:cNvSpPr/>
            <p:nvPr/>
          </p:nvSpPr>
          <p:spPr>
            <a:xfrm>
              <a:off x="6848590" y="5931987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1" name="Hexagon 730">
              <a:extLst>
                <a:ext uri="{FF2B5EF4-FFF2-40B4-BE49-F238E27FC236}">
                  <a16:creationId xmlns:a16="http://schemas.microsoft.com/office/drawing/2014/main" id="{065B23C9-5D3F-4DC4-96A6-9161D5197A1A}"/>
                </a:ext>
              </a:extLst>
            </p:cNvPr>
            <p:cNvSpPr/>
            <p:nvPr/>
          </p:nvSpPr>
          <p:spPr>
            <a:xfrm>
              <a:off x="7082432" y="5845496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2" name="Hexagon 731">
              <a:extLst>
                <a:ext uri="{FF2B5EF4-FFF2-40B4-BE49-F238E27FC236}">
                  <a16:creationId xmlns:a16="http://schemas.microsoft.com/office/drawing/2014/main" id="{0C6C9495-C3D6-4896-9C75-D1FBF5D45E16}"/>
                </a:ext>
              </a:extLst>
            </p:cNvPr>
            <p:cNvSpPr/>
            <p:nvPr/>
          </p:nvSpPr>
          <p:spPr>
            <a:xfrm>
              <a:off x="7540098" y="566778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3" name="Hexagon 732">
              <a:extLst>
                <a:ext uri="{FF2B5EF4-FFF2-40B4-BE49-F238E27FC236}">
                  <a16:creationId xmlns:a16="http://schemas.microsoft.com/office/drawing/2014/main" id="{27834D9D-2E6F-4C9B-9D49-C360A146A93A}"/>
                </a:ext>
              </a:extLst>
            </p:cNvPr>
            <p:cNvSpPr/>
            <p:nvPr/>
          </p:nvSpPr>
          <p:spPr>
            <a:xfrm>
              <a:off x="7776176" y="5758821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4" name="Hexagon 733">
              <a:extLst>
                <a:ext uri="{FF2B5EF4-FFF2-40B4-BE49-F238E27FC236}">
                  <a16:creationId xmlns:a16="http://schemas.microsoft.com/office/drawing/2014/main" id="{C03D9D5E-7C4B-4EE2-8355-E8C28CCAACC3}"/>
                </a:ext>
              </a:extLst>
            </p:cNvPr>
            <p:cNvSpPr/>
            <p:nvPr/>
          </p:nvSpPr>
          <p:spPr>
            <a:xfrm>
              <a:off x="7770252" y="5932990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5" name="Hexagon 734">
              <a:extLst>
                <a:ext uri="{FF2B5EF4-FFF2-40B4-BE49-F238E27FC236}">
                  <a16:creationId xmlns:a16="http://schemas.microsoft.com/office/drawing/2014/main" id="{90B651FA-5CF3-4A33-AE3A-D9B18DA954D1}"/>
                </a:ext>
              </a:extLst>
            </p:cNvPr>
            <p:cNvSpPr/>
            <p:nvPr/>
          </p:nvSpPr>
          <p:spPr>
            <a:xfrm>
              <a:off x="7540098" y="5846216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6" name="Hexagon 735">
              <a:extLst>
                <a:ext uri="{FF2B5EF4-FFF2-40B4-BE49-F238E27FC236}">
                  <a16:creationId xmlns:a16="http://schemas.microsoft.com/office/drawing/2014/main" id="{8BBEC097-76E8-4BFC-9878-6CF3D56800CB}"/>
                </a:ext>
              </a:extLst>
            </p:cNvPr>
            <p:cNvSpPr/>
            <p:nvPr/>
          </p:nvSpPr>
          <p:spPr>
            <a:xfrm>
              <a:off x="7535052" y="6024901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7" name="Hexagon 736">
              <a:extLst>
                <a:ext uri="{FF2B5EF4-FFF2-40B4-BE49-F238E27FC236}">
                  <a16:creationId xmlns:a16="http://schemas.microsoft.com/office/drawing/2014/main" id="{761DB098-1A76-4352-B7F9-CA6F9EBA2B5D}"/>
                </a:ext>
              </a:extLst>
            </p:cNvPr>
            <p:cNvSpPr/>
            <p:nvPr/>
          </p:nvSpPr>
          <p:spPr>
            <a:xfrm>
              <a:off x="7536917" y="6202445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8" name="Hexagon 737">
              <a:extLst>
                <a:ext uri="{FF2B5EF4-FFF2-40B4-BE49-F238E27FC236}">
                  <a16:creationId xmlns:a16="http://schemas.microsoft.com/office/drawing/2014/main" id="{1A895B0A-1E7B-4745-AB45-BF01949617DC}"/>
                </a:ext>
              </a:extLst>
            </p:cNvPr>
            <p:cNvSpPr/>
            <p:nvPr/>
          </p:nvSpPr>
          <p:spPr>
            <a:xfrm>
              <a:off x="7535052" y="6380448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39" name="Hexagon 738">
              <a:extLst>
                <a:ext uri="{FF2B5EF4-FFF2-40B4-BE49-F238E27FC236}">
                  <a16:creationId xmlns:a16="http://schemas.microsoft.com/office/drawing/2014/main" id="{25534C63-8AD9-44A1-B4B1-8CBDB7581983}"/>
                </a:ext>
              </a:extLst>
            </p:cNvPr>
            <p:cNvSpPr/>
            <p:nvPr/>
          </p:nvSpPr>
          <p:spPr>
            <a:xfrm>
              <a:off x="7542936" y="655698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0" name="Hexagon 739">
              <a:extLst>
                <a:ext uri="{FF2B5EF4-FFF2-40B4-BE49-F238E27FC236}">
                  <a16:creationId xmlns:a16="http://schemas.microsoft.com/office/drawing/2014/main" id="{53FA5437-4A7D-40F5-916E-138A54FC0F6D}"/>
                </a:ext>
              </a:extLst>
            </p:cNvPr>
            <p:cNvSpPr/>
            <p:nvPr/>
          </p:nvSpPr>
          <p:spPr>
            <a:xfrm>
              <a:off x="7307758" y="5931088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1" name="Hexagon 740">
              <a:extLst>
                <a:ext uri="{FF2B5EF4-FFF2-40B4-BE49-F238E27FC236}">
                  <a16:creationId xmlns:a16="http://schemas.microsoft.com/office/drawing/2014/main" id="{31A2CA25-5889-4D44-91A0-73DD5D8236FF}"/>
                </a:ext>
              </a:extLst>
            </p:cNvPr>
            <p:cNvSpPr/>
            <p:nvPr/>
          </p:nvSpPr>
          <p:spPr>
            <a:xfrm>
              <a:off x="7309623" y="6108632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2" name="Hexagon 741">
              <a:extLst>
                <a:ext uri="{FF2B5EF4-FFF2-40B4-BE49-F238E27FC236}">
                  <a16:creationId xmlns:a16="http://schemas.microsoft.com/office/drawing/2014/main" id="{215B1BE2-7004-4C1D-85AC-9DED5A400E63}"/>
                </a:ext>
              </a:extLst>
            </p:cNvPr>
            <p:cNvSpPr/>
            <p:nvPr/>
          </p:nvSpPr>
          <p:spPr>
            <a:xfrm>
              <a:off x="7307758" y="6286635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3" name="Hexagon 742">
              <a:extLst>
                <a:ext uri="{FF2B5EF4-FFF2-40B4-BE49-F238E27FC236}">
                  <a16:creationId xmlns:a16="http://schemas.microsoft.com/office/drawing/2014/main" id="{8EBFB39D-9DBB-4E84-A6C3-88E7D15254BA}"/>
                </a:ext>
              </a:extLst>
            </p:cNvPr>
            <p:cNvSpPr/>
            <p:nvPr/>
          </p:nvSpPr>
          <p:spPr>
            <a:xfrm>
              <a:off x="7315642" y="6463170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4" name="Hexagon 743">
              <a:extLst>
                <a:ext uri="{FF2B5EF4-FFF2-40B4-BE49-F238E27FC236}">
                  <a16:creationId xmlns:a16="http://schemas.microsoft.com/office/drawing/2014/main" id="{9CB2BE7C-5C74-4524-A3C0-ACF90BD0E915}"/>
                </a:ext>
              </a:extLst>
            </p:cNvPr>
            <p:cNvSpPr/>
            <p:nvPr/>
          </p:nvSpPr>
          <p:spPr>
            <a:xfrm>
              <a:off x="6853868" y="6293236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5" name="Hexagon 744">
              <a:extLst>
                <a:ext uri="{FF2B5EF4-FFF2-40B4-BE49-F238E27FC236}">
                  <a16:creationId xmlns:a16="http://schemas.microsoft.com/office/drawing/2014/main" id="{DCF42FEF-8933-4E4A-BEF3-7261ADAA1C5D}"/>
                </a:ext>
              </a:extLst>
            </p:cNvPr>
            <p:cNvSpPr/>
            <p:nvPr/>
          </p:nvSpPr>
          <p:spPr>
            <a:xfrm>
              <a:off x="6855733" y="6470780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6" name="Hexagon 745">
              <a:extLst>
                <a:ext uri="{FF2B5EF4-FFF2-40B4-BE49-F238E27FC236}">
                  <a16:creationId xmlns:a16="http://schemas.microsoft.com/office/drawing/2014/main" id="{2D0B4F2E-92B7-41B1-8436-B95D33A849F3}"/>
                </a:ext>
              </a:extLst>
            </p:cNvPr>
            <p:cNvSpPr/>
            <p:nvPr/>
          </p:nvSpPr>
          <p:spPr>
            <a:xfrm>
              <a:off x="6853868" y="664878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7" name="Hexagon 746">
              <a:extLst>
                <a:ext uri="{FF2B5EF4-FFF2-40B4-BE49-F238E27FC236}">
                  <a16:creationId xmlns:a16="http://schemas.microsoft.com/office/drawing/2014/main" id="{B2F9D3D3-FD0F-48CC-8A7A-B6B45A5857DC}"/>
                </a:ext>
              </a:extLst>
            </p:cNvPr>
            <p:cNvSpPr/>
            <p:nvPr/>
          </p:nvSpPr>
          <p:spPr>
            <a:xfrm>
              <a:off x="6861752" y="6825318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8" name="Hexagon 747">
              <a:extLst>
                <a:ext uri="{FF2B5EF4-FFF2-40B4-BE49-F238E27FC236}">
                  <a16:creationId xmlns:a16="http://schemas.microsoft.com/office/drawing/2014/main" id="{DB52B824-B600-4B0D-ACE7-BFF6CA8EA608}"/>
                </a:ext>
              </a:extLst>
            </p:cNvPr>
            <p:cNvSpPr/>
            <p:nvPr/>
          </p:nvSpPr>
          <p:spPr>
            <a:xfrm>
              <a:off x="6620555" y="6552774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49" name="Hexagon 748">
              <a:extLst>
                <a:ext uri="{FF2B5EF4-FFF2-40B4-BE49-F238E27FC236}">
                  <a16:creationId xmlns:a16="http://schemas.microsoft.com/office/drawing/2014/main" id="{A15C881E-A394-48DA-BB2D-DBDF9BD42985}"/>
                </a:ext>
              </a:extLst>
            </p:cNvPr>
            <p:cNvSpPr/>
            <p:nvPr/>
          </p:nvSpPr>
          <p:spPr>
            <a:xfrm>
              <a:off x="6622420" y="6730318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0" name="Hexagon 749">
              <a:extLst>
                <a:ext uri="{FF2B5EF4-FFF2-40B4-BE49-F238E27FC236}">
                  <a16:creationId xmlns:a16="http://schemas.microsoft.com/office/drawing/2014/main" id="{D1E3916D-98A9-4DEE-A419-4F87D98A9870}"/>
                </a:ext>
              </a:extLst>
            </p:cNvPr>
            <p:cNvSpPr/>
            <p:nvPr/>
          </p:nvSpPr>
          <p:spPr>
            <a:xfrm>
              <a:off x="6620555" y="6908321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1" name="Hexagon 750">
              <a:extLst>
                <a:ext uri="{FF2B5EF4-FFF2-40B4-BE49-F238E27FC236}">
                  <a16:creationId xmlns:a16="http://schemas.microsoft.com/office/drawing/2014/main" id="{B4FAAA3F-DB83-4E2B-B8A0-BE19F8AF87B3}"/>
                </a:ext>
              </a:extLst>
            </p:cNvPr>
            <p:cNvSpPr/>
            <p:nvPr/>
          </p:nvSpPr>
          <p:spPr>
            <a:xfrm>
              <a:off x="6628439" y="7084856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2" name="Hexagon 751">
              <a:extLst>
                <a:ext uri="{FF2B5EF4-FFF2-40B4-BE49-F238E27FC236}">
                  <a16:creationId xmlns:a16="http://schemas.microsoft.com/office/drawing/2014/main" id="{ECFD6026-A597-4B74-A932-D5965C877FFA}"/>
                </a:ext>
              </a:extLst>
            </p:cNvPr>
            <p:cNvSpPr/>
            <p:nvPr/>
          </p:nvSpPr>
          <p:spPr>
            <a:xfrm>
              <a:off x="7087682" y="6564086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3" name="Hexagon 752">
              <a:extLst>
                <a:ext uri="{FF2B5EF4-FFF2-40B4-BE49-F238E27FC236}">
                  <a16:creationId xmlns:a16="http://schemas.microsoft.com/office/drawing/2014/main" id="{F9BDD6AC-FFFB-4320-98D5-0E9938D1AC16}"/>
                </a:ext>
              </a:extLst>
            </p:cNvPr>
            <p:cNvSpPr/>
            <p:nvPr/>
          </p:nvSpPr>
          <p:spPr>
            <a:xfrm>
              <a:off x="7079754" y="6205100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4" name="Hexagon 753">
              <a:extLst>
                <a:ext uri="{FF2B5EF4-FFF2-40B4-BE49-F238E27FC236}">
                  <a16:creationId xmlns:a16="http://schemas.microsoft.com/office/drawing/2014/main" id="{4CC3D32A-54FE-4BC2-A14A-1E296EFBDF0C}"/>
                </a:ext>
              </a:extLst>
            </p:cNvPr>
            <p:cNvSpPr/>
            <p:nvPr/>
          </p:nvSpPr>
          <p:spPr>
            <a:xfrm>
              <a:off x="7079754" y="602380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5" name="Hexagon 754">
              <a:extLst>
                <a:ext uri="{FF2B5EF4-FFF2-40B4-BE49-F238E27FC236}">
                  <a16:creationId xmlns:a16="http://schemas.microsoft.com/office/drawing/2014/main" id="{84F1D9EE-4BF3-43D8-B61C-08EB1FDBD54D}"/>
                </a:ext>
              </a:extLst>
            </p:cNvPr>
            <p:cNvSpPr/>
            <p:nvPr/>
          </p:nvSpPr>
          <p:spPr>
            <a:xfrm>
              <a:off x="6850595" y="6110957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6" name="Hexagon 755">
              <a:extLst>
                <a:ext uri="{FF2B5EF4-FFF2-40B4-BE49-F238E27FC236}">
                  <a16:creationId xmlns:a16="http://schemas.microsoft.com/office/drawing/2014/main" id="{C98C1158-DA02-4BCD-A870-B58A25EA8738}"/>
                </a:ext>
              </a:extLst>
            </p:cNvPr>
            <p:cNvSpPr/>
            <p:nvPr/>
          </p:nvSpPr>
          <p:spPr>
            <a:xfrm>
              <a:off x="6629630" y="6382091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7" name="Hexagon 756">
              <a:extLst>
                <a:ext uri="{FF2B5EF4-FFF2-40B4-BE49-F238E27FC236}">
                  <a16:creationId xmlns:a16="http://schemas.microsoft.com/office/drawing/2014/main" id="{7023E758-9D95-4126-84D7-C22624BBCE31}"/>
                </a:ext>
              </a:extLst>
            </p:cNvPr>
            <p:cNvSpPr/>
            <p:nvPr/>
          </p:nvSpPr>
          <p:spPr>
            <a:xfrm>
              <a:off x="6626357" y="6199812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8" name="Hexagon 757">
              <a:extLst>
                <a:ext uri="{FF2B5EF4-FFF2-40B4-BE49-F238E27FC236}">
                  <a16:creationId xmlns:a16="http://schemas.microsoft.com/office/drawing/2014/main" id="{DF276A10-D542-4FC3-AD68-3F688D21D5C5}"/>
                </a:ext>
              </a:extLst>
            </p:cNvPr>
            <p:cNvSpPr/>
            <p:nvPr/>
          </p:nvSpPr>
          <p:spPr>
            <a:xfrm>
              <a:off x="6383088" y="6640969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59" name="Hexagon 758">
              <a:extLst>
                <a:ext uri="{FF2B5EF4-FFF2-40B4-BE49-F238E27FC236}">
                  <a16:creationId xmlns:a16="http://schemas.microsoft.com/office/drawing/2014/main" id="{2FCDE644-3599-4097-9940-3C5A81CEA2BC}"/>
                </a:ext>
              </a:extLst>
            </p:cNvPr>
            <p:cNvSpPr/>
            <p:nvPr/>
          </p:nvSpPr>
          <p:spPr>
            <a:xfrm>
              <a:off x="7547591" y="6736853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33" name="Hexagon 2032">
              <a:extLst>
                <a:ext uri="{FF2B5EF4-FFF2-40B4-BE49-F238E27FC236}">
                  <a16:creationId xmlns:a16="http://schemas.microsoft.com/office/drawing/2014/main" id="{3F043390-90D6-4EB0-8572-F60EE086E8EB}"/>
                </a:ext>
              </a:extLst>
            </p:cNvPr>
            <p:cNvSpPr/>
            <p:nvPr/>
          </p:nvSpPr>
          <p:spPr>
            <a:xfrm>
              <a:off x="1614738" y="6372809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3" name="四级" hidden="1">
            <a:extLst>
              <a:ext uri="{FF2B5EF4-FFF2-40B4-BE49-F238E27FC236}">
                <a16:creationId xmlns:a16="http://schemas.microsoft.com/office/drawing/2014/main" id="{54C9CEB4-BA43-4554-8D89-083A0A8305C0}"/>
              </a:ext>
            </a:extLst>
          </p:cNvPr>
          <p:cNvGrpSpPr/>
          <p:nvPr/>
        </p:nvGrpSpPr>
        <p:grpSpPr>
          <a:xfrm>
            <a:off x="3658052" y="1490460"/>
            <a:ext cx="6691160" cy="7899179"/>
            <a:chOff x="3658052" y="1490460"/>
            <a:chExt cx="6691160" cy="7899179"/>
          </a:xfrm>
        </p:grpSpPr>
        <p:sp>
          <p:nvSpPr>
            <p:cNvPr id="992" name="Hexagon 991">
              <a:extLst>
                <a:ext uri="{FF2B5EF4-FFF2-40B4-BE49-F238E27FC236}">
                  <a16:creationId xmlns:a16="http://schemas.microsoft.com/office/drawing/2014/main" id="{C8038C39-0B5C-4CAA-A88F-D9BFC50FCD25}"/>
                </a:ext>
              </a:extLst>
            </p:cNvPr>
            <p:cNvSpPr/>
            <p:nvPr/>
          </p:nvSpPr>
          <p:spPr>
            <a:xfrm>
              <a:off x="9363161" y="3361862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93" name="Hexagon 992">
              <a:extLst>
                <a:ext uri="{FF2B5EF4-FFF2-40B4-BE49-F238E27FC236}">
                  <a16:creationId xmlns:a16="http://schemas.microsoft.com/office/drawing/2014/main" id="{A6040C07-E5E7-481F-84D3-B8BA580AF581}"/>
                </a:ext>
              </a:extLst>
            </p:cNvPr>
            <p:cNvSpPr/>
            <p:nvPr/>
          </p:nvSpPr>
          <p:spPr>
            <a:xfrm>
              <a:off x="9364741" y="3185463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94" name="Hexagon 993">
              <a:extLst>
                <a:ext uri="{FF2B5EF4-FFF2-40B4-BE49-F238E27FC236}">
                  <a16:creationId xmlns:a16="http://schemas.microsoft.com/office/drawing/2014/main" id="{0C84E4F8-EC32-4F7B-9738-7552ADD478B7}"/>
                </a:ext>
              </a:extLst>
            </p:cNvPr>
            <p:cNvSpPr/>
            <p:nvPr/>
          </p:nvSpPr>
          <p:spPr>
            <a:xfrm>
              <a:off x="9359419" y="3012531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55" name="Hexagon 2254">
              <a:extLst>
                <a:ext uri="{FF2B5EF4-FFF2-40B4-BE49-F238E27FC236}">
                  <a16:creationId xmlns:a16="http://schemas.microsoft.com/office/drawing/2014/main" id="{9DB8281B-2B06-4019-8C74-F81F784F863F}"/>
                </a:ext>
              </a:extLst>
            </p:cNvPr>
            <p:cNvSpPr/>
            <p:nvPr/>
          </p:nvSpPr>
          <p:spPr>
            <a:xfrm>
              <a:off x="3893221" y="9032358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0" name="Hexagon 759">
              <a:extLst>
                <a:ext uri="{FF2B5EF4-FFF2-40B4-BE49-F238E27FC236}">
                  <a16:creationId xmlns:a16="http://schemas.microsoft.com/office/drawing/2014/main" id="{C9F1C287-9478-4F9A-B9E8-C61534C1698D}"/>
                </a:ext>
              </a:extLst>
            </p:cNvPr>
            <p:cNvSpPr/>
            <p:nvPr/>
          </p:nvSpPr>
          <p:spPr>
            <a:xfrm>
              <a:off x="4118397" y="8944614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1" name="Hexagon 760">
              <a:extLst>
                <a:ext uri="{FF2B5EF4-FFF2-40B4-BE49-F238E27FC236}">
                  <a16:creationId xmlns:a16="http://schemas.microsoft.com/office/drawing/2014/main" id="{C91E1843-846B-451E-ACF5-A4A1E0C9A3D1}"/>
                </a:ext>
              </a:extLst>
            </p:cNvPr>
            <p:cNvSpPr/>
            <p:nvPr/>
          </p:nvSpPr>
          <p:spPr>
            <a:xfrm>
              <a:off x="4348937" y="9037191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2" name="Hexagon 761">
              <a:extLst>
                <a:ext uri="{FF2B5EF4-FFF2-40B4-BE49-F238E27FC236}">
                  <a16:creationId xmlns:a16="http://schemas.microsoft.com/office/drawing/2014/main" id="{E0A24EF8-5288-4F58-8846-420732223493}"/>
                </a:ext>
              </a:extLst>
            </p:cNvPr>
            <p:cNvSpPr/>
            <p:nvPr/>
          </p:nvSpPr>
          <p:spPr>
            <a:xfrm>
              <a:off x="3887242" y="8853162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3" name="Hexagon 762">
              <a:extLst>
                <a:ext uri="{FF2B5EF4-FFF2-40B4-BE49-F238E27FC236}">
                  <a16:creationId xmlns:a16="http://schemas.microsoft.com/office/drawing/2014/main" id="{7D26A53C-D48E-4B64-87F7-B0B265CA34D8}"/>
                </a:ext>
              </a:extLst>
            </p:cNvPr>
            <p:cNvSpPr/>
            <p:nvPr/>
          </p:nvSpPr>
          <p:spPr>
            <a:xfrm>
              <a:off x="3664031" y="8763414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4" name="Hexagon 763">
              <a:extLst>
                <a:ext uri="{FF2B5EF4-FFF2-40B4-BE49-F238E27FC236}">
                  <a16:creationId xmlns:a16="http://schemas.microsoft.com/office/drawing/2014/main" id="{E3D655B0-EEE5-4945-BA9A-6D78E731086C}"/>
                </a:ext>
              </a:extLst>
            </p:cNvPr>
            <p:cNvSpPr/>
            <p:nvPr/>
          </p:nvSpPr>
          <p:spPr>
            <a:xfrm>
              <a:off x="3658052" y="8584218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5" name="Hexagon 764">
              <a:extLst>
                <a:ext uri="{FF2B5EF4-FFF2-40B4-BE49-F238E27FC236}">
                  <a16:creationId xmlns:a16="http://schemas.microsoft.com/office/drawing/2014/main" id="{44B0883F-F56F-4274-AA53-6CEC58AECC1E}"/>
                </a:ext>
              </a:extLst>
            </p:cNvPr>
            <p:cNvSpPr/>
            <p:nvPr/>
          </p:nvSpPr>
          <p:spPr>
            <a:xfrm>
              <a:off x="3896008" y="8672706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6" name="Hexagon 765">
              <a:extLst>
                <a:ext uri="{FF2B5EF4-FFF2-40B4-BE49-F238E27FC236}">
                  <a16:creationId xmlns:a16="http://schemas.microsoft.com/office/drawing/2014/main" id="{0597CFA2-D78D-4610-B82C-663C225FB279}"/>
                </a:ext>
              </a:extLst>
            </p:cNvPr>
            <p:cNvSpPr/>
            <p:nvPr/>
          </p:nvSpPr>
          <p:spPr>
            <a:xfrm>
              <a:off x="3890029" y="8493510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7" name="Hexagon 766">
              <a:extLst>
                <a:ext uri="{FF2B5EF4-FFF2-40B4-BE49-F238E27FC236}">
                  <a16:creationId xmlns:a16="http://schemas.microsoft.com/office/drawing/2014/main" id="{B3636D98-B3CF-4672-AAB4-4C3E85C1E63D}"/>
                </a:ext>
              </a:extLst>
            </p:cNvPr>
            <p:cNvSpPr/>
            <p:nvPr/>
          </p:nvSpPr>
          <p:spPr>
            <a:xfrm>
              <a:off x="4119733" y="8767606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8" name="Hexagon 767">
              <a:extLst>
                <a:ext uri="{FF2B5EF4-FFF2-40B4-BE49-F238E27FC236}">
                  <a16:creationId xmlns:a16="http://schemas.microsoft.com/office/drawing/2014/main" id="{1331F64C-B775-4035-9850-93455A629E12}"/>
                </a:ext>
              </a:extLst>
            </p:cNvPr>
            <p:cNvSpPr/>
            <p:nvPr/>
          </p:nvSpPr>
          <p:spPr>
            <a:xfrm>
              <a:off x="4113754" y="8588410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69" name="Hexagon 768">
              <a:extLst>
                <a:ext uri="{FF2B5EF4-FFF2-40B4-BE49-F238E27FC236}">
                  <a16:creationId xmlns:a16="http://schemas.microsoft.com/office/drawing/2014/main" id="{DB2FFB68-1E21-4D0F-8C23-2C4829CFFC94}"/>
                </a:ext>
              </a:extLst>
            </p:cNvPr>
            <p:cNvSpPr/>
            <p:nvPr/>
          </p:nvSpPr>
          <p:spPr>
            <a:xfrm>
              <a:off x="4355680" y="8851363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0" name="Hexagon 769">
              <a:extLst>
                <a:ext uri="{FF2B5EF4-FFF2-40B4-BE49-F238E27FC236}">
                  <a16:creationId xmlns:a16="http://schemas.microsoft.com/office/drawing/2014/main" id="{16ED64A9-D4DF-4A26-9DB9-E787FBD3136D}"/>
                </a:ext>
              </a:extLst>
            </p:cNvPr>
            <p:cNvSpPr/>
            <p:nvPr/>
          </p:nvSpPr>
          <p:spPr>
            <a:xfrm>
              <a:off x="4349701" y="8672167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1" name="Hexagon 770">
              <a:extLst>
                <a:ext uri="{FF2B5EF4-FFF2-40B4-BE49-F238E27FC236}">
                  <a16:creationId xmlns:a16="http://schemas.microsoft.com/office/drawing/2014/main" id="{66DAB72C-9E5A-427C-963C-DEAC13AD796C}"/>
                </a:ext>
              </a:extLst>
            </p:cNvPr>
            <p:cNvSpPr/>
            <p:nvPr/>
          </p:nvSpPr>
          <p:spPr>
            <a:xfrm>
              <a:off x="4580835" y="875775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2" name="Hexagon 771">
              <a:extLst>
                <a:ext uri="{FF2B5EF4-FFF2-40B4-BE49-F238E27FC236}">
                  <a16:creationId xmlns:a16="http://schemas.microsoft.com/office/drawing/2014/main" id="{51295F60-009D-456E-A92A-6A93ADB27215}"/>
                </a:ext>
              </a:extLst>
            </p:cNvPr>
            <p:cNvSpPr/>
            <p:nvPr/>
          </p:nvSpPr>
          <p:spPr>
            <a:xfrm>
              <a:off x="4574856" y="8578559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3" name="Hexagon 772">
              <a:extLst>
                <a:ext uri="{FF2B5EF4-FFF2-40B4-BE49-F238E27FC236}">
                  <a16:creationId xmlns:a16="http://schemas.microsoft.com/office/drawing/2014/main" id="{68799951-264C-4BB6-AC7E-81AD5D7BDBD3}"/>
                </a:ext>
              </a:extLst>
            </p:cNvPr>
            <p:cNvSpPr/>
            <p:nvPr/>
          </p:nvSpPr>
          <p:spPr>
            <a:xfrm>
              <a:off x="4116030" y="840550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4" name="Hexagon 773">
              <a:extLst>
                <a:ext uri="{FF2B5EF4-FFF2-40B4-BE49-F238E27FC236}">
                  <a16:creationId xmlns:a16="http://schemas.microsoft.com/office/drawing/2014/main" id="{9DFA744D-53E2-4DA9-99CE-D51A55A730BF}"/>
                </a:ext>
              </a:extLst>
            </p:cNvPr>
            <p:cNvSpPr/>
            <p:nvPr/>
          </p:nvSpPr>
          <p:spPr>
            <a:xfrm>
              <a:off x="4110051" y="8226309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5" name="Hexagon 774">
              <a:extLst>
                <a:ext uri="{FF2B5EF4-FFF2-40B4-BE49-F238E27FC236}">
                  <a16:creationId xmlns:a16="http://schemas.microsoft.com/office/drawing/2014/main" id="{B6A39CF8-4A51-4808-B2CF-77DBC039F39A}"/>
                </a:ext>
              </a:extLst>
            </p:cNvPr>
            <p:cNvSpPr/>
            <p:nvPr/>
          </p:nvSpPr>
          <p:spPr>
            <a:xfrm>
              <a:off x="4349488" y="849886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6" name="Hexagon 775">
              <a:extLst>
                <a:ext uri="{FF2B5EF4-FFF2-40B4-BE49-F238E27FC236}">
                  <a16:creationId xmlns:a16="http://schemas.microsoft.com/office/drawing/2014/main" id="{E0D1806E-BD54-4C5D-A958-182F543DF6FF}"/>
                </a:ext>
              </a:extLst>
            </p:cNvPr>
            <p:cNvSpPr/>
            <p:nvPr/>
          </p:nvSpPr>
          <p:spPr>
            <a:xfrm>
              <a:off x="4343509" y="8319669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7" name="Hexagon 776">
              <a:extLst>
                <a:ext uri="{FF2B5EF4-FFF2-40B4-BE49-F238E27FC236}">
                  <a16:creationId xmlns:a16="http://schemas.microsoft.com/office/drawing/2014/main" id="{1A0DB9C3-87F6-4340-9B0F-BFA37FC9447B}"/>
                </a:ext>
              </a:extLst>
            </p:cNvPr>
            <p:cNvSpPr/>
            <p:nvPr/>
          </p:nvSpPr>
          <p:spPr>
            <a:xfrm>
              <a:off x="4573376" y="8406742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8" name="Hexagon 777">
              <a:extLst>
                <a:ext uri="{FF2B5EF4-FFF2-40B4-BE49-F238E27FC236}">
                  <a16:creationId xmlns:a16="http://schemas.microsoft.com/office/drawing/2014/main" id="{12D34B57-A990-4F59-A1A9-8C8EC4D6C279}"/>
                </a:ext>
              </a:extLst>
            </p:cNvPr>
            <p:cNvSpPr/>
            <p:nvPr/>
          </p:nvSpPr>
          <p:spPr>
            <a:xfrm>
              <a:off x="4567397" y="8227546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79" name="Hexagon 778">
              <a:extLst>
                <a:ext uri="{FF2B5EF4-FFF2-40B4-BE49-F238E27FC236}">
                  <a16:creationId xmlns:a16="http://schemas.microsoft.com/office/drawing/2014/main" id="{F8AC771A-D0F8-4FB6-B3F0-9FF1A5D3E0F8}"/>
                </a:ext>
              </a:extLst>
            </p:cNvPr>
            <p:cNvSpPr/>
            <p:nvPr/>
          </p:nvSpPr>
          <p:spPr>
            <a:xfrm>
              <a:off x="4810909" y="8491032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0" name="Hexagon 779">
              <a:extLst>
                <a:ext uri="{FF2B5EF4-FFF2-40B4-BE49-F238E27FC236}">
                  <a16:creationId xmlns:a16="http://schemas.microsoft.com/office/drawing/2014/main" id="{2F5F641E-B740-4F0E-9257-947D5DA36F3C}"/>
                </a:ext>
              </a:extLst>
            </p:cNvPr>
            <p:cNvSpPr/>
            <p:nvPr/>
          </p:nvSpPr>
          <p:spPr>
            <a:xfrm>
              <a:off x="4804930" y="8311836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1" name="Hexagon 780">
              <a:extLst>
                <a:ext uri="{FF2B5EF4-FFF2-40B4-BE49-F238E27FC236}">
                  <a16:creationId xmlns:a16="http://schemas.microsoft.com/office/drawing/2014/main" id="{98E62CA1-1D37-4C2A-BBE3-2129E9E5E99E}"/>
                </a:ext>
              </a:extLst>
            </p:cNvPr>
            <p:cNvSpPr/>
            <p:nvPr/>
          </p:nvSpPr>
          <p:spPr>
            <a:xfrm>
              <a:off x="5040825" y="8581617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2" name="Hexagon 781">
              <a:extLst>
                <a:ext uri="{FF2B5EF4-FFF2-40B4-BE49-F238E27FC236}">
                  <a16:creationId xmlns:a16="http://schemas.microsoft.com/office/drawing/2014/main" id="{8684B984-CA37-4EE4-ACEE-DACC7EF77B99}"/>
                </a:ext>
              </a:extLst>
            </p:cNvPr>
            <p:cNvSpPr/>
            <p:nvPr/>
          </p:nvSpPr>
          <p:spPr>
            <a:xfrm>
              <a:off x="5034846" y="8402421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3" name="Hexagon 782">
              <a:extLst>
                <a:ext uri="{FF2B5EF4-FFF2-40B4-BE49-F238E27FC236}">
                  <a16:creationId xmlns:a16="http://schemas.microsoft.com/office/drawing/2014/main" id="{B9A5F7A3-2531-45EE-95B7-F3CEAE4E46DB}"/>
                </a:ext>
              </a:extLst>
            </p:cNvPr>
            <p:cNvSpPr/>
            <p:nvPr/>
          </p:nvSpPr>
          <p:spPr>
            <a:xfrm>
              <a:off x="5266163" y="8499462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4" name="Hexagon 783">
              <a:extLst>
                <a:ext uri="{FF2B5EF4-FFF2-40B4-BE49-F238E27FC236}">
                  <a16:creationId xmlns:a16="http://schemas.microsoft.com/office/drawing/2014/main" id="{29693068-ABC0-41EC-AFCE-5799AFDB11F9}"/>
                </a:ext>
              </a:extLst>
            </p:cNvPr>
            <p:cNvSpPr/>
            <p:nvPr/>
          </p:nvSpPr>
          <p:spPr>
            <a:xfrm>
              <a:off x="5266534" y="8317091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5" name="Hexagon 784">
              <a:extLst>
                <a:ext uri="{FF2B5EF4-FFF2-40B4-BE49-F238E27FC236}">
                  <a16:creationId xmlns:a16="http://schemas.microsoft.com/office/drawing/2014/main" id="{0A29CF0D-17FC-4B2D-B327-D628FF4B31C1}"/>
                </a:ext>
              </a:extLst>
            </p:cNvPr>
            <p:cNvSpPr/>
            <p:nvPr/>
          </p:nvSpPr>
          <p:spPr>
            <a:xfrm>
              <a:off x="5492650" y="8590810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6" name="Hexagon 785">
              <a:extLst>
                <a:ext uri="{FF2B5EF4-FFF2-40B4-BE49-F238E27FC236}">
                  <a16:creationId xmlns:a16="http://schemas.microsoft.com/office/drawing/2014/main" id="{D2EC2171-E5DD-4C4A-BAB0-D124B923378B}"/>
                </a:ext>
              </a:extLst>
            </p:cNvPr>
            <p:cNvSpPr/>
            <p:nvPr/>
          </p:nvSpPr>
          <p:spPr>
            <a:xfrm>
              <a:off x="5493021" y="8411614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7" name="Hexagon 786">
              <a:extLst>
                <a:ext uri="{FF2B5EF4-FFF2-40B4-BE49-F238E27FC236}">
                  <a16:creationId xmlns:a16="http://schemas.microsoft.com/office/drawing/2014/main" id="{7B7286FD-7C29-45D1-817D-5A24DAFBAEEE}"/>
                </a:ext>
              </a:extLst>
            </p:cNvPr>
            <p:cNvSpPr/>
            <p:nvPr/>
          </p:nvSpPr>
          <p:spPr>
            <a:xfrm>
              <a:off x="3887277" y="8315023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8" name="Hexagon 787">
              <a:extLst>
                <a:ext uri="{FF2B5EF4-FFF2-40B4-BE49-F238E27FC236}">
                  <a16:creationId xmlns:a16="http://schemas.microsoft.com/office/drawing/2014/main" id="{B5D2FA7A-1CEE-404C-B01C-A4728738840C}"/>
                </a:ext>
              </a:extLst>
            </p:cNvPr>
            <p:cNvSpPr/>
            <p:nvPr/>
          </p:nvSpPr>
          <p:spPr>
            <a:xfrm>
              <a:off x="4116032" y="804562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89" name="Hexagon 788">
              <a:extLst>
                <a:ext uri="{FF2B5EF4-FFF2-40B4-BE49-F238E27FC236}">
                  <a16:creationId xmlns:a16="http://schemas.microsoft.com/office/drawing/2014/main" id="{20715FCB-4865-4F71-ADE3-C600B2934B9C}"/>
                </a:ext>
              </a:extLst>
            </p:cNvPr>
            <p:cNvSpPr/>
            <p:nvPr/>
          </p:nvSpPr>
          <p:spPr>
            <a:xfrm>
              <a:off x="4339920" y="8137641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0" name="Hexagon 789">
              <a:extLst>
                <a:ext uri="{FF2B5EF4-FFF2-40B4-BE49-F238E27FC236}">
                  <a16:creationId xmlns:a16="http://schemas.microsoft.com/office/drawing/2014/main" id="{6EC741BA-D5AB-4079-AA46-8C9C86FEFC11}"/>
                </a:ext>
              </a:extLst>
            </p:cNvPr>
            <p:cNvSpPr/>
            <p:nvPr/>
          </p:nvSpPr>
          <p:spPr>
            <a:xfrm>
              <a:off x="5033860" y="8224309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1" name="Hexagon 790">
              <a:extLst>
                <a:ext uri="{FF2B5EF4-FFF2-40B4-BE49-F238E27FC236}">
                  <a16:creationId xmlns:a16="http://schemas.microsoft.com/office/drawing/2014/main" id="{8F9F1FBE-61DA-4E38-9D63-3D4B42EE97C9}"/>
                </a:ext>
              </a:extLst>
            </p:cNvPr>
            <p:cNvSpPr/>
            <p:nvPr/>
          </p:nvSpPr>
          <p:spPr>
            <a:xfrm>
              <a:off x="5027881" y="8045113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2" name="Hexagon 791">
              <a:extLst>
                <a:ext uri="{FF2B5EF4-FFF2-40B4-BE49-F238E27FC236}">
                  <a16:creationId xmlns:a16="http://schemas.microsoft.com/office/drawing/2014/main" id="{42897845-C627-4599-8651-6B7E2C56FD53}"/>
                </a:ext>
              </a:extLst>
            </p:cNvPr>
            <p:cNvSpPr/>
            <p:nvPr/>
          </p:nvSpPr>
          <p:spPr>
            <a:xfrm>
              <a:off x="5265622" y="8141416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3" name="Hexagon 792">
              <a:extLst>
                <a:ext uri="{FF2B5EF4-FFF2-40B4-BE49-F238E27FC236}">
                  <a16:creationId xmlns:a16="http://schemas.microsoft.com/office/drawing/2014/main" id="{957AB58E-AD92-416A-89F2-2986F0410E36}"/>
                </a:ext>
              </a:extLst>
            </p:cNvPr>
            <p:cNvSpPr/>
            <p:nvPr/>
          </p:nvSpPr>
          <p:spPr>
            <a:xfrm>
              <a:off x="5259643" y="7962220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4" name="Hexagon 793">
              <a:extLst>
                <a:ext uri="{FF2B5EF4-FFF2-40B4-BE49-F238E27FC236}">
                  <a16:creationId xmlns:a16="http://schemas.microsoft.com/office/drawing/2014/main" id="{43E37050-431B-4388-98C2-1621DFC74D1B}"/>
                </a:ext>
              </a:extLst>
            </p:cNvPr>
            <p:cNvSpPr/>
            <p:nvPr/>
          </p:nvSpPr>
          <p:spPr>
            <a:xfrm>
              <a:off x="5492650" y="8229061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5" name="Hexagon 794">
              <a:extLst>
                <a:ext uri="{FF2B5EF4-FFF2-40B4-BE49-F238E27FC236}">
                  <a16:creationId xmlns:a16="http://schemas.microsoft.com/office/drawing/2014/main" id="{A14E6640-82CD-4144-A265-368E6A6FDAD5}"/>
                </a:ext>
              </a:extLst>
            </p:cNvPr>
            <p:cNvSpPr/>
            <p:nvPr/>
          </p:nvSpPr>
          <p:spPr>
            <a:xfrm>
              <a:off x="5486671" y="804986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6" name="Hexagon 795">
              <a:extLst>
                <a:ext uri="{FF2B5EF4-FFF2-40B4-BE49-F238E27FC236}">
                  <a16:creationId xmlns:a16="http://schemas.microsoft.com/office/drawing/2014/main" id="{03A419A6-5B64-43FB-A2CE-9C99F637730D}"/>
                </a:ext>
              </a:extLst>
            </p:cNvPr>
            <p:cNvSpPr/>
            <p:nvPr/>
          </p:nvSpPr>
          <p:spPr>
            <a:xfrm>
              <a:off x="5493069" y="787731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7" name="Hexagon 796">
              <a:extLst>
                <a:ext uri="{FF2B5EF4-FFF2-40B4-BE49-F238E27FC236}">
                  <a16:creationId xmlns:a16="http://schemas.microsoft.com/office/drawing/2014/main" id="{7EFF780D-7323-4978-828F-F3471640E325}"/>
                </a:ext>
              </a:extLst>
            </p:cNvPr>
            <p:cNvSpPr/>
            <p:nvPr/>
          </p:nvSpPr>
          <p:spPr>
            <a:xfrm>
              <a:off x="5487090" y="7698119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8" name="Hexagon 797">
              <a:extLst>
                <a:ext uri="{FF2B5EF4-FFF2-40B4-BE49-F238E27FC236}">
                  <a16:creationId xmlns:a16="http://schemas.microsoft.com/office/drawing/2014/main" id="{F6A8BB0A-89FF-4026-B326-411CA0E13039}"/>
                </a:ext>
              </a:extLst>
            </p:cNvPr>
            <p:cNvSpPr/>
            <p:nvPr/>
          </p:nvSpPr>
          <p:spPr>
            <a:xfrm>
              <a:off x="5724716" y="7962220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799" name="Hexagon 798">
              <a:extLst>
                <a:ext uri="{FF2B5EF4-FFF2-40B4-BE49-F238E27FC236}">
                  <a16:creationId xmlns:a16="http://schemas.microsoft.com/office/drawing/2014/main" id="{CFE5E251-FC8F-4F6D-BB57-14F9A3B07A92}"/>
                </a:ext>
              </a:extLst>
            </p:cNvPr>
            <p:cNvSpPr/>
            <p:nvPr/>
          </p:nvSpPr>
          <p:spPr>
            <a:xfrm>
              <a:off x="5718737" y="7783024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0" name="Hexagon 799">
              <a:extLst>
                <a:ext uri="{FF2B5EF4-FFF2-40B4-BE49-F238E27FC236}">
                  <a16:creationId xmlns:a16="http://schemas.microsoft.com/office/drawing/2014/main" id="{F9500F52-DAEE-45A6-830F-7C2A18D38D1C}"/>
                </a:ext>
              </a:extLst>
            </p:cNvPr>
            <p:cNvSpPr/>
            <p:nvPr/>
          </p:nvSpPr>
          <p:spPr>
            <a:xfrm>
              <a:off x="5943596" y="8231360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1" name="Hexagon 800">
              <a:extLst>
                <a:ext uri="{FF2B5EF4-FFF2-40B4-BE49-F238E27FC236}">
                  <a16:creationId xmlns:a16="http://schemas.microsoft.com/office/drawing/2014/main" id="{D69FBF23-5D65-44A8-85F5-AA9DDCBBD220}"/>
                </a:ext>
              </a:extLst>
            </p:cNvPr>
            <p:cNvSpPr/>
            <p:nvPr/>
          </p:nvSpPr>
          <p:spPr>
            <a:xfrm>
              <a:off x="5942379" y="805454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2" name="Hexagon 801">
              <a:extLst>
                <a:ext uri="{FF2B5EF4-FFF2-40B4-BE49-F238E27FC236}">
                  <a16:creationId xmlns:a16="http://schemas.microsoft.com/office/drawing/2014/main" id="{8EE09051-7C68-4DEB-9F0A-13D718281969}"/>
                </a:ext>
              </a:extLst>
            </p:cNvPr>
            <p:cNvSpPr/>
            <p:nvPr/>
          </p:nvSpPr>
          <p:spPr>
            <a:xfrm>
              <a:off x="5723264" y="8320727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3" name="Hexagon 802">
              <a:extLst>
                <a:ext uri="{FF2B5EF4-FFF2-40B4-BE49-F238E27FC236}">
                  <a16:creationId xmlns:a16="http://schemas.microsoft.com/office/drawing/2014/main" id="{B19CFD3F-E362-4292-AABC-AF54215932B8}"/>
                </a:ext>
              </a:extLst>
            </p:cNvPr>
            <p:cNvSpPr/>
            <p:nvPr/>
          </p:nvSpPr>
          <p:spPr>
            <a:xfrm>
              <a:off x="5937617" y="7870411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4" name="Hexagon 803">
              <a:extLst>
                <a:ext uri="{FF2B5EF4-FFF2-40B4-BE49-F238E27FC236}">
                  <a16:creationId xmlns:a16="http://schemas.microsoft.com/office/drawing/2014/main" id="{3BDDFAF7-FB90-4091-9A81-1B47236AB398}"/>
                </a:ext>
              </a:extLst>
            </p:cNvPr>
            <p:cNvSpPr/>
            <p:nvPr/>
          </p:nvSpPr>
          <p:spPr>
            <a:xfrm>
              <a:off x="6172434" y="8151687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5" name="Hexagon 804">
              <a:extLst>
                <a:ext uri="{FF2B5EF4-FFF2-40B4-BE49-F238E27FC236}">
                  <a16:creationId xmlns:a16="http://schemas.microsoft.com/office/drawing/2014/main" id="{C96ECC26-E3D1-47F9-A319-A13DB651F17C}"/>
                </a:ext>
              </a:extLst>
            </p:cNvPr>
            <p:cNvSpPr/>
            <p:nvPr/>
          </p:nvSpPr>
          <p:spPr>
            <a:xfrm>
              <a:off x="6166455" y="7972491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6" name="Hexagon 805">
              <a:extLst>
                <a:ext uri="{FF2B5EF4-FFF2-40B4-BE49-F238E27FC236}">
                  <a16:creationId xmlns:a16="http://schemas.microsoft.com/office/drawing/2014/main" id="{3CD05D3F-45B4-40E5-A2D0-7FCFD80BA801}"/>
                </a:ext>
              </a:extLst>
            </p:cNvPr>
            <p:cNvSpPr/>
            <p:nvPr/>
          </p:nvSpPr>
          <p:spPr>
            <a:xfrm>
              <a:off x="6166455" y="7790738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7" name="Hexagon 806">
              <a:extLst>
                <a:ext uri="{FF2B5EF4-FFF2-40B4-BE49-F238E27FC236}">
                  <a16:creationId xmlns:a16="http://schemas.microsoft.com/office/drawing/2014/main" id="{9574D78E-C174-4D13-835D-C5BA932B44E1}"/>
                </a:ext>
              </a:extLst>
            </p:cNvPr>
            <p:cNvSpPr/>
            <p:nvPr/>
          </p:nvSpPr>
          <p:spPr>
            <a:xfrm>
              <a:off x="6404500" y="8054742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8" name="Hexagon 807">
              <a:extLst>
                <a:ext uri="{FF2B5EF4-FFF2-40B4-BE49-F238E27FC236}">
                  <a16:creationId xmlns:a16="http://schemas.microsoft.com/office/drawing/2014/main" id="{819D1688-B649-4485-8DE8-1DC065AE9B7C}"/>
                </a:ext>
              </a:extLst>
            </p:cNvPr>
            <p:cNvSpPr/>
            <p:nvPr/>
          </p:nvSpPr>
          <p:spPr>
            <a:xfrm>
              <a:off x="6398521" y="7875546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09" name="Hexagon 808">
              <a:extLst>
                <a:ext uri="{FF2B5EF4-FFF2-40B4-BE49-F238E27FC236}">
                  <a16:creationId xmlns:a16="http://schemas.microsoft.com/office/drawing/2014/main" id="{CBA604B9-AA38-4956-9E9E-929AEF529877}"/>
                </a:ext>
              </a:extLst>
            </p:cNvPr>
            <p:cNvSpPr/>
            <p:nvPr/>
          </p:nvSpPr>
          <p:spPr>
            <a:xfrm>
              <a:off x="6634555" y="8146177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10" name="Hexagon 809">
              <a:extLst>
                <a:ext uri="{FF2B5EF4-FFF2-40B4-BE49-F238E27FC236}">
                  <a16:creationId xmlns:a16="http://schemas.microsoft.com/office/drawing/2014/main" id="{CE5E927F-AF24-4F3E-B1A2-39DB9796EA57}"/>
                </a:ext>
              </a:extLst>
            </p:cNvPr>
            <p:cNvSpPr/>
            <p:nvPr/>
          </p:nvSpPr>
          <p:spPr>
            <a:xfrm>
              <a:off x="6628576" y="7964600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11" name="Hexagon 810">
              <a:extLst>
                <a:ext uri="{FF2B5EF4-FFF2-40B4-BE49-F238E27FC236}">
                  <a16:creationId xmlns:a16="http://schemas.microsoft.com/office/drawing/2014/main" id="{5ACC24B9-EB97-4051-86E3-B8BE1A69732B}"/>
                </a:ext>
              </a:extLst>
            </p:cNvPr>
            <p:cNvSpPr/>
            <p:nvPr/>
          </p:nvSpPr>
          <p:spPr>
            <a:xfrm>
              <a:off x="6172434" y="8682469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12" name="Hexagon 811">
              <a:extLst>
                <a:ext uri="{FF2B5EF4-FFF2-40B4-BE49-F238E27FC236}">
                  <a16:creationId xmlns:a16="http://schemas.microsoft.com/office/drawing/2014/main" id="{3E067BAC-6F9B-48A3-A994-149CDBA6D0CB}"/>
                </a:ext>
              </a:extLst>
            </p:cNvPr>
            <p:cNvSpPr/>
            <p:nvPr/>
          </p:nvSpPr>
          <p:spPr>
            <a:xfrm>
              <a:off x="6166455" y="8503273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13" name="Hexagon 812">
              <a:extLst>
                <a:ext uri="{FF2B5EF4-FFF2-40B4-BE49-F238E27FC236}">
                  <a16:creationId xmlns:a16="http://schemas.microsoft.com/office/drawing/2014/main" id="{A5E0817C-56F8-42CE-B36A-C5D41DA4E01B}"/>
                </a:ext>
              </a:extLst>
            </p:cNvPr>
            <p:cNvSpPr/>
            <p:nvPr/>
          </p:nvSpPr>
          <p:spPr>
            <a:xfrm>
              <a:off x="6396161" y="8588859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14" name="Hexagon 813">
              <a:extLst>
                <a:ext uri="{FF2B5EF4-FFF2-40B4-BE49-F238E27FC236}">
                  <a16:creationId xmlns:a16="http://schemas.microsoft.com/office/drawing/2014/main" id="{7C20E630-FD3B-46BE-AED8-2EEA67A72592}"/>
                </a:ext>
              </a:extLst>
            </p:cNvPr>
            <p:cNvSpPr/>
            <p:nvPr/>
          </p:nvSpPr>
          <p:spPr>
            <a:xfrm>
              <a:off x="6402882" y="8409663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15" name="Hexagon 814">
              <a:extLst>
                <a:ext uri="{FF2B5EF4-FFF2-40B4-BE49-F238E27FC236}">
                  <a16:creationId xmlns:a16="http://schemas.microsoft.com/office/drawing/2014/main" id="{06F13011-57E5-4575-AD92-4DF0F08C424B}"/>
                </a:ext>
              </a:extLst>
            </p:cNvPr>
            <p:cNvSpPr/>
            <p:nvPr/>
          </p:nvSpPr>
          <p:spPr>
            <a:xfrm>
              <a:off x="6634547" y="8507556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16" name="Hexagon 815">
              <a:extLst>
                <a:ext uri="{FF2B5EF4-FFF2-40B4-BE49-F238E27FC236}">
                  <a16:creationId xmlns:a16="http://schemas.microsoft.com/office/drawing/2014/main" id="{2CB77541-59C8-4726-ADA7-FE021AD4DDB7}"/>
                </a:ext>
              </a:extLst>
            </p:cNvPr>
            <p:cNvSpPr/>
            <p:nvPr/>
          </p:nvSpPr>
          <p:spPr>
            <a:xfrm>
              <a:off x="6630949" y="8330741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17" name="Hexagon 816">
              <a:extLst>
                <a:ext uri="{FF2B5EF4-FFF2-40B4-BE49-F238E27FC236}">
                  <a16:creationId xmlns:a16="http://schemas.microsoft.com/office/drawing/2014/main" id="{BD295014-97C3-43EA-8623-568310D83F7D}"/>
                </a:ext>
              </a:extLst>
            </p:cNvPr>
            <p:cNvSpPr/>
            <p:nvPr/>
          </p:nvSpPr>
          <p:spPr>
            <a:xfrm>
              <a:off x="6404554" y="8952074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18" name="Hexagon 817">
              <a:extLst>
                <a:ext uri="{FF2B5EF4-FFF2-40B4-BE49-F238E27FC236}">
                  <a16:creationId xmlns:a16="http://schemas.microsoft.com/office/drawing/2014/main" id="{1DAB57EF-EE41-4C87-891E-A44FE2EEA599}"/>
                </a:ext>
              </a:extLst>
            </p:cNvPr>
            <p:cNvSpPr/>
            <p:nvPr/>
          </p:nvSpPr>
          <p:spPr>
            <a:xfrm>
              <a:off x="6398575" y="8772878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19" name="Hexagon 818">
              <a:extLst>
                <a:ext uri="{FF2B5EF4-FFF2-40B4-BE49-F238E27FC236}">
                  <a16:creationId xmlns:a16="http://schemas.microsoft.com/office/drawing/2014/main" id="{43EA2298-D624-415A-954E-AFAF1FCCFF4E}"/>
                </a:ext>
              </a:extLst>
            </p:cNvPr>
            <p:cNvSpPr/>
            <p:nvPr/>
          </p:nvSpPr>
          <p:spPr>
            <a:xfrm>
              <a:off x="6627204" y="8863857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20" name="Hexagon 819">
              <a:extLst>
                <a:ext uri="{FF2B5EF4-FFF2-40B4-BE49-F238E27FC236}">
                  <a16:creationId xmlns:a16="http://schemas.microsoft.com/office/drawing/2014/main" id="{62EA8BE8-1CF0-49D2-883C-3322B00F374B}"/>
                </a:ext>
              </a:extLst>
            </p:cNvPr>
            <p:cNvSpPr/>
            <p:nvPr/>
          </p:nvSpPr>
          <p:spPr>
            <a:xfrm>
              <a:off x="6621225" y="8684661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21" name="Hexagon 820">
              <a:extLst>
                <a:ext uri="{FF2B5EF4-FFF2-40B4-BE49-F238E27FC236}">
                  <a16:creationId xmlns:a16="http://schemas.microsoft.com/office/drawing/2014/main" id="{4A66656C-C3F9-414D-9CE8-FE654B018DAB}"/>
                </a:ext>
              </a:extLst>
            </p:cNvPr>
            <p:cNvSpPr/>
            <p:nvPr/>
          </p:nvSpPr>
          <p:spPr>
            <a:xfrm>
              <a:off x="6855836" y="8233124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22" name="Hexagon 821">
              <a:extLst>
                <a:ext uri="{FF2B5EF4-FFF2-40B4-BE49-F238E27FC236}">
                  <a16:creationId xmlns:a16="http://schemas.microsoft.com/office/drawing/2014/main" id="{5B318EDB-3AE6-4A8A-A8CC-1D5B96F51A42}"/>
                </a:ext>
              </a:extLst>
            </p:cNvPr>
            <p:cNvSpPr/>
            <p:nvPr/>
          </p:nvSpPr>
          <p:spPr>
            <a:xfrm>
              <a:off x="6855828" y="8594503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23" name="Hexagon 822">
              <a:extLst>
                <a:ext uri="{FF2B5EF4-FFF2-40B4-BE49-F238E27FC236}">
                  <a16:creationId xmlns:a16="http://schemas.microsoft.com/office/drawing/2014/main" id="{43BCC95F-06D1-408E-B9CB-933572FE6873}"/>
                </a:ext>
              </a:extLst>
            </p:cNvPr>
            <p:cNvSpPr/>
            <p:nvPr/>
          </p:nvSpPr>
          <p:spPr>
            <a:xfrm>
              <a:off x="6852230" y="8417688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24" name="Hexagon 823">
              <a:extLst>
                <a:ext uri="{FF2B5EF4-FFF2-40B4-BE49-F238E27FC236}">
                  <a16:creationId xmlns:a16="http://schemas.microsoft.com/office/drawing/2014/main" id="{EDA6BB2A-E7B2-47A5-8468-63017CCF5E1C}"/>
                </a:ext>
              </a:extLst>
            </p:cNvPr>
            <p:cNvSpPr/>
            <p:nvPr/>
          </p:nvSpPr>
          <p:spPr>
            <a:xfrm>
              <a:off x="6848485" y="8950804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25" name="Hexagon 824">
              <a:extLst>
                <a:ext uri="{FF2B5EF4-FFF2-40B4-BE49-F238E27FC236}">
                  <a16:creationId xmlns:a16="http://schemas.microsoft.com/office/drawing/2014/main" id="{D6164AC1-042B-4734-92D3-CEF3A5EE38F8}"/>
                </a:ext>
              </a:extLst>
            </p:cNvPr>
            <p:cNvSpPr/>
            <p:nvPr/>
          </p:nvSpPr>
          <p:spPr>
            <a:xfrm>
              <a:off x="6842506" y="8771608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26" name="Hexagon 825">
              <a:extLst>
                <a:ext uri="{FF2B5EF4-FFF2-40B4-BE49-F238E27FC236}">
                  <a16:creationId xmlns:a16="http://schemas.microsoft.com/office/drawing/2014/main" id="{F0CB39D3-F6A8-46E1-80DD-D22AD0F4B6B0}"/>
                </a:ext>
              </a:extLst>
            </p:cNvPr>
            <p:cNvSpPr/>
            <p:nvPr/>
          </p:nvSpPr>
          <p:spPr>
            <a:xfrm>
              <a:off x="7080723" y="8324444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27" name="Hexagon 826">
              <a:extLst>
                <a:ext uri="{FF2B5EF4-FFF2-40B4-BE49-F238E27FC236}">
                  <a16:creationId xmlns:a16="http://schemas.microsoft.com/office/drawing/2014/main" id="{C7736A48-1269-438A-B78D-3D93A5B0E328}"/>
                </a:ext>
              </a:extLst>
            </p:cNvPr>
            <p:cNvSpPr/>
            <p:nvPr/>
          </p:nvSpPr>
          <p:spPr>
            <a:xfrm>
              <a:off x="7080715" y="8685823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28" name="Hexagon 827">
              <a:extLst>
                <a:ext uri="{FF2B5EF4-FFF2-40B4-BE49-F238E27FC236}">
                  <a16:creationId xmlns:a16="http://schemas.microsoft.com/office/drawing/2014/main" id="{696C6767-A75C-4858-B9C9-A4C608AD21EF}"/>
                </a:ext>
              </a:extLst>
            </p:cNvPr>
            <p:cNvSpPr/>
            <p:nvPr/>
          </p:nvSpPr>
          <p:spPr>
            <a:xfrm>
              <a:off x="7077117" y="8509008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29" name="Hexagon 828">
              <a:extLst>
                <a:ext uri="{FF2B5EF4-FFF2-40B4-BE49-F238E27FC236}">
                  <a16:creationId xmlns:a16="http://schemas.microsoft.com/office/drawing/2014/main" id="{B4D64546-07B7-4688-A067-49DB1B213BD7}"/>
                </a:ext>
              </a:extLst>
            </p:cNvPr>
            <p:cNvSpPr/>
            <p:nvPr/>
          </p:nvSpPr>
          <p:spPr>
            <a:xfrm>
              <a:off x="7073372" y="9042124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30" name="Hexagon 829">
              <a:extLst>
                <a:ext uri="{FF2B5EF4-FFF2-40B4-BE49-F238E27FC236}">
                  <a16:creationId xmlns:a16="http://schemas.microsoft.com/office/drawing/2014/main" id="{C0CD4055-0EA8-46AF-9F7B-3257A37B1C3B}"/>
                </a:ext>
              </a:extLst>
            </p:cNvPr>
            <p:cNvSpPr/>
            <p:nvPr/>
          </p:nvSpPr>
          <p:spPr>
            <a:xfrm>
              <a:off x="7067393" y="8862928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31" name="Hexagon 830">
              <a:extLst>
                <a:ext uri="{FF2B5EF4-FFF2-40B4-BE49-F238E27FC236}">
                  <a16:creationId xmlns:a16="http://schemas.microsoft.com/office/drawing/2014/main" id="{FA22F081-D045-4C5C-841D-FDFBC0E49074}"/>
                </a:ext>
              </a:extLst>
            </p:cNvPr>
            <p:cNvSpPr/>
            <p:nvPr/>
          </p:nvSpPr>
          <p:spPr>
            <a:xfrm>
              <a:off x="7298053" y="8409816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32" name="Hexagon 831">
              <a:extLst>
                <a:ext uri="{FF2B5EF4-FFF2-40B4-BE49-F238E27FC236}">
                  <a16:creationId xmlns:a16="http://schemas.microsoft.com/office/drawing/2014/main" id="{221DCAA3-805B-4D41-B05B-20EB43E7C21E}"/>
                </a:ext>
              </a:extLst>
            </p:cNvPr>
            <p:cNvSpPr/>
            <p:nvPr/>
          </p:nvSpPr>
          <p:spPr>
            <a:xfrm>
              <a:off x="7302808" y="8772782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33" name="Hexagon 832">
              <a:extLst>
                <a:ext uri="{FF2B5EF4-FFF2-40B4-BE49-F238E27FC236}">
                  <a16:creationId xmlns:a16="http://schemas.microsoft.com/office/drawing/2014/main" id="{0BCEB43F-3652-475E-B5E5-30C2851EA079}"/>
                </a:ext>
              </a:extLst>
            </p:cNvPr>
            <p:cNvSpPr/>
            <p:nvPr/>
          </p:nvSpPr>
          <p:spPr>
            <a:xfrm>
              <a:off x="7303972" y="859120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34" name="Hexagon 833">
              <a:extLst>
                <a:ext uri="{FF2B5EF4-FFF2-40B4-BE49-F238E27FC236}">
                  <a16:creationId xmlns:a16="http://schemas.microsoft.com/office/drawing/2014/main" id="{EDCFEFE1-ACCB-4B35-AEB6-0F98A0E58E9E}"/>
                </a:ext>
              </a:extLst>
            </p:cNvPr>
            <p:cNvSpPr/>
            <p:nvPr/>
          </p:nvSpPr>
          <p:spPr>
            <a:xfrm>
              <a:off x="7300227" y="9124321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35" name="Hexagon 834">
              <a:extLst>
                <a:ext uri="{FF2B5EF4-FFF2-40B4-BE49-F238E27FC236}">
                  <a16:creationId xmlns:a16="http://schemas.microsoft.com/office/drawing/2014/main" id="{034E93DB-F685-4C00-A76A-175C3033B690}"/>
                </a:ext>
              </a:extLst>
            </p:cNvPr>
            <p:cNvSpPr/>
            <p:nvPr/>
          </p:nvSpPr>
          <p:spPr>
            <a:xfrm>
              <a:off x="7294248" y="894512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36" name="Hexagon 835">
              <a:extLst>
                <a:ext uri="{FF2B5EF4-FFF2-40B4-BE49-F238E27FC236}">
                  <a16:creationId xmlns:a16="http://schemas.microsoft.com/office/drawing/2014/main" id="{BAC5C091-9F2E-482A-96F3-559FBC7B9967}"/>
                </a:ext>
              </a:extLst>
            </p:cNvPr>
            <p:cNvSpPr/>
            <p:nvPr/>
          </p:nvSpPr>
          <p:spPr>
            <a:xfrm>
              <a:off x="7538391" y="778495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37" name="Hexagon 836">
              <a:extLst>
                <a:ext uri="{FF2B5EF4-FFF2-40B4-BE49-F238E27FC236}">
                  <a16:creationId xmlns:a16="http://schemas.microsoft.com/office/drawing/2014/main" id="{94AB6F04-3E4F-42C0-98CC-909375FECE71}"/>
                </a:ext>
              </a:extLst>
            </p:cNvPr>
            <p:cNvSpPr/>
            <p:nvPr/>
          </p:nvSpPr>
          <p:spPr>
            <a:xfrm>
              <a:off x="7538383" y="8146334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38" name="Hexagon 837">
              <a:extLst>
                <a:ext uri="{FF2B5EF4-FFF2-40B4-BE49-F238E27FC236}">
                  <a16:creationId xmlns:a16="http://schemas.microsoft.com/office/drawing/2014/main" id="{B5EC71AB-116D-45DE-A0E1-B2D8C31D0669}"/>
                </a:ext>
              </a:extLst>
            </p:cNvPr>
            <p:cNvSpPr/>
            <p:nvPr/>
          </p:nvSpPr>
          <p:spPr>
            <a:xfrm>
              <a:off x="7534785" y="7969519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39" name="Hexagon 838">
              <a:extLst>
                <a:ext uri="{FF2B5EF4-FFF2-40B4-BE49-F238E27FC236}">
                  <a16:creationId xmlns:a16="http://schemas.microsoft.com/office/drawing/2014/main" id="{06F7225C-B08F-409B-A3A7-3EFB6F062CAD}"/>
                </a:ext>
              </a:extLst>
            </p:cNvPr>
            <p:cNvSpPr/>
            <p:nvPr/>
          </p:nvSpPr>
          <p:spPr>
            <a:xfrm>
              <a:off x="7531040" y="850263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40" name="Hexagon 839">
              <a:extLst>
                <a:ext uri="{FF2B5EF4-FFF2-40B4-BE49-F238E27FC236}">
                  <a16:creationId xmlns:a16="http://schemas.microsoft.com/office/drawing/2014/main" id="{5037E226-0B4D-4B09-9DBE-8987A847E357}"/>
                </a:ext>
              </a:extLst>
            </p:cNvPr>
            <p:cNvSpPr/>
            <p:nvPr/>
          </p:nvSpPr>
          <p:spPr>
            <a:xfrm>
              <a:off x="7525061" y="8323439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41" name="Hexagon 840">
              <a:extLst>
                <a:ext uri="{FF2B5EF4-FFF2-40B4-BE49-F238E27FC236}">
                  <a16:creationId xmlns:a16="http://schemas.microsoft.com/office/drawing/2014/main" id="{927387E8-D854-47B2-8B5C-1B6D8F14F182}"/>
                </a:ext>
              </a:extLst>
            </p:cNvPr>
            <p:cNvSpPr/>
            <p:nvPr/>
          </p:nvSpPr>
          <p:spPr>
            <a:xfrm>
              <a:off x="7768289" y="7697543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42" name="Hexagon 841">
              <a:extLst>
                <a:ext uri="{FF2B5EF4-FFF2-40B4-BE49-F238E27FC236}">
                  <a16:creationId xmlns:a16="http://schemas.microsoft.com/office/drawing/2014/main" id="{BAFB5048-E01C-488C-B7DF-D8E85F3324C8}"/>
                </a:ext>
              </a:extLst>
            </p:cNvPr>
            <p:cNvSpPr/>
            <p:nvPr/>
          </p:nvSpPr>
          <p:spPr>
            <a:xfrm>
              <a:off x="7768281" y="8058922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43" name="Hexagon 842">
              <a:extLst>
                <a:ext uri="{FF2B5EF4-FFF2-40B4-BE49-F238E27FC236}">
                  <a16:creationId xmlns:a16="http://schemas.microsoft.com/office/drawing/2014/main" id="{9C69F513-1480-456D-968F-1FF55152D591}"/>
                </a:ext>
              </a:extLst>
            </p:cNvPr>
            <p:cNvSpPr/>
            <p:nvPr/>
          </p:nvSpPr>
          <p:spPr>
            <a:xfrm>
              <a:off x="7764683" y="7882107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44" name="Hexagon 843">
              <a:extLst>
                <a:ext uri="{FF2B5EF4-FFF2-40B4-BE49-F238E27FC236}">
                  <a16:creationId xmlns:a16="http://schemas.microsoft.com/office/drawing/2014/main" id="{53D14429-8D01-430A-A6D4-BDF5005BB9B8}"/>
                </a:ext>
              </a:extLst>
            </p:cNvPr>
            <p:cNvSpPr/>
            <p:nvPr/>
          </p:nvSpPr>
          <p:spPr>
            <a:xfrm>
              <a:off x="7760938" y="8415223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45" name="Hexagon 844">
              <a:extLst>
                <a:ext uri="{FF2B5EF4-FFF2-40B4-BE49-F238E27FC236}">
                  <a16:creationId xmlns:a16="http://schemas.microsoft.com/office/drawing/2014/main" id="{B7134D38-2073-4B09-ADD5-C2815292BA98}"/>
                </a:ext>
              </a:extLst>
            </p:cNvPr>
            <p:cNvSpPr/>
            <p:nvPr/>
          </p:nvSpPr>
          <p:spPr>
            <a:xfrm>
              <a:off x="7754959" y="8236027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46" name="Hexagon 845">
              <a:extLst>
                <a:ext uri="{FF2B5EF4-FFF2-40B4-BE49-F238E27FC236}">
                  <a16:creationId xmlns:a16="http://schemas.microsoft.com/office/drawing/2014/main" id="{831F2CB9-B988-48C9-90AE-0A60A8A2676D}"/>
                </a:ext>
              </a:extLst>
            </p:cNvPr>
            <p:cNvSpPr/>
            <p:nvPr/>
          </p:nvSpPr>
          <p:spPr>
            <a:xfrm>
              <a:off x="7087204" y="8143051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47" name="Hexagon 846">
              <a:extLst>
                <a:ext uri="{FF2B5EF4-FFF2-40B4-BE49-F238E27FC236}">
                  <a16:creationId xmlns:a16="http://schemas.microsoft.com/office/drawing/2014/main" id="{8E56F722-911B-476D-B3B5-487688B40539}"/>
                </a:ext>
              </a:extLst>
            </p:cNvPr>
            <p:cNvSpPr/>
            <p:nvPr/>
          </p:nvSpPr>
          <p:spPr>
            <a:xfrm>
              <a:off x="7314358" y="7869649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48" name="Hexagon 847">
              <a:extLst>
                <a:ext uri="{FF2B5EF4-FFF2-40B4-BE49-F238E27FC236}">
                  <a16:creationId xmlns:a16="http://schemas.microsoft.com/office/drawing/2014/main" id="{C7F39951-474F-49D0-AFD5-08630FDDB0F8}"/>
                </a:ext>
              </a:extLst>
            </p:cNvPr>
            <p:cNvSpPr/>
            <p:nvPr/>
          </p:nvSpPr>
          <p:spPr>
            <a:xfrm>
              <a:off x="7310760" y="7692834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49" name="Hexagon 848">
              <a:extLst>
                <a:ext uri="{FF2B5EF4-FFF2-40B4-BE49-F238E27FC236}">
                  <a16:creationId xmlns:a16="http://schemas.microsoft.com/office/drawing/2014/main" id="{2F88D3E8-FECE-42FC-B816-52DC43921C46}"/>
                </a:ext>
              </a:extLst>
            </p:cNvPr>
            <p:cNvSpPr/>
            <p:nvPr/>
          </p:nvSpPr>
          <p:spPr>
            <a:xfrm>
              <a:off x="7307015" y="8225950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50" name="Hexagon 849">
              <a:extLst>
                <a:ext uri="{FF2B5EF4-FFF2-40B4-BE49-F238E27FC236}">
                  <a16:creationId xmlns:a16="http://schemas.microsoft.com/office/drawing/2014/main" id="{58E3305E-F83E-4112-B6DE-8AC905281015}"/>
                </a:ext>
              </a:extLst>
            </p:cNvPr>
            <p:cNvSpPr/>
            <p:nvPr/>
          </p:nvSpPr>
          <p:spPr>
            <a:xfrm>
              <a:off x="7310613" y="8050827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51" name="Hexagon 850">
              <a:extLst>
                <a:ext uri="{FF2B5EF4-FFF2-40B4-BE49-F238E27FC236}">
                  <a16:creationId xmlns:a16="http://schemas.microsoft.com/office/drawing/2014/main" id="{506C9BE3-7F67-4920-8141-58B6F7461A6A}"/>
                </a:ext>
              </a:extLst>
            </p:cNvPr>
            <p:cNvSpPr/>
            <p:nvPr/>
          </p:nvSpPr>
          <p:spPr>
            <a:xfrm>
              <a:off x="5721932" y="8858381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52" name="Hexagon 851">
              <a:extLst>
                <a:ext uri="{FF2B5EF4-FFF2-40B4-BE49-F238E27FC236}">
                  <a16:creationId xmlns:a16="http://schemas.microsoft.com/office/drawing/2014/main" id="{770875AB-CD7B-4035-9044-F3FF13CD8561}"/>
                </a:ext>
              </a:extLst>
            </p:cNvPr>
            <p:cNvSpPr/>
            <p:nvPr/>
          </p:nvSpPr>
          <p:spPr>
            <a:xfrm>
              <a:off x="5958359" y="8764771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53" name="Hexagon 852">
              <a:extLst>
                <a:ext uri="{FF2B5EF4-FFF2-40B4-BE49-F238E27FC236}">
                  <a16:creationId xmlns:a16="http://schemas.microsoft.com/office/drawing/2014/main" id="{5591CEE7-15CF-4D17-B0A8-5793544C1667}"/>
                </a:ext>
              </a:extLst>
            </p:cNvPr>
            <p:cNvSpPr/>
            <p:nvPr/>
          </p:nvSpPr>
          <p:spPr>
            <a:xfrm>
              <a:off x="6170723" y="8860573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54" name="Hexagon 853">
              <a:extLst>
                <a:ext uri="{FF2B5EF4-FFF2-40B4-BE49-F238E27FC236}">
                  <a16:creationId xmlns:a16="http://schemas.microsoft.com/office/drawing/2014/main" id="{BD431EA1-3655-4E92-971F-8EEF8EC69863}"/>
                </a:ext>
              </a:extLst>
            </p:cNvPr>
            <p:cNvSpPr/>
            <p:nvPr/>
          </p:nvSpPr>
          <p:spPr>
            <a:xfrm>
              <a:off x="7538186" y="9213021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55" name="Hexagon 854">
              <a:extLst>
                <a:ext uri="{FF2B5EF4-FFF2-40B4-BE49-F238E27FC236}">
                  <a16:creationId xmlns:a16="http://schemas.microsoft.com/office/drawing/2014/main" id="{DAABF4EA-126D-42AA-8D17-ED87BDA61ED6}"/>
                </a:ext>
              </a:extLst>
            </p:cNvPr>
            <p:cNvSpPr/>
            <p:nvPr/>
          </p:nvSpPr>
          <p:spPr>
            <a:xfrm>
              <a:off x="7532207" y="903382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56" name="Hexagon 855">
              <a:extLst>
                <a:ext uri="{FF2B5EF4-FFF2-40B4-BE49-F238E27FC236}">
                  <a16:creationId xmlns:a16="http://schemas.microsoft.com/office/drawing/2014/main" id="{93C5C7DE-0A50-4429-8B4D-415A19916E33}"/>
                </a:ext>
              </a:extLst>
            </p:cNvPr>
            <p:cNvSpPr/>
            <p:nvPr/>
          </p:nvSpPr>
          <p:spPr>
            <a:xfrm>
              <a:off x="7757094" y="912514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57" name="Hexagon 856">
              <a:extLst>
                <a:ext uri="{FF2B5EF4-FFF2-40B4-BE49-F238E27FC236}">
                  <a16:creationId xmlns:a16="http://schemas.microsoft.com/office/drawing/2014/main" id="{0837B490-E73E-4AB8-B1AD-E2D5DB250AA2}"/>
                </a:ext>
              </a:extLst>
            </p:cNvPr>
            <p:cNvSpPr/>
            <p:nvPr/>
          </p:nvSpPr>
          <p:spPr>
            <a:xfrm>
              <a:off x="7992509" y="9034999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70" name="Hexagon 869">
              <a:extLst>
                <a:ext uri="{FF2B5EF4-FFF2-40B4-BE49-F238E27FC236}">
                  <a16:creationId xmlns:a16="http://schemas.microsoft.com/office/drawing/2014/main" id="{CD9957D3-65D2-46EF-AFE2-B164DF7732AF}"/>
                </a:ext>
              </a:extLst>
            </p:cNvPr>
            <p:cNvSpPr/>
            <p:nvPr/>
          </p:nvSpPr>
          <p:spPr>
            <a:xfrm>
              <a:off x="7993527" y="832269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71" name="Hexagon 870">
              <a:extLst>
                <a:ext uri="{FF2B5EF4-FFF2-40B4-BE49-F238E27FC236}">
                  <a16:creationId xmlns:a16="http://schemas.microsoft.com/office/drawing/2014/main" id="{974BAD09-F45E-4272-9EE0-16781A0FE82B}"/>
                </a:ext>
              </a:extLst>
            </p:cNvPr>
            <p:cNvSpPr/>
            <p:nvPr/>
          </p:nvSpPr>
          <p:spPr>
            <a:xfrm>
              <a:off x="8000611" y="7974668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72" name="Hexagon 871">
              <a:extLst>
                <a:ext uri="{FF2B5EF4-FFF2-40B4-BE49-F238E27FC236}">
                  <a16:creationId xmlns:a16="http://schemas.microsoft.com/office/drawing/2014/main" id="{DE22F66C-FF50-4CD6-B164-FD3265E1800C}"/>
                </a:ext>
              </a:extLst>
            </p:cNvPr>
            <p:cNvSpPr/>
            <p:nvPr/>
          </p:nvSpPr>
          <p:spPr>
            <a:xfrm>
              <a:off x="8230509" y="7887256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73" name="Hexagon 872">
              <a:extLst>
                <a:ext uri="{FF2B5EF4-FFF2-40B4-BE49-F238E27FC236}">
                  <a16:creationId xmlns:a16="http://schemas.microsoft.com/office/drawing/2014/main" id="{9C9ECE76-C72F-4289-9EC9-A35B4A37B4E6}"/>
                </a:ext>
              </a:extLst>
            </p:cNvPr>
            <p:cNvSpPr/>
            <p:nvPr/>
          </p:nvSpPr>
          <p:spPr>
            <a:xfrm>
              <a:off x="7994466" y="779142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74" name="Hexagon 873">
              <a:extLst>
                <a:ext uri="{FF2B5EF4-FFF2-40B4-BE49-F238E27FC236}">
                  <a16:creationId xmlns:a16="http://schemas.microsoft.com/office/drawing/2014/main" id="{08014046-B6B3-44F1-8EDB-83B6322F2D27}"/>
                </a:ext>
              </a:extLst>
            </p:cNvPr>
            <p:cNvSpPr/>
            <p:nvPr/>
          </p:nvSpPr>
          <p:spPr>
            <a:xfrm>
              <a:off x="8224364" y="7704013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75" name="Hexagon 874">
              <a:extLst>
                <a:ext uri="{FF2B5EF4-FFF2-40B4-BE49-F238E27FC236}">
                  <a16:creationId xmlns:a16="http://schemas.microsoft.com/office/drawing/2014/main" id="{1CFF0C0C-08E9-4617-B9C5-96DF9B2A9364}"/>
                </a:ext>
              </a:extLst>
            </p:cNvPr>
            <p:cNvSpPr/>
            <p:nvPr/>
          </p:nvSpPr>
          <p:spPr>
            <a:xfrm>
              <a:off x="8002985" y="7607968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76" name="Hexagon 875">
              <a:extLst>
                <a:ext uri="{FF2B5EF4-FFF2-40B4-BE49-F238E27FC236}">
                  <a16:creationId xmlns:a16="http://schemas.microsoft.com/office/drawing/2014/main" id="{9A02EC70-37C0-48FF-9D10-2B56BB06F458}"/>
                </a:ext>
              </a:extLst>
            </p:cNvPr>
            <p:cNvSpPr/>
            <p:nvPr/>
          </p:nvSpPr>
          <p:spPr>
            <a:xfrm>
              <a:off x="8232883" y="7520556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77" name="Hexagon 876">
              <a:extLst>
                <a:ext uri="{FF2B5EF4-FFF2-40B4-BE49-F238E27FC236}">
                  <a16:creationId xmlns:a16="http://schemas.microsoft.com/office/drawing/2014/main" id="{71CD6A38-D419-48E4-A2C3-DF45FDCBBFB2}"/>
                </a:ext>
              </a:extLst>
            </p:cNvPr>
            <p:cNvSpPr/>
            <p:nvPr/>
          </p:nvSpPr>
          <p:spPr>
            <a:xfrm>
              <a:off x="7540543" y="7603638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78" name="Hexagon 877">
              <a:extLst>
                <a:ext uri="{FF2B5EF4-FFF2-40B4-BE49-F238E27FC236}">
                  <a16:creationId xmlns:a16="http://schemas.microsoft.com/office/drawing/2014/main" id="{499D277C-A5A2-4F56-8ECB-21E47E83F449}"/>
                </a:ext>
              </a:extLst>
            </p:cNvPr>
            <p:cNvSpPr/>
            <p:nvPr/>
          </p:nvSpPr>
          <p:spPr>
            <a:xfrm>
              <a:off x="7770441" y="7516226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79" name="Hexagon 878">
              <a:extLst>
                <a:ext uri="{FF2B5EF4-FFF2-40B4-BE49-F238E27FC236}">
                  <a16:creationId xmlns:a16="http://schemas.microsoft.com/office/drawing/2014/main" id="{674AF527-2C32-4273-8F9C-14095304DE8F}"/>
                </a:ext>
              </a:extLst>
            </p:cNvPr>
            <p:cNvSpPr/>
            <p:nvPr/>
          </p:nvSpPr>
          <p:spPr>
            <a:xfrm>
              <a:off x="8007783" y="7427582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80" name="Hexagon 879">
              <a:extLst>
                <a:ext uri="{FF2B5EF4-FFF2-40B4-BE49-F238E27FC236}">
                  <a16:creationId xmlns:a16="http://schemas.microsoft.com/office/drawing/2014/main" id="{FD8BC114-6A31-430C-9F8A-4336713B4410}"/>
                </a:ext>
              </a:extLst>
            </p:cNvPr>
            <p:cNvSpPr/>
            <p:nvPr/>
          </p:nvSpPr>
          <p:spPr>
            <a:xfrm>
              <a:off x="8237681" y="7340170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81" name="Hexagon 880">
              <a:extLst>
                <a:ext uri="{FF2B5EF4-FFF2-40B4-BE49-F238E27FC236}">
                  <a16:creationId xmlns:a16="http://schemas.microsoft.com/office/drawing/2014/main" id="{E9DE9C6B-916F-43FE-A086-1BFAC0207CC5}"/>
                </a:ext>
              </a:extLst>
            </p:cNvPr>
            <p:cNvSpPr/>
            <p:nvPr/>
          </p:nvSpPr>
          <p:spPr>
            <a:xfrm>
              <a:off x="7543111" y="7431302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82" name="Hexagon 881">
              <a:extLst>
                <a:ext uri="{FF2B5EF4-FFF2-40B4-BE49-F238E27FC236}">
                  <a16:creationId xmlns:a16="http://schemas.microsoft.com/office/drawing/2014/main" id="{DEE6999E-B5CE-455B-B7B7-5CFB59CABB52}"/>
                </a:ext>
              </a:extLst>
            </p:cNvPr>
            <p:cNvSpPr/>
            <p:nvPr/>
          </p:nvSpPr>
          <p:spPr>
            <a:xfrm>
              <a:off x="7773009" y="7343890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83" name="Hexagon 882">
              <a:extLst>
                <a:ext uri="{FF2B5EF4-FFF2-40B4-BE49-F238E27FC236}">
                  <a16:creationId xmlns:a16="http://schemas.microsoft.com/office/drawing/2014/main" id="{26E6A814-2A21-4AD5-AE87-9EC2A4724037}"/>
                </a:ext>
              </a:extLst>
            </p:cNvPr>
            <p:cNvSpPr/>
            <p:nvPr/>
          </p:nvSpPr>
          <p:spPr>
            <a:xfrm>
              <a:off x="8472455" y="7245580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84" name="Hexagon 883">
              <a:extLst>
                <a:ext uri="{FF2B5EF4-FFF2-40B4-BE49-F238E27FC236}">
                  <a16:creationId xmlns:a16="http://schemas.microsoft.com/office/drawing/2014/main" id="{DA09C97E-EA70-42FF-8A14-D4A73939656D}"/>
                </a:ext>
              </a:extLst>
            </p:cNvPr>
            <p:cNvSpPr/>
            <p:nvPr/>
          </p:nvSpPr>
          <p:spPr>
            <a:xfrm>
              <a:off x="8007783" y="7246722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85" name="Hexagon 884">
              <a:extLst>
                <a:ext uri="{FF2B5EF4-FFF2-40B4-BE49-F238E27FC236}">
                  <a16:creationId xmlns:a16="http://schemas.microsoft.com/office/drawing/2014/main" id="{ACFCAF58-64EC-4B7F-A593-2CDE8613383F}"/>
                </a:ext>
              </a:extLst>
            </p:cNvPr>
            <p:cNvSpPr/>
            <p:nvPr/>
          </p:nvSpPr>
          <p:spPr>
            <a:xfrm>
              <a:off x="8007782" y="7065778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86" name="Hexagon 885">
              <a:extLst>
                <a:ext uri="{FF2B5EF4-FFF2-40B4-BE49-F238E27FC236}">
                  <a16:creationId xmlns:a16="http://schemas.microsoft.com/office/drawing/2014/main" id="{E03EE6E6-F9B0-4E76-ACE7-32AA7BC2715F}"/>
                </a:ext>
              </a:extLst>
            </p:cNvPr>
            <p:cNvSpPr/>
            <p:nvPr/>
          </p:nvSpPr>
          <p:spPr>
            <a:xfrm>
              <a:off x="8007782" y="6891252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87" name="Hexagon 886">
              <a:extLst>
                <a:ext uri="{FF2B5EF4-FFF2-40B4-BE49-F238E27FC236}">
                  <a16:creationId xmlns:a16="http://schemas.microsoft.com/office/drawing/2014/main" id="{F5BE0561-CC3B-40FD-9C10-0F0CEE0631BD}"/>
                </a:ext>
              </a:extLst>
            </p:cNvPr>
            <p:cNvSpPr/>
            <p:nvPr/>
          </p:nvSpPr>
          <p:spPr>
            <a:xfrm>
              <a:off x="8237681" y="715909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88" name="Hexagon 887">
              <a:extLst>
                <a:ext uri="{FF2B5EF4-FFF2-40B4-BE49-F238E27FC236}">
                  <a16:creationId xmlns:a16="http://schemas.microsoft.com/office/drawing/2014/main" id="{492A96C5-11AD-4E7E-9725-0AD87D535E4C}"/>
                </a:ext>
              </a:extLst>
            </p:cNvPr>
            <p:cNvSpPr/>
            <p:nvPr/>
          </p:nvSpPr>
          <p:spPr>
            <a:xfrm>
              <a:off x="8237680" y="6978151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89" name="Hexagon 888">
              <a:extLst>
                <a:ext uri="{FF2B5EF4-FFF2-40B4-BE49-F238E27FC236}">
                  <a16:creationId xmlns:a16="http://schemas.microsoft.com/office/drawing/2014/main" id="{3BE546BC-314E-4689-910C-DB7E749D141F}"/>
                </a:ext>
              </a:extLst>
            </p:cNvPr>
            <p:cNvSpPr/>
            <p:nvPr/>
          </p:nvSpPr>
          <p:spPr>
            <a:xfrm>
              <a:off x="8237680" y="680362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90" name="Hexagon 889">
              <a:extLst>
                <a:ext uri="{FF2B5EF4-FFF2-40B4-BE49-F238E27FC236}">
                  <a16:creationId xmlns:a16="http://schemas.microsoft.com/office/drawing/2014/main" id="{681F0F0A-246D-4404-850C-C136D9BCF6D6}"/>
                </a:ext>
              </a:extLst>
            </p:cNvPr>
            <p:cNvSpPr/>
            <p:nvPr/>
          </p:nvSpPr>
          <p:spPr>
            <a:xfrm>
              <a:off x="8467578" y="706777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91" name="Hexagon 890">
              <a:extLst>
                <a:ext uri="{FF2B5EF4-FFF2-40B4-BE49-F238E27FC236}">
                  <a16:creationId xmlns:a16="http://schemas.microsoft.com/office/drawing/2014/main" id="{D447CBFA-FC51-409A-B6D3-C63EEF517253}"/>
                </a:ext>
              </a:extLst>
            </p:cNvPr>
            <p:cNvSpPr/>
            <p:nvPr/>
          </p:nvSpPr>
          <p:spPr>
            <a:xfrm>
              <a:off x="8467577" y="6886831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92" name="Hexagon 891">
              <a:extLst>
                <a:ext uri="{FF2B5EF4-FFF2-40B4-BE49-F238E27FC236}">
                  <a16:creationId xmlns:a16="http://schemas.microsoft.com/office/drawing/2014/main" id="{FC62B859-2B4D-4C1E-93EF-187F85C410EE}"/>
                </a:ext>
              </a:extLst>
            </p:cNvPr>
            <p:cNvSpPr/>
            <p:nvPr/>
          </p:nvSpPr>
          <p:spPr>
            <a:xfrm>
              <a:off x="8467577" y="671230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93" name="Hexagon 892">
              <a:extLst>
                <a:ext uri="{FF2B5EF4-FFF2-40B4-BE49-F238E27FC236}">
                  <a16:creationId xmlns:a16="http://schemas.microsoft.com/office/drawing/2014/main" id="{05E6F528-CDB2-4E06-A3E2-48D4C96E3E1C}"/>
                </a:ext>
              </a:extLst>
            </p:cNvPr>
            <p:cNvSpPr/>
            <p:nvPr/>
          </p:nvSpPr>
          <p:spPr>
            <a:xfrm>
              <a:off x="8689710" y="6981636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94" name="Hexagon 893">
              <a:extLst>
                <a:ext uri="{FF2B5EF4-FFF2-40B4-BE49-F238E27FC236}">
                  <a16:creationId xmlns:a16="http://schemas.microsoft.com/office/drawing/2014/main" id="{03B6A3C4-CC57-4F54-BEEE-1800B3D6559D}"/>
                </a:ext>
              </a:extLst>
            </p:cNvPr>
            <p:cNvSpPr/>
            <p:nvPr/>
          </p:nvSpPr>
          <p:spPr>
            <a:xfrm>
              <a:off x="8689709" y="6800692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95" name="Hexagon 894">
              <a:extLst>
                <a:ext uri="{FF2B5EF4-FFF2-40B4-BE49-F238E27FC236}">
                  <a16:creationId xmlns:a16="http://schemas.microsoft.com/office/drawing/2014/main" id="{4312B10C-32DC-4AE4-A6C8-708D62B5B4BD}"/>
                </a:ext>
              </a:extLst>
            </p:cNvPr>
            <p:cNvSpPr/>
            <p:nvPr/>
          </p:nvSpPr>
          <p:spPr>
            <a:xfrm>
              <a:off x="8689709" y="6618310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96" name="Hexagon 895">
              <a:extLst>
                <a:ext uri="{FF2B5EF4-FFF2-40B4-BE49-F238E27FC236}">
                  <a16:creationId xmlns:a16="http://schemas.microsoft.com/office/drawing/2014/main" id="{903A158F-4EDC-49EB-9E4D-0B470FA275A0}"/>
                </a:ext>
              </a:extLst>
            </p:cNvPr>
            <p:cNvSpPr/>
            <p:nvPr/>
          </p:nvSpPr>
          <p:spPr>
            <a:xfrm>
              <a:off x="7317096" y="7345807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97" name="Hexagon 896">
              <a:extLst>
                <a:ext uri="{FF2B5EF4-FFF2-40B4-BE49-F238E27FC236}">
                  <a16:creationId xmlns:a16="http://schemas.microsoft.com/office/drawing/2014/main" id="{B5E775A0-7928-4C99-9ABC-73826DF4644F}"/>
                </a:ext>
              </a:extLst>
            </p:cNvPr>
            <p:cNvSpPr/>
            <p:nvPr/>
          </p:nvSpPr>
          <p:spPr>
            <a:xfrm>
              <a:off x="7317095" y="7164863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98" name="Hexagon 897">
              <a:extLst>
                <a:ext uri="{FF2B5EF4-FFF2-40B4-BE49-F238E27FC236}">
                  <a16:creationId xmlns:a16="http://schemas.microsoft.com/office/drawing/2014/main" id="{548138E9-F050-4D1E-98D6-140DF467181F}"/>
                </a:ext>
              </a:extLst>
            </p:cNvPr>
            <p:cNvSpPr/>
            <p:nvPr/>
          </p:nvSpPr>
          <p:spPr>
            <a:xfrm>
              <a:off x="7317095" y="6990337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99" name="Hexagon 898">
              <a:extLst>
                <a:ext uri="{FF2B5EF4-FFF2-40B4-BE49-F238E27FC236}">
                  <a16:creationId xmlns:a16="http://schemas.microsoft.com/office/drawing/2014/main" id="{6C50B54F-AB97-4142-825C-B379D5CB8E02}"/>
                </a:ext>
              </a:extLst>
            </p:cNvPr>
            <p:cNvSpPr/>
            <p:nvPr/>
          </p:nvSpPr>
          <p:spPr>
            <a:xfrm>
              <a:off x="7773009" y="6637851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00" name="Hexagon 899">
              <a:extLst>
                <a:ext uri="{FF2B5EF4-FFF2-40B4-BE49-F238E27FC236}">
                  <a16:creationId xmlns:a16="http://schemas.microsoft.com/office/drawing/2014/main" id="{157B61BE-A067-4F4B-A103-365CBDB56449}"/>
                </a:ext>
              </a:extLst>
            </p:cNvPr>
            <p:cNvSpPr/>
            <p:nvPr/>
          </p:nvSpPr>
          <p:spPr>
            <a:xfrm>
              <a:off x="7773008" y="6456907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01" name="Hexagon 900">
              <a:extLst>
                <a:ext uri="{FF2B5EF4-FFF2-40B4-BE49-F238E27FC236}">
                  <a16:creationId xmlns:a16="http://schemas.microsoft.com/office/drawing/2014/main" id="{CB828561-02B9-4292-8925-539CE45F1868}"/>
                </a:ext>
              </a:extLst>
            </p:cNvPr>
            <p:cNvSpPr/>
            <p:nvPr/>
          </p:nvSpPr>
          <p:spPr>
            <a:xfrm>
              <a:off x="7773008" y="6282381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02" name="Hexagon 901">
              <a:extLst>
                <a:ext uri="{FF2B5EF4-FFF2-40B4-BE49-F238E27FC236}">
                  <a16:creationId xmlns:a16="http://schemas.microsoft.com/office/drawing/2014/main" id="{C6CA502C-0CAF-498F-9613-C63AFF993B94}"/>
                </a:ext>
              </a:extLst>
            </p:cNvPr>
            <p:cNvSpPr/>
            <p:nvPr/>
          </p:nvSpPr>
          <p:spPr>
            <a:xfrm>
              <a:off x="8005035" y="6723200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03" name="Hexagon 902">
              <a:extLst>
                <a:ext uri="{FF2B5EF4-FFF2-40B4-BE49-F238E27FC236}">
                  <a16:creationId xmlns:a16="http://schemas.microsoft.com/office/drawing/2014/main" id="{88D00A25-6B2C-411B-BBA3-DB9E56A626A6}"/>
                </a:ext>
              </a:extLst>
            </p:cNvPr>
            <p:cNvSpPr/>
            <p:nvPr/>
          </p:nvSpPr>
          <p:spPr>
            <a:xfrm>
              <a:off x="7083475" y="7255209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04" name="Hexagon 903">
              <a:extLst>
                <a:ext uri="{FF2B5EF4-FFF2-40B4-BE49-F238E27FC236}">
                  <a16:creationId xmlns:a16="http://schemas.microsoft.com/office/drawing/2014/main" id="{2258A255-2B29-4FC8-8C07-2C6169713339}"/>
                </a:ext>
              </a:extLst>
            </p:cNvPr>
            <p:cNvSpPr/>
            <p:nvPr/>
          </p:nvSpPr>
          <p:spPr>
            <a:xfrm>
              <a:off x="7771930" y="7163053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05" name="Hexagon 904">
              <a:extLst>
                <a:ext uri="{FF2B5EF4-FFF2-40B4-BE49-F238E27FC236}">
                  <a16:creationId xmlns:a16="http://schemas.microsoft.com/office/drawing/2014/main" id="{F591FF43-8A0A-4AA8-9D0B-F6F0FEBB72C8}"/>
                </a:ext>
              </a:extLst>
            </p:cNvPr>
            <p:cNvSpPr/>
            <p:nvPr/>
          </p:nvSpPr>
          <p:spPr>
            <a:xfrm>
              <a:off x="7771929" y="6982109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06" name="Hexagon 905">
              <a:extLst>
                <a:ext uri="{FF2B5EF4-FFF2-40B4-BE49-F238E27FC236}">
                  <a16:creationId xmlns:a16="http://schemas.microsoft.com/office/drawing/2014/main" id="{CD987A9D-D25D-4A73-A234-41A3B68FFC8F}"/>
                </a:ext>
              </a:extLst>
            </p:cNvPr>
            <p:cNvSpPr/>
            <p:nvPr/>
          </p:nvSpPr>
          <p:spPr>
            <a:xfrm>
              <a:off x="7548296" y="7078572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07" name="Hexagon 906">
              <a:extLst>
                <a:ext uri="{FF2B5EF4-FFF2-40B4-BE49-F238E27FC236}">
                  <a16:creationId xmlns:a16="http://schemas.microsoft.com/office/drawing/2014/main" id="{D1F75139-4D02-4439-8E11-F8B51C7F5F15}"/>
                </a:ext>
              </a:extLst>
            </p:cNvPr>
            <p:cNvSpPr/>
            <p:nvPr/>
          </p:nvSpPr>
          <p:spPr>
            <a:xfrm>
              <a:off x="7548295" y="6897628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08" name="Hexagon 907">
              <a:extLst>
                <a:ext uri="{FF2B5EF4-FFF2-40B4-BE49-F238E27FC236}">
                  <a16:creationId xmlns:a16="http://schemas.microsoft.com/office/drawing/2014/main" id="{635FBB88-3563-4F58-9682-481D1847E837}"/>
                </a:ext>
              </a:extLst>
            </p:cNvPr>
            <p:cNvSpPr/>
            <p:nvPr/>
          </p:nvSpPr>
          <p:spPr>
            <a:xfrm>
              <a:off x="7317094" y="681781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09" name="Hexagon 908">
              <a:extLst>
                <a:ext uri="{FF2B5EF4-FFF2-40B4-BE49-F238E27FC236}">
                  <a16:creationId xmlns:a16="http://schemas.microsoft.com/office/drawing/2014/main" id="{FDF0B874-8056-40D1-A9C6-12B62B855762}"/>
                </a:ext>
              </a:extLst>
            </p:cNvPr>
            <p:cNvSpPr/>
            <p:nvPr/>
          </p:nvSpPr>
          <p:spPr>
            <a:xfrm>
              <a:off x="8001510" y="6185223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10" name="Hexagon 909">
              <a:extLst>
                <a:ext uri="{FF2B5EF4-FFF2-40B4-BE49-F238E27FC236}">
                  <a16:creationId xmlns:a16="http://schemas.microsoft.com/office/drawing/2014/main" id="{F581B4C4-28CF-4BD4-A202-B5F46D40FFAC}"/>
                </a:ext>
              </a:extLst>
            </p:cNvPr>
            <p:cNvSpPr/>
            <p:nvPr/>
          </p:nvSpPr>
          <p:spPr>
            <a:xfrm>
              <a:off x="8001510" y="6010697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11" name="Hexagon 910">
              <a:extLst>
                <a:ext uri="{FF2B5EF4-FFF2-40B4-BE49-F238E27FC236}">
                  <a16:creationId xmlns:a16="http://schemas.microsoft.com/office/drawing/2014/main" id="{62C52F93-7C2F-4595-BE1C-DFF2B3788329}"/>
                </a:ext>
              </a:extLst>
            </p:cNvPr>
            <p:cNvSpPr/>
            <p:nvPr/>
          </p:nvSpPr>
          <p:spPr>
            <a:xfrm>
              <a:off x="8221945" y="6267520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12" name="Hexagon 911">
              <a:extLst>
                <a:ext uri="{FF2B5EF4-FFF2-40B4-BE49-F238E27FC236}">
                  <a16:creationId xmlns:a16="http://schemas.microsoft.com/office/drawing/2014/main" id="{3F36D0EF-1F89-4107-B443-4A82857F2714}"/>
                </a:ext>
              </a:extLst>
            </p:cNvPr>
            <p:cNvSpPr/>
            <p:nvPr/>
          </p:nvSpPr>
          <p:spPr>
            <a:xfrm>
              <a:off x="8221945" y="6092994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13" name="Hexagon 912">
              <a:extLst>
                <a:ext uri="{FF2B5EF4-FFF2-40B4-BE49-F238E27FC236}">
                  <a16:creationId xmlns:a16="http://schemas.microsoft.com/office/drawing/2014/main" id="{151883E6-AD84-4712-A79B-FB28905A2337}"/>
                </a:ext>
              </a:extLst>
            </p:cNvPr>
            <p:cNvSpPr/>
            <p:nvPr/>
          </p:nvSpPr>
          <p:spPr>
            <a:xfrm>
              <a:off x="8689708" y="6447300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14" name="Hexagon 913">
              <a:extLst>
                <a:ext uri="{FF2B5EF4-FFF2-40B4-BE49-F238E27FC236}">
                  <a16:creationId xmlns:a16="http://schemas.microsoft.com/office/drawing/2014/main" id="{7460B051-6E71-42F5-825E-366C894F39F7}"/>
                </a:ext>
              </a:extLst>
            </p:cNvPr>
            <p:cNvSpPr/>
            <p:nvPr/>
          </p:nvSpPr>
          <p:spPr>
            <a:xfrm>
              <a:off x="8684253" y="6278256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15" name="Hexagon 914">
              <a:extLst>
                <a:ext uri="{FF2B5EF4-FFF2-40B4-BE49-F238E27FC236}">
                  <a16:creationId xmlns:a16="http://schemas.microsoft.com/office/drawing/2014/main" id="{CDC75515-BACA-4E70-9AE5-BC5B9467498C}"/>
                </a:ext>
              </a:extLst>
            </p:cNvPr>
            <p:cNvSpPr/>
            <p:nvPr/>
          </p:nvSpPr>
          <p:spPr>
            <a:xfrm>
              <a:off x="8915765" y="6360732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16" name="Hexagon 915">
              <a:extLst>
                <a:ext uri="{FF2B5EF4-FFF2-40B4-BE49-F238E27FC236}">
                  <a16:creationId xmlns:a16="http://schemas.microsoft.com/office/drawing/2014/main" id="{14415ED1-179D-471B-91A2-06CE50FFF10E}"/>
                </a:ext>
              </a:extLst>
            </p:cNvPr>
            <p:cNvSpPr/>
            <p:nvPr/>
          </p:nvSpPr>
          <p:spPr>
            <a:xfrm>
              <a:off x="9138684" y="6274164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17" name="Hexagon 916">
              <a:extLst>
                <a:ext uri="{FF2B5EF4-FFF2-40B4-BE49-F238E27FC236}">
                  <a16:creationId xmlns:a16="http://schemas.microsoft.com/office/drawing/2014/main" id="{15F980D0-90F7-4DDA-BB7A-8C16AD561094}"/>
                </a:ext>
              </a:extLst>
            </p:cNvPr>
            <p:cNvSpPr/>
            <p:nvPr/>
          </p:nvSpPr>
          <p:spPr>
            <a:xfrm>
              <a:off x="9364741" y="6355829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18" name="Hexagon 917">
              <a:extLst>
                <a:ext uri="{FF2B5EF4-FFF2-40B4-BE49-F238E27FC236}">
                  <a16:creationId xmlns:a16="http://schemas.microsoft.com/office/drawing/2014/main" id="{B98A0D47-D98E-4247-BFE8-BA7DCB7E0009}"/>
                </a:ext>
              </a:extLst>
            </p:cNvPr>
            <p:cNvSpPr/>
            <p:nvPr/>
          </p:nvSpPr>
          <p:spPr>
            <a:xfrm>
              <a:off x="8453099" y="6181303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19" name="Hexagon 918">
              <a:extLst>
                <a:ext uri="{FF2B5EF4-FFF2-40B4-BE49-F238E27FC236}">
                  <a16:creationId xmlns:a16="http://schemas.microsoft.com/office/drawing/2014/main" id="{AE8F75B8-5013-4C30-AA52-121BFD9AAD32}"/>
                </a:ext>
              </a:extLst>
            </p:cNvPr>
            <p:cNvSpPr/>
            <p:nvPr/>
          </p:nvSpPr>
          <p:spPr>
            <a:xfrm>
              <a:off x="8239364" y="5916774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20" name="Hexagon 919">
              <a:extLst>
                <a:ext uri="{FF2B5EF4-FFF2-40B4-BE49-F238E27FC236}">
                  <a16:creationId xmlns:a16="http://schemas.microsoft.com/office/drawing/2014/main" id="{24ABC655-8FFD-4B95-959E-612DA08C6220}"/>
                </a:ext>
              </a:extLst>
            </p:cNvPr>
            <p:cNvSpPr/>
            <p:nvPr/>
          </p:nvSpPr>
          <p:spPr>
            <a:xfrm>
              <a:off x="8459799" y="5999071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21" name="Hexagon 920">
              <a:extLst>
                <a:ext uri="{FF2B5EF4-FFF2-40B4-BE49-F238E27FC236}">
                  <a16:creationId xmlns:a16="http://schemas.microsoft.com/office/drawing/2014/main" id="{20E9601D-5DA2-4AAF-A430-ACBF57282284}"/>
                </a:ext>
              </a:extLst>
            </p:cNvPr>
            <p:cNvSpPr/>
            <p:nvPr/>
          </p:nvSpPr>
          <p:spPr>
            <a:xfrm>
              <a:off x="8917345" y="6184333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22" name="Hexagon 921">
              <a:extLst>
                <a:ext uri="{FF2B5EF4-FFF2-40B4-BE49-F238E27FC236}">
                  <a16:creationId xmlns:a16="http://schemas.microsoft.com/office/drawing/2014/main" id="{36C416F8-8931-463E-828F-D4AEC4904901}"/>
                </a:ext>
              </a:extLst>
            </p:cNvPr>
            <p:cNvSpPr/>
            <p:nvPr/>
          </p:nvSpPr>
          <p:spPr>
            <a:xfrm>
              <a:off x="8683810" y="6096904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23" name="Hexagon 922">
              <a:extLst>
                <a:ext uri="{FF2B5EF4-FFF2-40B4-BE49-F238E27FC236}">
                  <a16:creationId xmlns:a16="http://schemas.microsoft.com/office/drawing/2014/main" id="{FF0F938E-7584-49FC-8F57-5593FA233273}"/>
                </a:ext>
              </a:extLst>
            </p:cNvPr>
            <p:cNvSpPr/>
            <p:nvPr/>
          </p:nvSpPr>
          <p:spPr>
            <a:xfrm>
              <a:off x="8467577" y="5831271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24" name="Hexagon 923">
              <a:extLst>
                <a:ext uri="{FF2B5EF4-FFF2-40B4-BE49-F238E27FC236}">
                  <a16:creationId xmlns:a16="http://schemas.microsoft.com/office/drawing/2014/main" id="{B81E5B53-AC90-4281-86AB-E1CCEE0A192D}"/>
                </a:ext>
              </a:extLst>
            </p:cNvPr>
            <p:cNvSpPr/>
            <p:nvPr/>
          </p:nvSpPr>
          <p:spPr>
            <a:xfrm>
              <a:off x="8688012" y="5913568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25" name="Hexagon 924">
              <a:extLst>
                <a:ext uri="{FF2B5EF4-FFF2-40B4-BE49-F238E27FC236}">
                  <a16:creationId xmlns:a16="http://schemas.microsoft.com/office/drawing/2014/main" id="{776451A5-F962-45D3-80F2-734A341AC223}"/>
                </a:ext>
              </a:extLst>
            </p:cNvPr>
            <p:cNvSpPr/>
            <p:nvPr/>
          </p:nvSpPr>
          <p:spPr>
            <a:xfrm>
              <a:off x="9145558" y="6098830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26" name="Hexagon 925">
              <a:extLst>
                <a:ext uri="{FF2B5EF4-FFF2-40B4-BE49-F238E27FC236}">
                  <a16:creationId xmlns:a16="http://schemas.microsoft.com/office/drawing/2014/main" id="{DB853F99-BA96-4372-B4C2-78D7B3011EFF}"/>
                </a:ext>
              </a:extLst>
            </p:cNvPr>
            <p:cNvSpPr/>
            <p:nvPr/>
          </p:nvSpPr>
          <p:spPr>
            <a:xfrm>
              <a:off x="8912023" y="6011401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27" name="Hexagon 926">
              <a:extLst>
                <a:ext uri="{FF2B5EF4-FFF2-40B4-BE49-F238E27FC236}">
                  <a16:creationId xmlns:a16="http://schemas.microsoft.com/office/drawing/2014/main" id="{8518B196-4F42-4BBA-95E5-1A1F103DD4ED}"/>
                </a:ext>
              </a:extLst>
            </p:cNvPr>
            <p:cNvSpPr/>
            <p:nvPr/>
          </p:nvSpPr>
          <p:spPr>
            <a:xfrm>
              <a:off x="9365330" y="6014034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28" name="Hexagon 927">
              <a:extLst>
                <a:ext uri="{FF2B5EF4-FFF2-40B4-BE49-F238E27FC236}">
                  <a16:creationId xmlns:a16="http://schemas.microsoft.com/office/drawing/2014/main" id="{1339869B-0AE2-4D76-82F5-676B357FD7DD}"/>
                </a:ext>
              </a:extLst>
            </p:cNvPr>
            <p:cNvSpPr/>
            <p:nvPr/>
          </p:nvSpPr>
          <p:spPr>
            <a:xfrm>
              <a:off x="9593543" y="5928531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29" name="Hexagon 928">
              <a:extLst>
                <a:ext uri="{FF2B5EF4-FFF2-40B4-BE49-F238E27FC236}">
                  <a16:creationId xmlns:a16="http://schemas.microsoft.com/office/drawing/2014/main" id="{B22A7695-2CEF-4677-A24F-D9F726546848}"/>
                </a:ext>
              </a:extLst>
            </p:cNvPr>
            <p:cNvSpPr/>
            <p:nvPr/>
          </p:nvSpPr>
          <p:spPr>
            <a:xfrm>
              <a:off x="9821756" y="6020319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30" name="Hexagon 929">
              <a:extLst>
                <a:ext uri="{FF2B5EF4-FFF2-40B4-BE49-F238E27FC236}">
                  <a16:creationId xmlns:a16="http://schemas.microsoft.com/office/drawing/2014/main" id="{ABE10594-E69F-42D6-8DCA-463D5DFE25FD}"/>
                </a:ext>
              </a:extLst>
            </p:cNvPr>
            <p:cNvSpPr/>
            <p:nvPr/>
          </p:nvSpPr>
          <p:spPr>
            <a:xfrm>
              <a:off x="9823545" y="5843028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31" name="Hexagon 930">
              <a:extLst>
                <a:ext uri="{FF2B5EF4-FFF2-40B4-BE49-F238E27FC236}">
                  <a16:creationId xmlns:a16="http://schemas.microsoft.com/office/drawing/2014/main" id="{6E4F29AE-E1F5-46B7-9B69-ABEF75548B35}"/>
                </a:ext>
              </a:extLst>
            </p:cNvPr>
            <p:cNvSpPr/>
            <p:nvPr/>
          </p:nvSpPr>
          <p:spPr>
            <a:xfrm>
              <a:off x="9138683" y="5920426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32" name="Hexagon 931">
              <a:extLst>
                <a:ext uri="{FF2B5EF4-FFF2-40B4-BE49-F238E27FC236}">
                  <a16:creationId xmlns:a16="http://schemas.microsoft.com/office/drawing/2014/main" id="{33DA1E6A-EE10-4887-97F5-F550B7C55D92}"/>
                </a:ext>
              </a:extLst>
            </p:cNvPr>
            <p:cNvSpPr/>
            <p:nvPr/>
          </p:nvSpPr>
          <p:spPr>
            <a:xfrm>
              <a:off x="9369625" y="5836928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33" name="Hexagon 932">
              <a:extLst>
                <a:ext uri="{FF2B5EF4-FFF2-40B4-BE49-F238E27FC236}">
                  <a16:creationId xmlns:a16="http://schemas.microsoft.com/office/drawing/2014/main" id="{2FBEB4F7-2AF2-49CE-869C-8AB738B5F7AB}"/>
                </a:ext>
              </a:extLst>
            </p:cNvPr>
            <p:cNvSpPr/>
            <p:nvPr/>
          </p:nvSpPr>
          <p:spPr>
            <a:xfrm>
              <a:off x="8684116" y="5741718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34" name="Hexagon 933">
              <a:extLst>
                <a:ext uri="{FF2B5EF4-FFF2-40B4-BE49-F238E27FC236}">
                  <a16:creationId xmlns:a16="http://schemas.microsoft.com/office/drawing/2014/main" id="{F0757F77-C31E-49A0-AA77-F69E93D62913}"/>
                </a:ext>
              </a:extLst>
            </p:cNvPr>
            <p:cNvSpPr/>
            <p:nvPr/>
          </p:nvSpPr>
          <p:spPr>
            <a:xfrm>
              <a:off x="8685696" y="5565319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35" name="Hexagon 934">
              <a:extLst>
                <a:ext uri="{FF2B5EF4-FFF2-40B4-BE49-F238E27FC236}">
                  <a16:creationId xmlns:a16="http://schemas.microsoft.com/office/drawing/2014/main" id="{661DFE67-5218-40D2-94C0-CFB0805FEA5F}"/>
                </a:ext>
              </a:extLst>
            </p:cNvPr>
            <p:cNvSpPr/>
            <p:nvPr/>
          </p:nvSpPr>
          <p:spPr>
            <a:xfrm>
              <a:off x="8680374" y="5392387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36" name="Hexagon 935">
              <a:extLst>
                <a:ext uri="{FF2B5EF4-FFF2-40B4-BE49-F238E27FC236}">
                  <a16:creationId xmlns:a16="http://schemas.microsoft.com/office/drawing/2014/main" id="{0F0C9C62-38E9-41D4-97C6-5398D14CACAE}"/>
                </a:ext>
              </a:extLst>
            </p:cNvPr>
            <p:cNvSpPr/>
            <p:nvPr/>
          </p:nvSpPr>
          <p:spPr>
            <a:xfrm>
              <a:off x="8227400" y="5561967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37" name="Hexagon 936">
              <a:extLst>
                <a:ext uri="{FF2B5EF4-FFF2-40B4-BE49-F238E27FC236}">
                  <a16:creationId xmlns:a16="http://schemas.microsoft.com/office/drawing/2014/main" id="{E4F454DE-D3A6-4842-B790-AFB686692DE4}"/>
                </a:ext>
              </a:extLst>
            </p:cNvPr>
            <p:cNvSpPr/>
            <p:nvPr/>
          </p:nvSpPr>
          <p:spPr>
            <a:xfrm>
              <a:off x="8228980" y="5385568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38" name="Hexagon 937">
              <a:extLst>
                <a:ext uri="{FF2B5EF4-FFF2-40B4-BE49-F238E27FC236}">
                  <a16:creationId xmlns:a16="http://schemas.microsoft.com/office/drawing/2014/main" id="{14906B27-7D82-42CA-819A-D2A60F26C385}"/>
                </a:ext>
              </a:extLst>
            </p:cNvPr>
            <p:cNvSpPr/>
            <p:nvPr/>
          </p:nvSpPr>
          <p:spPr>
            <a:xfrm>
              <a:off x="8223658" y="5212636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39" name="Hexagon 938">
              <a:extLst>
                <a:ext uri="{FF2B5EF4-FFF2-40B4-BE49-F238E27FC236}">
                  <a16:creationId xmlns:a16="http://schemas.microsoft.com/office/drawing/2014/main" id="{34062CA6-99C0-4F13-AAF9-D38A29426476}"/>
                </a:ext>
              </a:extLst>
            </p:cNvPr>
            <p:cNvSpPr/>
            <p:nvPr/>
          </p:nvSpPr>
          <p:spPr>
            <a:xfrm>
              <a:off x="8915096" y="565100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40" name="Hexagon 939">
              <a:extLst>
                <a:ext uri="{FF2B5EF4-FFF2-40B4-BE49-F238E27FC236}">
                  <a16:creationId xmlns:a16="http://schemas.microsoft.com/office/drawing/2014/main" id="{DC79000E-7CC6-4894-8703-D8924519F840}"/>
                </a:ext>
              </a:extLst>
            </p:cNvPr>
            <p:cNvSpPr/>
            <p:nvPr/>
          </p:nvSpPr>
          <p:spPr>
            <a:xfrm>
              <a:off x="8916676" y="5474606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41" name="Hexagon 940">
              <a:extLst>
                <a:ext uri="{FF2B5EF4-FFF2-40B4-BE49-F238E27FC236}">
                  <a16:creationId xmlns:a16="http://schemas.microsoft.com/office/drawing/2014/main" id="{A9F16D73-FF21-4220-A082-EF23F7539D70}"/>
                </a:ext>
              </a:extLst>
            </p:cNvPr>
            <p:cNvSpPr/>
            <p:nvPr/>
          </p:nvSpPr>
          <p:spPr>
            <a:xfrm>
              <a:off x="8911354" y="5301674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42" name="Hexagon 941">
              <a:extLst>
                <a:ext uri="{FF2B5EF4-FFF2-40B4-BE49-F238E27FC236}">
                  <a16:creationId xmlns:a16="http://schemas.microsoft.com/office/drawing/2014/main" id="{2A3D1055-397F-49F3-AF58-4D9A6DD621BB}"/>
                </a:ext>
              </a:extLst>
            </p:cNvPr>
            <p:cNvSpPr/>
            <p:nvPr/>
          </p:nvSpPr>
          <p:spPr>
            <a:xfrm>
              <a:off x="9138683" y="5746878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43" name="Hexagon 942">
              <a:extLst>
                <a:ext uri="{FF2B5EF4-FFF2-40B4-BE49-F238E27FC236}">
                  <a16:creationId xmlns:a16="http://schemas.microsoft.com/office/drawing/2014/main" id="{20BE079F-9F18-4FA1-8776-4C09F01462E8}"/>
                </a:ext>
              </a:extLst>
            </p:cNvPr>
            <p:cNvSpPr/>
            <p:nvPr/>
          </p:nvSpPr>
          <p:spPr>
            <a:xfrm>
              <a:off x="9140263" y="5570479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44" name="Hexagon 943">
              <a:extLst>
                <a:ext uri="{FF2B5EF4-FFF2-40B4-BE49-F238E27FC236}">
                  <a16:creationId xmlns:a16="http://schemas.microsoft.com/office/drawing/2014/main" id="{2F52A35A-4329-47C6-924D-59627CF237A6}"/>
                </a:ext>
              </a:extLst>
            </p:cNvPr>
            <p:cNvSpPr/>
            <p:nvPr/>
          </p:nvSpPr>
          <p:spPr>
            <a:xfrm>
              <a:off x="9134941" y="5397547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45" name="Hexagon 944">
              <a:extLst>
                <a:ext uri="{FF2B5EF4-FFF2-40B4-BE49-F238E27FC236}">
                  <a16:creationId xmlns:a16="http://schemas.microsoft.com/office/drawing/2014/main" id="{ECF591E2-44DF-4ADC-AE80-35ABDDC87824}"/>
                </a:ext>
              </a:extLst>
            </p:cNvPr>
            <p:cNvSpPr/>
            <p:nvPr/>
          </p:nvSpPr>
          <p:spPr>
            <a:xfrm>
              <a:off x="9371812" y="5656783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46" name="Hexagon 945">
              <a:extLst>
                <a:ext uri="{FF2B5EF4-FFF2-40B4-BE49-F238E27FC236}">
                  <a16:creationId xmlns:a16="http://schemas.microsoft.com/office/drawing/2014/main" id="{5AD32097-395A-40F2-AACA-101152AD02F2}"/>
                </a:ext>
              </a:extLst>
            </p:cNvPr>
            <p:cNvSpPr/>
            <p:nvPr/>
          </p:nvSpPr>
          <p:spPr>
            <a:xfrm>
              <a:off x="9373392" y="5480384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47" name="Hexagon 946">
              <a:extLst>
                <a:ext uri="{FF2B5EF4-FFF2-40B4-BE49-F238E27FC236}">
                  <a16:creationId xmlns:a16="http://schemas.microsoft.com/office/drawing/2014/main" id="{D37FF6D3-284C-4167-B92B-C3BAA400E3F2}"/>
                </a:ext>
              </a:extLst>
            </p:cNvPr>
            <p:cNvSpPr/>
            <p:nvPr/>
          </p:nvSpPr>
          <p:spPr>
            <a:xfrm>
              <a:off x="9368070" y="5307452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48" name="Hexagon 947">
              <a:extLst>
                <a:ext uri="{FF2B5EF4-FFF2-40B4-BE49-F238E27FC236}">
                  <a16:creationId xmlns:a16="http://schemas.microsoft.com/office/drawing/2014/main" id="{D7D56937-5351-479B-8B55-63227C4E80CE}"/>
                </a:ext>
              </a:extLst>
            </p:cNvPr>
            <p:cNvSpPr/>
            <p:nvPr/>
          </p:nvSpPr>
          <p:spPr>
            <a:xfrm>
              <a:off x="9596285" y="5747946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49" name="Hexagon 948">
              <a:extLst>
                <a:ext uri="{FF2B5EF4-FFF2-40B4-BE49-F238E27FC236}">
                  <a16:creationId xmlns:a16="http://schemas.microsoft.com/office/drawing/2014/main" id="{C69EEB1A-6CC5-4187-9359-1B297B93E3BC}"/>
                </a:ext>
              </a:extLst>
            </p:cNvPr>
            <p:cNvSpPr/>
            <p:nvPr/>
          </p:nvSpPr>
          <p:spPr>
            <a:xfrm>
              <a:off x="9597865" y="5571547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50" name="Hexagon 949">
              <a:extLst>
                <a:ext uri="{FF2B5EF4-FFF2-40B4-BE49-F238E27FC236}">
                  <a16:creationId xmlns:a16="http://schemas.microsoft.com/office/drawing/2014/main" id="{1F2C141D-CED0-4E6B-BDCD-DA012B119D49}"/>
                </a:ext>
              </a:extLst>
            </p:cNvPr>
            <p:cNvSpPr/>
            <p:nvPr/>
          </p:nvSpPr>
          <p:spPr>
            <a:xfrm>
              <a:off x="9592543" y="539861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51" name="Hexagon 950">
              <a:extLst>
                <a:ext uri="{FF2B5EF4-FFF2-40B4-BE49-F238E27FC236}">
                  <a16:creationId xmlns:a16="http://schemas.microsoft.com/office/drawing/2014/main" id="{9CAE76D9-58CC-49BF-B3B2-E3467F94B81F}"/>
                </a:ext>
              </a:extLst>
            </p:cNvPr>
            <p:cNvSpPr/>
            <p:nvPr/>
          </p:nvSpPr>
          <p:spPr>
            <a:xfrm>
              <a:off x="10044823" y="5574557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52" name="Hexagon 951">
              <a:extLst>
                <a:ext uri="{FF2B5EF4-FFF2-40B4-BE49-F238E27FC236}">
                  <a16:creationId xmlns:a16="http://schemas.microsoft.com/office/drawing/2014/main" id="{89C2FBFA-3527-42E9-8C93-A2309BA7BB9E}"/>
                </a:ext>
              </a:extLst>
            </p:cNvPr>
            <p:cNvSpPr/>
            <p:nvPr/>
          </p:nvSpPr>
          <p:spPr>
            <a:xfrm>
              <a:off x="7995781" y="5471859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53" name="Hexagon 952">
              <a:extLst>
                <a:ext uri="{FF2B5EF4-FFF2-40B4-BE49-F238E27FC236}">
                  <a16:creationId xmlns:a16="http://schemas.microsoft.com/office/drawing/2014/main" id="{9472D27F-F220-4DE2-BB27-3A3492FC6F98}"/>
                </a:ext>
              </a:extLst>
            </p:cNvPr>
            <p:cNvSpPr/>
            <p:nvPr/>
          </p:nvSpPr>
          <p:spPr>
            <a:xfrm>
              <a:off x="7995027" y="5295923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54" name="Hexagon 953">
              <a:extLst>
                <a:ext uri="{FF2B5EF4-FFF2-40B4-BE49-F238E27FC236}">
                  <a16:creationId xmlns:a16="http://schemas.microsoft.com/office/drawing/2014/main" id="{81B5D8E9-AAF9-4A79-A732-2CCECADF7E19}"/>
                </a:ext>
              </a:extLst>
            </p:cNvPr>
            <p:cNvSpPr/>
            <p:nvPr/>
          </p:nvSpPr>
          <p:spPr>
            <a:xfrm>
              <a:off x="8461740" y="5649878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55" name="Hexagon 954">
              <a:extLst>
                <a:ext uri="{FF2B5EF4-FFF2-40B4-BE49-F238E27FC236}">
                  <a16:creationId xmlns:a16="http://schemas.microsoft.com/office/drawing/2014/main" id="{12507C76-B7A9-4A58-8EE0-E792AFF19847}"/>
                </a:ext>
              </a:extLst>
            </p:cNvPr>
            <p:cNvSpPr/>
            <p:nvPr/>
          </p:nvSpPr>
          <p:spPr>
            <a:xfrm>
              <a:off x="8457024" y="5477408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56" name="Hexagon 955">
              <a:extLst>
                <a:ext uri="{FF2B5EF4-FFF2-40B4-BE49-F238E27FC236}">
                  <a16:creationId xmlns:a16="http://schemas.microsoft.com/office/drawing/2014/main" id="{33880FF3-6C13-4305-B3F3-9258B6244F15}"/>
                </a:ext>
              </a:extLst>
            </p:cNvPr>
            <p:cNvSpPr/>
            <p:nvPr/>
          </p:nvSpPr>
          <p:spPr>
            <a:xfrm>
              <a:off x="8672903" y="5215433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57" name="Hexagon 956">
              <a:extLst>
                <a:ext uri="{FF2B5EF4-FFF2-40B4-BE49-F238E27FC236}">
                  <a16:creationId xmlns:a16="http://schemas.microsoft.com/office/drawing/2014/main" id="{13D652B5-B889-4A01-8565-951FCA131CD3}"/>
                </a:ext>
              </a:extLst>
            </p:cNvPr>
            <p:cNvSpPr/>
            <p:nvPr/>
          </p:nvSpPr>
          <p:spPr>
            <a:xfrm>
              <a:off x="8672902" y="5036630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58" name="Hexagon 957">
              <a:extLst>
                <a:ext uri="{FF2B5EF4-FFF2-40B4-BE49-F238E27FC236}">
                  <a16:creationId xmlns:a16="http://schemas.microsoft.com/office/drawing/2014/main" id="{E799A086-8118-4E34-93A9-B549243EBD24}"/>
                </a:ext>
              </a:extLst>
            </p:cNvPr>
            <p:cNvSpPr/>
            <p:nvPr/>
          </p:nvSpPr>
          <p:spPr>
            <a:xfrm>
              <a:off x="8444271" y="5123929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59" name="Hexagon 958">
              <a:extLst>
                <a:ext uri="{FF2B5EF4-FFF2-40B4-BE49-F238E27FC236}">
                  <a16:creationId xmlns:a16="http://schemas.microsoft.com/office/drawing/2014/main" id="{4E4B6D27-C44A-4E19-BA92-AC8657FA318E}"/>
                </a:ext>
              </a:extLst>
            </p:cNvPr>
            <p:cNvSpPr/>
            <p:nvPr/>
          </p:nvSpPr>
          <p:spPr>
            <a:xfrm>
              <a:off x="9595399" y="5219927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60" name="Hexagon 959">
              <a:extLst>
                <a:ext uri="{FF2B5EF4-FFF2-40B4-BE49-F238E27FC236}">
                  <a16:creationId xmlns:a16="http://schemas.microsoft.com/office/drawing/2014/main" id="{C16EDDBD-6229-4E0D-8FE8-8C7EC8C38513}"/>
                </a:ext>
              </a:extLst>
            </p:cNvPr>
            <p:cNvSpPr/>
            <p:nvPr/>
          </p:nvSpPr>
          <p:spPr>
            <a:xfrm>
              <a:off x="9596979" y="5043528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61" name="Hexagon 960">
              <a:extLst>
                <a:ext uri="{FF2B5EF4-FFF2-40B4-BE49-F238E27FC236}">
                  <a16:creationId xmlns:a16="http://schemas.microsoft.com/office/drawing/2014/main" id="{02979140-E566-48AC-B2C8-8E586DFCF5EF}"/>
                </a:ext>
              </a:extLst>
            </p:cNvPr>
            <p:cNvSpPr/>
            <p:nvPr/>
          </p:nvSpPr>
          <p:spPr>
            <a:xfrm>
              <a:off x="9591657" y="4870596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62" name="Hexagon 961">
              <a:extLst>
                <a:ext uri="{FF2B5EF4-FFF2-40B4-BE49-F238E27FC236}">
                  <a16:creationId xmlns:a16="http://schemas.microsoft.com/office/drawing/2014/main" id="{5F4D308C-2E9C-4BE2-A4C0-8800FE3034FA}"/>
                </a:ext>
              </a:extLst>
            </p:cNvPr>
            <p:cNvSpPr/>
            <p:nvPr/>
          </p:nvSpPr>
          <p:spPr>
            <a:xfrm>
              <a:off x="9819464" y="5130944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63" name="Hexagon 962">
              <a:extLst>
                <a:ext uri="{FF2B5EF4-FFF2-40B4-BE49-F238E27FC236}">
                  <a16:creationId xmlns:a16="http://schemas.microsoft.com/office/drawing/2014/main" id="{F843298B-3FB3-4E6E-9005-EFD8C28BF868}"/>
                </a:ext>
              </a:extLst>
            </p:cNvPr>
            <p:cNvSpPr/>
            <p:nvPr/>
          </p:nvSpPr>
          <p:spPr>
            <a:xfrm>
              <a:off x="9821044" y="495454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64" name="Hexagon 963">
              <a:extLst>
                <a:ext uri="{FF2B5EF4-FFF2-40B4-BE49-F238E27FC236}">
                  <a16:creationId xmlns:a16="http://schemas.microsoft.com/office/drawing/2014/main" id="{26304FFC-A811-4ED8-B096-389B38ADF8A1}"/>
                </a:ext>
              </a:extLst>
            </p:cNvPr>
            <p:cNvSpPr/>
            <p:nvPr/>
          </p:nvSpPr>
          <p:spPr>
            <a:xfrm>
              <a:off x="9815722" y="4781613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65" name="Hexagon 964">
              <a:extLst>
                <a:ext uri="{FF2B5EF4-FFF2-40B4-BE49-F238E27FC236}">
                  <a16:creationId xmlns:a16="http://schemas.microsoft.com/office/drawing/2014/main" id="{2778A7FA-A24B-4674-B9A4-97F7AB2AF5D9}"/>
                </a:ext>
              </a:extLst>
            </p:cNvPr>
            <p:cNvSpPr/>
            <p:nvPr/>
          </p:nvSpPr>
          <p:spPr>
            <a:xfrm>
              <a:off x="9583679" y="4689439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66" name="Hexagon 965">
              <a:extLst>
                <a:ext uri="{FF2B5EF4-FFF2-40B4-BE49-F238E27FC236}">
                  <a16:creationId xmlns:a16="http://schemas.microsoft.com/office/drawing/2014/main" id="{1062F0D7-43AF-4FE0-B86C-B5E840405670}"/>
                </a:ext>
              </a:extLst>
            </p:cNvPr>
            <p:cNvSpPr/>
            <p:nvPr/>
          </p:nvSpPr>
          <p:spPr>
            <a:xfrm>
              <a:off x="9585259" y="4513040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67" name="Hexagon 966">
              <a:extLst>
                <a:ext uri="{FF2B5EF4-FFF2-40B4-BE49-F238E27FC236}">
                  <a16:creationId xmlns:a16="http://schemas.microsoft.com/office/drawing/2014/main" id="{3944E2BF-2AEE-4CC1-92F6-A0D056A7ECA8}"/>
                </a:ext>
              </a:extLst>
            </p:cNvPr>
            <p:cNvSpPr/>
            <p:nvPr/>
          </p:nvSpPr>
          <p:spPr>
            <a:xfrm>
              <a:off x="9579937" y="4340108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68" name="Hexagon 967">
              <a:extLst>
                <a:ext uri="{FF2B5EF4-FFF2-40B4-BE49-F238E27FC236}">
                  <a16:creationId xmlns:a16="http://schemas.microsoft.com/office/drawing/2014/main" id="{0275F924-BC04-46FF-B54E-A7CC8CD439B8}"/>
                </a:ext>
              </a:extLst>
            </p:cNvPr>
            <p:cNvSpPr/>
            <p:nvPr/>
          </p:nvSpPr>
          <p:spPr>
            <a:xfrm>
              <a:off x="9351636" y="4592538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69" name="Hexagon 968">
              <a:extLst>
                <a:ext uri="{FF2B5EF4-FFF2-40B4-BE49-F238E27FC236}">
                  <a16:creationId xmlns:a16="http://schemas.microsoft.com/office/drawing/2014/main" id="{7F473B45-A276-4940-96E3-C9D5B5F41ED0}"/>
                </a:ext>
              </a:extLst>
            </p:cNvPr>
            <p:cNvSpPr/>
            <p:nvPr/>
          </p:nvSpPr>
          <p:spPr>
            <a:xfrm>
              <a:off x="9353216" y="4416139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70" name="Hexagon 969">
              <a:extLst>
                <a:ext uri="{FF2B5EF4-FFF2-40B4-BE49-F238E27FC236}">
                  <a16:creationId xmlns:a16="http://schemas.microsoft.com/office/drawing/2014/main" id="{809DB424-29FF-49B2-BBB6-A354D2A3FC48}"/>
                </a:ext>
              </a:extLst>
            </p:cNvPr>
            <p:cNvSpPr/>
            <p:nvPr/>
          </p:nvSpPr>
          <p:spPr>
            <a:xfrm>
              <a:off x="9347894" y="4243207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71" name="Hexagon 970">
              <a:extLst>
                <a:ext uri="{FF2B5EF4-FFF2-40B4-BE49-F238E27FC236}">
                  <a16:creationId xmlns:a16="http://schemas.microsoft.com/office/drawing/2014/main" id="{FD50D685-8C28-4745-BF7E-471B77C2B4E0}"/>
                </a:ext>
              </a:extLst>
            </p:cNvPr>
            <p:cNvSpPr/>
            <p:nvPr/>
          </p:nvSpPr>
          <p:spPr>
            <a:xfrm>
              <a:off x="9578417" y="4151521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72" name="Hexagon 971">
              <a:extLst>
                <a:ext uri="{FF2B5EF4-FFF2-40B4-BE49-F238E27FC236}">
                  <a16:creationId xmlns:a16="http://schemas.microsoft.com/office/drawing/2014/main" id="{84A7740F-9C0F-4BC3-8D7C-C06FFEAA20EC}"/>
                </a:ext>
              </a:extLst>
            </p:cNvPr>
            <p:cNvSpPr/>
            <p:nvPr/>
          </p:nvSpPr>
          <p:spPr>
            <a:xfrm>
              <a:off x="9579997" y="3975122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73" name="Hexagon 972">
              <a:extLst>
                <a:ext uri="{FF2B5EF4-FFF2-40B4-BE49-F238E27FC236}">
                  <a16:creationId xmlns:a16="http://schemas.microsoft.com/office/drawing/2014/main" id="{0B2C257D-D95E-42CC-A996-9E0187862BC2}"/>
                </a:ext>
              </a:extLst>
            </p:cNvPr>
            <p:cNvSpPr/>
            <p:nvPr/>
          </p:nvSpPr>
          <p:spPr>
            <a:xfrm>
              <a:off x="9574675" y="3802190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74" name="Hexagon 973">
              <a:extLst>
                <a:ext uri="{FF2B5EF4-FFF2-40B4-BE49-F238E27FC236}">
                  <a16:creationId xmlns:a16="http://schemas.microsoft.com/office/drawing/2014/main" id="{52C034DA-0104-4B74-A029-C851A16B3AF5}"/>
                </a:ext>
              </a:extLst>
            </p:cNvPr>
            <p:cNvSpPr/>
            <p:nvPr/>
          </p:nvSpPr>
          <p:spPr>
            <a:xfrm>
              <a:off x="8889598" y="4773428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75" name="Hexagon 974">
              <a:extLst>
                <a:ext uri="{FF2B5EF4-FFF2-40B4-BE49-F238E27FC236}">
                  <a16:creationId xmlns:a16="http://schemas.microsoft.com/office/drawing/2014/main" id="{097A351A-C81E-4D50-996F-165C76A9CB31}"/>
                </a:ext>
              </a:extLst>
            </p:cNvPr>
            <p:cNvSpPr/>
            <p:nvPr/>
          </p:nvSpPr>
          <p:spPr>
            <a:xfrm>
              <a:off x="8891178" y="4597029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76" name="Hexagon 975">
              <a:extLst>
                <a:ext uri="{FF2B5EF4-FFF2-40B4-BE49-F238E27FC236}">
                  <a16:creationId xmlns:a16="http://schemas.microsoft.com/office/drawing/2014/main" id="{FE42CA11-F218-471E-9015-DF26BEEA7A26}"/>
                </a:ext>
              </a:extLst>
            </p:cNvPr>
            <p:cNvSpPr/>
            <p:nvPr/>
          </p:nvSpPr>
          <p:spPr>
            <a:xfrm>
              <a:off x="8885856" y="4424097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77" name="Hexagon 976">
              <a:extLst>
                <a:ext uri="{FF2B5EF4-FFF2-40B4-BE49-F238E27FC236}">
                  <a16:creationId xmlns:a16="http://schemas.microsoft.com/office/drawing/2014/main" id="{77DD42ED-37AA-4310-8FD3-0B94528B25A6}"/>
                </a:ext>
              </a:extLst>
            </p:cNvPr>
            <p:cNvSpPr/>
            <p:nvPr/>
          </p:nvSpPr>
          <p:spPr>
            <a:xfrm>
              <a:off x="9142373" y="5214197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78" name="Hexagon 977">
              <a:extLst>
                <a:ext uri="{FF2B5EF4-FFF2-40B4-BE49-F238E27FC236}">
                  <a16:creationId xmlns:a16="http://schemas.microsoft.com/office/drawing/2014/main" id="{FD56898C-EA06-4AFB-AB6C-ACE23887BC75}"/>
                </a:ext>
              </a:extLst>
            </p:cNvPr>
            <p:cNvSpPr/>
            <p:nvPr/>
          </p:nvSpPr>
          <p:spPr>
            <a:xfrm>
              <a:off x="9137051" y="504126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79" name="Hexagon 978">
              <a:extLst>
                <a:ext uri="{FF2B5EF4-FFF2-40B4-BE49-F238E27FC236}">
                  <a16:creationId xmlns:a16="http://schemas.microsoft.com/office/drawing/2014/main" id="{5AD1C509-F7E8-4757-9D62-0345476E32D7}"/>
                </a:ext>
              </a:extLst>
            </p:cNvPr>
            <p:cNvSpPr/>
            <p:nvPr/>
          </p:nvSpPr>
          <p:spPr>
            <a:xfrm>
              <a:off x="9369625" y="512390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80" name="Hexagon 979">
              <a:extLst>
                <a:ext uri="{FF2B5EF4-FFF2-40B4-BE49-F238E27FC236}">
                  <a16:creationId xmlns:a16="http://schemas.microsoft.com/office/drawing/2014/main" id="{1630B8FA-D7FA-4A2E-80E8-A5EF57576585}"/>
                </a:ext>
              </a:extLst>
            </p:cNvPr>
            <p:cNvSpPr/>
            <p:nvPr/>
          </p:nvSpPr>
          <p:spPr>
            <a:xfrm>
              <a:off x="9117899" y="4505169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81" name="Hexagon 980">
              <a:extLst>
                <a:ext uri="{FF2B5EF4-FFF2-40B4-BE49-F238E27FC236}">
                  <a16:creationId xmlns:a16="http://schemas.microsoft.com/office/drawing/2014/main" id="{3777C9EB-D560-4569-9A0A-C679CD6739FF}"/>
                </a:ext>
              </a:extLst>
            </p:cNvPr>
            <p:cNvSpPr/>
            <p:nvPr/>
          </p:nvSpPr>
          <p:spPr>
            <a:xfrm>
              <a:off x="9119479" y="4328770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82" name="Hexagon 981">
              <a:extLst>
                <a:ext uri="{FF2B5EF4-FFF2-40B4-BE49-F238E27FC236}">
                  <a16:creationId xmlns:a16="http://schemas.microsoft.com/office/drawing/2014/main" id="{5560048C-9F33-4265-9C38-022770211497}"/>
                </a:ext>
              </a:extLst>
            </p:cNvPr>
            <p:cNvSpPr/>
            <p:nvPr/>
          </p:nvSpPr>
          <p:spPr>
            <a:xfrm>
              <a:off x="8655357" y="4510226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83" name="Hexagon 982">
              <a:extLst>
                <a:ext uri="{FF2B5EF4-FFF2-40B4-BE49-F238E27FC236}">
                  <a16:creationId xmlns:a16="http://schemas.microsoft.com/office/drawing/2014/main" id="{83648825-701C-45E2-AC10-B99E4D07CF45}"/>
                </a:ext>
              </a:extLst>
            </p:cNvPr>
            <p:cNvSpPr/>
            <p:nvPr/>
          </p:nvSpPr>
          <p:spPr>
            <a:xfrm>
              <a:off x="8656937" y="4333827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84" name="Hexagon 983">
              <a:extLst>
                <a:ext uri="{FF2B5EF4-FFF2-40B4-BE49-F238E27FC236}">
                  <a16:creationId xmlns:a16="http://schemas.microsoft.com/office/drawing/2014/main" id="{B082FE04-D317-445F-95C0-295FFA62C5D0}"/>
                </a:ext>
              </a:extLst>
            </p:cNvPr>
            <p:cNvSpPr/>
            <p:nvPr/>
          </p:nvSpPr>
          <p:spPr>
            <a:xfrm>
              <a:off x="8894123" y="4235727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85" name="Hexagon 984">
              <a:extLst>
                <a:ext uri="{FF2B5EF4-FFF2-40B4-BE49-F238E27FC236}">
                  <a16:creationId xmlns:a16="http://schemas.microsoft.com/office/drawing/2014/main" id="{04CC5050-2D2C-40BE-A1F4-0601E32E823C}"/>
                </a:ext>
              </a:extLst>
            </p:cNvPr>
            <p:cNvSpPr/>
            <p:nvPr/>
          </p:nvSpPr>
          <p:spPr>
            <a:xfrm>
              <a:off x="8895703" y="4059328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86" name="Hexagon 985">
              <a:extLst>
                <a:ext uri="{FF2B5EF4-FFF2-40B4-BE49-F238E27FC236}">
                  <a16:creationId xmlns:a16="http://schemas.microsoft.com/office/drawing/2014/main" id="{73AF9066-0F7E-491B-8407-B5A759A6A5A9}"/>
                </a:ext>
              </a:extLst>
            </p:cNvPr>
            <p:cNvSpPr/>
            <p:nvPr/>
          </p:nvSpPr>
          <p:spPr>
            <a:xfrm>
              <a:off x="9352401" y="4065192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87" name="Hexagon 986">
              <a:extLst>
                <a:ext uri="{FF2B5EF4-FFF2-40B4-BE49-F238E27FC236}">
                  <a16:creationId xmlns:a16="http://schemas.microsoft.com/office/drawing/2014/main" id="{CFA2E7C1-E8D9-466A-A676-FF2B132D5788}"/>
                </a:ext>
              </a:extLst>
            </p:cNvPr>
            <p:cNvSpPr/>
            <p:nvPr/>
          </p:nvSpPr>
          <p:spPr>
            <a:xfrm>
              <a:off x="9353981" y="3888793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88" name="Hexagon 987">
              <a:extLst>
                <a:ext uri="{FF2B5EF4-FFF2-40B4-BE49-F238E27FC236}">
                  <a16:creationId xmlns:a16="http://schemas.microsoft.com/office/drawing/2014/main" id="{33675F61-384B-4C7C-8887-DA91AD423EE4}"/>
                </a:ext>
              </a:extLst>
            </p:cNvPr>
            <p:cNvSpPr/>
            <p:nvPr/>
          </p:nvSpPr>
          <p:spPr>
            <a:xfrm>
              <a:off x="9124805" y="3973303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89" name="Hexagon 988">
              <a:extLst>
                <a:ext uri="{FF2B5EF4-FFF2-40B4-BE49-F238E27FC236}">
                  <a16:creationId xmlns:a16="http://schemas.microsoft.com/office/drawing/2014/main" id="{B609944A-A7ED-49AD-B132-0B2ABDBAA515}"/>
                </a:ext>
              </a:extLst>
            </p:cNvPr>
            <p:cNvSpPr/>
            <p:nvPr/>
          </p:nvSpPr>
          <p:spPr>
            <a:xfrm>
              <a:off x="9126385" y="3796904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90" name="Hexagon 989">
              <a:extLst>
                <a:ext uri="{FF2B5EF4-FFF2-40B4-BE49-F238E27FC236}">
                  <a16:creationId xmlns:a16="http://schemas.microsoft.com/office/drawing/2014/main" id="{01D2AF22-6C05-41B8-BDF1-2C920C1E7EB5}"/>
                </a:ext>
              </a:extLst>
            </p:cNvPr>
            <p:cNvSpPr/>
            <p:nvPr/>
          </p:nvSpPr>
          <p:spPr>
            <a:xfrm>
              <a:off x="10049765" y="469362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91" name="Hexagon 990">
              <a:extLst>
                <a:ext uri="{FF2B5EF4-FFF2-40B4-BE49-F238E27FC236}">
                  <a16:creationId xmlns:a16="http://schemas.microsoft.com/office/drawing/2014/main" id="{DF367F0A-9000-4A79-8D6F-DFB4E7920F5C}"/>
                </a:ext>
              </a:extLst>
            </p:cNvPr>
            <p:cNvSpPr/>
            <p:nvPr/>
          </p:nvSpPr>
          <p:spPr>
            <a:xfrm>
              <a:off x="9817722" y="4601451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95" name="Hexagon 994">
              <a:extLst>
                <a:ext uri="{FF2B5EF4-FFF2-40B4-BE49-F238E27FC236}">
                  <a16:creationId xmlns:a16="http://schemas.microsoft.com/office/drawing/2014/main" id="{FE331FE3-6524-410A-9052-6F4B9E2562EB}"/>
                </a:ext>
              </a:extLst>
            </p:cNvPr>
            <p:cNvSpPr/>
            <p:nvPr/>
          </p:nvSpPr>
          <p:spPr>
            <a:xfrm>
              <a:off x="7992509" y="2819803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96" name="Hexagon 995">
              <a:extLst>
                <a:ext uri="{FF2B5EF4-FFF2-40B4-BE49-F238E27FC236}">
                  <a16:creationId xmlns:a16="http://schemas.microsoft.com/office/drawing/2014/main" id="{76CD4031-074D-4D8A-AB05-6A3B1860F090}"/>
                </a:ext>
              </a:extLst>
            </p:cNvPr>
            <p:cNvSpPr/>
            <p:nvPr/>
          </p:nvSpPr>
          <p:spPr>
            <a:xfrm>
              <a:off x="7994089" y="2643404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97" name="Hexagon 996">
              <a:extLst>
                <a:ext uri="{FF2B5EF4-FFF2-40B4-BE49-F238E27FC236}">
                  <a16:creationId xmlns:a16="http://schemas.microsoft.com/office/drawing/2014/main" id="{CC9996E6-6FDC-4129-85AD-64097A9DC343}"/>
                </a:ext>
              </a:extLst>
            </p:cNvPr>
            <p:cNvSpPr/>
            <p:nvPr/>
          </p:nvSpPr>
          <p:spPr>
            <a:xfrm>
              <a:off x="7988767" y="2470472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98" name="Hexagon 997">
              <a:extLst>
                <a:ext uri="{FF2B5EF4-FFF2-40B4-BE49-F238E27FC236}">
                  <a16:creationId xmlns:a16="http://schemas.microsoft.com/office/drawing/2014/main" id="{759F5011-2B99-4154-87E2-48F6017E5AB8}"/>
                </a:ext>
              </a:extLst>
            </p:cNvPr>
            <p:cNvSpPr/>
            <p:nvPr/>
          </p:nvSpPr>
          <p:spPr>
            <a:xfrm>
              <a:off x="8225535" y="273574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999" name="Hexagon 998">
              <a:extLst>
                <a:ext uri="{FF2B5EF4-FFF2-40B4-BE49-F238E27FC236}">
                  <a16:creationId xmlns:a16="http://schemas.microsoft.com/office/drawing/2014/main" id="{AEB98FE7-C0D1-44E8-B223-7E7D305C95C1}"/>
                </a:ext>
              </a:extLst>
            </p:cNvPr>
            <p:cNvSpPr/>
            <p:nvPr/>
          </p:nvSpPr>
          <p:spPr>
            <a:xfrm>
              <a:off x="8227115" y="2559346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00" name="Hexagon 999">
              <a:extLst>
                <a:ext uri="{FF2B5EF4-FFF2-40B4-BE49-F238E27FC236}">
                  <a16:creationId xmlns:a16="http://schemas.microsoft.com/office/drawing/2014/main" id="{CD095A59-1D27-4627-8A39-7C4BF1673C06}"/>
                </a:ext>
              </a:extLst>
            </p:cNvPr>
            <p:cNvSpPr/>
            <p:nvPr/>
          </p:nvSpPr>
          <p:spPr>
            <a:xfrm>
              <a:off x="8221793" y="2380510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01" name="Hexagon 1000">
              <a:extLst>
                <a:ext uri="{FF2B5EF4-FFF2-40B4-BE49-F238E27FC236}">
                  <a16:creationId xmlns:a16="http://schemas.microsoft.com/office/drawing/2014/main" id="{395A7C80-658E-4952-888E-9F2634E1F045}"/>
                </a:ext>
              </a:extLst>
            </p:cNvPr>
            <p:cNvSpPr/>
            <p:nvPr/>
          </p:nvSpPr>
          <p:spPr>
            <a:xfrm>
              <a:off x="9359419" y="2827947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02" name="Hexagon 1001">
              <a:extLst>
                <a:ext uri="{FF2B5EF4-FFF2-40B4-BE49-F238E27FC236}">
                  <a16:creationId xmlns:a16="http://schemas.microsoft.com/office/drawing/2014/main" id="{DC5AFA51-C2FB-49B2-8D4F-861FF117E51E}"/>
                </a:ext>
              </a:extLst>
            </p:cNvPr>
            <p:cNvSpPr/>
            <p:nvPr/>
          </p:nvSpPr>
          <p:spPr>
            <a:xfrm>
              <a:off x="9360999" y="2651548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03" name="Hexagon 1002">
              <a:extLst>
                <a:ext uri="{FF2B5EF4-FFF2-40B4-BE49-F238E27FC236}">
                  <a16:creationId xmlns:a16="http://schemas.microsoft.com/office/drawing/2014/main" id="{CCEB6169-7D66-41F9-BA0C-6BE67843A33A}"/>
                </a:ext>
              </a:extLst>
            </p:cNvPr>
            <p:cNvSpPr/>
            <p:nvPr/>
          </p:nvSpPr>
          <p:spPr>
            <a:xfrm>
              <a:off x="9355677" y="2478616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04" name="Hexagon 1003">
              <a:extLst>
                <a:ext uri="{FF2B5EF4-FFF2-40B4-BE49-F238E27FC236}">
                  <a16:creationId xmlns:a16="http://schemas.microsoft.com/office/drawing/2014/main" id="{F9CFA556-97C4-4D5C-B2ED-4D62A619D45C}"/>
                </a:ext>
              </a:extLst>
            </p:cNvPr>
            <p:cNvSpPr/>
            <p:nvPr/>
          </p:nvSpPr>
          <p:spPr>
            <a:xfrm>
              <a:off x="9129268" y="2916256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05" name="Hexagon 1004">
              <a:extLst>
                <a:ext uri="{FF2B5EF4-FFF2-40B4-BE49-F238E27FC236}">
                  <a16:creationId xmlns:a16="http://schemas.microsoft.com/office/drawing/2014/main" id="{B5648092-12CF-4198-8779-97E7CF5861F2}"/>
                </a:ext>
              </a:extLst>
            </p:cNvPr>
            <p:cNvSpPr/>
            <p:nvPr/>
          </p:nvSpPr>
          <p:spPr>
            <a:xfrm>
              <a:off x="9130848" y="2739857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06" name="Hexagon 1005">
              <a:extLst>
                <a:ext uri="{FF2B5EF4-FFF2-40B4-BE49-F238E27FC236}">
                  <a16:creationId xmlns:a16="http://schemas.microsoft.com/office/drawing/2014/main" id="{28878E4D-0DCF-48C3-87BA-878EF0CB0CB1}"/>
                </a:ext>
              </a:extLst>
            </p:cNvPr>
            <p:cNvSpPr/>
            <p:nvPr/>
          </p:nvSpPr>
          <p:spPr>
            <a:xfrm>
              <a:off x="9125526" y="256692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07" name="Hexagon 1006">
              <a:extLst>
                <a:ext uri="{FF2B5EF4-FFF2-40B4-BE49-F238E27FC236}">
                  <a16:creationId xmlns:a16="http://schemas.microsoft.com/office/drawing/2014/main" id="{47208711-E26E-40E6-A147-25BC29FF7CC6}"/>
                </a:ext>
              </a:extLst>
            </p:cNvPr>
            <p:cNvSpPr/>
            <p:nvPr/>
          </p:nvSpPr>
          <p:spPr>
            <a:xfrm>
              <a:off x="9355677" y="2296799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08" name="Hexagon 1007">
              <a:extLst>
                <a:ext uri="{FF2B5EF4-FFF2-40B4-BE49-F238E27FC236}">
                  <a16:creationId xmlns:a16="http://schemas.microsoft.com/office/drawing/2014/main" id="{C67AB05D-F0E3-49B1-AF46-2FD278E92999}"/>
                </a:ext>
              </a:extLst>
            </p:cNvPr>
            <p:cNvSpPr/>
            <p:nvPr/>
          </p:nvSpPr>
          <p:spPr>
            <a:xfrm>
              <a:off x="9357257" y="2120400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09" name="Hexagon 1008">
              <a:extLst>
                <a:ext uri="{FF2B5EF4-FFF2-40B4-BE49-F238E27FC236}">
                  <a16:creationId xmlns:a16="http://schemas.microsoft.com/office/drawing/2014/main" id="{06677D96-E7A3-49BA-9761-6542E2AE389C}"/>
                </a:ext>
              </a:extLst>
            </p:cNvPr>
            <p:cNvSpPr/>
            <p:nvPr/>
          </p:nvSpPr>
          <p:spPr>
            <a:xfrm>
              <a:off x="9351935" y="1947468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10" name="Hexagon 1009">
              <a:extLst>
                <a:ext uri="{FF2B5EF4-FFF2-40B4-BE49-F238E27FC236}">
                  <a16:creationId xmlns:a16="http://schemas.microsoft.com/office/drawing/2014/main" id="{C2E95C4D-00BD-4F12-B009-1A09CAEA562A}"/>
                </a:ext>
              </a:extLst>
            </p:cNvPr>
            <p:cNvSpPr/>
            <p:nvPr/>
          </p:nvSpPr>
          <p:spPr>
            <a:xfrm>
              <a:off x="9129842" y="2384390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11" name="Hexagon 1010">
              <a:extLst>
                <a:ext uri="{FF2B5EF4-FFF2-40B4-BE49-F238E27FC236}">
                  <a16:creationId xmlns:a16="http://schemas.microsoft.com/office/drawing/2014/main" id="{C5133FDE-E400-4770-89FA-58E876251E3F}"/>
                </a:ext>
              </a:extLst>
            </p:cNvPr>
            <p:cNvSpPr/>
            <p:nvPr/>
          </p:nvSpPr>
          <p:spPr>
            <a:xfrm>
              <a:off x="9126660" y="2207991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12" name="Hexagon 1011">
              <a:extLst>
                <a:ext uri="{FF2B5EF4-FFF2-40B4-BE49-F238E27FC236}">
                  <a16:creationId xmlns:a16="http://schemas.microsoft.com/office/drawing/2014/main" id="{8101DB81-C22A-4F6B-A001-974168C5F8A3}"/>
                </a:ext>
              </a:extLst>
            </p:cNvPr>
            <p:cNvSpPr/>
            <p:nvPr/>
          </p:nvSpPr>
          <p:spPr>
            <a:xfrm>
              <a:off x="9126100" y="2035059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16" name="Hexagon 1015">
              <a:extLst>
                <a:ext uri="{FF2B5EF4-FFF2-40B4-BE49-F238E27FC236}">
                  <a16:creationId xmlns:a16="http://schemas.microsoft.com/office/drawing/2014/main" id="{D1040299-2E50-4037-9AA4-50052D673E57}"/>
                </a:ext>
              </a:extLst>
            </p:cNvPr>
            <p:cNvSpPr/>
            <p:nvPr/>
          </p:nvSpPr>
          <p:spPr>
            <a:xfrm>
              <a:off x="8894698" y="2653391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17" name="Hexagon 1016">
              <a:extLst>
                <a:ext uri="{FF2B5EF4-FFF2-40B4-BE49-F238E27FC236}">
                  <a16:creationId xmlns:a16="http://schemas.microsoft.com/office/drawing/2014/main" id="{A0F9BA07-39FF-4548-8C83-3B3280FF1F9E}"/>
                </a:ext>
              </a:extLst>
            </p:cNvPr>
            <p:cNvSpPr/>
            <p:nvPr/>
          </p:nvSpPr>
          <p:spPr>
            <a:xfrm>
              <a:off x="8896278" y="2476992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18" name="Hexagon 1017">
              <a:extLst>
                <a:ext uri="{FF2B5EF4-FFF2-40B4-BE49-F238E27FC236}">
                  <a16:creationId xmlns:a16="http://schemas.microsoft.com/office/drawing/2014/main" id="{5A17BED3-3890-4B51-8600-70845C9EEDE5}"/>
                </a:ext>
              </a:extLst>
            </p:cNvPr>
            <p:cNvSpPr/>
            <p:nvPr/>
          </p:nvSpPr>
          <p:spPr>
            <a:xfrm>
              <a:off x="8895380" y="2299079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19" name="Hexagon 1018">
              <a:extLst>
                <a:ext uri="{FF2B5EF4-FFF2-40B4-BE49-F238E27FC236}">
                  <a16:creationId xmlns:a16="http://schemas.microsoft.com/office/drawing/2014/main" id="{3FEB2902-2B97-4567-AB14-49325DD1978A}"/>
                </a:ext>
              </a:extLst>
            </p:cNvPr>
            <p:cNvSpPr/>
            <p:nvPr/>
          </p:nvSpPr>
          <p:spPr>
            <a:xfrm>
              <a:off x="8665229" y="2383736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20" name="Hexagon 1019">
              <a:extLst>
                <a:ext uri="{FF2B5EF4-FFF2-40B4-BE49-F238E27FC236}">
                  <a16:creationId xmlns:a16="http://schemas.microsoft.com/office/drawing/2014/main" id="{5CB3D46B-B580-44C2-A1DA-1C7B3C8FE260}"/>
                </a:ext>
              </a:extLst>
            </p:cNvPr>
            <p:cNvSpPr/>
            <p:nvPr/>
          </p:nvSpPr>
          <p:spPr>
            <a:xfrm>
              <a:off x="8666809" y="2207337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21" name="Hexagon 1020">
              <a:extLst>
                <a:ext uri="{FF2B5EF4-FFF2-40B4-BE49-F238E27FC236}">
                  <a16:creationId xmlns:a16="http://schemas.microsoft.com/office/drawing/2014/main" id="{B1E91F9F-AB1C-445D-972E-A7B85F4FC98F}"/>
                </a:ext>
              </a:extLst>
            </p:cNvPr>
            <p:cNvSpPr/>
            <p:nvPr/>
          </p:nvSpPr>
          <p:spPr>
            <a:xfrm>
              <a:off x="8665911" y="2029424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22" name="Hexagon 1021">
              <a:extLst>
                <a:ext uri="{FF2B5EF4-FFF2-40B4-BE49-F238E27FC236}">
                  <a16:creationId xmlns:a16="http://schemas.microsoft.com/office/drawing/2014/main" id="{956E3CD9-ED7B-4D99-861C-8E0E3F14C8A5}"/>
                </a:ext>
              </a:extLst>
            </p:cNvPr>
            <p:cNvSpPr/>
            <p:nvPr/>
          </p:nvSpPr>
          <p:spPr>
            <a:xfrm>
              <a:off x="8895289" y="2116531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23" name="Hexagon 1022">
              <a:extLst>
                <a:ext uri="{FF2B5EF4-FFF2-40B4-BE49-F238E27FC236}">
                  <a16:creationId xmlns:a16="http://schemas.microsoft.com/office/drawing/2014/main" id="{32C98836-0E9A-46C7-BC7C-AE4EFCD41293}"/>
                </a:ext>
              </a:extLst>
            </p:cNvPr>
            <p:cNvSpPr/>
            <p:nvPr/>
          </p:nvSpPr>
          <p:spPr>
            <a:xfrm>
              <a:off x="8896869" y="1940132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24" name="Hexagon 1023">
              <a:extLst>
                <a:ext uri="{FF2B5EF4-FFF2-40B4-BE49-F238E27FC236}">
                  <a16:creationId xmlns:a16="http://schemas.microsoft.com/office/drawing/2014/main" id="{69707116-60D4-47D0-9922-1E2076657699}"/>
                </a:ext>
              </a:extLst>
            </p:cNvPr>
            <p:cNvSpPr/>
            <p:nvPr/>
          </p:nvSpPr>
          <p:spPr>
            <a:xfrm>
              <a:off x="8895971" y="1762219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25" name="Hexagon 1024">
              <a:extLst>
                <a:ext uri="{FF2B5EF4-FFF2-40B4-BE49-F238E27FC236}">
                  <a16:creationId xmlns:a16="http://schemas.microsoft.com/office/drawing/2014/main" id="{75460644-62B3-4002-9615-601EA3A90E2C}"/>
                </a:ext>
              </a:extLst>
            </p:cNvPr>
            <p:cNvSpPr/>
            <p:nvPr/>
          </p:nvSpPr>
          <p:spPr>
            <a:xfrm>
              <a:off x="8223658" y="2198278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26" name="Hexagon 1025">
              <a:extLst>
                <a:ext uri="{FF2B5EF4-FFF2-40B4-BE49-F238E27FC236}">
                  <a16:creationId xmlns:a16="http://schemas.microsoft.com/office/drawing/2014/main" id="{71D94A73-ADE9-4ECB-9661-9238DB8AF438}"/>
                </a:ext>
              </a:extLst>
            </p:cNvPr>
            <p:cNvSpPr/>
            <p:nvPr/>
          </p:nvSpPr>
          <p:spPr>
            <a:xfrm>
              <a:off x="8449461" y="211937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27" name="Hexagon 1026">
              <a:extLst>
                <a:ext uri="{FF2B5EF4-FFF2-40B4-BE49-F238E27FC236}">
                  <a16:creationId xmlns:a16="http://schemas.microsoft.com/office/drawing/2014/main" id="{6153E070-5EDE-40E2-BFCD-FE555534AC6E}"/>
                </a:ext>
              </a:extLst>
            </p:cNvPr>
            <p:cNvSpPr/>
            <p:nvPr/>
          </p:nvSpPr>
          <p:spPr>
            <a:xfrm>
              <a:off x="8669340" y="1851022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28" name="Hexagon 1027">
              <a:extLst>
                <a:ext uri="{FF2B5EF4-FFF2-40B4-BE49-F238E27FC236}">
                  <a16:creationId xmlns:a16="http://schemas.microsoft.com/office/drawing/2014/main" id="{06E89A49-6AF1-4EA8-A6DB-DD176DE3ACF6}"/>
                </a:ext>
              </a:extLst>
            </p:cNvPr>
            <p:cNvSpPr/>
            <p:nvPr/>
          </p:nvSpPr>
          <p:spPr>
            <a:xfrm>
              <a:off x="8448166" y="2468421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29" name="Hexagon 1028">
              <a:extLst>
                <a:ext uri="{FF2B5EF4-FFF2-40B4-BE49-F238E27FC236}">
                  <a16:creationId xmlns:a16="http://schemas.microsoft.com/office/drawing/2014/main" id="{E45AA357-7A75-4FFF-867B-A502842079B4}"/>
                </a:ext>
              </a:extLst>
            </p:cNvPr>
            <p:cNvSpPr/>
            <p:nvPr/>
          </p:nvSpPr>
          <p:spPr>
            <a:xfrm>
              <a:off x="8450827" y="2643706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30" name="Hexagon 1029">
              <a:extLst>
                <a:ext uri="{FF2B5EF4-FFF2-40B4-BE49-F238E27FC236}">
                  <a16:creationId xmlns:a16="http://schemas.microsoft.com/office/drawing/2014/main" id="{2CB56083-3AE3-4D5E-85CD-2385C0BD9CE9}"/>
                </a:ext>
              </a:extLst>
            </p:cNvPr>
            <p:cNvSpPr/>
            <p:nvPr/>
          </p:nvSpPr>
          <p:spPr>
            <a:xfrm>
              <a:off x="8898399" y="1584079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31" name="Hexagon 1030">
              <a:extLst>
                <a:ext uri="{FF2B5EF4-FFF2-40B4-BE49-F238E27FC236}">
                  <a16:creationId xmlns:a16="http://schemas.microsoft.com/office/drawing/2014/main" id="{766C2B7E-441E-4A42-AFAA-3AF9EB1C1906}"/>
                </a:ext>
              </a:extLst>
            </p:cNvPr>
            <p:cNvSpPr/>
            <p:nvPr/>
          </p:nvSpPr>
          <p:spPr>
            <a:xfrm>
              <a:off x="9124805" y="1668600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32" name="Hexagon 1031">
              <a:extLst>
                <a:ext uri="{FF2B5EF4-FFF2-40B4-BE49-F238E27FC236}">
                  <a16:creationId xmlns:a16="http://schemas.microsoft.com/office/drawing/2014/main" id="{5A69B319-E01F-4BA0-BC72-0F58CECBDF78}"/>
                </a:ext>
              </a:extLst>
            </p:cNvPr>
            <p:cNvSpPr/>
            <p:nvPr/>
          </p:nvSpPr>
          <p:spPr>
            <a:xfrm>
              <a:off x="9127233" y="1490460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33" name="Hexagon 1032">
              <a:extLst>
                <a:ext uri="{FF2B5EF4-FFF2-40B4-BE49-F238E27FC236}">
                  <a16:creationId xmlns:a16="http://schemas.microsoft.com/office/drawing/2014/main" id="{CB05A011-7638-4C1E-A214-738C17A8A9DF}"/>
                </a:ext>
              </a:extLst>
            </p:cNvPr>
            <p:cNvSpPr/>
            <p:nvPr/>
          </p:nvSpPr>
          <p:spPr>
            <a:xfrm>
              <a:off x="9351334" y="1759860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34" name="Hexagon 1033">
              <a:extLst>
                <a:ext uri="{FF2B5EF4-FFF2-40B4-BE49-F238E27FC236}">
                  <a16:creationId xmlns:a16="http://schemas.microsoft.com/office/drawing/2014/main" id="{5C106454-7337-4903-8CAE-3F52E276AEC6}"/>
                </a:ext>
              </a:extLst>
            </p:cNvPr>
            <p:cNvSpPr/>
            <p:nvPr/>
          </p:nvSpPr>
          <p:spPr>
            <a:xfrm>
              <a:off x="9353762" y="1581720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35" name="Hexagon 1034">
              <a:extLst>
                <a:ext uri="{FF2B5EF4-FFF2-40B4-BE49-F238E27FC236}">
                  <a16:creationId xmlns:a16="http://schemas.microsoft.com/office/drawing/2014/main" id="{0F6E7003-17EC-4E62-A9A0-7DB9C0DDF310}"/>
                </a:ext>
              </a:extLst>
            </p:cNvPr>
            <p:cNvSpPr/>
            <p:nvPr/>
          </p:nvSpPr>
          <p:spPr>
            <a:xfrm>
              <a:off x="9574675" y="1851336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36" name="Hexagon 1035">
              <a:extLst>
                <a:ext uri="{FF2B5EF4-FFF2-40B4-BE49-F238E27FC236}">
                  <a16:creationId xmlns:a16="http://schemas.microsoft.com/office/drawing/2014/main" id="{109289DD-7556-4C61-BFD4-D5E1B34867F8}"/>
                </a:ext>
              </a:extLst>
            </p:cNvPr>
            <p:cNvSpPr/>
            <p:nvPr/>
          </p:nvSpPr>
          <p:spPr>
            <a:xfrm>
              <a:off x="9577103" y="1673196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37" name="Hexagon 1036">
              <a:extLst>
                <a:ext uri="{FF2B5EF4-FFF2-40B4-BE49-F238E27FC236}">
                  <a16:creationId xmlns:a16="http://schemas.microsoft.com/office/drawing/2014/main" id="{0A987E1B-BEC9-4785-9625-E833DC6E0311}"/>
                </a:ext>
              </a:extLst>
            </p:cNvPr>
            <p:cNvSpPr/>
            <p:nvPr/>
          </p:nvSpPr>
          <p:spPr>
            <a:xfrm>
              <a:off x="7765792" y="2734626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038" name="Hexagon 1037">
              <a:extLst>
                <a:ext uri="{FF2B5EF4-FFF2-40B4-BE49-F238E27FC236}">
                  <a16:creationId xmlns:a16="http://schemas.microsoft.com/office/drawing/2014/main" id="{848645C8-1322-42A7-A603-79D7B34801A0}"/>
                </a:ext>
              </a:extLst>
            </p:cNvPr>
            <p:cNvSpPr/>
            <p:nvPr/>
          </p:nvSpPr>
          <p:spPr>
            <a:xfrm>
              <a:off x="7760470" y="2561694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36" name="Hexagon 2135">
              <a:extLst>
                <a:ext uri="{FF2B5EF4-FFF2-40B4-BE49-F238E27FC236}">
                  <a16:creationId xmlns:a16="http://schemas.microsoft.com/office/drawing/2014/main" id="{194C8981-8A1C-46A1-8D3D-83A32BA2B741}"/>
                </a:ext>
              </a:extLst>
            </p:cNvPr>
            <p:cNvSpPr/>
            <p:nvPr/>
          </p:nvSpPr>
          <p:spPr>
            <a:xfrm>
              <a:off x="5711530" y="8149277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37" name="Hexagon 2136">
              <a:extLst>
                <a:ext uri="{FF2B5EF4-FFF2-40B4-BE49-F238E27FC236}">
                  <a16:creationId xmlns:a16="http://schemas.microsoft.com/office/drawing/2014/main" id="{EA98B6D8-A749-4F07-9F83-773EF563E022}"/>
                </a:ext>
              </a:extLst>
            </p:cNvPr>
            <p:cNvSpPr/>
            <p:nvPr/>
          </p:nvSpPr>
          <p:spPr>
            <a:xfrm>
              <a:off x="8242380" y="663217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38" name="Hexagon 2137">
              <a:extLst>
                <a:ext uri="{FF2B5EF4-FFF2-40B4-BE49-F238E27FC236}">
                  <a16:creationId xmlns:a16="http://schemas.microsoft.com/office/drawing/2014/main" id="{43466D48-C8D9-4C18-8C09-C68D7F002980}"/>
                </a:ext>
              </a:extLst>
            </p:cNvPr>
            <p:cNvSpPr/>
            <p:nvPr/>
          </p:nvSpPr>
          <p:spPr>
            <a:xfrm>
              <a:off x="9124243" y="4147796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39" name="Hexagon 2138">
              <a:extLst>
                <a:ext uri="{FF2B5EF4-FFF2-40B4-BE49-F238E27FC236}">
                  <a16:creationId xmlns:a16="http://schemas.microsoft.com/office/drawing/2014/main" id="{C46D5A7F-B2CB-4B7F-94A3-27388BBB7F11}"/>
                </a:ext>
              </a:extLst>
            </p:cNvPr>
            <p:cNvSpPr/>
            <p:nvPr/>
          </p:nvSpPr>
          <p:spPr>
            <a:xfrm>
              <a:off x="9126100" y="1849322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4" name="五级" hidden="1">
            <a:extLst>
              <a:ext uri="{FF2B5EF4-FFF2-40B4-BE49-F238E27FC236}">
                <a16:creationId xmlns:a16="http://schemas.microsoft.com/office/drawing/2014/main" id="{68AF02F5-2F0A-45DE-B231-56F54208398B}"/>
              </a:ext>
            </a:extLst>
          </p:cNvPr>
          <p:cNvGrpSpPr/>
          <p:nvPr/>
        </p:nvGrpSpPr>
        <p:grpSpPr>
          <a:xfrm>
            <a:off x="7995248" y="1050542"/>
            <a:ext cx="4391342" cy="8161602"/>
            <a:chOff x="7995248" y="1050542"/>
            <a:chExt cx="4391342" cy="8161602"/>
          </a:xfrm>
        </p:grpSpPr>
        <p:sp>
          <p:nvSpPr>
            <p:cNvPr id="2256" name="Hexagon 2255">
              <a:extLst>
                <a:ext uri="{FF2B5EF4-FFF2-40B4-BE49-F238E27FC236}">
                  <a16:creationId xmlns:a16="http://schemas.microsoft.com/office/drawing/2014/main" id="{CC7C59CB-CFEC-4EE8-99B0-1D74068093D7}"/>
                </a:ext>
              </a:extLst>
            </p:cNvPr>
            <p:cNvSpPr/>
            <p:nvPr/>
          </p:nvSpPr>
          <p:spPr>
            <a:xfrm>
              <a:off x="9138247" y="8770402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80" name="Hexagon 1579">
              <a:extLst>
                <a:ext uri="{FF2B5EF4-FFF2-40B4-BE49-F238E27FC236}">
                  <a16:creationId xmlns:a16="http://schemas.microsoft.com/office/drawing/2014/main" id="{3DD1DE2F-4D2F-4EB9-A27C-1A82A00A5C35}"/>
                </a:ext>
              </a:extLst>
            </p:cNvPr>
            <p:cNvSpPr/>
            <p:nvPr/>
          </p:nvSpPr>
          <p:spPr>
            <a:xfrm>
              <a:off x="9138247" y="8592979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81" name="Hexagon 1580">
              <a:extLst>
                <a:ext uri="{FF2B5EF4-FFF2-40B4-BE49-F238E27FC236}">
                  <a16:creationId xmlns:a16="http://schemas.microsoft.com/office/drawing/2014/main" id="{9866B12B-D113-45FB-B997-F50CECA94145}"/>
                </a:ext>
              </a:extLst>
            </p:cNvPr>
            <p:cNvSpPr/>
            <p:nvPr/>
          </p:nvSpPr>
          <p:spPr>
            <a:xfrm>
              <a:off x="9363037" y="8504267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82" name="Hexagon 1581">
              <a:extLst>
                <a:ext uri="{FF2B5EF4-FFF2-40B4-BE49-F238E27FC236}">
                  <a16:creationId xmlns:a16="http://schemas.microsoft.com/office/drawing/2014/main" id="{C2F4C8C5-C7D2-4359-8043-929884A0D222}"/>
                </a:ext>
              </a:extLst>
            </p:cNvPr>
            <p:cNvSpPr/>
            <p:nvPr/>
          </p:nvSpPr>
          <p:spPr>
            <a:xfrm>
              <a:off x="8913457" y="8504267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83" name="Hexagon 1582">
              <a:extLst>
                <a:ext uri="{FF2B5EF4-FFF2-40B4-BE49-F238E27FC236}">
                  <a16:creationId xmlns:a16="http://schemas.microsoft.com/office/drawing/2014/main" id="{B9A44293-9426-4F15-9A2E-7537FBBFD567}"/>
                </a:ext>
              </a:extLst>
            </p:cNvPr>
            <p:cNvSpPr/>
            <p:nvPr/>
          </p:nvSpPr>
          <p:spPr>
            <a:xfrm>
              <a:off x="8913456" y="8326844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84" name="Hexagon 1583">
              <a:extLst>
                <a:ext uri="{FF2B5EF4-FFF2-40B4-BE49-F238E27FC236}">
                  <a16:creationId xmlns:a16="http://schemas.microsoft.com/office/drawing/2014/main" id="{A389EB5F-C851-4F77-A025-B502D1281D01}"/>
                </a:ext>
              </a:extLst>
            </p:cNvPr>
            <p:cNvSpPr/>
            <p:nvPr/>
          </p:nvSpPr>
          <p:spPr>
            <a:xfrm>
              <a:off x="8913455" y="8149421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85" name="Hexagon 1584">
              <a:extLst>
                <a:ext uri="{FF2B5EF4-FFF2-40B4-BE49-F238E27FC236}">
                  <a16:creationId xmlns:a16="http://schemas.microsoft.com/office/drawing/2014/main" id="{477EFE3A-BD80-4340-A2C2-B1E579E3C818}"/>
                </a:ext>
              </a:extLst>
            </p:cNvPr>
            <p:cNvSpPr/>
            <p:nvPr/>
          </p:nvSpPr>
          <p:spPr>
            <a:xfrm>
              <a:off x="8684855" y="8060709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86" name="Hexagon 1585">
              <a:extLst>
                <a:ext uri="{FF2B5EF4-FFF2-40B4-BE49-F238E27FC236}">
                  <a16:creationId xmlns:a16="http://schemas.microsoft.com/office/drawing/2014/main" id="{66B213FB-8CB0-4CA2-861D-01630C5063D3}"/>
                </a:ext>
              </a:extLst>
            </p:cNvPr>
            <p:cNvSpPr/>
            <p:nvPr/>
          </p:nvSpPr>
          <p:spPr>
            <a:xfrm>
              <a:off x="8684855" y="7883285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87" name="Hexagon 1586">
              <a:extLst>
                <a:ext uri="{FF2B5EF4-FFF2-40B4-BE49-F238E27FC236}">
                  <a16:creationId xmlns:a16="http://schemas.microsoft.com/office/drawing/2014/main" id="{16589B23-49D9-46D8-B5E2-71B43A701077}"/>
                </a:ext>
              </a:extLst>
            </p:cNvPr>
            <p:cNvSpPr/>
            <p:nvPr/>
          </p:nvSpPr>
          <p:spPr>
            <a:xfrm>
              <a:off x="8684854" y="7705862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88" name="Hexagon 1587">
              <a:extLst>
                <a:ext uri="{FF2B5EF4-FFF2-40B4-BE49-F238E27FC236}">
                  <a16:creationId xmlns:a16="http://schemas.microsoft.com/office/drawing/2014/main" id="{A60E6123-3F8B-40C6-B50E-84E258C41EBC}"/>
                </a:ext>
              </a:extLst>
            </p:cNvPr>
            <p:cNvSpPr/>
            <p:nvPr/>
          </p:nvSpPr>
          <p:spPr>
            <a:xfrm>
              <a:off x="8913455" y="7970449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89" name="Hexagon 1588">
              <a:extLst>
                <a:ext uri="{FF2B5EF4-FFF2-40B4-BE49-F238E27FC236}">
                  <a16:creationId xmlns:a16="http://schemas.microsoft.com/office/drawing/2014/main" id="{06942CDB-382E-4E1D-804A-2A6A9C17FB84}"/>
                </a:ext>
              </a:extLst>
            </p:cNvPr>
            <p:cNvSpPr/>
            <p:nvPr/>
          </p:nvSpPr>
          <p:spPr>
            <a:xfrm>
              <a:off x="8913454" y="7793026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0" name="Hexagon 1589">
              <a:extLst>
                <a:ext uri="{FF2B5EF4-FFF2-40B4-BE49-F238E27FC236}">
                  <a16:creationId xmlns:a16="http://schemas.microsoft.com/office/drawing/2014/main" id="{492C6A55-C96A-443F-A1D1-79A272C60433}"/>
                </a:ext>
              </a:extLst>
            </p:cNvPr>
            <p:cNvSpPr/>
            <p:nvPr/>
          </p:nvSpPr>
          <p:spPr>
            <a:xfrm>
              <a:off x="9138247" y="8241992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1" name="Hexagon 1590">
              <a:extLst>
                <a:ext uri="{FF2B5EF4-FFF2-40B4-BE49-F238E27FC236}">
                  <a16:creationId xmlns:a16="http://schemas.microsoft.com/office/drawing/2014/main" id="{B8AF2ED2-1F71-4816-A8F4-AEE92D7F8DE3}"/>
                </a:ext>
              </a:extLst>
            </p:cNvPr>
            <p:cNvSpPr/>
            <p:nvPr/>
          </p:nvSpPr>
          <p:spPr>
            <a:xfrm>
              <a:off x="9138246" y="8064569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2" name="Hexagon 1591">
              <a:extLst>
                <a:ext uri="{FF2B5EF4-FFF2-40B4-BE49-F238E27FC236}">
                  <a16:creationId xmlns:a16="http://schemas.microsoft.com/office/drawing/2014/main" id="{9C8CC8B4-C1B0-4E5C-9E59-654858A3B561}"/>
                </a:ext>
              </a:extLst>
            </p:cNvPr>
            <p:cNvSpPr/>
            <p:nvPr/>
          </p:nvSpPr>
          <p:spPr>
            <a:xfrm>
              <a:off x="9363035" y="8327934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3" name="Hexagon 1592">
              <a:extLst>
                <a:ext uri="{FF2B5EF4-FFF2-40B4-BE49-F238E27FC236}">
                  <a16:creationId xmlns:a16="http://schemas.microsoft.com/office/drawing/2014/main" id="{E3AFCF38-C615-4A50-911A-C76893BB13D3}"/>
                </a:ext>
              </a:extLst>
            </p:cNvPr>
            <p:cNvSpPr/>
            <p:nvPr/>
          </p:nvSpPr>
          <p:spPr>
            <a:xfrm>
              <a:off x="9363034" y="8150511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4" name="Hexagon 1593">
              <a:extLst>
                <a:ext uri="{FF2B5EF4-FFF2-40B4-BE49-F238E27FC236}">
                  <a16:creationId xmlns:a16="http://schemas.microsoft.com/office/drawing/2014/main" id="{2C3388ED-D442-4DA6-8195-A008C95ACB93}"/>
                </a:ext>
              </a:extLst>
            </p:cNvPr>
            <p:cNvSpPr/>
            <p:nvPr/>
          </p:nvSpPr>
          <p:spPr>
            <a:xfrm>
              <a:off x="9587825" y="8415556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5" name="Hexagon 1594">
              <a:extLst>
                <a:ext uri="{FF2B5EF4-FFF2-40B4-BE49-F238E27FC236}">
                  <a16:creationId xmlns:a16="http://schemas.microsoft.com/office/drawing/2014/main" id="{9B1663BD-5EC6-401E-9E17-88D3159A1819}"/>
                </a:ext>
              </a:extLst>
            </p:cNvPr>
            <p:cNvSpPr/>
            <p:nvPr/>
          </p:nvSpPr>
          <p:spPr>
            <a:xfrm>
              <a:off x="9587824" y="8238133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6" name="Hexagon 1595">
              <a:extLst>
                <a:ext uri="{FF2B5EF4-FFF2-40B4-BE49-F238E27FC236}">
                  <a16:creationId xmlns:a16="http://schemas.microsoft.com/office/drawing/2014/main" id="{9A308ADF-C4EB-49C7-9B65-FD0F50976152}"/>
                </a:ext>
              </a:extLst>
            </p:cNvPr>
            <p:cNvSpPr/>
            <p:nvPr/>
          </p:nvSpPr>
          <p:spPr>
            <a:xfrm>
              <a:off x="9587822" y="8059030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11" name="Hexagon 1610">
              <a:extLst>
                <a:ext uri="{FF2B5EF4-FFF2-40B4-BE49-F238E27FC236}">
                  <a16:creationId xmlns:a16="http://schemas.microsoft.com/office/drawing/2014/main" id="{93FEE75F-3C2F-45FB-AE36-650254D0BC82}"/>
                </a:ext>
              </a:extLst>
            </p:cNvPr>
            <p:cNvSpPr/>
            <p:nvPr/>
          </p:nvSpPr>
          <p:spPr>
            <a:xfrm>
              <a:off x="9587821" y="7881607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12" name="Hexagon 1611">
              <a:extLst>
                <a:ext uri="{FF2B5EF4-FFF2-40B4-BE49-F238E27FC236}">
                  <a16:creationId xmlns:a16="http://schemas.microsoft.com/office/drawing/2014/main" id="{32575B0F-37BD-4E4D-A89C-CDB940F75772}"/>
                </a:ext>
              </a:extLst>
            </p:cNvPr>
            <p:cNvSpPr/>
            <p:nvPr/>
          </p:nvSpPr>
          <p:spPr>
            <a:xfrm>
              <a:off x="9134430" y="7888235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13" name="Hexagon 1612">
              <a:extLst>
                <a:ext uri="{FF2B5EF4-FFF2-40B4-BE49-F238E27FC236}">
                  <a16:creationId xmlns:a16="http://schemas.microsoft.com/office/drawing/2014/main" id="{69138BF5-1608-4DC1-AC02-418CB2B65F38}"/>
                </a:ext>
              </a:extLst>
            </p:cNvPr>
            <p:cNvSpPr/>
            <p:nvPr/>
          </p:nvSpPr>
          <p:spPr>
            <a:xfrm>
              <a:off x="9134429" y="7710812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14" name="Hexagon 1613">
              <a:extLst>
                <a:ext uri="{FF2B5EF4-FFF2-40B4-BE49-F238E27FC236}">
                  <a16:creationId xmlns:a16="http://schemas.microsoft.com/office/drawing/2014/main" id="{9282F083-A05C-4067-8BBD-6CBFC0A7E625}"/>
                </a:ext>
              </a:extLst>
            </p:cNvPr>
            <p:cNvSpPr/>
            <p:nvPr/>
          </p:nvSpPr>
          <p:spPr>
            <a:xfrm>
              <a:off x="8909641" y="7611993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15" name="Hexagon 1614">
              <a:extLst>
                <a:ext uri="{FF2B5EF4-FFF2-40B4-BE49-F238E27FC236}">
                  <a16:creationId xmlns:a16="http://schemas.microsoft.com/office/drawing/2014/main" id="{D603980F-3F34-4E3C-A9DA-8A39B84D239E}"/>
                </a:ext>
              </a:extLst>
            </p:cNvPr>
            <p:cNvSpPr/>
            <p:nvPr/>
          </p:nvSpPr>
          <p:spPr>
            <a:xfrm>
              <a:off x="8909640" y="7434570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16" name="Hexagon 1615">
              <a:extLst>
                <a:ext uri="{FF2B5EF4-FFF2-40B4-BE49-F238E27FC236}">
                  <a16:creationId xmlns:a16="http://schemas.microsoft.com/office/drawing/2014/main" id="{57318956-FB01-47EC-831A-FD105A71AF65}"/>
                </a:ext>
              </a:extLst>
            </p:cNvPr>
            <p:cNvSpPr/>
            <p:nvPr/>
          </p:nvSpPr>
          <p:spPr>
            <a:xfrm>
              <a:off x="9366845" y="7972061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20" name="Hexagon 1619">
              <a:extLst>
                <a:ext uri="{FF2B5EF4-FFF2-40B4-BE49-F238E27FC236}">
                  <a16:creationId xmlns:a16="http://schemas.microsoft.com/office/drawing/2014/main" id="{763CDB98-83F3-442C-AC1E-6D93C0C678F4}"/>
                </a:ext>
              </a:extLst>
            </p:cNvPr>
            <p:cNvSpPr/>
            <p:nvPr/>
          </p:nvSpPr>
          <p:spPr>
            <a:xfrm>
              <a:off x="9134429" y="7533389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21" name="Hexagon 1620">
              <a:extLst>
                <a:ext uri="{FF2B5EF4-FFF2-40B4-BE49-F238E27FC236}">
                  <a16:creationId xmlns:a16="http://schemas.microsoft.com/office/drawing/2014/main" id="{C899D582-A51D-42C8-BD08-97879FF3DE92}"/>
                </a:ext>
              </a:extLst>
            </p:cNvPr>
            <p:cNvSpPr/>
            <p:nvPr/>
          </p:nvSpPr>
          <p:spPr>
            <a:xfrm>
              <a:off x="9134428" y="7355966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22" name="Hexagon 1621">
              <a:extLst>
                <a:ext uri="{FF2B5EF4-FFF2-40B4-BE49-F238E27FC236}">
                  <a16:creationId xmlns:a16="http://schemas.microsoft.com/office/drawing/2014/main" id="{7BE4CDB1-E2F8-47B0-BB87-3AD143BB7799}"/>
                </a:ext>
              </a:extLst>
            </p:cNvPr>
            <p:cNvSpPr/>
            <p:nvPr/>
          </p:nvSpPr>
          <p:spPr>
            <a:xfrm>
              <a:off x="9359216" y="7625959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23" name="Hexagon 1622">
              <a:extLst>
                <a:ext uri="{FF2B5EF4-FFF2-40B4-BE49-F238E27FC236}">
                  <a16:creationId xmlns:a16="http://schemas.microsoft.com/office/drawing/2014/main" id="{902B294B-527F-471C-8A9C-037BC37AC13B}"/>
                </a:ext>
              </a:extLst>
            </p:cNvPr>
            <p:cNvSpPr/>
            <p:nvPr/>
          </p:nvSpPr>
          <p:spPr>
            <a:xfrm>
              <a:off x="9359215" y="7448536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24" name="Hexagon 1623">
              <a:extLst>
                <a:ext uri="{FF2B5EF4-FFF2-40B4-BE49-F238E27FC236}">
                  <a16:creationId xmlns:a16="http://schemas.microsoft.com/office/drawing/2014/main" id="{C3FFA203-EAC0-4127-8685-8DF412C34C55}"/>
                </a:ext>
              </a:extLst>
            </p:cNvPr>
            <p:cNvSpPr/>
            <p:nvPr/>
          </p:nvSpPr>
          <p:spPr>
            <a:xfrm>
              <a:off x="9587821" y="7533389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25" name="Hexagon 1624">
              <a:extLst>
                <a:ext uri="{FF2B5EF4-FFF2-40B4-BE49-F238E27FC236}">
                  <a16:creationId xmlns:a16="http://schemas.microsoft.com/office/drawing/2014/main" id="{BA76AA54-9C6A-4EFA-9F8A-F0FAA7B67708}"/>
                </a:ext>
              </a:extLst>
            </p:cNvPr>
            <p:cNvSpPr/>
            <p:nvPr/>
          </p:nvSpPr>
          <p:spPr>
            <a:xfrm>
              <a:off x="9587820" y="7355966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26" name="Hexagon 1625">
              <a:extLst>
                <a:ext uri="{FF2B5EF4-FFF2-40B4-BE49-F238E27FC236}">
                  <a16:creationId xmlns:a16="http://schemas.microsoft.com/office/drawing/2014/main" id="{ABC65C35-59F9-4982-BF2E-C983CD956B12}"/>
                </a:ext>
              </a:extLst>
            </p:cNvPr>
            <p:cNvSpPr/>
            <p:nvPr/>
          </p:nvSpPr>
          <p:spPr>
            <a:xfrm>
              <a:off x="9134428" y="7169524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27" name="Hexagon 1626">
              <a:extLst>
                <a:ext uri="{FF2B5EF4-FFF2-40B4-BE49-F238E27FC236}">
                  <a16:creationId xmlns:a16="http://schemas.microsoft.com/office/drawing/2014/main" id="{8C056DDF-4DA4-466F-82BB-C363D6003C46}"/>
                </a:ext>
              </a:extLst>
            </p:cNvPr>
            <p:cNvSpPr/>
            <p:nvPr/>
          </p:nvSpPr>
          <p:spPr>
            <a:xfrm>
              <a:off x="9134427" y="6992101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28" name="Hexagon 1627">
              <a:extLst>
                <a:ext uri="{FF2B5EF4-FFF2-40B4-BE49-F238E27FC236}">
                  <a16:creationId xmlns:a16="http://schemas.microsoft.com/office/drawing/2014/main" id="{F0324B70-EEB2-4F56-9019-8E6FEE485BF6}"/>
                </a:ext>
              </a:extLst>
            </p:cNvPr>
            <p:cNvSpPr/>
            <p:nvPr/>
          </p:nvSpPr>
          <p:spPr>
            <a:xfrm>
              <a:off x="9134428" y="6812873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29" name="Hexagon 1628">
              <a:extLst>
                <a:ext uri="{FF2B5EF4-FFF2-40B4-BE49-F238E27FC236}">
                  <a16:creationId xmlns:a16="http://schemas.microsoft.com/office/drawing/2014/main" id="{3CDD2314-431D-4AA6-8D02-0DB510E7D1B7}"/>
                </a:ext>
              </a:extLst>
            </p:cNvPr>
            <p:cNvSpPr/>
            <p:nvPr/>
          </p:nvSpPr>
          <p:spPr>
            <a:xfrm>
              <a:off x="9134427" y="6635450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30" name="Hexagon 1629">
              <a:extLst>
                <a:ext uri="{FF2B5EF4-FFF2-40B4-BE49-F238E27FC236}">
                  <a16:creationId xmlns:a16="http://schemas.microsoft.com/office/drawing/2014/main" id="{F998669F-3547-449E-9ED5-362EE0BAB994}"/>
                </a:ext>
              </a:extLst>
            </p:cNvPr>
            <p:cNvSpPr/>
            <p:nvPr/>
          </p:nvSpPr>
          <p:spPr>
            <a:xfrm>
              <a:off x="9359215" y="7268030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31" name="Hexagon 1630">
              <a:extLst>
                <a:ext uri="{FF2B5EF4-FFF2-40B4-BE49-F238E27FC236}">
                  <a16:creationId xmlns:a16="http://schemas.microsoft.com/office/drawing/2014/main" id="{8C6EDF26-0366-4A89-AE25-CF28006F5A71}"/>
                </a:ext>
              </a:extLst>
            </p:cNvPr>
            <p:cNvSpPr/>
            <p:nvPr/>
          </p:nvSpPr>
          <p:spPr>
            <a:xfrm>
              <a:off x="9359214" y="7090607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32" name="Hexagon 1631">
              <a:extLst>
                <a:ext uri="{FF2B5EF4-FFF2-40B4-BE49-F238E27FC236}">
                  <a16:creationId xmlns:a16="http://schemas.microsoft.com/office/drawing/2014/main" id="{078AD9EA-A67B-4775-9D64-8FD2DA766362}"/>
                </a:ext>
              </a:extLst>
            </p:cNvPr>
            <p:cNvSpPr/>
            <p:nvPr/>
          </p:nvSpPr>
          <p:spPr>
            <a:xfrm>
              <a:off x="9359213" y="6907248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33" name="Hexagon 1632">
              <a:extLst>
                <a:ext uri="{FF2B5EF4-FFF2-40B4-BE49-F238E27FC236}">
                  <a16:creationId xmlns:a16="http://schemas.microsoft.com/office/drawing/2014/main" id="{C89E2A35-A592-4BC6-94A1-173F40A211CB}"/>
                </a:ext>
              </a:extLst>
            </p:cNvPr>
            <p:cNvSpPr/>
            <p:nvPr/>
          </p:nvSpPr>
          <p:spPr>
            <a:xfrm>
              <a:off x="9359212" y="6729825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34" name="Hexagon 1633">
              <a:extLst>
                <a:ext uri="{FF2B5EF4-FFF2-40B4-BE49-F238E27FC236}">
                  <a16:creationId xmlns:a16="http://schemas.microsoft.com/office/drawing/2014/main" id="{C0D49E33-3469-48BB-A7CA-316A855F9D36}"/>
                </a:ext>
              </a:extLst>
            </p:cNvPr>
            <p:cNvSpPr/>
            <p:nvPr/>
          </p:nvSpPr>
          <p:spPr>
            <a:xfrm>
              <a:off x="9583998" y="7176005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35" name="Hexagon 1634">
              <a:extLst>
                <a:ext uri="{FF2B5EF4-FFF2-40B4-BE49-F238E27FC236}">
                  <a16:creationId xmlns:a16="http://schemas.microsoft.com/office/drawing/2014/main" id="{0C4AB903-9B74-469F-ADB9-13612D8D01D0}"/>
                </a:ext>
              </a:extLst>
            </p:cNvPr>
            <p:cNvSpPr/>
            <p:nvPr/>
          </p:nvSpPr>
          <p:spPr>
            <a:xfrm>
              <a:off x="9583997" y="6998582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36" name="Hexagon 1635">
              <a:extLst>
                <a:ext uri="{FF2B5EF4-FFF2-40B4-BE49-F238E27FC236}">
                  <a16:creationId xmlns:a16="http://schemas.microsoft.com/office/drawing/2014/main" id="{2C59FD2F-24E5-4862-AF89-65368C9D773E}"/>
                </a:ext>
              </a:extLst>
            </p:cNvPr>
            <p:cNvSpPr/>
            <p:nvPr/>
          </p:nvSpPr>
          <p:spPr>
            <a:xfrm>
              <a:off x="9583997" y="6824472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37" name="Hexagon 1636">
              <a:extLst>
                <a:ext uri="{FF2B5EF4-FFF2-40B4-BE49-F238E27FC236}">
                  <a16:creationId xmlns:a16="http://schemas.microsoft.com/office/drawing/2014/main" id="{CF94A23B-67F8-4C24-890D-2CED4616BF8A}"/>
                </a:ext>
              </a:extLst>
            </p:cNvPr>
            <p:cNvSpPr/>
            <p:nvPr/>
          </p:nvSpPr>
          <p:spPr>
            <a:xfrm>
              <a:off x="9583996" y="6647049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38" name="Hexagon 1637">
              <a:extLst>
                <a:ext uri="{FF2B5EF4-FFF2-40B4-BE49-F238E27FC236}">
                  <a16:creationId xmlns:a16="http://schemas.microsoft.com/office/drawing/2014/main" id="{606EFC57-ECA9-44BF-8839-D65F0D803006}"/>
                </a:ext>
              </a:extLst>
            </p:cNvPr>
            <p:cNvSpPr/>
            <p:nvPr/>
          </p:nvSpPr>
          <p:spPr>
            <a:xfrm>
              <a:off x="9816425" y="7268342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39" name="Hexagon 1638">
              <a:extLst>
                <a:ext uri="{FF2B5EF4-FFF2-40B4-BE49-F238E27FC236}">
                  <a16:creationId xmlns:a16="http://schemas.microsoft.com/office/drawing/2014/main" id="{862FE422-6B9B-4824-9866-E565A9B64582}"/>
                </a:ext>
              </a:extLst>
            </p:cNvPr>
            <p:cNvSpPr/>
            <p:nvPr/>
          </p:nvSpPr>
          <p:spPr>
            <a:xfrm>
              <a:off x="9816424" y="7090919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40" name="Hexagon 1639">
              <a:extLst>
                <a:ext uri="{FF2B5EF4-FFF2-40B4-BE49-F238E27FC236}">
                  <a16:creationId xmlns:a16="http://schemas.microsoft.com/office/drawing/2014/main" id="{E8CA100E-EB44-4548-8086-E92BDF28CA3D}"/>
                </a:ext>
              </a:extLst>
            </p:cNvPr>
            <p:cNvSpPr/>
            <p:nvPr/>
          </p:nvSpPr>
          <p:spPr>
            <a:xfrm>
              <a:off x="9816425" y="6912408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41" name="Hexagon 1640">
              <a:extLst>
                <a:ext uri="{FF2B5EF4-FFF2-40B4-BE49-F238E27FC236}">
                  <a16:creationId xmlns:a16="http://schemas.microsoft.com/office/drawing/2014/main" id="{FEDCE6EB-19DD-4CDA-804E-ADA0393BE1AF}"/>
                </a:ext>
              </a:extLst>
            </p:cNvPr>
            <p:cNvSpPr/>
            <p:nvPr/>
          </p:nvSpPr>
          <p:spPr>
            <a:xfrm>
              <a:off x="9816424" y="6734985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42" name="Hexagon 1641">
              <a:extLst>
                <a:ext uri="{FF2B5EF4-FFF2-40B4-BE49-F238E27FC236}">
                  <a16:creationId xmlns:a16="http://schemas.microsoft.com/office/drawing/2014/main" id="{CED75FBB-5D18-49C3-AB4E-85DD17D03874}"/>
                </a:ext>
              </a:extLst>
            </p:cNvPr>
            <p:cNvSpPr/>
            <p:nvPr/>
          </p:nvSpPr>
          <p:spPr>
            <a:xfrm>
              <a:off x="10045029" y="7176005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43" name="Hexagon 1642">
              <a:extLst>
                <a:ext uri="{FF2B5EF4-FFF2-40B4-BE49-F238E27FC236}">
                  <a16:creationId xmlns:a16="http://schemas.microsoft.com/office/drawing/2014/main" id="{0EDB8E0D-C0B9-4B14-8293-47F6FE2EC09E}"/>
                </a:ext>
              </a:extLst>
            </p:cNvPr>
            <p:cNvSpPr/>
            <p:nvPr/>
          </p:nvSpPr>
          <p:spPr>
            <a:xfrm>
              <a:off x="10045028" y="6998582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44" name="Hexagon 1643">
              <a:extLst>
                <a:ext uri="{FF2B5EF4-FFF2-40B4-BE49-F238E27FC236}">
                  <a16:creationId xmlns:a16="http://schemas.microsoft.com/office/drawing/2014/main" id="{5F37848C-F1EA-49DA-AF41-4ED575729638}"/>
                </a:ext>
              </a:extLst>
            </p:cNvPr>
            <p:cNvSpPr/>
            <p:nvPr/>
          </p:nvSpPr>
          <p:spPr>
            <a:xfrm>
              <a:off x="10045028" y="6817533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45" name="Hexagon 1644">
              <a:extLst>
                <a:ext uri="{FF2B5EF4-FFF2-40B4-BE49-F238E27FC236}">
                  <a16:creationId xmlns:a16="http://schemas.microsoft.com/office/drawing/2014/main" id="{DFBD33D7-4615-45B6-92B4-5F25D7BB849E}"/>
                </a:ext>
              </a:extLst>
            </p:cNvPr>
            <p:cNvSpPr/>
            <p:nvPr/>
          </p:nvSpPr>
          <p:spPr>
            <a:xfrm>
              <a:off x="10045027" y="6640110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46" name="Hexagon 1645">
              <a:extLst>
                <a:ext uri="{FF2B5EF4-FFF2-40B4-BE49-F238E27FC236}">
                  <a16:creationId xmlns:a16="http://schemas.microsoft.com/office/drawing/2014/main" id="{DF262120-A248-4FD1-ACF2-6941FCFD3382}"/>
                </a:ext>
              </a:extLst>
            </p:cNvPr>
            <p:cNvSpPr/>
            <p:nvPr/>
          </p:nvSpPr>
          <p:spPr>
            <a:xfrm>
              <a:off x="10273633" y="7084097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47" name="Hexagon 1646">
              <a:extLst>
                <a:ext uri="{FF2B5EF4-FFF2-40B4-BE49-F238E27FC236}">
                  <a16:creationId xmlns:a16="http://schemas.microsoft.com/office/drawing/2014/main" id="{E8318C0A-A393-4B6A-B5D8-1E3FA31E7D14}"/>
                </a:ext>
              </a:extLst>
            </p:cNvPr>
            <p:cNvSpPr/>
            <p:nvPr/>
          </p:nvSpPr>
          <p:spPr>
            <a:xfrm>
              <a:off x="10273632" y="6906674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48" name="Hexagon 1647">
              <a:extLst>
                <a:ext uri="{FF2B5EF4-FFF2-40B4-BE49-F238E27FC236}">
                  <a16:creationId xmlns:a16="http://schemas.microsoft.com/office/drawing/2014/main" id="{700A93EE-1515-4546-838E-898219C09D3E}"/>
                </a:ext>
              </a:extLst>
            </p:cNvPr>
            <p:cNvSpPr/>
            <p:nvPr/>
          </p:nvSpPr>
          <p:spPr>
            <a:xfrm>
              <a:off x="10502237" y="6990324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49" name="Hexagon 1648">
              <a:extLst>
                <a:ext uri="{FF2B5EF4-FFF2-40B4-BE49-F238E27FC236}">
                  <a16:creationId xmlns:a16="http://schemas.microsoft.com/office/drawing/2014/main" id="{39C615FB-C9BB-47AC-AAA4-763A38366938}"/>
                </a:ext>
              </a:extLst>
            </p:cNvPr>
            <p:cNvSpPr/>
            <p:nvPr/>
          </p:nvSpPr>
          <p:spPr>
            <a:xfrm>
              <a:off x="10502236" y="6812901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50" name="Hexagon 1649">
              <a:extLst>
                <a:ext uri="{FF2B5EF4-FFF2-40B4-BE49-F238E27FC236}">
                  <a16:creationId xmlns:a16="http://schemas.microsoft.com/office/drawing/2014/main" id="{EC1855B4-DC67-46CF-B679-795612BEB165}"/>
                </a:ext>
              </a:extLst>
            </p:cNvPr>
            <p:cNvSpPr/>
            <p:nvPr/>
          </p:nvSpPr>
          <p:spPr>
            <a:xfrm>
              <a:off x="10727024" y="6719128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51" name="Hexagon 1650">
              <a:extLst>
                <a:ext uri="{FF2B5EF4-FFF2-40B4-BE49-F238E27FC236}">
                  <a16:creationId xmlns:a16="http://schemas.microsoft.com/office/drawing/2014/main" id="{A4A9C6CC-3F08-47D1-8523-8EA1F0831ADC}"/>
                </a:ext>
              </a:extLst>
            </p:cNvPr>
            <p:cNvSpPr/>
            <p:nvPr/>
          </p:nvSpPr>
          <p:spPr>
            <a:xfrm>
              <a:off x="10727023" y="6541705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52" name="Hexagon 1651">
              <a:extLst>
                <a:ext uri="{FF2B5EF4-FFF2-40B4-BE49-F238E27FC236}">
                  <a16:creationId xmlns:a16="http://schemas.microsoft.com/office/drawing/2014/main" id="{8710C4E8-0B05-44F2-88FC-AD500531896D}"/>
                </a:ext>
              </a:extLst>
            </p:cNvPr>
            <p:cNvSpPr/>
            <p:nvPr/>
          </p:nvSpPr>
          <p:spPr>
            <a:xfrm>
              <a:off x="10501525" y="6630416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53" name="Hexagon 1652">
              <a:extLst>
                <a:ext uri="{FF2B5EF4-FFF2-40B4-BE49-F238E27FC236}">
                  <a16:creationId xmlns:a16="http://schemas.microsoft.com/office/drawing/2014/main" id="{8544700D-24C0-434A-96BC-DACB7D86B323}"/>
                </a:ext>
              </a:extLst>
            </p:cNvPr>
            <p:cNvSpPr/>
            <p:nvPr/>
          </p:nvSpPr>
          <p:spPr>
            <a:xfrm>
              <a:off x="10501524" y="6452993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54" name="Hexagon 1653">
              <a:extLst>
                <a:ext uri="{FF2B5EF4-FFF2-40B4-BE49-F238E27FC236}">
                  <a16:creationId xmlns:a16="http://schemas.microsoft.com/office/drawing/2014/main" id="{C0491DAD-5BA4-49EB-B23C-CFA0A7D3113A}"/>
                </a:ext>
              </a:extLst>
            </p:cNvPr>
            <p:cNvSpPr/>
            <p:nvPr/>
          </p:nvSpPr>
          <p:spPr>
            <a:xfrm>
              <a:off x="10277653" y="6544901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55" name="Hexagon 1654">
              <a:extLst>
                <a:ext uri="{FF2B5EF4-FFF2-40B4-BE49-F238E27FC236}">
                  <a16:creationId xmlns:a16="http://schemas.microsoft.com/office/drawing/2014/main" id="{BD53177B-A47B-4234-8FDA-05F9C0221E01}"/>
                </a:ext>
              </a:extLst>
            </p:cNvPr>
            <p:cNvSpPr/>
            <p:nvPr/>
          </p:nvSpPr>
          <p:spPr>
            <a:xfrm>
              <a:off x="10277652" y="6367478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56" name="Hexagon 1655">
              <a:extLst>
                <a:ext uri="{FF2B5EF4-FFF2-40B4-BE49-F238E27FC236}">
                  <a16:creationId xmlns:a16="http://schemas.microsoft.com/office/drawing/2014/main" id="{144B7EB2-AF15-433C-8242-76690F18F535}"/>
                </a:ext>
              </a:extLst>
            </p:cNvPr>
            <p:cNvSpPr/>
            <p:nvPr/>
          </p:nvSpPr>
          <p:spPr>
            <a:xfrm>
              <a:off x="10044316" y="6457016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57" name="Hexagon 1656">
              <a:extLst>
                <a:ext uri="{FF2B5EF4-FFF2-40B4-BE49-F238E27FC236}">
                  <a16:creationId xmlns:a16="http://schemas.microsoft.com/office/drawing/2014/main" id="{C4943FE7-DB30-4167-96AA-01C2B4CBBA50}"/>
                </a:ext>
              </a:extLst>
            </p:cNvPr>
            <p:cNvSpPr/>
            <p:nvPr/>
          </p:nvSpPr>
          <p:spPr>
            <a:xfrm>
              <a:off x="10044315" y="6279593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58" name="Hexagon 1657">
              <a:extLst>
                <a:ext uri="{FF2B5EF4-FFF2-40B4-BE49-F238E27FC236}">
                  <a16:creationId xmlns:a16="http://schemas.microsoft.com/office/drawing/2014/main" id="{438CE763-D29E-4EF4-8A69-B4FEDCE73883}"/>
                </a:ext>
              </a:extLst>
            </p:cNvPr>
            <p:cNvSpPr/>
            <p:nvPr/>
          </p:nvSpPr>
          <p:spPr>
            <a:xfrm>
              <a:off x="10273632" y="6184993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59" name="Hexagon 1658">
              <a:extLst>
                <a:ext uri="{FF2B5EF4-FFF2-40B4-BE49-F238E27FC236}">
                  <a16:creationId xmlns:a16="http://schemas.microsoft.com/office/drawing/2014/main" id="{095A7334-C8B1-4E8E-ADA0-F2E298D38AAE}"/>
                </a:ext>
              </a:extLst>
            </p:cNvPr>
            <p:cNvSpPr/>
            <p:nvPr/>
          </p:nvSpPr>
          <p:spPr>
            <a:xfrm>
              <a:off x="10273631" y="6007570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60" name="Hexagon 1659">
              <a:extLst>
                <a:ext uri="{FF2B5EF4-FFF2-40B4-BE49-F238E27FC236}">
                  <a16:creationId xmlns:a16="http://schemas.microsoft.com/office/drawing/2014/main" id="{FD18ADDE-D4D3-4AE2-AEAF-58FCCC378A22}"/>
                </a:ext>
              </a:extLst>
            </p:cNvPr>
            <p:cNvSpPr/>
            <p:nvPr/>
          </p:nvSpPr>
          <p:spPr>
            <a:xfrm>
              <a:off x="10501524" y="6276393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61" name="Hexagon 1660">
              <a:extLst>
                <a:ext uri="{FF2B5EF4-FFF2-40B4-BE49-F238E27FC236}">
                  <a16:creationId xmlns:a16="http://schemas.microsoft.com/office/drawing/2014/main" id="{F2C10273-A668-47B0-9E85-04055459F16A}"/>
                </a:ext>
              </a:extLst>
            </p:cNvPr>
            <p:cNvSpPr/>
            <p:nvPr/>
          </p:nvSpPr>
          <p:spPr>
            <a:xfrm>
              <a:off x="10501523" y="6098970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62" name="Hexagon 1661">
              <a:extLst>
                <a:ext uri="{FF2B5EF4-FFF2-40B4-BE49-F238E27FC236}">
                  <a16:creationId xmlns:a16="http://schemas.microsoft.com/office/drawing/2014/main" id="{2C504036-ADCC-45F8-A628-2DA5C9437CD1}"/>
                </a:ext>
              </a:extLst>
            </p:cNvPr>
            <p:cNvSpPr/>
            <p:nvPr/>
          </p:nvSpPr>
          <p:spPr>
            <a:xfrm>
              <a:off x="10501524" y="5921989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63" name="Hexagon 1662">
              <a:extLst>
                <a:ext uri="{FF2B5EF4-FFF2-40B4-BE49-F238E27FC236}">
                  <a16:creationId xmlns:a16="http://schemas.microsoft.com/office/drawing/2014/main" id="{4AA991E9-14F8-4EDC-92D8-2298C1E0B395}"/>
                </a:ext>
              </a:extLst>
            </p:cNvPr>
            <p:cNvSpPr/>
            <p:nvPr/>
          </p:nvSpPr>
          <p:spPr>
            <a:xfrm>
              <a:off x="10501523" y="5744566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64" name="Hexagon 1663">
              <a:extLst>
                <a:ext uri="{FF2B5EF4-FFF2-40B4-BE49-F238E27FC236}">
                  <a16:creationId xmlns:a16="http://schemas.microsoft.com/office/drawing/2014/main" id="{AE4BB3CE-566A-4487-AC49-F7B31DD7C896}"/>
                </a:ext>
              </a:extLst>
            </p:cNvPr>
            <p:cNvSpPr/>
            <p:nvPr/>
          </p:nvSpPr>
          <p:spPr>
            <a:xfrm>
              <a:off x="10727023" y="6185221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65" name="Hexagon 1664">
              <a:extLst>
                <a:ext uri="{FF2B5EF4-FFF2-40B4-BE49-F238E27FC236}">
                  <a16:creationId xmlns:a16="http://schemas.microsoft.com/office/drawing/2014/main" id="{AB7A3CA5-2281-4C1E-B689-15A442155B8C}"/>
                </a:ext>
              </a:extLst>
            </p:cNvPr>
            <p:cNvSpPr/>
            <p:nvPr/>
          </p:nvSpPr>
          <p:spPr>
            <a:xfrm>
              <a:off x="10727022" y="6007798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66" name="Hexagon 1665">
              <a:extLst>
                <a:ext uri="{FF2B5EF4-FFF2-40B4-BE49-F238E27FC236}">
                  <a16:creationId xmlns:a16="http://schemas.microsoft.com/office/drawing/2014/main" id="{7E2E10A6-B11D-4689-ADC9-78938E3C8705}"/>
                </a:ext>
              </a:extLst>
            </p:cNvPr>
            <p:cNvSpPr/>
            <p:nvPr/>
          </p:nvSpPr>
          <p:spPr>
            <a:xfrm>
              <a:off x="10958732" y="6270465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67" name="Hexagon 1666">
              <a:extLst>
                <a:ext uri="{FF2B5EF4-FFF2-40B4-BE49-F238E27FC236}">
                  <a16:creationId xmlns:a16="http://schemas.microsoft.com/office/drawing/2014/main" id="{AD8FBD14-C970-44CB-BDB0-BE5DC6FEB59B}"/>
                </a:ext>
              </a:extLst>
            </p:cNvPr>
            <p:cNvSpPr/>
            <p:nvPr/>
          </p:nvSpPr>
          <p:spPr>
            <a:xfrm>
              <a:off x="10958731" y="6093042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68" name="Hexagon 1667">
              <a:extLst>
                <a:ext uri="{FF2B5EF4-FFF2-40B4-BE49-F238E27FC236}">
                  <a16:creationId xmlns:a16="http://schemas.microsoft.com/office/drawing/2014/main" id="{52AECC81-4856-4FAB-A796-0DB5B64DFE07}"/>
                </a:ext>
              </a:extLst>
            </p:cNvPr>
            <p:cNvSpPr/>
            <p:nvPr/>
          </p:nvSpPr>
          <p:spPr>
            <a:xfrm>
              <a:off x="10958731" y="5921989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69" name="Hexagon 1668">
              <a:extLst>
                <a:ext uri="{FF2B5EF4-FFF2-40B4-BE49-F238E27FC236}">
                  <a16:creationId xmlns:a16="http://schemas.microsoft.com/office/drawing/2014/main" id="{580F769D-DB1E-4092-BC85-0127F6C94B91}"/>
                </a:ext>
              </a:extLst>
            </p:cNvPr>
            <p:cNvSpPr/>
            <p:nvPr/>
          </p:nvSpPr>
          <p:spPr>
            <a:xfrm>
              <a:off x="10958730" y="5744566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70" name="Hexagon 1669">
              <a:extLst>
                <a:ext uri="{FF2B5EF4-FFF2-40B4-BE49-F238E27FC236}">
                  <a16:creationId xmlns:a16="http://schemas.microsoft.com/office/drawing/2014/main" id="{C08F169D-F480-4886-9FF2-54CE2611F393}"/>
                </a:ext>
              </a:extLst>
            </p:cNvPr>
            <p:cNvSpPr/>
            <p:nvPr/>
          </p:nvSpPr>
          <p:spPr>
            <a:xfrm>
              <a:off x="10727022" y="5830786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71" name="Hexagon 1670">
              <a:extLst>
                <a:ext uri="{FF2B5EF4-FFF2-40B4-BE49-F238E27FC236}">
                  <a16:creationId xmlns:a16="http://schemas.microsoft.com/office/drawing/2014/main" id="{75BD6A9D-1AAB-4F33-BA98-C14A28A1FF04}"/>
                </a:ext>
              </a:extLst>
            </p:cNvPr>
            <p:cNvSpPr/>
            <p:nvPr/>
          </p:nvSpPr>
          <p:spPr>
            <a:xfrm>
              <a:off x="10727021" y="5653363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72" name="Hexagon 1671">
              <a:extLst>
                <a:ext uri="{FF2B5EF4-FFF2-40B4-BE49-F238E27FC236}">
                  <a16:creationId xmlns:a16="http://schemas.microsoft.com/office/drawing/2014/main" id="{2AED9DE0-821F-4B14-87ED-987B1F8D4F3F}"/>
                </a:ext>
              </a:extLst>
            </p:cNvPr>
            <p:cNvSpPr/>
            <p:nvPr/>
          </p:nvSpPr>
          <p:spPr>
            <a:xfrm>
              <a:off x="11182202" y="6544027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73" name="Hexagon 1672">
              <a:extLst>
                <a:ext uri="{FF2B5EF4-FFF2-40B4-BE49-F238E27FC236}">
                  <a16:creationId xmlns:a16="http://schemas.microsoft.com/office/drawing/2014/main" id="{A4607FA8-6203-4B08-B34E-7D787F6011A0}"/>
                </a:ext>
              </a:extLst>
            </p:cNvPr>
            <p:cNvSpPr/>
            <p:nvPr/>
          </p:nvSpPr>
          <p:spPr>
            <a:xfrm>
              <a:off x="11182201" y="6366604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74" name="Hexagon 1673">
              <a:extLst>
                <a:ext uri="{FF2B5EF4-FFF2-40B4-BE49-F238E27FC236}">
                  <a16:creationId xmlns:a16="http://schemas.microsoft.com/office/drawing/2014/main" id="{635A7BA6-FD85-4542-A002-633817AD762B}"/>
                </a:ext>
              </a:extLst>
            </p:cNvPr>
            <p:cNvSpPr/>
            <p:nvPr/>
          </p:nvSpPr>
          <p:spPr>
            <a:xfrm>
              <a:off x="11184229" y="6188341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75" name="Hexagon 1674">
              <a:extLst>
                <a:ext uri="{FF2B5EF4-FFF2-40B4-BE49-F238E27FC236}">
                  <a16:creationId xmlns:a16="http://schemas.microsoft.com/office/drawing/2014/main" id="{2FB6085F-7F5A-4181-A101-98464014122C}"/>
                </a:ext>
              </a:extLst>
            </p:cNvPr>
            <p:cNvSpPr/>
            <p:nvPr/>
          </p:nvSpPr>
          <p:spPr>
            <a:xfrm>
              <a:off x="11184228" y="6010918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76" name="Hexagon 1675">
              <a:extLst>
                <a:ext uri="{FF2B5EF4-FFF2-40B4-BE49-F238E27FC236}">
                  <a16:creationId xmlns:a16="http://schemas.microsoft.com/office/drawing/2014/main" id="{2E4F892A-18BD-4D64-9B2C-73012B83CCDC}"/>
                </a:ext>
              </a:extLst>
            </p:cNvPr>
            <p:cNvSpPr/>
            <p:nvPr/>
          </p:nvSpPr>
          <p:spPr>
            <a:xfrm>
              <a:off x="11184228" y="5832437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77" name="Hexagon 1676">
              <a:extLst>
                <a:ext uri="{FF2B5EF4-FFF2-40B4-BE49-F238E27FC236}">
                  <a16:creationId xmlns:a16="http://schemas.microsoft.com/office/drawing/2014/main" id="{1147EC57-BB38-4D73-A871-B20B5CE2F61C}"/>
                </a:ext>
              </a:extLst>
            </p:cNvPr>
            <p:cNvSpPr/>
            <p:nvPr/>
          </p:nvSpPr>
          <p:spPr>
            <a:xfrm>
              <a:off x="11184227" y="5655014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78" name="Hexagon 1677">
              <a:extLst>
                <a:ext uri="{FF2B5EF4-FFF2-40B4-BE49-F238E27FC236}">
                  <a16:creationId xmlns:a16="http://schemas.microsoft.com/office/drawing/2014/main" id="{8E064635-CF29-4A99-B2C8-D551097B3363}"/>
                </a:ext>
              </a:extLst>
            </p:cNvPr>
            <p:cNvSpPr/>
            <p:nvPr/>
          </p:nvSpPr>
          <p:spPr>
            <a:xfrm>
              <a:off x="11415935" y="6096281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79" name="Hexagon 1678">
              <a:extLst>
                <a:ext uri="{FF2B5EF4-FFF2-40B4-BE49-F238E27FC236}">
                  <a16:creationId xmlns:a16="http://schemas.microsoft.com/office/drawing/2014/main" id="{64CDBBF5-6954-46E8-BAE2-316411760000}"/>
                </a:ext>
              </a:extLst>
            </p:cNvPr>
            <p:cNvSpPr/>
            <p:nvPr/>
          </p:nvSpPr>
          <p:spPr>
            <a:xfrm>
              <a:off x="11415934" y="5918858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80" name="Hexagon 1679">
              <a:extLst>
                <a:ext uri="{FF2B5EF4-FFF2-40B4-BE49-F238E27FC236}">
                  <a16:creationId xmlns:a16="http://schemas.microsoft.com/office/drawing/2014/main" id="{D8423E1E-BFD4-4003-9A7E-EC10503D0742}"/>
                </a:ext>
              </a:extLst>
            </p:cNvPr>
            <p:cNvSpPr/>
            <p:nvPr/>
          </p:nvSpPr>
          <p:spPr>
            <a:xfrm>
              <a:off x="11645473" y="6189856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81" name="Hexagon 1680">
              <a:extLst>
                <a:ext uri="{FF2B5EF4-FFF2-40B4-BE49-F238E27FC236}">
                  <a16:creationId xmlns:a16="http://schemas.microsoft.com/office/drawing/2014/main" id="{60B474F1-CA32-4684-9614-599967C05406}"/>
                </a:ext>
              </a:extLst>
            </p:cNvPr>
            <p:cNvSpPr/>
            <p:nvPr/>
          </p:nvSpPr>
          <p:spPr>
            <a:xfrm>
              <a:off x="11645472" y="6012433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82" name="Hexagon 1681">
              <a:extLst>
                <a:ext uri="{FF2B5EF4-FFF2-40B4-BE49-F238E27FC236}">
                  <a16:creationId xmlns:a16="http://schemas.microsoft.com/office/drawing/2014/main" id="{E29790BC-26D0-453C-9763-33720691D1A3}"/>
                </a:ext>
              </a:extLst>
            </p:cNvPr>
            <p:cNvSpPr/>
            <p:nvPr/>
          </p:nvSpPr>
          <p:spPr>
            <a:xfrm>
              <a:off x="11411511" y="6455044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83" name="Hexagon 1682">
              <a:extLst>
                <a:ext uri="{FF2B5EF4-FFF2-40B4-BE49-F238E27FC236}">
                  <a16:creationId xmlns:a16="http://schemas.microsoft.com/office/drawing/2014/main" id="{CE7B4F59-B2D3-4DA5-8267-3EF953F99DC1}"/>
                </a:ext>
              </a:extLst>
            </p:cNvPr>
            <p:cNvSpPr/>
            <p:nvPr/>
          </p:nvSpPr>
          <p:spPr>
            <a:xfrm>
              <a:off x="11411510" y="6277621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84" name="Hexagon 1683">
              <a:extLst>
                <a:ext uri="{FF2B5EF4-FFF2-40B4-BE49-F238E27FC236}">
                  <a16:creationId xmlns:a16="http://schemas.microsoft.com/office/drawing/2014/main" id="{2A759D59-830B-4AE6-A96D-A0B43E7B47A2}"/>
                </a:ext>
              </a:extLst>
            </p:cNvPr>
            <p:cNvSpPr/>
            <p:nvPr/>
          </p:nvSpPr>
          <p:spPr>
            <a:xfrm>
              <a:off x="11411511" y="6818606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85" name="Hexagon 1684">
              <a:extLst>
                <a:ext uri="{FF2B5EF4-FFF2-40B4-BE49-F238E27FC236}">
                  <a16:creationId xmlns:a16="http://schemas.microsoft.com/office/drawing/2014/main" id="{F08B1A42-9683-4EE5-8B0E-A9245086AD1B}"/>
                </a:ext>
              </a:extLst>
            </p:cNvPr>
            <p:cNvSpPr/>
            <p:nvPr/>
          </p:nvSpPr>
          <p:spPr>
            <a:xfrm>
              <a:off x="11411510" y="6641183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86" name="Hexagon 1685">
              <a:extLst>
                <a:ext uri="{FF2B5EF4-FFF2-40B4-BE49-F238E27FC236}">
                  <a16:creationId xmlns:a16="http://schemas.microsoft.com/office/drawing/2014/main" id="{481B874A-2195-4B3A-A20C-D5FF53C9FBF3}"/>
                </a:ext>
              </a:extLst>
            </p:cNvPr>
            <p:cNvSpPr/>
            <p:nvPr/>
          </p:nvSpPr>
          <p:spPr>
            <a:xfrm>
              <a:off x="11857985" y="6819124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87" name="Hexagon 1686">
              <a:extLst>
                <a:ext uri="{FF2B5EF4-FFF2-40B4-BE49-F238E27FC236}">
                  <a16:creationId xmlns:a16="http://schemas.microsoft.com/office/drawing/2014/main" id="{F90EC7EC-2B11-4674-92AD-00FC81F2D758}"/>
                </a:ext>
              </a:extLst>
            </p:cNvPr>
            <p:cNvSpPr/>
            <p:nvPr/>
          </p:nvSpPr>
          <p:spPr>
            <a:xfrm>
              <a:off x="11867509" y="6640180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88" name="Hexagon 1687">
              <a:extLst>
                <a:ext uri="{FF2B5EF4-FFF2-40B4-BE49-F238E27FC236}">
                  <a16:creationId xmlns:a16="http://schemas.microsoft.com/office/drawing/2014/main" id="{FDADE1AC-9A61-4178-92C4-802D1F1F8182}"/>
                </a:ext>
              </a:extLst>
            </p:cNvPr>
            <p:cNvSpPr/>
            <p:nvPr/>
          </p:nvSpPr>
          <p:spPr>
            <a:xfrm>
              <a:off x="11633198" y="6906605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89" name="Hexagon 1688">
              <a:extLst>
                <a:ext uri="{FF2B5EF4-FFF2-40B4-BE49-F238E27FC236}">
                  <a16:creationId xmlns:a16="http://schemas.microsoft.com/office/drawing/2014/main" id="{5C66B146-CB01-49C5-885D-9D18F96DB6D4}"/>
                </a:ext>
              </a:extLst>
            </p:cNvPr>
            <p:cNvSpPr/>
            <p:nvPr/>
          </p:nvSpPr>
          <p:spPr>
            <a:xfrm>
              <a:off x="11638912" y="6727277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90" name="Hexagon 1689">
              <a:extLst>
                <a:ext uri="{FF2B5EF4-FFF2-40B4-BE49-F238E27FC236}">
                  <a16:creationId xmlns:a16="http://schemas.microsoft.com/office/drawing/2014/main" id="{8797668B-FF55-4F37-8E53-96766FE4E2A0}"/>
                </a:ext>
              </a:extLst>
            </p:cNvPr>
            <p:cNvSpPr/>
            <p:nvPr/>
          </p:nvSpPr>
          <p:spPr>
            <a:xfrm>
              <a:off x="11639641" y="6364990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91" name="Hexagon 1690">
              <a:extLst>
                <a:ext uri="{FF2B5EF4-FFF2-40B4-BE49-F238E27FC236}">
                  <a16:creationId xmlns:a16="http://schemas.microsoft.com/office/drawing/2014/main" id="{38648EB1-3177-4A08-B9DA-08DFB5A0698B}"/>
                </a:ext>
              </a:extLst>
            </p:cNvPr>
            <p:cNvSpPr/>
            <p:nvPr/>
          </p:nvSpPr>
          <p:spPr>
            <a:xfrm>
              <a:off x="11864207" y="6465323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92" name="Hexagon 1691">
              <a:extLst>
                <a:ext uri="{FF2B5EF4-FFF2-40B4-BE49-F238E27FC236}">
                  <a16:creationId xmlns:a16="http://schemas.microsoft.com/office/drawing/2014/main" id="{1A8F12C5-D01B-4F4D-B878-408D85F4076A}"/>
                </a:ext>
              </a:extLst>
            </p:cNvPr>
            <p:cNvSpPr/>
            <p:nvPr/>
          </p:nvSpPr>
          <p:spPr>
            <a:xfrm>
              <a:off x="11415934" y="6994604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93" name="Hexagon 1692">
              <a:extLst>
                <a:ext uri="{FF2B5EF4-FFF2-40B4-BE49-F238E27FC236}">
                  <a16:creationId xmlns:a16="http://schemas.microsoft.com/office/drawing/2014/main" id="{25E9DCB9-0F31-42BE-B167-70B886038F7B}"/>
                </a:ext>
              </a:extLst>
            </p:cNvPr>
            <p:cNvSpPr/>
            <p:nvPr/>
          </p:nvSpPr>
          <p:spPr>
            <a:xfrm>
              <a:off x="11641431" y="7082603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94" name="Hexagon 1693">
              <a:extLst>
                <a:ext uri="{FF2B5EF4-FFF2-40B4-BE49-F238E27FC236}">
                  <a16:creationId xmlns:a16="http://schemas.microsoft.com/office/drawing/2014/main" id="{3DCDA091-6909-4AB7-9444-2B60C9AAADD2}"/>
                </a:ext>
              </a:extLst>
            </p:cNvPr>
            <p:cNvSpPr/>
            <p:nvPr/>
          </p:nvSpPr>
          <p:spPr>
            <a:xfrm>
              <a:off x="10727020" y="5482573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95" name="Hexagon 1694">
              <a:extLst>
                <a:ext uri="{FF2B5EF4-FFF2-40B4-BE49-F238E27FC236}">
                  <a16:creationId xmlns:a16="http://schemas.microsoft.com/office/drawing/2014/main" id="{763475DB-7EA5-4A93-ABB0-FECA9F87A425}"/>
                </a:ext>
              </a:extLst>
            </p:cNvPr>
            <p:cNvSpPr/>
            <p:nvPr/>
          </p:nvSpPr>
          <p:spPr>
            <a:xfrm>
              <a:off x="10727019" y="5305150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96" name="Hexagon 1695">
              <a:extLst>
                <a:ext uri="{FF2B5EF4-FFF2-40B4-BE49-F238E27FC236}">
                  <a16:creationId xmlns:a16="http://schemas.microsoft.com/office/drawing/2014/main" id="{C4DF47BE-588C-418D-B0EA-9B1FDF8D4E45}"/>
                </a:ext>
              </a:extLst>
            </p:cNvPr>
            <p:cNvSpPr/>
            <p:nvPr/>
          </p:nvSpPr>
          <p:spPr>
            <a:xfrm>
              <a:off x="10958730" y="5393021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97" name="Hexagon 1696">
              <a:extLst>
                <a:ext uri="{FF2B5EF4-FFF2-40B4-BE49-F238E27FC236}">
                  <a16:creationId xmlns:a16="http://schemas.microsoft.com/office/drawing/2014/main" id="{2A9CE071-C6C3-44C8-9C02-A2199CEE9BE3}"/>
                </a:ext>
              </a:extLst>
            </p:cNvPr>
            <p:cNvSpPr/>
            <p:nvPr/>
          </p:nvSpPr>
          <p:spPr>
            <a:xfrm>
              <a:off x="10958729" y="5215598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98" name="Hexagon 1697">
              <a:extLst>
                <a:ext uri="{FF2B5EF4-FFF2-40B4-BE49-F238E27FC236}">
                  <a16:creationId xmlns:a16="http://schemas.microsoft.com/office/drawing/2014/main" id="{7F9C2922-A109-47ED-B533-3C5F67BF68A4}"/>
                </a:ext>
              </a:extLst>
            </p:cNvPr>
            <p:cNvSpPr/>
            <p:nvPr/>
          </p:nvSpPr>
          <p:spPr>
            <a:xfrm>
              <a:off x="11190440" y="5482572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99" name="Hexagon 1698">
              <a:extLst>
                <a:ext uri="{FF2B5EF4-FFF2-40B4-BE49-F238E27FC236}">
                  <a16:creationId xmlns:a16="http://schemas.microsoft.com/office/drawing/2014/main" id="{17536765-0532-4A24-B2F4-63DCA529C0C1}"/>
                </a:ext>
              </a:extLst>
            </p:cNvPr>
            <p:cNvSpPr/>
            <p:nvPr/>
          </p:nvSpPr>
          <p:spPr>
            <a:xfrm>
              <a:off x="10727019" y="5130629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00" name="Hexagon 1699">
              <a:extLst>
                <a:ext uri="{FF2B5EF4-FFF2-40B4-BE49-F238E27FC236}">
                  <a16:creationId xmlns:a16="http://schemas.microsoft.com/office/drawing/2014/main" id="{08CFC146-FAFD-4F38-966A-9571B546F257}"/>
                </a:ext>
              </a:extLst>
            </p:cNvPr>
            <p:cNvSpPr/>
            <p:nvPr/>
          </p:nvSpPr>
          <p:spPr>
            <a:xfrm>
              <a:off x="9816424" y="5487225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01" name="Hexagon 1700">
              <a:extLst>
                <a:ext uri="{FF2B5EF4-FFF2-40B4-BE49-F238E27FC236}">
                  <a16:creationId xmlns:a16="http://schemas.microsoft.com/office/drawing/2014/main" id="{ABD82D36-9F55-479D-B41F-BECF1887C76E}"/>
                </a:ext>
              </a:extLst>
            </p:cNvPr>
            <p:cNvSpPr/>
            <p:nvPr/>
          </p:nvSpPr>
          <p:spPr>
            <a:xfrm>
              <a:off x="9816424" y="5312704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02" name="Hexagon 1701">
              <a:extLst>
                <a:ext uri="{FF2B5EF4-FFF2-40B4-BE49-F238E27FC236}">
                  <a16:creationId xmlns:a16="http://schemas.microsoft.com/office/drawing/2014/main" id="{08019C0D-4E14-4997-81B5-6B252B1A222E}"/>
                </a:ext>
              </a:extLst>
            </p:cNvPr>
            <p:cNvSpPr/>
            <p:nvPr/>
          </p:nvSpPr>
          <p:spPr>
            <a:xfrm>
              <a:off x="10044315" y="5397687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03" name="Hexagon 1702">
              <a:extLst>
                <a:ext uri="{FF2B5EF4-FFF2-40B4-BE49-F238E27FC236}">
                  <a16:creationId xmlns:a16="http://schemas.microsoft.com/office/drawing/2014/main" id="{2B58B087-0465-4A08-8A02-492F56CF007A}"/>
                </a:ext>
              </a:extLst>
            </p:cNvPr>
            <p:cNvSpPr/>
            <p:nvPr/>
          </p:nvSpPr>
          <p:spPr>
            <a:xfrm>
              <a:off x="10044315" y="5223166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04" name="Hexagon 1703">
              <a:extLst>
                <a:ext uri="{FF2B5EF4-FFF2-40B4-BE49-F238E27FC236}">
                  <a16:creationId xmlns:a16="http://schemas.microsoft.com/office/drawing/2014/main" id="{C884ED44-2AA0-4966-8AB9-FF081E0F558C}"/>
                </a:ext>
              </a:extLst>
            </p:cNvPr>
            <p:cNvSpPr/>
            <p:nvPr/>
          </p:nvSpPr>
          <p:spPr>
            <a:xfrm>
              <a:off x="10271721" y="5310042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05" name="Hexagon 1704">
              <a:extLst>
                <a:ext uri="{FF2B5EF4-FFF2-40B4-BE49-F238E27FC236}">
                  <a16:creationId xmlns:a16="http://schemas.microsoft.com/office/drawing/2014/main" id="{C3922A64-B18D-4982-A55D-852847CA8AA6}"/>
                </a:ext>
              </a:extLst>
            </p:cNvPr>
            <p:cNvSpPr/>
            <p:nvPr/>
          </p:nvSpPr>
          <p:spPr>
            <a:xfrm>
              <a:off x="10271721" y="5135521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06" name="Hexagon 1705">
              <a:extLst>
                <a:ext uri="{FF2B5EF4-FFF2-40B4-BE49-F238E27FC236}">
                  <a16:creationId xmlns:a16="http://schemas.microsoft.com/office/drawing/2014/main" id="{C92FFA63-726E-46E7-9A5D-2B97707B83AA}"/>
                </a:ext>
              </a:extLst>
            </p:cNvPr>
            <p:cNvSpPr/>
            <p:nvPr/>
          </p:nvSpPr>
          <p:spPr>
            <a:xfrm>
              <a:off x="10045916" y="5038816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07" name="Hexagon 1706">
              <a:extLst>
                <a:ext uri="{FF2B5EF4-FFF2-40B4-BE49-F238E27FC236}">
                  <a16:creationId xmlns:a16="http://schemas.microsoft.com/office/drawing/2014/main" id="{B1E1F8C5-E4B7-459B-AF18-FE5F39E1D8AA}"/>
                </a:ext>
              </a:extLst>
            </p:cNvPr>
            <p:cNvSpPr/>
            <p:nvPr/>
          </p:nvSpPr>
          <p:spPr>
            <a:xfrm>
              <a:off x="10045916" y="4864295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08" name="Hexagon 1707">
              <a:extLst>
                <a:ext uri="{FF2B5EF4-FFF2-40B4-BE49-F238E27FC236}">
                  <a16:creationId xmlns:a16="http://schemas.microsoft.com/office/drawing/2014/main" id="{E08EBEFE-B566-4A6F-8A13-5C9816AAB08F}"/>
                </a:ext>
              </a:extLst>
            </p:cNvPr>
            <p:cNvSpPr/>
            <p:nvPr/>
          </p:nvSpPr>
          <p:spPr>
            <a:xfrm>
              <a:off x="10501523" y="4853410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09" name="Hexagon 1708">
              <a:extLst>
                <a:ext uri="{FF2B5EF4-FFF2-40B4-BE49-F238E27FC236}">
                  <a16:creationId xmlns:a16="http://schemas.microsoft.com/office/drawing/2014/main" id="{620DB48A-81B7-49C8-91F7-523B078DC2F9}"/>
                </a:ext>
              </a:extLst>
            </p:cNvPr>
            <p:cNvSpPr/>
            <p:nvPr/>
          </p:nvSpPr>
          <p:spPr>
            <a:xfrm>
              <a:off x="10501523" y="4678889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10" name="Hexagon 1709">
              <a:extLst>
                <a:ext uri="{FF2B5EF4-FFF2-40B4-BE49-F238E27FC236}">
                  <a16:creationId xmlns:a16="http://schemas.microsoft.com/office/drawing/2014/main" id="{9A383407-2C52-4639-9A8C-53919857394F}"/>
                </a:ext>
              </a:extLst>
            </p:cNvPr>
            <p:cNvSpPr/>
            <p:nvPr/>
          </p:nvSpPr>
          <p:spPr>
            <a:xfrm>
              <a:off x="10727019" y="4767600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11" name="Hexagon 1710">
              <a:extLst>
                <a:ext uri="{FF2B5EF4-FFF2-40B4-BE49-F238E27FC236}">
                  <a16:creationId xmlns:a16="http://schemas.microsoft.com/office/drawing/2014/main" id="{8B25526C-B516-4EDD-B0E1-84A29E00A807}"/>
                </a:ext>
              </a:extLst>
            </p:cNvPr>
            <p:cNvSpPr/>
            <p:nvPr/>
          </p:nvSpPr>
          <p:spPr>
            <a:xfrm>
              <a:off x="10727019" y="4593079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12" name="Hexagon 1711">
              <a:extLst>
                <a:ext uri="{FF2B5EF4-FFF2-40B4-BE49-F238E27FC236}">
                  <a16:creationId xmlns:a16="http://schemas.microsoft.com/office/drawing/2014/main" id="{D2640CCF-5306-4E2D-9601-478E41026819}"/>
                </a:ext>
              </a:extLst>
            </p:cNvPr>
            <p:cNvSpPr/>
            <p:nvPr/>
          </p:nvSpPr>
          <p:spPr>
            <a:xfrm>
              <a:off x="10727019" y="4413387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13" name="Hexagon 1712">
              <a:extLst>
                <a:ext uri="{FF2B5EF4-FFF2-40B4-BE49-F238E27FC236}">
                  <a16:creationId xmlns:a16="http://schemas.microsoft.com/office/drawing/2014/main" id="{1F6DE174-6931-46BC-93EC-5FA3059BB9FC}"/>
                </a:ext>
              </a:extLst>
            </p:cNvPr>
            <p:cNvSpPr/>
            <p:nvPr/>
          </p:nvSpPr>
          <p:spPr>
            <a:xfrm>
              <a:off x="10727019" y="4238866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14" name="Hexagon 1713">
              <a:extLst>
                <a:ext uri="{FF2B5EF4-FFF2-40B4-BE49-F238E27FC236}">
                  <a16:creationId xmlns:a16="http://schemas.microsoft.com/office/drawing/2014/main" id="{6EC83BE1-63DE-421F-BE87-57746D68CB10}"/>
                </a:ext>
              </a:extLst>
            </p:cNvPr>
            <p:cNvSpPr/>
            <p:nvPr/>
          </p:nvSpPr>
          <p:spPr>
            <a:xfrm>
              <a:off x="10958729" y="4503527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15" name="Hexagon 1714">
              <a:extLst>
                <a:ext uri="{FF2B5EF4-FFF2-40B4-BE49-F238E27FC236}">
                  <a16:creationId xmlns:a16="http://schemas.microsoft.com/office/drawing/2014/main" id="{454B79D8-6666-40B2-AFCE-4F23FDBAA150}"/>
                </a:ext>
              </a:extLst>
            </p:cNvPr>
            <p:cNvSpPr/>
            <p:nvPr/>
          </p:nvSpPr>
          <p:spPr>
            <a:xfrm>
              <a:off x="10958729" y="4329006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16" name="Hexagon 1715">
              <a:extLst>
                <a:ext uri="{FF2B5EF4-FFF2-40B4-BE49-F238E27FC236}">
                  <a16:creationId xmlns:a16="http://schemas.microsoft.com/office/drawing/2014/main" id="{E0D72171-4EDB-4E0D-9DEA-37EBAC2D5658}"/>
                </a:ext>
              </a:extLst>
            </p:cNvPr>
            <p:cNvSpPr/>
            <p:nvPr/>
          </p:nvSpPr>
          <p:spPr>
            <a:xfrm>
              <a:off x="10958729" y="4153056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17" name="Hexagon 1716">
              <a:extLst>
                <a:ext uri="{FF2B5EF4-FFF2-40B4-BE49-F238E27FC236}">
                  <a16:creationId xmlns:a16="http://schemas.microsoft.com/office/drawing/2014/main" id="{0A4B99AB-4E20-4075-B3F9-198CFC9DFFEA}"/>
                </a:ext>
              </a:extLst>
            </p:cNvPr>
            <p:cNvSpPr/>
            <p:nvPr/>
          </p:nvSpPr>
          <p:spPr>
            <a:xfrm>
              <a:off x="10958729" y="3978535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18" name="Hexagon 1717">
              <a:extLst>
                <a:ext uri="{FF2B5EF4-FFF2-40B4-BE49-F238E27FC236}">
                  <a16:creationId xmlns:a16="http://schemas.microsoft.com/office/drawing/2014/main" id="{D6D3FF48-1E1F-4E77-B94F-B5D73899E4A8}"/>
                </a:ext>
              </a:extLst>
            </p:cNvPr>
            <p:cNvSpPr/>
            <p:nvPr/>
          </p:nvSpPr>
          <p:spPr>
            <a:xfrm>
              <a:off x="10495309" y="4149713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19" name="Hexagon 1718">
              <a:extLst>
                <a:ext uri="{FF2B5EF4-FFF2-40B4-BE49-F238E27FC236}">
                  <a16:creationId xmlns:a16="http://schemas.microsoft.com/office/drawing/2014/main" id="{73B75454-4B46-487E-9D19-4F2848060A2D}"/>
                </a:ext>
              </a:extLst>
            </p:cNvPr>
            <p:cNvSpPr/>
            <p:nvPr/>
          </p:nvSpPr>
          <p:spPr>
            <a:xfrm>
              <a:off x="10495309" y="3975192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20" name="Hexagon 1719">
              <a:extLst>
                <a:ext uri="{FF2B5EF4-FFF2-40B4-BE49-F238E27FC236}">
                  <a16:creationId xmlns:a16="http://schemas.microsoft.com/office/drawing/2014/main" id="{1053ABF2-A6F0-4C79-80EB-BD292ECAFB0D}"/>
                </a:ext>
              </a:extLst>
            </p:cNvPr>
            <p:cNvSpPr/>
            <p:nvPr/>
          </p:nvSpPr>
          <p:spPr>
            <a:xfrm>
              <a:off x="10271721" y="3885441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21" name="Hexagon 1720">
              <a:extLst>
                <a:ext uri="{FF2B5EF4-FFF2-40B4-BE49-F238E27FC236}">
                  <a16:creationId xmlns:a16="http://schemas.microsoft.com/office/drawing/2014/main" id="{613DFC8D-45FC-4F31-9E5F-2A284D16005E}"/>
                </a:ext>
              </a:extLst>
            </p:cNvPr>
            <p:cNvSpPr/>
            <p:nvPr/>
          </p:nvSpPr>
          <p:spPr>
            <a:xfrm>
              <a:off x="10271721" y="3710920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22" name="Hexagon 1721">
              <a:extLst>
                <a:ext uri="{FF2B5EF4-FFF2-40B4-BE49-F238E27FC236}">
                  <a16:creationId xmlns:a16="http://schemas.microsoft.com/office/drawing/2014/main" id="{88F525C6-2AB7-461E-B3EC-E0109B5B2E66}"/>
                </a:ext>
              </a:extLst>
            </p:cNvPr>
            <p:cNvSpPr/>
            <p:nvPr/>
          </p:nvSpPr>
          <p:spPr>
            <a:xfrm>
              <a:off x="10495309" y="3803030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23" name="Hexagon 1722">
              <a:extLst>
                <a:ext uri="{FF2B5EF4-FFF2-40B4-BE49-F238E27FC236}">
                  <a16:creationId xmlns:a16="http://schemas.microsoft.com/office/drawing/2014/main" id="{1267A686-CA14-4034-A4C7-3572D45AC57A}"/>
                </a:ext>
              </a:extLst>
            </p:cNvPr>
            <p:cNvSpPr/>
            <p:nvPr/>
          </p:nvSpPr>
          <p:spPr>
            <a:xfrm>
              <a:off x="10495309" y="3628509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24" name="Hexagon 1723">
              <a:extLst>
                <a:ext uri="{FF2B5EF4-FFF2-40B4-BE49-F238E27FC236}">
                  <a16:creationId xmlns:a16="http://schemas.microsoft.com/office/drawing/2014/main" id="{F2E5C3E3-6DB2-4E8B-BEC6-AD74074C1BB9}"/>
                </a:ext>
              </a:extLst>
            </p:cNvPr>
            <p:cNvSpPr/>
            <p:nvPr/>
          </p:nvSpPr>
          <p:spPr>
            <a:xfrm>
              <a:off x="10271721" y="4239818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25" name="Hexagon 1724">
              <a:extLst>
                <a:ext uri="{FF2B5EF4-FFF2-40B4-BE49-F238E27FC236}">
                  <a16:creationId xmlns:a16="http://schemas.microsoft.com/office/drawing/2014/main" id="{89650EA0-83C8-44E4-8AD1-F27CF5B4CAC5}"/>
                </a:ext>
              </a:extLst>
            </p:cNvPr>
            <p:cNvSpPr/>
            <p:nvPr/>
          </p:nvSpPr>
          <p:spPr>
            <a:xfrm>
              <a:off x="10502235" y="4496035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26" name="Hexagon 1725">
              <a:extLst>
                <a:ext uri="{FF2B5EF4-FFF2-40B4-BE49-F238E27FC236}">
                  <a16:creationId xmlns:a16="http://schemas.microsoft.com/office/drawing/2014/main" id="{AB46810A-B5B6-44F9-AB9D-63B08D78A78C}"/>
                </a:ext>
              </a:extLst>
            </p:cNvPr>
            <p:cNvSpPr/>
            <p:nvPr/>
          </p:nvSpPr>
          <p:spPr>
            <a:xfrm>
              <a:off x="10727019" y="4061218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27" name="Hexagon 1726">
              <a:extLst>
                <a:ext uri="{FF2B5EF4-FFF2-40B4-BE49-F238E27FC236}">
                  <a16:creationId xmlns:a16="http://schemas.microsoft.com/office/drawing/2014/main" id="{B00014E1-A3FC-4C2A-A48C-6A35957B8115}"/>
                </a:ext>
              </a:extLst>
            </p:cNvPr>
            <p:cNvSpPr/>
            <p:nvPr/>
          </p:nvSpPr>
          <p:spPr>
            <a:xfrm>
              <a:off x="11189821" y="3887989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28" name="Hexagon 1727">
              <a:extLst>
                <a:ext uri="{FF2B5EF4-FFF2-40B4-BE49-F238E27FC236}">
                  <a16:creationId xmlns:a16="http://schemas.microsoft.com/office/drawing/2014/main" id="{E9DE80AF-8CE1-40EC-8505-519186B0D09F}"/>
                </a:ext>
              </a:extLst>
            </p:cNvPr>
            <p:cNvSpPr/>
            <p:nvPr/>
          </p:nvSpPr>
          <p:spPr>
            <a:xfrm>
              <a:off x="10718781" y="3710125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29" name="Hexagon 1728">
              <a:extLst>
                <a:ext uri="{FF2B5EF4-FFF2-40B4-BE49-F238E27FC236}">
                  <a16:creationId xmlns:a16="http://schemas.microsoft.com/office/drawing/2014/main" id="{D40ACA59-D985-47DA-B4C8-5318920B5165}"/>
                </a:ext>
              </a:extLst>
            </p:cNvPr>
            <p:cNvSpPr/>
            <p:nvPr/>
          </p:nvSpPr>
          <p:spPr>
            <a:xfrm>
              <a:off x="10956206" y="3799961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30" name="Hexagon 1729">
              <a:extLst>
                <a:ext uri="{FF2B5EF4-FFF2-40B4-BE49-F238E27FC236}">
                  <a16:creationId xmlns:a16="http://schemas.microsoft.com/office/drawing/2014/main" id="{9341895F-18A1-4862-AF5A-C766F7C0482B}"/>
                </a:ext>
              </a:extLst>
            </p:cNvPr>
            <p:cNvSpPr/>
            <p:nvPr/>
          </p:nvSpPr>
          <p:spPr>
            <a:xfrm>
              <a:off x="10048133" y="3799079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31" name="Hexagon 1730">
              <a:extLst>
                <a:ext uri="{FF2B5EF4-FFF2-40B4-BE49-F238E27FC236}">
                  <a16:creationId xmlns:a16="http://schemas.microsoft.com/office/drawing/2014/main" id="{B19046CF-261E-4254-AA04-B4C0A1950644}"/>
                </a:ext>
              </a:extLst>
            </p:cNvPr>
            <p:cNvSpPr/>
            <p:nvPr/>
          </p:nvSpPr>
          <p:spPr>
            <a:xfrm>
              <a:off x="10048133" y="3624558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32" name="Hexagon 1731">
              <a:extLst>
                <a:ext uri="{FF2B5EF4-FFF2-40B4-BE49-F238E27FC236}">
                  <a16:creationId xmlns:a16="http://schemas.microsoft.com/office/drawing/2014/main" id="{D2576E2D-7814-4949-859D-AAAED253C4F1}"/>
                </a:ext>
              </a:extLst>
            </p:cNvPr>
            <p:cNvSpPr/>
            <p:nvPr/>
          </p:nvSpPr>
          <p:spPr>
            <a:xfrm>
              <a:off x="9824545" y="3540761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33" name="Hexagon 1732">
              <a:extLst>
                <a:ext uri="{FF2B5EF4-FFF2-40B4-BE49-F238E27FC236}">
                  <a16:creationId xmlns:a16="http://schemas.microsoft.com/office/drawing/2014/main" id="{3B2CEAA7-5342-49E3-90D1-2F3F8A530A4F}"/>
                </a:ext>
              </a:extLst>
            </p:cNvPr>
            <p:cNvSpPr/>
            <p:nvPr/>
          </p:nvSpPr>
          <p:spPr>
            <a:xfrm>
              <a:off x="9824545" y="3366240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34" name="Hexagon 1733">
              <a:extLst>
                <a:ext uri="{FF2B5EF4-FFF2-40B4-BE49-F238E27FC236}">
                  <a16:creationId xmlns:a16="http://schemas.microsoft.com/office/drawing/2014/main" id="{E73977EA-F50F-455E-A025-2CEAA99939F3}"/>
                </a:ext>
              </a:extLst>
            </p:cNvPr>
            <p:cNvSpPr/>
            <p:nvPr/>
          </p:nvSpPr>
          <p:spPr>
            <a:xfrm>
              <a:off x="9598086" y="3447135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35" name="Hexagon 1734">
              <a:extLst>
                <a:ext uri="{FF2B5EF4-FFF2-40B4-BE49-F238E27FC236}">
                  <a16:creationId xmlns:a16="http://schemas.microsoft.com/office/drawing/2014/main" id="{D3BA2D68-3F54-445A-8DCD-94DDC2D3B0A0}"/>
                </a:ext>
              </a:extLst>
            </p:cNvPr>
            <p:cNvSpPr/>
            <p:nvPr/>
          </p:nvSpPr>
          <p:spPr>
            <a:xfrm>
              <a:off x="9598086" y="3272614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36" name="Hexagon 1735">
              <a:extLst>
                <a:ext uri="{FF2B5EF4-FFF2-40B4-BE49-F238E27FC236}">
                  <a16:creationId xmlns:a16="http://schemas.microsoft.com/office/drawing/2014/main" id="{12D03CF8-CA6F-4A59-A55E-2EACD330323B}"/>
                </a:ext>
              </a:extLst>
            </p:cNvPr>
            <p:cNvSpPr/>
            <p:nvPr/>
          </p:nvSpPr>
          <p:spPr>
            <a:xfrm>
              <a:off x="9824545" y="3185547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37" name="Hexagon 1736">
              <a:extLst>
                <a:ext uri="{FF2B5EF4-FFF2-40B4-BE49-F238E27FC236}">
                  <a16:creationId xmlns:a16="http://schemas.microsoft.com/office/drawing/2014/main" id="{7674A89B-AA48-45E8-813E-9A1BCDEF8839}"/>
                </a:ext>
              </a:extLst>
            </p:cNvPr>
            <p:cNvSpPr/>
            <p:nvPr/>
          </p:nvSpPr>
          <p:spPr>
            <a:xfrm>
              <a:off x="9824545" y="3011026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38" name="Hexagon 1737">
              <a:extLst>
                <a:ext uri="{FF2B5EF4-FFF2-40B4-BE49-F238E27FC236}">
                  <a16:creationId xmlns:a16="http://schemas.microsoft.com/office/drawing/2014/main" id="{A2DEFD20-30B3-49D8-846C-F7381697EAC8}"/>
                </a:ext>
              </a:extLst>
            </p:cNvPr>
            <p:cNvSpPr/>
            <p:nvPr/>
          </p:nvSpPr>
          <p:spPr>
            <a:xfrm>
              <a:off x="10048133" y="3450399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39" name="Hexagon 1738">
              <a:extLst>
                <a:ext uri="{FF2B5EF4-FFF2-40B4-BE49-F238E27FC236}">
                  <a16:creationId xmlns:a16="http://schemas.microsoft.com/office/drawing/2014/main" id="{7D40DB09-D717-4DF7-8459-F3DB8B0D660E}"/>
                </a:ext>
              </a:extLst>
            </p:cNvPr>
            <p:cNvSpPr/>
            <p:nvPr/>
          </p:nvSpPr>
          <p:spPr>
            <a:xfrm>
              <a:off x="10048133" y="3275878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40" name="Hexagon 1739">
              <a:extLst>
                <a:ext uri="{FF2B5EF4-FFF2-40B4-BE49-F238E27FC236}">
                  <a16:creationId xmlns:a16="http://schemas.microsoft.com/office/drawing/2014/main" id="{97D4C82D-2297-488D-9B51-BBF91911658B}"/>
                </a:ext>
              </a:extLst>
            </p:cNvPr>
            <p:cNvSpPr/>
            <p:nvPr/>
          </p:nvSpPr>
          <p:spPr>
            <a:xfrm>
              <a:off x="10264684" y="3534255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41" name="Hexagon 1740">
              <a:extLst>
                <a:ext uri="{FF2B5EF4-FFF2-40B4-BE49-F238E27FC236}">
                  <a16:creationId xmlns:a16="http://schemas.microsoft.com/office/drawing/2014/main" id="{FE8FB30E-3679-4DD5-AB12-0935A2D0C507}"/>
                </a:ext>
              </a:extLst>
            </p:cNvPr>
            <p:cNvSpPr/>
            <p:nvPr/>
          </p:nvSpPr>
          <p:spPr>
            <a:xfrm>
              <a:off x="10264684" y="3359734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42" name="Hexagon 1741">
              <a:extLst>
                <a:ext uri="{FF2B5EF4-FFF2-40B4-BE49-F238E27FC236}">
                  <a16:creationId xmlns:a16="http://schemas.microsoft.com/office/drawing/2014/main" id="{015F0874-E65C-46BA-BCED-AAA7C5C0D2A3}"/>
                </a:ext>
              </a:extLst>
            </p:cNvPr>
            <p:cNvSpPr/>
            <p:nvPr/>
          </p:nvSpPr>
          <p:spPr>
            <a:xfrm>
              <a:off x="10496399" y="3452385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43" name="Hexagon 1742">
              <a:extLst>
                <a:ext uri="{FF2B5EF4-FFF2-40B4-BE49-F238E27FC236}">
                  <a16:creationId xmlns:a16="http://schemas.microsoft.com/office/drawing/2014/main" id="{C903B48B-76BE-49C3-B5AC-AF8CE6D25062}"/>
                </a:ext>
              </a:extLst>
            </p:cNvPr>
            <p:cNvSpPr/>
            <p:nvPr/>
          </p:nvSpPr>
          <p:spPr>
            <a:xfrm>
              <a:off x="10496399" y="3277864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44" name="Hexagon 1743">
              <a:extLst>
                <a:ext uri="{FF2B5EF4-FFF2-40B4-BE49-F238E27FC236}">
                  <a16:creationId xmlns:a16="http://schemas.microsoft.com/office/drawing/2014/main" id="{035D94CA-340A-49D3-BFEE-13375A9F4779}"/>
                </a:ext>
              </a:extLst>
            </p:cNvPr>
            <p:cNvSpPr/>
            <p:nvPr/>
          </p:nvSpPr>
          <p:spPr>
            <a:xfrm>
              <a:off x="10718781" y="3535387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45" name="Hexagon 1744">
              <a:extLst>
                <a:ext uri="{FF2B5EF4-FFF2-40B4-BE49-F238E27FC236}">
                  <a16:creationId xmlns:a16="http://schemas.microsoft.com/office/drawing/2014/main" id="{C0E43547-E1A5-4E05-8A39-259AB655E2A6}"/>
                </a:ext>
              </a:extLst>
            </p:cNvPr>
            <p:cNvSpPr/>
            <p:nvPr/>
          </p:nvSpPr>
          <p:spPr>
            <a:xfrm>
              <a:off x="10718781" y="3360866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46" name="Hexagon 1745">
              <a:extLst>
                <a:ext uri="{FF2B5EF4-FFF2-40B4-BE49-F238E27FC236}">
                  <a16:creationId xmlns:a16="http://schemas.microsoft.com/office/drawing/2014/main" id="{F70F2088-FCDD-478C-B9E7-61568A792C36}"/>
                </a:ext>
              </a:extLst>
            </p:cNvPr>
            <p:cNvSpPr/>
            <p:nvPr/>
          </p:nvSpPr>
          <p:spPr>
            <a:xfrm>
              <a:off x="10949991" y="3450399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47" name="Hexagon 1746">
              <a:extLst>
                <a:ext uri="{FF2B5EF4-FFF2-40B4-BE49-F238E27FC236}">
                  <a16:creationId xmlns:a16="http://schemas.microsoft.com/office/drawing/2014/main" id="{07204525-EFEE-4BF6-B717-5760D19A9EFB}"/>
                </a:ext>
              </a:extLst>
            </p:cNvPr>
            <p:cNvSpPr/>
            <p:nvPr/>
          </p:nvSpPr>
          <p:spPr>
            <a:xfrm>
              <a:off x="10948086" y="3273973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48" name="Hexagon 1747">
              <a:extLst>
                <a:ext uri="{FF2B5EF4-FFF2-40B4-BE49-F238E27FC236}">
                  <a16:creationId xmlns:a16="http://schemas.microsoft.com/office/drawing/2014/main" id="{5E99B9B8-EB56-4203-81E0-BC496CA33CEF}"/>
                </a:ext>
              </a:extLst>
            </p:cNvPr>
            <p:cNvSpPr/>
            <p:nvPr/>
          </p:nvSpPr>
          <p:spPr>
            <a:xfrm>
              <a:off x="10956824" y="3093996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49" name="Hexagon 1748">
              <a:extLst>
                <a:ext uri="{FF2B5EF4-FFF2-40B4-BE49-F238E27FC236}">
                  <a16:creationId xmlns:a16="http://schemas.microsoft.com/office/drawing/2014/main" id="{A72D148B-476D-4D0A-8155-2B938882C12A}"/>
                </a:ext>
              </a:extLst>
            </p:cNvPr>
            <p:cNvSpPr/>
            <p:nvPr/>
          </p:nvSpPr>
          <p:spPr>
            <a:xfrm>
              <a:off x="10956824" y="2917570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50" name="Hexagon 1749">
              <a:extLst>
                <a:ext uri="{FF2B5EF4-FFF2-40B4-BE49-F238E27FC236}">
                  <a16:creationId xmlns:a16="http://schemas.microsoft.com/office/drawing/2014/main" id="{0F4DF94A-5B07-452A-8249-DF7177AFA5E5}"/>
                </a:ext>
              </a:extLst>
            </p:cNvPr>
            <p:cNvSpPr/>
            <p:nvPr/>
          </p:nvSpPr>
          <p:spPr>
            <a:xfrm>
              <a:off x="11179206" y="3182473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51" name="Hexagon 1750">
              <a:extLst>
                <a:ext uri="{FF2B5EF4-FFF2-40B4-BE49-F238E27FC236}">
                  <a16:creationId xmlns:a16="http://schemas.microsoft.com/office/drawing/2014/main" id="{E78A147C-66B4-492B-AAD3-85B1B63A4F0C}"/>
                </a:ext>
              </a:extLst>
            </p:cNvPr>
            <p:cNvSpPr/>
            <p:nvPr/>
          </p:nvSpPr>
          <p:spPr>
            <a:xfrm>
              <a:off x="11177301" y="3006047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52" name="Hexagon 1751">
              <a:extLst>
                <a:ext uri="{FF2B5EF4-FFF2-40B4-BE49-F238E27FC236}">
                  <a16:creationId xmlns:a16="http://schemas.microsoft.com/office/drawing/2014/main" id="{5356E49F-F17D-453C-BC9A-0D9F43582E34}"/>
                </a:ext>
              </a:extLst>
            </p:cNvPr>
            <p:cNvSpPr/>
            <p:nvPr/>
          </p:nvSpPr>
          <p:spPr>
            <a:xfrm>
              <a:off x="11410326" y="3450399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53" name="Hexagon 1752">
              <a:extLst>
                <a:ext uri="{FF2B5EF4-FFF2-40B4-BE49-F238E27FC236}">
                  <a16:creationId xmlns:a16="http://schemas.microsoft.com/office/drawing/2014/main" id="{423C92BD-26DA-4882-9706-2ADBE4AF0920}"/>
                </a:ext>
              </a:extLst>
            </p:cNvPr>
            <p:cNvSpPr/>
            <p:nvPr/>
          </p:nvSpPr>
          <p:spPr>
            <a:xfrm>
              <a:off x="11408421" y="3273973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54" name="Hexagon 1753">
              <a:extLst>
                <a:ext uri="{FF2B5EF4-FFF2-40B4-BE49-F238E27FC236}">
                  <a16:creationId xmlns:a16="http://schemas.microsoft.com/office/drawing/2014/main" id="{E5EF800D-01A0-40EC-9488-2C4E5EFD5DF3}"/>
                </a:ext>
              </a:extLst>
            </p:cNvPr>
            <p:cNvSpPr/>
            <p:nvPr/>
          </p:nvSpPr>
          <p:spPr>
            <a:xfrm>
              <a:off x="11635145" y="3352971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55" name="Hexagon 1754">
              <a:extLst>
                <a:ext uri="{FF2B5EF4-FFF2-40B4-BE49-F238E27FC236}">
                  <a16:creationId xmlns:a16="http://schemas.microsoft.com/office/drawing/2014/main" id="{AC18539C-2C93-4FBC-BBCE-87AE6792B2C1}"/>
                </a:ext>
              </a:extLst>
            </p:cNvPr>
            <p:cNvSpPr/>
            <p:nvPr/>
          </p:nvSpPr>
          <p:spPr>
            <a:xfrm>
              <a:off x="11633240" y="3176545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56" name="Hexagon 1755">
              <a:extLst>
                <a:ext uri="{FF2B5EF4-FFF2-40B4-BE49-F238E27FC236}">
                  <a16:creationId xmlns:a16="http://schemas.microsoft.com/office/drawing/2014/main" id="{B93FB1FF-1DBC-49A5-BBBC-846A069A015F}"/>
                </a:ext>
              </a:extLst>
            </p:cNvPr>
            <p:cNvSpPr/>
            <p:nvPr/>
          </p:nvSpPr>
          <p:spPr>
            <a:xfrm>
              <a:off x="11860019" y="3263475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57" name="Hexagon 1756">
              <a:extLst>
                <a:ext uri="{FF2B5EF4-FFF2-40B4-BE49-F238E27FC236}">
                  <a16:creationId xmlns:a16="http://schemas.microsoft.com/office/drawing/2014/main" id="{1138F87F-0C14-4F4B-A123-88BAB6995ACD}"/>
                </a:ext>
              </a:extLst>
            </p:cNvPr>
            <p:cNvSpPr/>
            <p:nvPr/>
          </p:nvSpPr>
          <p:spPr>
            <a:xfrm>
              <a:off x="11858114" y="3087049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58" name="Hexagon 1757">
              <a:extLst>
                <a:ext uri="{FF2B5EF4-FFF2-40B4-BE49-F238E27FC236}">
                  <a16:creationId xmlns:a16="http://schemas.microsoft.com/office/drawing/2014/main" id="{672FE0B3-063E-44C9-A0BE-D51106DB9B97}"/>
                </a:ext>
              </a:extLst>
            </p:cNvPr>
            <p:cNvSpPr/>
            <p:nvPr/>
          </p:nvSpPr>
          <p:spPr>
            <a:xfrm>
              <a:off x="12091277" y="3172084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59" name="Hexagon 1758">
              <a:extLst>
                <a:ext uri="{FF2B5EF4-FFF2-40B4-BE49-F238E27FC236}">
                  <a16:creationId xmlns:a16="http://schemas.microsoft.com/office/drawing/2014/main" id="{9C3B7373-8F4E-4470-BA03-A51709D7C06E}"/>
                </a:ext>
              </a:extLst>
            </p:cNvPr>
            <p:cNvSpPr/>
            <p:nvPr/>
          </p:nvSpPr>
          <p:spPr>
            <a:xfrm>
              <a:off x="11633198" y="2994258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60" name="Hexagon 1759">
              <a:extLst>
                <a:ext uri="{FF2B5EF4-FFF2-40B4-BE49-F238E27FC236}">
                  <a16:creationId xmlns:a16="http://schemas.microsoft.com/office/drawing/2014/main" id="{D133E656-A5F7-4ED7-9FD4-57F653D9E187}"/>
                </a:ext>
              </a:extLst>
            </p:cNvPr>
            <p:cNvSpPr/>
            <p:nvPr/>
          </p:nvSpPr>
          <p:spPr>
            <a:xfrm>
              <a:off x="11408420" y="2918476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61" name="Hexagon 1760">
              <a:extLst>
                <a:ext uri="{FF2B5EF4-FFF2-40B4-BE49-F238E27FC236}">
                  <a16:creationId xmlns:a16="http://schemas.microsoft.com/office/drawing/2014/main" id="{2B9F6D85-A831-40AC-89CF-7FF2D7BEA324}"/>
                </a:ext>
              </a:extLst>
            </p:cNvPr>
            <p:cNvSpPr/>
            <p:nvPr/>
          </p:nvSpPr>
          <p:spPr>
            <a:xfrm>
              <a:off x="11184226" y="2825828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62" name="Hexagon 1761">
              <a:extLst>
                <a:ext uri="{FF2B5EF4-FFF2-40B4-BE49-F238E27FC236}">
                  <a16:creationId xmlns:a16="http://schemas.microsoft.com/office/drawing/2014/main" id="{892D5A0D-CA8C-4DA8-A981-DD8D0789D244}"/>
                </a:ext>
              </a:extLst>
            </p:cNvPr>
            <p:cNvSpPr/>
            <p:nvPr/>
          </p:nvSpPr>
          <p:spPr>
            <a:xfrm>
              <a:off x="10725109" y="3185265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63" name="Hexagon 1762">
              <a:extLst>
                <a:ext uri="{FF2B5EF4-FFF2-40B4-BE49-F238E27FC236}">
                  <a16:creationId xmlns:a16="http://schemas.microsoft.com/office/drawing/2014/main" id="{C76D4D0D-A8C0-4762-BF23-2A23E2904C26}"/>
                </a:ext>
              </a:extLst>
            </p:cNvPr>
            <p:cNvSpPr/>
            <p:nvPr/>
          </p:nvSpPr>
          <p:spPr>
            <a:xfrm>
              <a:off x="10271720" y="3190815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64" name="Hexagon 1763">
              <a:extLst>
                <a:ext uri="{FF2B5EF4-FFF2-40B4-BE49-F238E27FC236}">
                  <a16:creationId xmlns:a16="http://schemas.microsoft.com/office/drawing/2014/main" id="{73C1C624-1A10-4C48-AE53-000C320FD910}"/>
                </a:ext>
              </a:extLst>
            </p:cNvPr>
            <p:cNvSpPr/>
            <p:nvPr/>
          </p:nvSpPr>
          <p:spPr>
            <a:xfrm>
              <a:off x="10051341" y="3099185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65" name="Hexagon 1764">
              <a:extLst>
                <a:ext uri="{FF2B5EF4-FFF2-40B4-BE49-F238E27FC236}">
                  <a16:creationId xmlns:a16="http://schemas.microsoft.com/office/drawing/2014/main" id="{2B6EAB94-E5ED-4BE8-A5CC-27709BC83BF6}"/>
                </a:ext>
              </a:extLst>
            </p:cNvPr>
            <p:cNvSpPr/>
            <p:nvPr/>
          </p:nvSpPr>
          <p:spPr>
            <a:xfrm>
              <a:off x="10279626" y="3010346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66" name="Hexagon 1765">
              <a:extLst>
                <a:ext uri="{FF2B5EF4-FFF2-40B4-BE49-F238E27FC236}">
                  <a16:creationId xmlns:a16="http://schemas.microsoft.com/office/drawing/2014/main" id="{9036C2BE-66F8-4DA0-B320-D47BBFA1113F}"/>
                </a:ext>
              </a:extLst>
            </p:cNvPr>
            <p:cNvSpPr/>
            <p:nvPr/>
          </p:nvSpPr>
          <p:spPr>
            <a:xfrm>
              <a:off x="10501743" y="2923617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67" name="Hexagon 1766">
              <a:extLst>
                <a:ext uri="{FF2B5EF4-FFF2-40B4-BE49-F238E27FC236}">
                  <a16:creationId xmlns:a16="http://schemas.microsoft.com/office/drawing/2014/main" id="{B5571533-B622-4E7C-958B-210393EF635B}"/>
                </a:ext>
              </a:extLst>
            </p:cNvPr>
            <p:cNvSpPr/>
            <p:nvPr/>
          </p:nvSpPr>
          <p:spPr>
            <a:xfrm>
              <a:off x="9591672" y="3090900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68" name="Hexagon 1767">
              <a:extLst>
                <a:ext uri="{FF2B5EF4-FFF2-40B4-BE49-F238E27FC236}">
                  <a16:creationId xmlns:a16="http://schemas.microsoft.com/office/drawing/2014/main" id="{7331BF95-C463-4D92-BE84-FD647E0E7CD3}"/>
                </a:ext>
              </a:extLst>
            </p:cNvPr>
            <p:cNvSpPr/>
            <p:nvPr/>
          </p:nvSpPr>
          <p:spPr>
            <a:xfrm>
              <a:off x="9591672" y="2738528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69" name="Hexagon 1768">
              <a:extLst>
                <a:ext uri="{FF2B5EF4-FFF2-40B4-BE49-F238E27FC236}">
                  <a16:creationId xmlns:a16="http://schemas.microsoft.com/office/drawing/2014/main" id="{59C04261-3779-43F6-8D52-892156DE763C}"/>
                </a:ext>
              </a:extLst>
            </p:cNvPr>
            <p:cNvSpPr/>
            <p:nvPr/>
          </p:nvSpPr>
          <p:spPr>
            <a:xfrm>
              <a:off x="9812565" y="2829744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70" name="Hexagon 1769">
              <a:extLst>
                <a:ext uri="{FF2B5EF4-FFF2-40B4-BE49-F238E27FC236}">
                  <a16:creationId xmlns:a16="http://schemas.microsoft.com/office/drawing/2014/main" id="{C3A2A461-5C3F-4223-83AE-C3172827D772}"/>
                </a:ext>
              </a:extLst>
            </p:cNvPr>
            <p:cNvSpPr/>
            <p:nvPr/>
          </p:nvSpPr>
          <p:spPr>
            <a:xfrm>
              <a:off x="9812565" y="2655223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71" name="Hexagon 1770">
              <a:extLst>
                <a:ext uri="{FF2B5EF4-FFF2-40B4-BE49-F238E27FC236}">
                  <a16:creationId xmlns:a16="http://schemas.microsoft.com/office/drawing/2014/main" id="{E1B438F0-0BC2-429B-AFC0-66C01A027F28}"/>
                </a:ext>
              </a:extLst>
            </p:cNvPr>
            <p:cNvSpPr/>
            <p:nvPr/>
          </p:nvSpPr>
          <p:spPr>
            <a:xfrm>
              <a:off x="10045499" y="2917060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72" name="Hexagon 1771">
              <a:extLst>
                <a:ext uri="{FF2B5EF4-FFF2-40B4-BE49-F238E27FC236}">
                  <a16:creationId xmlns:a16="http://schemas.microsoft.com/office/drawing/2014/main" id="{EC356289-9159-4531-84EC-4A35DFB52B46}"/>
                </a:ext>
              </a:extLst>
            </p:cNvPr>
            <p:cNvSpPr/>
            <p:nvPr/>
          </p:nvSpPr>
          <p:spPr>
            <a:xfrm>
              <a:off x="10045499" y="2742539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73" name="Hexagon 1772">
              <a:extLst>
                <a:ext uri="{FF2B5EF4-FFF2-40B4-BE49-F238E27FC236}">
                  <a16:creationId xmlns:a16="http://schemas.microsoft.com/office/drawing/2014/main" id="{1D1474A2-3DE2-44DA-AD49-1038010436D3}"/>
                </a:ext>
              </a:extLst>
            </p:cNvPr>
            <p:cNvSpPr/>
            <p:nvPr/>
          </p:nvSpPr>
          <p:spPr>
            <a:xfrm>
              <a:off x="10274689" y="2829363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74" name="Hexagon 1773">
              <a:extLst>
                <a:ext uri="{FF2B5EF4-FFF2-40B4-BE49-F238E27FC236}">
                  <a16:creationId xmlns:a16="http://schemas.microsoft.com/office/drawing/2014/main" id="{D9A4CB1D-B169-4059-A81A-5BC30A601292}"/>
                </a:ext>
              </a:extLst>
            </p:cNvPr>
            <p:cNvSpPr/>
            <p:nvPr/>
          </p:nvSpPr>
          <p:spPr>
            <a:xfrm>
              <a:off x="10274689" y="2654842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75" name="Hexagon 1774">
              <a:extLst>
                <a:ext uri="{FF2B5EF4-FFF2-40B4-BE49-F238E27FC236}">
                  <a16:creationId xmlns:a16="http://schemas.microsoft.com/office/drawing/2014/main" id="{7A320454-27CA-4D60-8CC1-8E5561ECCFFE}"/>
                </a:ext>
              </a:extLst>
            </p:cNvPr>
            <p:cNvSpPr/>
            <p:nvPr/>
          </p:nvSpPr>
          <p:spPr>
            <a:xfrm>
              <a:off x="10503511" y="2739639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76" name="Hexagon 1775">
              <a:extLst>
                <a:ext uri="{FF2B5EF4-FFF2-40B4-BE49-F238E27FC236}">
                  <a16:creationId xmlns:a16="http://schemas.microsoft.com/office/drawing/2014/main" id="{21E0DDCE-0A61-4529-AF55-2547AD71A191}"/>
                </a:ext>
              </a:extLst>
            </p:cNvPr>
            <p:cNvSpPr/>
            <p:nvPr/>
          </p:nvSpPr>
          <p:spPr>
            <a:xfrm>
              <a:off x="10503511" y="2565118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77" name="Hexagon 1776">
              <a:extLst>
                <a:ext uri="{FF2B5EF4-FFF2-40B4-BE49-F238E27FC236}">
                  <a16:creationId xmlns:a16="http://schemas.microsoft.com/office/drawing/2014/main" id="{AC5A416C-F300-4634-A122-E093FE8C875C}"/>
                </a:ext>
              </a:extLst>
            </p:cNvPr>
            <p:cNvSpPr/>
            <p:nvPr/>
          </p:nvSpPr>
          <p:spPr>
            <a:xfrm>
              <a:off x="10732701" y="2657909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78" name="Hexagon 1777">
              <a:extLst>
                <a:ext uri="{FF2B5EF4-FFF2-40B4-BE49-F238E27FC236}">
                  <a16:creationId xmlns:a16="http://schemas.microsoft.com/office/drawing/2014/main" id="{1E182EC7-AAB1-4881-83F9-CDE6E8176788}"/>
                </a:ext>
              </a:extLst>
            </p:cNvPr>
            <p:cNvSpPr/>
            <p:nvPr/>
          </p:nvSpPr>
          <p:spPr>
            <a:xfrm>
              <a:off x="10732701" y="2483388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79" name="Hexagon 1778">
              <a:extLst>
                <a:ext uri="{FF2B5EF4-FFF2-40B4-BE49-F238E27FC236}">
                  <a16:creationId xmlns:a16="http://schemas.microsoft.com/office/drawing/2014/main" id="{CBC447BD-A0AA-4C78-88DD-6C617404C253}"/>
                </a:ext>
              </a:extLst>
            </p:cNvPr>
            <p:cNvSpPr/>
            <p:nvPr/>
          </p:nvSpPr>
          <p:spPr>
            <a:xfrm>
              <a:off x="10041387" y="2566686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80" name="Hexagon 1779">
              <a:extLst>
                <a:ext uri="{FF2B5EF4-FFF2-40B4-BE49-F238E27FC236}">
                  <a16:creationId xmlns:a16="http://schemas.microsoft.com/office/drawing/2014/main" id="{5219E661-61A4-4430-9EAE-6EF06D1A98C6}"/>
                </a:ext>
              </a:extLst>
            </p:cNvPr>
            <p:cNvSpPr/>
            <p:nvPr/>
          </p:nvSpPr>
          <p:spPr>
            <a:xfrm>
              <a:off x="10041387" y="2392165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81" name="Hexagon 1780">
              <a:extLst>
                <a:ext uri="{FF2B5EF4-FFF2-40B4-BE49-F238E27FC236}">
                  <a16:creationId xmlns:a16="http://schemas.microsoft.com/office/drawing/2014/main" id="{47392FAA-3E3B-476C-9908-E4916C0F1F15}"/>
                </a:ext>
              </a:extLst>
            </p:cNvPr>
            <p:cNvSpPr/>
            <p:nvPr/>
          </p:nvSpPr>
          <p:spPr>
            <a:xfrm>
              <a:off x="9812564" y="2471398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82" name="Hexagon 1781">
              <a:extLst>
                <a:ext uri="{FF2B5EF4-FFF2-40B4-BE49-F238E27FC236}">
                  <a16:creationId xmlns:a16="http://schemas.microsoft.com/office/drawing/2014/main" id="{95FCD3D3-DB08-4872-9090-67B7880A198A}"/>
                </a:ext>
              </a:extLst>
            </p:cNvPr>
            <p:cNvSpPr/>
            <p:nvPr/>
          </p:nvSpPr>
          <p:spPr>
            <a:xfrm>
              <a:off x="10956824" y="2568783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83" name="Hexagon 1782">
              <a:extLst>
                <a:ext uri="{FF2B5EF4-FFF2-40B4-BE49-F238E27FC236}">
                  <a16:creationId xmlns:a16="http://schemas.microsoft.com/office/drawing/2014/main" id="{3FBE6970-F601-459B-ADE5-97DE1D505851}"/>
                </a:ext>
              </a:extLst>
            </p:cNvPr>
            <p:cNvSpPr/>
            <p:nvPr/>
          </p:nvSpPr>
          <p:spPr>
            <a:xfrm>
              <a:off x="10271719" y="2476764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84" name="Hexagon 1783">
              <a:extLst>
                <a:ext uri="{FF2B5EF4-FFF2-40B4-BE49-F238E27FC236}">
                  <a16:creationId xmlns:a16="http://schemas.microsoft.com/office/drawing/2014/main" id="{698FE284-102C-468D-9823-42110FEB9F6F}"/>
                </a:ext>
              </a:extLst>
            </p:cNvPr>
            <p:cNvSpPr/>
            <p:nvPr/>
          </p:nvSpPr>
          <p:spPr>
            <a:xfrm>
              <a:off x="10504230" y="2392441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85" name="Hexagon 1784">
              <a:extLst>
                <a:ext uri="{FF2B5EF4-FFF2-40B4-BE49-F238E27FC236}">
                  <a16:creationId xmlns:a16="http://schemas.microsoft.com/office/drawing/2014/main" id="{A52EC1A4-486A-4ECF-960B-DC4907EA6747}"/>
                </a:ext>
              </a:extLst>
            </p:cNvPr>
            <p:cNvSpPr/>
            <p:nvPr/>
          </p:nvSpPr>
          <p:spPr>
            <a:xfrm>
              <a:off x="10734562" y="2296600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86" name="Hexagon 1785">
              <a:extLst>
                <a:ext uri="{FF2B5EF4-FFF2-40B4-BE49-F238E27FC236}">
                  <a16:creationId xmlns:a16="http://schemas.microsoft.com/office/drawing/2014/main" id="{574C41F5-8D71-4DE3-A283-2869D61A8392}"/>
                </a:ext>
              </a:extLst>
            </p:cNvPr>
            <p:cNvSpPr/>
            <p:nvPr/>
          </p:nvSpPr>
          <p:spPr>
            <a:xfrm>
              <a:off x="10735281" y="2123923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87" name="Hexagon 1786">
              <a:extLst>
                <a:ext uri="{FF2B5EF4-FFF2-40B4-BE49-F238E27FC236}">
                  <a16:creationId xmlns:a16="http://schemas.microsoft.com/office/drawing/2014/main" id="{89EAA53E-A62C-49D2-A333-AFAF763819C0}"/>
                </a:ext>
              </a:extLst>
            </p:cNvPr>
            <p:cNvSpPr/>
            <p:nvPr/>
          </p:nvSpPr>
          <p:spPr>
            <a:xfrm>
              <a:off x="10734562" y="1944431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88" name="Hexagon 1787">
              <a:extLst>
                <a:ext uri="{FF2B5EF4-FFF2-40B4-BE49-F238E27FC236}">
                  <a16:creationId xmlns:a16="http://schemas.microsoft.com/office/drawing/2014/main" id="{7B01C6BF-0DD3-403B-A31E-0A26B42BAA00}"/>
                </a:ext>
              </a:extLst>
            </p:cNvPr>
            <p:cNvSpPr/>
            <p:nvPr/>
          </p:nvSpPr>
          <p:spPr>
            <a:xfrm>
              <a:off x="10735281" y="1771754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89" name="Hexagon 1788">
              <a:extLst>
                <a:ext uri="{FF2B5EF4-FFF2-40B4-BE49-F238E27FC236}">
                  <a16:creationId xmlns:a16="http://schemas.microsoft.com/office/drawing/2014/main" id="{31AE8927-0D93-4B7E-BD49-67E9F5F02019}"/>
                </a:ext>
              </a:extLst>
            </p:cNvPr>
            <p:cNvSpPr/>
            <p:nvPr/>
          </p:nvSpPr>
          <p:spPr>
            <a:xfrm>
              <a:off x="10501743" y="2211222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90" name="Hexagon 1789">
              <a:extLst>
                <a:ext uri="{FF2B5EF4-FFF2-40B4-BE49-F238E27FC236}">
                  <a16:creationId xmlns:a16="http://schemas.microsoft.com/office/drawing/2014/main" id="{29C22974-11CB-4F85-94F1-EE5310147303}"/>
                </a:ext>
              </a:extLst>
            </p:cNvPr>
            <p:cNvSpPr/>
            <p:nvPr/>
          </p:nvSpPr>
          <p:spPr>
            <a:xfrm>
              <a:off x="10502462" y="2038545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91" name="Hexagon 1790">
              <a:extLst>
                <a:ext uri="{FF2B5EF4-FFF2-40B4-BE49-F238E27FC236}">
                  <a16:creationId xmlns:a16="http://schemas.microsoft.com/office/drawing/2014/main" id="{8603A740-2143-438B-914B-4722CCC9AB37}"/>
                </a:ext>
              </a:extLst>
            </p:cNvPr>
            <p:cNvSpPr/>
            <p:nvPr/>
          </p:nvSpPr>
          <p:spPr>
            <a:xfrm>
              <a:off x="10271000" y="2121456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92" name="Hexagon 1791">
              <a:extLst>
                <a:ext uri="{FF2B5EF4-FFF2-40B4-BE49-F238E27FC236}">
                  <a16:creationId xmlns:a16="http://schemas.microsoft.com/office/drawing/2014/main" id="{4BF9A9EF-3830-4A6C-92B9-8A4D695E9D55}"/>
                </a:ext>
              </a:extLst>
            </p:cNvPr>
            <p:cNvSpPr/>
            <p:nvPr/>
          </p:nvSpPr>
          <p:spPr>
            <a:xfrm>
              <a:off x="10271719" y="1948779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93" name="Hexagon 1792">
              <a:extLst>
                <a:ext uri="{FF2B5EF4-FFF2-40B4-BE49-F238E27FC236}">
                  <a16:creationId xmlns:a16="http://schemas.microsoft.com/office/drawing/2014/main" id="{A39EFF61-FA95-481D-9D42-09BB0DA3D21B}"/>
                </a:ext>
              </a:extLst>
            </p:cNvPr>
            <p:cNvSpPr/>
            <p:nvPr/>
          </p:nvSpPr>
          <p:spPr>
            <a:xfrm>
              <a:off x="10045438" y="2028834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94" name="Hexagon 1793">
              <a:extLst>
                <a:ext uri="{FF2B5EF4-FFF2-40B4-BE49-F238E27FC236}">
                  <a16:creationId xmlns:a16="http://schemas.microsoft.com/office/drawing/2014/main" id="{8D7BFD5F-771C-4598-85E3-53329FB78BAA}"/>
                </a:ext>
              </a:extLst>
            </p:cNvPr>
            <p:cNvSpPr/>
            <p:nvPr/>
          </p:nvSpPr>
          <p:spPr>
            <a:xfrm>
              <a:off x="10046157" y="1856157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95" name="Hexagon 1794">
              <a:extLst>
                <a:ext uri="{FF2B5EF4-FFF2-40B4-BE49-F238E27FC236}">
                  <a16:creationId xmlns:a16="http://schemas.microsoft.com/office/drawing/2014/main" id="{E7846909-0C10-4119-9C8D-7E5BF8F89F68}"/>
                </a:ext>
              </a:extLst>
            </p:cNvPr>
            <p:cNvSpPr/>
            <p:nvPr/>
          </p:nvSpPr>
          <p:spPr>
            <a:xfrm>
              <a:off x="10496907" y="1861111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96" name="Hexagon 1795">
              <a:extLst>
                <a:ext uri="{FF2B5EF4-FFF2-40B4-BE49-F238E27FC236}">
                  <a16:creationId xmlns:a16="http://schemas.microsoft.com/office/drawing/2014/main" id="{F336FAB7-7511-4E94-9FBD-CB45878D5AA0}"/>
                </a:ext>
              </a:extLst>
            </p:cNvPr>
            <p:cNvSpPr/>
            <p:nvPr/>
          </p:nvSpPr>
          <p:spPr>
            <a:xfrm>
              <a:off x="10503976" y="1682084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97" name="Hexagon 1796">
              <a:extLst>
                <a:ext uri="{FF2B5EF4-FFF2-40B4-BE49-F238E27FC236}">
                  <a16:creationId xmlns:a16="http://schemas.microsoft.com/office/drawing/2014/main" id="{3704AE00-F1F4-45F1-9601-D3CBF7B9F18E}"/>
                </a:ext>
              </a:extLst>
            </p:cNvPr>
            <p:cNvSpPr/>
            <p:nvPr/>
          </p:nvSpPr>
          <p:spPr>
            <a:xfrm>
              <a:off x="10266164" y="1769962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98" name="Hexagon 1797">
              <a:extLst>
                <a:ext uri="{FF2B5EF4-FFF2-40B4-BE49-F238E27FC236}">
                  <a16:creationId xmlns:a16="http://schemas.microsoft.com/office/drawing/2014/main" id="{2C96E3D4-C7F1-4251-8746-4FB00E79ADF9}"/>
                </a:ext>
              </a:extLst>
            </p:cNvPr>
            <p:cNvSpPr/>
            <p:nvPr/>
          </p:nvSpPr>
          <p:spPr>
            <a:xfrm>
              <a:off x="10266883" y="1597285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99" name="Hexagon 1798">
              <a:extLst>
                <a:ext uri="{FF2B5EF4-FFF2-40B4-BE49-F238E27FC236}">
                  <a16:creationId xmlns:a16="http://schemas.microsoft.com/office/drawing/2014/main" id="{B998893E-D755-46EC-B1BB-86487120EB77}"/>
                </a:ext>
              </a:extLst>
            </p:cNvPr>
            <p:cNvSpPr/>
            <p:nvPr/>
          </p:nvSpPr>
          <p:spPr>
            <a:xfrm>
              <a:off x="9583996" y="1488997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00" name="Hexagon 1799">
              <a:extLst>
                <a:ext uri="{FF2B5EF4-FFF2-40B4-BE49-F238E27FC236}">
                  <a16:creationId xmlns:a16="http://schemas.microsoft.com/office/drawing/2014/main" id="{DC92C498-05F4-4EE2-BD9C-8B92BEEA6E47}"/>
                </a:ext>
              </a:extLst>
            </p:cNvPr>
            <p:cNvSpPr/>
            <p:nvPr/>
          </p:nvSpPr>
          <p:spPr>
            <a:xfrm>
              <a:off x="9584715" y="1316320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01" name="Hexagon 1800">
              <a:extLst>
                <a:ext uri="{FF2B5EF4-FFF2-40B4-BE49-F238E27FC236}">
                  <a16:creationId xmlns:a16="http://schemas.microsoft.com/office/drawing/2014/main" id="{DF75183C-38DE-4A0E-A967-2FAF63D2593D}"/>
                </a:ext>
              </a:extLst>
            </p:cNvPr>
            <p:cNvSpPr/>
            <p:nvPr/>
          </p:nvSpPr>
          <p:spPr>
            <a:xfrm>
              <a:off x="9808769" y="1579557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02" name="Hexagon 1801">
              <a:extLst>
                <a:ext uri="{FF2B5EF4-FFF2-40B4-BE49-F238E27FC236}">
                  <a16:creationId xmlns:a16="http://schemas.microsoft.com/office/drawing/2014/main" id="{9742A9F0-94BE-4542-B48B-8802DD5EF650}"/>
                </a:ext>
              </a:extLst>
            </p:cNvPr>
            <p:cNvSpPr/>
            <p:nvPr/>
          </p:nvSpPr>
          <p:spPr>
            <a:xfrm>
              <a:off x="9809488" y="1406880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03" name="Hexagon 1802">
              <a:extLst>
                <a:ext uri="{FF2B5EF4-FFF2-40B4-BE49-F238E27FC236}">
                  <a16:creationId xmlns:a16="http://schemas.microsoft.com/office/drawing/2014/main" id="{61F572E4-5CD3-4468-8996-7E56783F0ACC}"/>
                </a:ext>
              </a:extLst>
            </p:cNvPr>
            <p:cNvSpPr/>
            <p:nvPr/>
          </p:nvSpPr>
          <p:spPr>
            <a:xfrm>
              <a:off x="10041387" y="1496008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04" name="Hexagon 1803">
              <a:extLst>
                <a:ext uri="{FF2B5EF4-FFF2-40B4-BE49-F238E27FC236}">
                  <a16:creationId xmlns:a16="http://schemas.microsoft.com/office/drawing/2014/main" id="{938C5364-34DB-45D8-A025-8A6A2E24421D}"/>
                </a:ext>
              </a:extLst>
            </p:cNvPr>
            <p:cNvSpPr/>
            <p:nvPr/>
          </p:nvSpPr>
          <p:spPr>
            <a:xfrm>
              <a:off x="10042106" y="1323331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05" name="Hexagon 1804">
              <a:extLst>
                <a:ext uri="{FF2B5EF4-FFF2-40B4-BE49-F238E27FC236}">
                  <a16:creationId xmlns:a16="http://schemas.microsoft.com/office/drawing/2014/main" id="{C565EE9B-8868-4A9F-96F6-FDE30FCC46CD}"/>
                </a:ext>
              </a:extLst>
            </p:cNvPr>
            <p:cNvSpPr/>
            <p:nvPr/>
          </p:nvSpPr>
          <p:spPr>
            <a:xfrm>
              <a:off x="10269722" y="1412358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06" name="Hexagon 1805">
              <a:extLst>
                <a:ext uri="{FF2B5EF4-FFF2-40B4-BE49-F238E27FC236}">
                  <a16:creationId xmlns:a16="http://schemas.microsoft.com/office/drawing/2014/main" id="{288BDC6D-DD7F-4FA9-817E-F4069109C32F}"/>
                </a:ext>
              </a:extLst>
            </p:cNvPr>
            <p:cNvSpPr/>
            <p:nvPr/>
          </p:nvSpPr>
          <p:spPr>
            <a:xfrm>
              <a:off x="10270441" y="1239681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07" name="Hexagon 1806">
              <a:extLst>
                <a:ext uri="{FF2B5EF4-FFF2-40B4-BE49-F238E27FC236}">
                  <a16:creationId xmlns:a16="http://schemas.microsoft.com/office/drawing/2014/main" id="{553285C1-3D81-4D95-96F0-DA90C5DA7197}"/>
                </a:ext>
              </a:extLst>
            </p:cNvPr>
            <p:cNvSpPr/>
            <p:nvPr/>
          </p:nvSpPr>
          <p:spPr>
            <a:xfrm>
              <a:off x="10734562" y="1592919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08" name="Hexagon 1807">
              <a:extLst>
                <a:ext uri="{FF2B5EF4-FFF2-40B4-BE49-F238E27FC236}">
                  <a16:creationId xmlns:a16="http://schemas.microsoft.com/office/drawing/2014/main" id="{CE0C1701-C7BF-47BA-8291-F25316643B3E}"/>
                </a:ext>
              </a:extLst>
            </p:cNvPr>
            <p:cNvSpPr/>
            <p:nvPr/>
          </p:nvSpPr>
          <p:spPr>
            <a:xfrm>
              <a:off x="10735281" y="1420242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09" name="Hexagon 1808">
              <a:extLst>
                <a:ext uri="{FF2B5EF4-FFF2-40B4-BE49-F238E27FC236}">
                  <a16:creationId xmlns:a16="http://schemas.microsoft.com/office/drawing/2014/main" id="{EA54A841-13E6-4857-A729-050094BE57CE}"/>
                </a:ext>
              </a:extLst>
            </p:cNvPr>
            <p:cNvSpPr/>
            <p:nvPr/>
          </p:nvSpPr>
          <p:spPr>
            <a:xfrm>
              <a:off x="10500408" y="1322764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10" name="Hexagon 1809">
              <a:extLst>
                <a:ext uri="{FF2B5EF4-FFF2-40B4-BE49-F238E27FC236}">
                  <a16:creationId xmlns:a16="http://schemas.microsoft.com/office/drawing/2014/main" id="{205C38AF-19E3-42DB-A11E-D9DCAB0B8073}"/>
                </a:ext>
              </a:extLst>
            </p:cNvPr>
            <p:cNvSpPr/>
            <p:nvPr/>
          </p:nvSpPr>
          <p:spPr>
            <a:xfrm>
              <a:off x="10501127" y="1150087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11" name="Hexagon 1810">
              <a:extLst>
                <a:ext uri="{FF2B5EF4-FFF2-40B4-BE49-F238E27FC236}">
                  <a16:creationId xmlns:a16="http://schemas.microsoft.com/office/drawing/2014/main" id="{A036FD16-A9D8-416D-8E4A-9FB616C6A65A}"/>
                </a:ext>
              </a:extLst>
            </p:cNvPr>
            <p:cNvSpPr/>
            <p:nvPr/>
          </p:nvSpPr>
          <p:spPr>
            <a:xfrm>
              <a:off x="10727019" y="1237702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12" name="Hexagon 1811">
              <a:extLst>
                <a:ext uri="{FF2B5EF4-FFF2-40B4-BE49-F238E27FC236}">
                  <a16:creationId xmlns:a16="http://schemas.microsoft.com/office/drawing/2014/main" id="{BA029481-D5D9-4950-9C4B-1B1ADA4E2362}"/>
                </a:ext>
              </a:extLst>
            </p:cNvPr>
            <p:cNvSpPr/>
            <p:nvPr/>
          </p:nvSpPr>
          <p:spPr>
            <a:xfrm>
              <a:off x="10727336" y="1053482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13" name="Hexagon 1812">
              <a:extLst>
                <a:ext uri="{FF2B5EF4-FFF2-40B4-BE49-F238E27FC236}">
                  <a16:creationId xmlns:a16="http://schemas.microsoft.com/office/drawing/2014/main" id="{A9C55422-C1DA-4035-8194-CEDA8535BDA7}"/>
                </a:ext>
              </a:extLst>
            </p:cNvPr>
            <p:cNvSpPr/>
            <p:nvPr/>
          </p:nvSpPr>
          <p:spPr>
            <a:xfrm>
              <a:off x="10968806" y="1679709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14" name="Hexagon 1813">
              <a:extLst>
                <a:ext uri="{FF2B5EF4-FFF2-40B4-BE49-F238E27FC236}">
                  <a16:creationId xmlns:a16="http://schemas.microsoft.com/office/drawing/2014/main" id="{76A9CCA7-6DB1-484E-80E6-F5398470A6CF}"/>
                </a:ext>
              </a:extLst>
            </p:cNvPr>
            <p:cNvSpPr/>
            <p:nvPr/>
          </p:nvSpPr>
          <p:spPr>
            <a:xfrm>
              <a:off x="10969525" y="1507032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15" name="Hexagon 1814">
              <a:extLst>
                <a:ext uri="{FF2B5EF4-FFF2-40B4-BE49-F238E27FC236}">
                  <a16:creationId xmlns:a16="http://schemas.microsoft.com/office/drawing/2014/main" id="{49ED316F-40B9-4098-9A1D-B1B0085A8A22}"/>
                </a:ext>
              </a:extLst>
            </p:cNvPr>
            <p:cNvSpPr/>
            <p:nvPr/>
          </p:nvSpPr>
          <p:spPr>
            <a:xfrm>
              <a:off x="10279626" y="1050542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16" name="Hexagon 1815">
              <a:extLst>
                <a:ext uri="{FF2B5EF4-FFF2-40B4-BE49-F238E27FC236}">
                  <a16:creationId xmlns:a16="http://schemas.microsoft.com/office/drawing/2014/main" id="{E53CFDEA-9A6E-4512-B6A3-6AF653F29E77}"/>
                </a:ext>
              </a:extLst>
            </p:cNvPr>
            <p:cNvSpPr/>
            <p:nvPr/>
          </p:nvSpPr>
          <p:spPr>
            <a:xfrm>
              <a:off x="10046157" y="1142415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17" name="Hexagon 1816">
              <a:extLst>
                <a:ext uri="{FF2B5EF4-FFF2-40B4-BE49-F238E27FC236}">
                  <a16:creationId xmlns:a16="http://schemas.microsoft.com/office/drawing/2014/main" id="{57037DD3-9F5A-41F4-879F-D9F01BDC4854}"/>
                </a:ext>
              </a:extLst>
            </p:cNvPr>
            <p:cNvSpPr/>
            <p:nvPr/>
          </p:nvSpPr>
          <p:spPr>
            <a:xfrm>
              <a:off x="9820605" y="1225331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18" name="Hexagon 1817">
              <a:extLst>
                <a:ext uri="{FF2B5EF4-FFF2-40B4-BE49-F238E27FC236}">
                  <a16:creationId xmlns:a16="http://schemas.microsoft.com/office/drawing/2014/main" id="{8DED6CA1-2C7E-4134-9C01-EDC7D953C42A}"/>
                </a:ext>
              </a:extLst>
            </p:cNvPr>
            <p:cNvSpPr/>
            <p:nvPr/>
          </p:nvSpPr>
          <p:spPr>
            <a:xfrm>
              <a:off x="11194432" y="1592678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19" name="Hexagon 1818">
              <a:extLst>
                <a:ext uri="{FF2B5EF4-FFF2-40B4-BE49-F238E27FC236}">
                  <a16:creationId xmlns:a16="http://schemas.microsoft.com/office/drawing/2014/main" id="{5EEFD43A-3BB1-49AB-A161-A5E47253B56A}"/>
                </a:ext>
              </a:extLst>
            </p:cNvPr>
            <p:cNvSpPr/>
            <p:nvPr/>
          </p:nvSpPr>
          <p:spPr>
            <a:xfrm>
              <a:off x="10959998" y="1319321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67" name="Hexagon 2166">
              <a:extLst>
                <a:ext uri="{FF2B5EF4-FFF2-40B4-BE49-F238E27FC236}">
                  <a16:creationId xmlns:a16="http://schemas.microsoft.com/office/drawing/2014/main" id="{E4A26873-F0E0-4B2A-AB9D-EA128C6A603E}"/>
                </a:ext>
              </a:extLst>
            </p:cNvPr>
            <p:cNvSpPr/>
            <p:nvPr/>
          </p:nvSpPr>
          <p:spPr>
            <a:xfrm>
              <a:off x="8907265" y="9034721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68" name="Hexagon 2167">
              <a:extLst>
                <a:ext uri="{FF2B5EF4-FFF2-40B4-BE49-F238E27FC236}">
                  <a16:creationId xmlns:a16="http://schemas.microsoft.com/office/drawing/2014/main" id="{4435344A-8383-47D6-BA82-CAF169D5690A}"/>
                </a:ext>
              </a:extLst>
            </p:cNvPr>
            <p:cNvSpPr/>
            <p:nvPr/>
          </p:nvSpPr>
          <p:spPr>
            <a:xfrm>
              <a:off x="8676284" y="8953758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69" name="Hexagon 2168">
              <a:extLst>
                <a:ext uri="{FF2B5EF4-FFF2-40B4-BE49-F238E27FC236}">
                  <a16:creationId xmlns:a16="http://schemas.microsoft.com/office/drawing/2014/main" id="{9E9AA364-7079-42F0-B33F-E4D80A0F0348}"/>
                </a:ext>
              </a:extLst>
            </p:cNvPr>
            <p:cNvSpPr/>
            <p:nvPr/>
          </p:nvSpPr>
          <p:spPr>
            <a:xfrm>
              <a:off x="8678665" y="8763258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70" name="Hexagon 2169">
              <a:extLst>
                <a:ext uri="{FF2B5EF4-FFF2-40B4-BE49-F238E27FC236}">
                  <a16:creationId xmlns:a16="http://schemas.microsoft.com/office/drawing/2014/main" id="{EDECA43D-B2C7-4C67-A632-6EBF6E92025F}"/>
                </a:ext>
              </a:extLst>
            </p:cNvPr>
            <p:cNvSpPr/>
            <p:nvPr/>
          </p:nvSpPr>
          <p:spPr>
            <a:xfrm>
              <a:off x="8459590" y="8856126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71" name="Hexagon 2170">
              <a:extLst>
                <a:ext uri="{FF2B5EF4-FFF2-40B4-BE49-F238E27FC236}">
                  <a16:creationId xmlns:a16="http://schemas.microsoft.com/office/drawing/2014/main" id="{E61A857A-7A50-40E3-91EB-EEC0ED70009D}"/>
                </a:ext>
              </a:extLst>
            </p:cNvPr>
            <p:cNvSpPr/>
            <p:nvPr/>
          </p:nvSpPr>
          <p:spPr>
            <a:xfrm>
              <a:off x="8226228" y="8941851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72" name="Hexagon 2171">
              <a:extLst>
                <a:ext uri="{FF2B5EF4-FFF2-40B4-BE49-F238E27FC236}">
                  <a16:creationId xmlns:a16="http://schemas.microsoft.com/office/drawing/2014/main" id="{B273415E-2270-48C2-BD91-0DFA78814E9D}"/>
                </a:ext>
              </a:extLst>
            </p:cNvPr>
            <p:cNvSpPr/>
            <p:nvPr/>
          </p:nvSpPr>
          <p:spPr>
            <a:xfrm>
              <a:off x="8228610" y="8772782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73" name="Hexagon 2172">
              <a:extLst>
                <a:ext uri="{FF2B5EF4-FFF2-40B4-BE49-F238E27FC236}">
                  <a16:creationId xmlns:a16="http://schemas.microsoft.com/office/drawing/2014/main" id="{4AEA67E9-E140-4446-BA85-4A20753AA2BA}"/>
                </a:ext>
              </a:extLst>
            </p:cNvPr>
            <p:cNvSpPr/>
            <p:nvPr/>
          </p:nvSpPr>
          <p:spPr>
            <a:xfrm>
              <a:off x="8002392" y="8682294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74" name="Hexagon 2173">
              <a:extLst>
                <a:ext uri="{FF2B5EF4-FFF2-40B4-BE49-F238E27FC236}">
                  <a16:creationId xmlns:a16="http://schemas.microsoft.com/office/drawing/2014/main" id="{DE085541-780B-4514-9673-7CD3FD53C8C7}"/>
                </a:ext>
              </a:extLst>
            </p:cNvPr>
            <p:cNvSpPr/>
            <p:nvPr/>
          </p:nvSpPr>
          <p:spPr>
            <a:xfrm>
              <a:off x="7995248" y="8503700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75" name="Hexagon 2174">
              <a:extLst>
                <a:ext uri="{FF2B5EF4-FFF2-40B4-BE49-F238E27FC236}">
                  <a16:creationId xmlns:a16="http://schemas.microsoft.com/office/drawing/2014/main" id="{027F4AC8-F3ED-41D4-8E0C-C74BCFC245F1}"/>
                </a:ext>
              </a:extLst>
            </p:cNvPr>
            <p:cNvSpPr/>
            <p:nvPr/>
          </p:nvSpPr>
          <p:spPr>
            <a:xfrm>
              <a:off x="8228610" y="8591806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76" name="Hexagon 2175">
              <a:extLst>
                <a:ext uri="{FF2B5EF4-FFF2-40B4-BE49-F238E27FC236}">
                  <a16:creationId xmlns:a16="http://schemas.microsoft.com/office/drawing/2014/main" id="{4B327475-CD82-4327-9720-6DA244D665A5}"/>
                </a:ext>
              </a:extLst>
            </p:cNvPr>
            <p:cNvSpPr/>
            <p:nvPr/>
          </p:nvSpPr>
          <p:spPr>
            <a:xfrm>
              <a:off x="8221466" y="8410831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77" name="Hexagon 2176">
              <a:extLst>
                <a:ext uri="{FF2B5EF4-FFF2-40B4-BE49-F238E27FC236}">
                  <a16:creationId xmlns:a16="http://schemas.microsoft.com/office/drawing/2014/main" id="{6CC89600-8E7D-4C39-9DED-03CC2A80C75A}"/>
                </a:ext>
              </a:extLst>
            </p:cNvPr>
            <p:cNvSpPr/>
            <p:nvPr/>
          </p:nvSpPr>
          <p:spPr>
            <a:xfrm>
              <a:off x="8454829" y="8496556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78" name="Hexagon 2177">
              <a:extLst>
                <a:ext uri="{FF2B5EF4-FFF2-40B4-BE49-F238E27FC236}">
                  <a16:creationId xmlns:a16="http://schemas.microsoft.com/office/drawing/2014/main" id="{97AE7574-B45F-4C26-90D8-8922EB9780BA}"/>
                </a:ext>
              </a:extLst>
            </p:cNvPr>
            <p:cNvSpPr/>
            <p:nvPr/>
          </p:nvSpPr>
          <p:spPr>
            <a:xfrm>
              <a:off x="8454829" y="8677531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5" name="六级" hidden="1">
            <a:extLst>
              <a:ext uri="{FF2B5EF4-FFF2-40B4-BE49-F238E27FC236}">
                <a16:creationId xmlns:a16="http://schemas.microsoft.com/office/drawing/2014/main" id="{877AF348-CC7D-4D03-A608-73DDF35AA2B4}"/>
              </a:ext>
            </a:extLst>
          </p:cNvPr>
          <p:cNvGrpSpPr/>
          <p:nvPr/>
        </p:nvGrpSpPr>
        <p:grpSpPr>
          <a:xfrm>
            <a:off x="9813061" y="877974"/>
            <a:ext cx="3056062" cy="8761531"/>
            <a:chOff x="9813061" y="877974"/>
            <a:chExt cx="3056062" cy="8761531"/>
          </a:xfrm>
        </p:grpSpPr>
        <p:sp>
          <p:nvSpPr>
            <p:cNvPr id="1820" name="Hexagon 1819">
              <a:extLst>
                <a:ext uri="{FF2B5EF4-FFF2-40B4-BE49-F238E27FC236}">
                  <a16:creationId xmlns:a16="http://schemas.microsoft.com/office/drawing/2014/main" id="{4AEBDDB6-09C8-47B8-80D0-E72EBB36BA96}"/>
                </a:ext>
              </a:extLst>
            </p:cNvPr>
            <p:cNvSpPr/>
            <p:nvPr/>
          </p:nvSpPr>
          <p:spPr>
            <a:xfrm>
              <a:off x="9813061" y="8498840"/>
              <a:ext cx="303759" cy="17772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21" name="Hexagon 1820">
              <a:extLst>
                <a:ext uri="{FF2B5EF4-FFF2-40B4-BE49-F238E27FC236}">
                  <a16:creationId xmlns:a16="http://schemas.microsoft.com/office/drawing/2014/main" id="{9080BEDB-5583-45A5-A6BC-ADE92E8B12A2}"/>
                </a:ext>
              </a:extLst>
            </p:cNvPr>
            <p:cNvSpPr/>
            <p:nvPr/>
          </p:nvSpPr>
          <p:spPr>
            <a:xfrm>
              <a:off x="9813061" y="8321116"/>
              <a:ext cx="303759" cy="17772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22" name="Hexagon 1821">
              <a:extLst>
                <a:ext uri="{FF2B5EF4-FFF2-40B4-BE49-F238E27FC236}">
                  <a16:creationId xmlns:a16="http://schemas.microsoft.com/office/drawing/2014/main" id="{BF8C6F1E-49F7-40E3-9EBE-E2B14FAEABEA}"/>
                </a:ext>
              </a:extLst>
            </p:cNvPr>
            <p:cNvSpPr/>
            <p:nvPr/>
          </p:nvSpPr>
          <p:spPr>
            <a:xfrm>
              <a:off x="9813061" y="8143392"/>
              <a:ext cx="303759" cy="17772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23" name="Hexagon 1822">
              <a:extLst>
                <a:ext uri="{FF2B5EF4-FFF2-40B4-BE49-F238E27FC236}">
                  <a16:creationId xmlns:a16="http://schemas.microsoft.com/office/drawing/2014/main" id="{0BB6E43F-3AF4-4F7F-83B4-48CEF6E71B44}"/>
                </a:ext>
              </a:extLst>
            </p:cNvPr>
            <p:cNvSpPr/>
            <p:nvPr/>
          </p:nvSpPr>
          <p:spPr>
            <a:xfrm>
              <a:off x="9813061" y="7965588"/>
              <a:ext cx="303759" cy="17772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24" name="Hexagon 1823">
              <a:extLst>
                <a:ext uri="{FF2B5EF4-FFF2-40B4-BE49-F238E27FC236}">
                  <a16:creationId xmlns:a16="http://schemas.microsoft.com/office/drawing/2014/main" id="{520A1357-851E-43A9-A509-B35D350692F5}"/>
                </a:ext>
              </a:extLst>
            </p:cNvPr>
            <p:cNvSpPr/>
            <p:nvPr/>
          </p:nvSpPr>
          <p:spPr>
            <a:xfrm>
              <a:off x="10046741" y="7698887"/>
              <a:ext cx="303759" cy="17772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25" name="Hexagon 1824">
              <a:extLst>
                <a:ext uri="{FF2B5EF4-FFF2-40B4-BE49-F238E27FC236}">
                  <a16:creationId xmlns:a16="http://schemas.microsoft.com/office/drawing/2014/main" id="{B15D90B7-1C0F-44D4-B19D-FE0119693C7D}"/>
                </a:ext>
              </a:extLst>
            </p:cNvPr>
            <p:cNvSpPr/>
            <p:nvPr/>
          </p:nvSpPr>
          <p:spPr>
            <a:xfrm>
              <a:off x="10046741" y="8409863"/>
              <a:ext cx="303759" cy="17772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26" name="Hexagon 1825">
              <a:extLst>
                <a:ext uri="{FF2B5EF4-FFF2-40B4-BE49-F238E27FC236}">
                  <a16:creationId xmlns:a16="http://schemas.microsoft.com/office/drawing/2014/main" id="{B0D24124-1EDD-4B4A-8C8E-0902791EB80A}"/>
                </a:ext>
              </a:extLst>
            </p:cNvPr>
            <p:cNvSpPr/>
            <p:nvPr/>
          </p:nvSpPr>
          <p:spPr>
            <a:xfrm>
              <a:off x="10046741" y="8232139"/>
              <a:ext cx="303759" cy="17772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27" name="Hexagon 1826">
              <a:extLst>
                <a:ext uri="{FF2B5EF4-FFF2-40B4-BE49-F238E27FC236}">
                  <a16:creationId xmlns:a16="http://schemas.microsoft.com/office/drawing/2014/main" id="{AAA5C6A1-957F-4AE2-9838-5E5113168E82}"/>
                </a:ext>
              </a:extLst>
            </p:cNvPr>
            <p:cNvSpPr/>
            <p:nvPr/>
          </p:nvSpPr>
          <p:spPr>
            <a:xfrm>
              <a:off x="10046741" y="8054415"/>
              <a:ext cx="303759" cy="17772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28" name="Hexagon 1827">
              <a:extLst>
                <a:ext uri="{FF2B5EF4-FFF2-40B4-BE49-F238E27FC236}">
                  <a16:creationId xmlns:a16="http://schemas.microsoft.com/office/drawing/2014/main" id="{1ED9AF61-07AC-4890-8F96-E04840301ACD}"/>
                </a:ext>
              </a:extLst>
            </p:cNvPr>
            <p:cNvSpPr/>
            <p:nvPr/>
          </p:nvSpPr>
          <p:spPr>
            <a:xfrm>
              <a:off x="10046741" y="7876611"/>
              <a:ext cx="303759" cy="17772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29" name="Hexagon 1828">
              <a:extLst>
                <a:ext uri="{FF2B5EF4-FFF2-40B4-BE49-F238E27FC236}">
                  <a16:creationId xmlns:a16="http://schemas.microsoft.com/office/drawing/2014/main" id="{A79F3510-CA16-4055-A588-7B07F4BD8220}"/>
                </a:ext>
              </a:extLst>
            </p:cNvPr>
            <p:cNvSpPr/>
            <p:nvPr/>
          </p:nvSpPr>
          <p:spPr>
            <a:xfrm>
              <a:off x="10270261" y="8498725"/>
              <a:ext cx="285979" cy="17772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30" name="Hexagon 1829">
              <a:extLst>
                <a:ext uri="{FF2B5EF4-FFF2-40B4-BE49-F238E27FC236}">
                  <a16:creationId xmlns:a16="http://schemas.microsoft.com/office/drawing/2014/main" id="{5DB7996F-C8DF-4383-A68B-124EDB732C45}"/>
                </a:ext>
              </a:extLst>
            </p:cNvPr>
            <p:cNvSpPr/>
            <p:nvPr/>
          </p:nvSpPr>
          <p:spPr>
            <a:xfrm>
              <a:off x="10270261" y="8315577"/>
              <a:ext cx="285979" cy="17772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31" name="Hexagon 1830">
              <a:extLst>
                <a:ext uri="{FF2B5EF4-FFF2-40B4-BE49-F238E27FC236}">
                  <a16:creationId xmlns:a16="http://schemas.microsoft.com/office/drawing/2014/main" id="{180D6A35-AABA-46A6-9D09-28F9A0278F81}"/>
                </a:ext>
              </a:extLst>
            </p:cNvPr>
            <p:cNvSpPr/>
            <p:nvPr/>
          </p:nvSpPr>
          <p:spPr>
            <a:xfrm>
              <a:off x="10279150" y="7790278"/>
              <a:ext cx="285979" cy="17772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32" name="Hexagon 1831">
              <a:extLst>
                <a:ext uri="{FF2B5EF4-FFF2-40B4-BE49-F238E27FC236}">
                  <a16:creationId xmlns:a16="http://schemas.microsoft.com/office/drawing/2014/main" id="{C65E91C5-7BEB-4BC3-B231-446F4855A6AF}"/>
                </a:ext>
              </a:extLst>
            </p:cNvPr>
            <p:cNvSpPr/>
            <p:nvPr/>
          </p:nvSpPr>
          <p:spPr>
            <a:xfrm>
              <a:off x="10055630" y="7515739"/>
              <a:ext cx="285979" cy="17772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33" name="Hexagon 1832">
              <a:extLst>
                <a:ext uri="{FF2B5EF4-FFF2-40B4-BE49-F238E27FC236}">
                  <a16:creationId xmlns:a16="http://schemas.microsoft.com/office/drawing/2014/main" id="{2F4C395C-D126-423E-80C0-A972EAC9B1EB}"/>
                </a:ext>
              </a:extLst>
            </p:cNvPr>
            <p:cNvSpPr/>
            <p:nvPr/>
          </p:nvSpPr>
          <p:spPr>
            <a:xfrm>
              <a:off x="10279150" y="7611962"/>
              <a:ext cx="278358" cy="17772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34" name="Hexagon 1833">
              <a:extLst>
                <a:ext uri="{FF2B5EF4-FFF2-40B4-BE49-F238E27FC236}">
                  <a16:creationId xmlns:a16="http://schemas.microsoft.com/office/drawing/2014/main" id="{78AD6668-6FC4-4C58-9F49-17BA32FBB987}"/>
                </a:ext>
              </a:extLst>
            </p:cNvPr>
            <p:cNvSpPr/>
            <p:nvPr/>
          </p:nvSpPr>
          <p:spPr>
            <a:xfrm>
              <a:off x="10483621" y="8583713"/>
              <a:ext cx="303759" cy="17772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35" name="Hexagon 1834">
              <a:extLst>
                <a:ext uri="{FF2B5EF4-FFF2-40B4-BE49-F238E27FC236}">
                  <a16:creationId xmlns:a16="http://schemas.microsoft.com/office/drawing/2014/main" id="{AB19E4F4-579C-4992-87BA-41763BA4E14F}"/>
                </a:ext>
              </a:extLst>
            </p:cNvPr>
            <p:cNvSpPr/>
            <p:nvPr/>
          </p:nvSpPr>
          <p:spPr>
            <a:xfrm>
              <a:off x="10483621" y="8400565"/>
              <a:ext cx="303759" cy="17772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36" name="Hexagon 1835">
              <a:extLst>
                <a:ext uri="{FF2B5EF4-FFF2-40B4-BE49-F238E27FC236}">
                  <a16:creationId xmlns:a16="http://schemas.microsoft.com/office/drawing/2014/main" id="{2DB8D9D4-6D78-4363-A0C7-94075815E7CA}"/>
                </a:ext>
              </a:extLst>
            </p:cNvPr>
            <p:cNvSpPr/>
            <p:nvPr/>
          </p:nvSpPr>
          <p:spPr>
            <a:xfrm>
              <a:off x="10483621" y="8226715"/>
              <a:ext cx="303759" cy="17772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37" name="Hexagon 1836">
              <a:extLst>
                <a:ext uri="{FF2B5EF4-FFF2-40B4-BE49-F238E27FC236}">
                  <a16:creationId xmlns:a16="http://schemas.microsoft.com/office/drawing/2014/main" id="{BDBED550-3909-4F59-9061-A71A4F7AF382}"/>
                </a:ext>
              </a:extLst>
            </p:cNvPr>
            <p:cNvSpPr/>
            <p:nvPr/>
          </p:nvSpPr>
          <p:spPr>
            <a:xfrm>
              <a:off x="10483621" y="8051623"/>
              <a:ext cx="303759" cy="16966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38" name="Hexagon 1837">
              <a:extLst>
                <a:ext uri="{FF2B5EF4-FFF2-40B4-BE49-F238E27FC236}">
                  <a16:creationId xmlns:a16="http://schemas.microsoft.com/office/drawing/2014/main" id="{8F8D4296-97DF-4AC3-A5DA-49F720E14083}"/>
                </a:ext>
              </a:extLst>
            </p:cNvPr>
            <p:cNvSpPr/>
            <p:nvPr/>
          </p:nvSpPr>
          <p:spPr>
            <a:xfrm>
              <a:off x="10492510" y="7884173"/>
              <a:ext cx="285979" cy="16966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39" name="Hexagon 1838">
              <a:extLst>
                <a:ext uri="{FF2B5EF4-FFF2-40B4-BE49-F238E27FC236}">
                  <a16:creationId xmlns:a16="http://schemas.microsoft.com/office/drawing/2014/main" id="{75C1303D-344A-4491-8F2F-CEA2B4E9EE97}"/>
                </a:ext>
              </a:extLst>
            </p:cNvPr>
            <p:cNvSpPr/>
            <p:nvPr/>
          </p:nvSpPr>
          <p:spPr>
            <a:xfrm>
              <a:off x="10483619" y="7713396"/>
              <a:ext cx="303759" cy="16966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40" name="Hexagon 1839">
              <a:extLst>
                <a:ext uri="{FF2B5EF4-FFF2-40B4-BE49-F238E27FC236}">
                  <a16:creationId xmlns:a16="http://schemas.microsoft.com/office/drawing/2014/main" id="{C866042A-6B69-4E90-8F68-16BC56B0F536}"/>
                </a:ext>
              </a:extLst>
            </p:cNvPr>
            <p:cNvSpPr/>
            <p:nvPr/>
          </p:nvSpPr>
          <p:spPr>
            <a:xfrm>
              <a:off x="10717301" y="8856654"/>
              <a:ext cx="303759" cy="17772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41" name="Hexagon 1840">
              <a:extLst>
                <a:ext uri="{FF2B5EF4-FFF2-40B4-BE49-F238E27FC236}">
                  <a16:creationId xmlns:a16="http://schemas.microsoft.com/office/drawing/2014/main" id="{A0F449E8-FD6D-4E17-BEE5-E0CC37466A79}"/>
                </a:ext>
              </a:extLst>
            </p:cNvPr>
            <p:cNvSpPr/>
            <p:nvPr/>
          </p:nvSpPr>
          <p:spPr>
            <a:xfrm>
              <a:off x="10717301" y="8672575"/>
              <a:ext cx="303759" cy="17772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42" name="Hexagon 1841">
              <a:extLst>
                <a:ext uri="{FF2B5EF4-FFF2-40B4-BE49-F238E27FC236}">
                  <a16:creationId xmlns:a16="http://schemas.microsoft.com/office/drawing/2014/main" id="{AF93916A-E491-4A65-B0B8-68F37ECAF15E}"/>
                </a:ext>
              </a:extLst>
            </p:cNvPr>
            <p:cNvSpPr/>
            <p:nvPr/>
          </p:nvSpPr>
          <p:spPr>
            <a:xfrm>
              <a:off x="10717301" y="8489081"/>
              <a:ext cx="303759" cy="17772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43" name="Hexagon 1842">
              <a:extLst>
                <a:ext uri="{FF2B5EF4-FFF2-40B4-BE49-F238E27FC236}">
                  <a16:creationId xmlns:a16="http://schemas.microsoft.com/office/drawing/2014/main" id="{402E91A0-07B7-4F5F-B84E-7D4834606C9F}"/>
                </a:ext>
              </a:extLst>
            </p:cNvPr>
            <p:cNvSpPr/>
            <p:nvPr/>
          </p:nvSpPr>
          <p:spPr>
            <a:xfrm>
              <a:off x="10714529" y="8321116"/>
              <a:ext cx="303759" cy="17772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44" name="Hexagon 1843">
              <a:extLst>
                <a:ext uri="{FF2B5EF4-FFF2-40B4-BE49-F238E27FC236}">
                  <a16:creationId xmlns:a16="http://schemas.microsoft.com/office/drawing/2014/main" id="{D56E19EA-4041-409A-B72C-7D85A69A5CB2}"/>
                </a:ext>
              </a:extLst>
            </p:cNvPr>
            <p:cNvSpPr/>
            <p:nvPr/>
          </p:nvSpPr>
          <p:spPr>
            <a:xfrm>
              <a:off x="10714529" y="8137037"/>
              <a:ext cx="303759" cy="17772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45" name="Hexagon 1844">
              <a:extLst>
                <a:ext uri="{FF2B5EF4-FFF2-40B4-BE49-F238E27FC236}">
                  <a16:creationId xmlns:a16="http://schemas.microsoft.com/office/drawing/2014/main" id="{F8B0EE38-47A9-448B-9665-044D99D5CC77}"/>
                </a:ext>
              </a:extLst>
            </p:cNvPr>
            <p:cNvSpPr/>
            <p:nvPr/>
          </p:nvSpPr>
          <p:spPr>
            <a:xfrm>
              <a:off x="10714529" y="7963703"/>
              <a:ext cx="303759" cy="17772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46" name="Hexagon 1845">
              <a:extLst>
                <a:ext uri="{FF2B5EF4-FFF2-40B4-BE49-F238E27FC236}">
                  <a16:creationId xmlns:a16="http://schemas.microsoft.com/office/drawing/2014/main" id="{214BFB33-A11D-4D47-9399-7DC8114DC34B}"/>
                </a:ext>
              </a:extLst>
            </p:cNvPr>
            <p:cNvSpPr/>
            <p:nvPr/>
          </p:nvSpPr>
          <p:spPr>
            <a:xfrm>
              <a:off x="10714528" y="7793351"/>
              <a:ext cx="303759" cy="17772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47" name="Hexagon 1846">
              <a:extLst>
                <a:ext uri="{FF2B5EF4-FFF2-40B4-BE49-F238E27FC236}">
                  <a16:creationId xmlns:a16="http://schemas.microsoft.com/office/drawing/2014/main" id="{D58C7828-6EBE-487E-BEC7-79F68D2B67CC}"/>
                </a:ext>
              </a:extLst>
            </p:cNvPr>
            <p:cNvSpPr/>
            <p:nvPr/>
          </p:nvSpPr>
          <p:spPr>
            <a:xfrm>
              <a:off x="10714527" y="7614025"/>
              <a:ext cx="303759" cy="17772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48" name="Hexagon 1847">
              <a:extLst>
                <a:ext uri="{FF2B5EF4-FFF2-40B4-BE49-F238E27FC236}">
                  <a16:creationId xmlns:a16="http://schemas.microsoft.com/office/drawing/2014/main" id="{99315008-DE49-4F39-BD29-EF9B074C5C7F}"/>
                </a:ext>
              </a:extLst>
            </p:cNvPr>
            <p:cNvSpPr/>
            <p:nvPr/>
          </p:nvSpPr>
          <p:spPr>
            <a:xfrm>
              <a:off x="10491008" y="7532891"/>
              <a:ext cx="303759" cy="17772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49" name="Hexagon 1848">
              <a:extLst>
                <a:ext uri="{FF2B5EF4-FFF2-40B4-BE49-F238E27FC236}">
                  <a16:creationId xmlns:a16="http://schemas.microsoft.com/office/drawing/2014/main" id="{9775854B-3563-4452-B08B-6746988BFF6E}"/>
                </a:ext>
              </a:extLst>
            </p:cNvPr>
            <p:cNvSpPr/>
            <p:nvPr/>
          </p:nvSpPr>
          <p:spPr>
            <a:xfrm>
              <a:off x="10270260" y="7432301"/>
              <a:ext cx="285980" cy="17772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50" name="Hexagon 1849">
              <a:extLst>
                <a:ext uri="{FF2B5EF4-FFF2-40B4-BE49-F238E27FC236}">
                  <a16:creationId xmlns:a16="http://schemas.microsoft.com/office/drawing/2014/main" id="{77B53BBA-8F20-4EEB-B283-CBD0B6C7FC8A}"/>
                </a:ext>
              </a:extLst>
            </p:cNvPr>
            <p:cNvSpPr/>
            <p:nvPr/>
          </p:nvSpPr>
          <p:spPr>
            <a:xfrm>
              <a:off x="10951809" y="8950338"/>
              <a:ext cx="287692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51" name="Hexagon 1850">
              <a:extLst>
                <a:ext uri="{FF2B5EF4-FFF2-40B4-BE49-F238E27FC236}">
                  <a16:creationId xmlns:a16="http://schemas.microsoft.com/office/drawing/2014/main" id="{6A5E4AEF-3671-4843-A2B1-B9635C7D7251}"/>
                </a:ext>
              </a:extLst>
            </p:cNvPr>
            <p:cNvSpPr/>
            <p:nvPr/>
          </p:nvSpPr>
          <p:spPr>
            <a:xfrm>
              <a:off x="10951809" y="8774510"/>
              <a:ext cx="287692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52" name="Hexagon 1851">
              <a:extLst>
                <a:ext uri="{FF2B5EF4-FFF2-40B4-BE49-F238E27FC236}">
                  <a16:creationId xmlns:a16="http://schemas.microsoft.com/office/drawing/2014/main" id="{F2412D81-2BCB-4F0D-9434-609B9883995B}"/>
                </a:ext>
              </a:extLst>
            </p:cNvPr>
            <p:cNvSpPr/>
            <p:nvPr/>
          </p:nvSpPr>
          <p:spPr>
            <a:xfrm>
              <a:off x="10951809" y="8595544"/>
              <a:ext cx="287692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53" name="Hexagon 1852">
              <a:extLst>
                <a:ext uri="{FF2B5EF4-FFF2-40B4-BE49-F238E27FC236}">
                  <a16:creationId xmlns:a16="http://schemas.microsoft.com/office/drawing/2014/main" id="{7F471A04-A0B6-40EC-B34E-4CB8967C6173}"/>
                </a:ext>
              </a:extLst>
            </p:cNvPr>
            <p:cNvSpPr/>
            <p:nvPr/>
          </p:nvSpPr>
          <p:spPr>
            <a:xfrm>
              <a:off x="10951809" y="8415906"/>
              <a:ext cx="287692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54" name="Hexagon 1853">
              <a:extLst>
                <a:ext uri="{FF2B5EF4-FFF2-40B4-BE49-F238E27FC236}">
                  <a16:creationId xmlns:a16="http://schemas.microsoft.com/office/drawing/2014/main" id="{1E78FEF5-83B1-4803-8E80-E1929E2EF611}"/>
                </a:ext>
              </a:extLst>
            </p:cNvPr>
            <p:cNvSpPr/>
            <p:nvPr/>
          </p:nvSpPr>
          <p:spPr>
            <a:xfrm>
              <a:off x="10945669" y="8240528"/>
              <a:ext cx="287692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55" name="Hexagon 1854">
              <a:extLst>
                <a:ext uri="{FF2B5EF4-FFF2-40B4-BE49-F238E27FC236}">
                  <a16:creationId xmlns:a16="http://schemas.microsoft.com/office/drawing/2014/main" id="{FC3A9572-1140-4A0C-8B64-D4B70B52F446}"/>
                </a:ext>
              </a:extLst>
            </p:cNvPr>
            <p:cNvSpPr/>
            <p:nvPr/>
          </p:nvSpPr>
          <p:spPr>
            <a:xfrm>
              <a:off x="10945669" y="8064700"/>
              <a:ext cx="287692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56" name="Hexagon 1855">
              <a:extLst>
                <a:ext uri="{FF2B5EF4-FFF2-40B4-BE49-F238E27FC236}">
                  <a16:creationId xmlns:a16="http://schemas.microsoft.com/office/drawing/2014/main" id="{B1A2C527-095A-4B1D-93F5-C1110B5CEC83}"/>
                </a:ext>
              </a:extLst>
            </p:cNvPr>
            <p:cNvSpPr/>
            <p:nvPr/>
          </p:nvSpPr>
          <p:spPr>
            <a:xfrm>
              <a:off x="10953191" y="7886013"/>
              <a:ext cx="287692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57" name="Hexagon 1856">
              <a:extLst>
                <a:ext uri="{FF2B5EF4-FFF2-40B4-BE49-F238E27FC236}">
                  <a16:creationId xmlns:a16="http://schemas.microsoft.com/office/drawing/2014/main" id="{758796BF-9E5D-45AA-85B5-F93399204AF4}"/>
                </a:ext>
              </a:extLst>
            </p:cNvPr>
            <p:cNvSpPr/>
            <p:nvPr/>
          </p:nvSpPr>
          <p:spPr>
            <a:xfrm>
              <a:off x="10953191" y="7710185"/>
              <a:ext cx="287692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58" name="Hexagon 1857">
              <a:extLst>
                <a:ext uri="{FF2B5EF4-FFF2-40B4-BE49-F238E27FC236}">
                  <a16:creationId xmlns:a16="http://schemas.microsoft.com/office/drawing/2014/main" id="{C7D759E5-ADE2-4E7E-B1DD-537DDF36BC14}"/>
                </a:ext>
              </a:extLst>
            </p:cNvPr>
            <p:cNvSpPr/>
            <p:nvPr/>
          </p:nvSpPr>
          <p:spPr>
            <a:xfrm>
              <a:off x="11178250" y="8504495"/>
              <a:ext cx="287692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59" name="Hexagon 1858">
              <a:extLst>
                <a:ext uri="{FF2B5EF4-FFF2-40B4-BE49-F238E27FC236}">
                  <a16:creationId xmlns:a16="http://schemas.microsoft.com/office/drawing/2014/main" id="{F0097E66-8EE4-4181-B9D9-667D35323D48}"/>
                </a:ext>
              </a:extLst>
            </p:cNvPr>
            <p:cNvSpPr/>
            <p:nvPr/>
          </p:nvSpPr>
          <p:spPr>
            <a:xfrm>
              <a:off x="11178250" y="8328667"/>
              <a:ext cx="287692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60" name="Hexagon 1859">
              <a:extLst>
                <a:ext uri="{FF2B5EF4-FFF2-40B4-BE49-F238E27FC236}">
                  <a16:creationId xmlns:a16="http://schemas.microsoft.com/office/drawing/2014/main" id="{D256C605-EEE3-4B1D-8C41-A352D8A8BE06}"/>
                </a:ext>
              </a:extLst>
            </p:cNvPr>
            <p:cNvSpPr/>
            <p:nvPr/>
          </p:nvSpPr>
          <p:spPr>
            <a:xfrm>
              <a:off x="11175477" y="7978588"/>
              <a:ext cx="287692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61" name="Hexagon 1860">
              <a:extLst>
                <a:ext uri="{FF2B5EF4-FFF2-40B4-BE49-F238E27FC236}">
                  <a16:creationId xmlns:a16="http://schemas.microsoft.com/office/drawing/2014/main" id="{0311030A-E8D9-4A7F-B4E1-7FEFE7D425DB}"/>
                </a:ext>
              </a:extLst>
            </p:cNvPr>
            <p:cNvSpPr/>
            <p:nvPr/>
          </p:nvSpPr>
          <p:spPr>
            <a:xfrm>
              <a:off x="11175477" y="7802760"/>
              <a:ext cx="287692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62" name="Hexagon 1861">
              <a:extLst>
                <a:ext uri="{FF2B5EF4-FFF2-40B4-BE49-F238E27FC236}">
                  <a16:creationId xmlns:a16="http://schemas.microsoft.com/office/drawing/2014/main" id="{3D105E58-D6BB-4002-B59F-F8436D485E38}"/>
                </a:ext>
              </a:extLst>
            </p:cNvPr>
            <p:cNvSpPr/>
            <p:nvPr/>
          </p:nvSpPr>
          <p:spPr>
            <a:xfrm>
              <a:off x="11404053" y="8414417"/>
              <a:ext cx="287692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63" name="Hexagon 1862">
              <a:extLst>
                <a:ext uri="{FF2B5EF4-FFF2-40B4-BE49-F238E27FC236}">
                  <a16:creationId xmlns:a16="http://schemas.microsoft.com/office/drawing/2014/main" id="{B177A628-0A0F-41E8-A843-D1E0E40164E4}"/>
                </a:ext>
              </a:extLst>
            </p:cNvPr>
            <p:cNvSpPr/>
            <p:nvPr/>
          </p:nvSpPr>
          <p:spPr>
            <a:xfrm>
              <a:off x="11404053" y="8238589"/>
              <a:ext cx="287692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64" name="Hexagon 1863">
              <a:extLst>
                <a:ext uri="{FF2B5EF4-FFF2-40B4-BE49-F238E27FC236}">
                  <a16:creationId xmlns:a16="http://schemas.microsoft.com/office/drawing/2014/main" id="{95EE5078-6689-4AEE-AD54-D7B00D0EF7CB}"/>
                </a:ext>
              </a:extLst>
            </p:cNvPr>
            <p:cNvSpPr/>
            <p:nvPr/>
          </p:nvSpPr>
          <p:spPr>
            <a:xfrm>
              <a:off x="11406718" y="8061812"/>
              <a:ext cx="287692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65" name="Hexagon 1864">
              <a:extLst>
                <a:ext uri="{FF2B5EF4-FFF2-40B4-BE49-F238E27FC236}">
                  <a16:creationId xmlns:a16="http://schemas.microsoft.com/office/drawing/2014/main" id="{A417E2C8-D4ED-49F2-8A4A-704CEDB02B29}"/>
                </a:ext>
              </a:extLst>
            </p:cNvPr>
            <p:cNvSpPr/>
            <p:nvPr/>
          </p:nvSpPr>
          <p:spPr>
            <a:xfrm>
              <a:off x="11404813" y="7885984"/>
              <a:ext cx="287692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66" name="Hexagon 1865">
              <a:extLst>
                <a:ext uri="{FF2B5EF4-FFF2-40B4-BE49-F238E27FC236}">
                  <a16:creationId xmlns:a16="http://schemas.microsoft.com/office/drawing/2014/main" id="{0CF1A869-954E-44FD-99A2-C2A17E035C25}"/>
                </a:ext>
              </a:extLst>
            </p:cNvPr>
            <p:cNvSpPr/>
            <p:nvPr/>
          </p:nvSpPr>
          <p:spPr>
            <a:xfrm>
              <a:off x="11635294" y="8148974"/>
              <a:ext cx="287692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67" name="Hexagon 1866">
              <a:extLst>
                <a:ext uri="{FF2B5EF4-FFF2-40B4-BE49-F238E27FC236}">
                  <a16:creationId xmlns:a16="http://schemas.microsoft.com/office/drawing/2014/main" id="{E9F1B896-DEFA-47F4-90B5-B966479D5EA1}"/>
                </a:ext>
              </a:extLst>
            </p:cNvPr>
            <p:cNvSpPr/>
            <p:nvPr/>
          </p:nvSpPr>
          <p:spPr>
            <a:xfrm>
              <a:off x="11635294" y="7971241"/>
              <a:ext cx="287692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68" name="Hexagon 1867">
              <a:extLst>
                <a:ext uri="{FF2B5EF4-FFF2-40B4-BE49-F238E27FC236}">
                  <a16:creationId xmlns:a16="http://schemas.microsoft.com/office/drawing/2014/main" id="{0B17493E-A251-4EC4-9DE8-09719EE35EFE}"/>
                </a:ext>
              </a:extLst>
            </p:cNvPr>
            <p:cNvSpPr/>
            <p:nvPr/>
          </p:nvSpPr>
          <p:spPr>
            <a:xfrm>
              <a:off x="11629856" y="8503547"/>
              <a:ext cx="287692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69" name="Hexagon 1868">
              <a:extLst>
                <a:ext uri="{FF2B5EF4-FFF2-40B4-BE49-F238E27FC236}">
                  <a16:creationId xmlns:a16="http://schemas.microsoft.com/office/drawing/2014/main" id="{A6DBB3FC-AFF4-4DBE-A6E7-E844DA0B02D6}"/>
                </a:ext>
              </a:extLst>
            </p:cNvPr>
            <p:cNvSpPr/>
            <p:nvPr/>
          </p:nvSpPr>
          <p:spPr>
            <a:xfrm>
              <a:off x="11629856" y="8327719"/>
              <a:ext cx="287692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70" name="Hexagon 1869">
              <a:extLst>
                <a:ext uri="{FF2B5EF4-FFF2-40B4-BE49-F238E27FC236}">
                  <a16:creationId xmlns:a16="http://schemas.microsoft.com/office/drawing/2014/main" id="{3D056010-3429-425D-B2D0-28FE2D582582}"/>
                </a:ext>
              </a:extLst>
            </p:cNvPr>
            <p:cNvSpPr/>
            <p:nvPr/>
          </p:nvSpPr>
          <p:spPr>
            <a:xfrm>
              <a:off x="11860400" y="8238589"/>
              <a:ext cx="291162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71" name="Hexagon 1870">
              <a:extLst>
                <a:ext uri="{FF2B5EF4-FFF2-40B4-BE49-F238E27FC236}">
                  <a16:creationId xmlns:a16="http://schemas.microsoft.com/office/drawing/2014/main" id="{D749E7D3-7EB0-4A5C-8E51-A31467FE4FA5}"/>
                </a:ext>
              </a:extLst>
            </p:cNvPr>
            <p:cNvSpPr/>
            <p:nvPr/>
          </p:nvSpPr>
          <p:spPr>
            <a:xfrm>
              <a:off x="11860399" y="8062761"/>
              <a:ext cx="29852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72" name="Hexagon 1871">
              <a:extLst>
                <a:ext uri="{FF2B5EF4-FFF2-40B4-BE49-F238E27FC236}">
                  <a16:creationId xmlns:a16="http://schemas.microsoft.com/office/drawing/2014/main" id="{E920E03E-7A26-45CC-B8A5-4F4066C0C2F2}"/>
                </a:ext>
              </a:extLst>
            </p:cNvPr>
            <p:cNvSpPr/>
            <p:nvPr/>
          </p:nvSpPr>
          <p:spPr>
            <a:xfrm>
              <a:off x="12096343" y="8153036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73" name="Hexagon 1872">
              <a:extLst>
                <a:ext uri="{FF2B5EF4-FFF2-40B4-BE49-F238E27FC236}">
                  <a16:creationId xmlns:a16="http://schemas.microsoft.com/office/drawing/2014/main" id="{46E0D5B0-5964-4159-A168-7A2B10B27399}"/>
                </a:ext>
              </a:extLst>
            </p:cNvPr>
            <p:cNvSpPr/>
            <p:nvPr/>
          </p:nvSpPr>
          <p:spPr>
            <a:xfrm>
              <a:off x="12096343" y="7977208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74" name="Hexagon 1873">
              <a:extLst>
                <a:ext uri="{FF2B5EF4-FFF2-40B4-BE49-F238E27FC236}">
                  <a16:creationId xmlns:a16="http://schemas.microsoft.com/office/drawing/2014/main" id="{77C1961D-6AE6-425B-B215-356C8F7ECCB4}"/>
                </a:ext>
              </a:extLst>
            </p:cNvPr>
            <p:cNvSpPr/>
            <p:nvPr/>
          </p:nvSpPr>
          <p:spPr>
            <a:xfrm>
              <a:off x="12088108" y="8503904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75" name="Hexagon 1874">
              <a:extLst>
                <a:ext uri="{FF2B5EF4-FFF2-40B4-BE49-F238E27FC236}">
                  <a16:creationId xmlns:a16="http://schemas.microsoft.com/office/drawing/2014/main" id="{7DF245FC-8B28-4983-AC2B-BB94C311DE5C}"/>
                </a:ext>
              </a:extLst>
            </p:cNvPr>
            <p:cNvSpPr/>
            <p:nvPr/>
          </p:nvSpPr>
          <p:spPr>
            <a:xfrm>
              <a:off x="12086203" y="8326171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76" name="Hexagon 1875">
              <a:extLst>
                <a:ext uri="{FF2B5EF4-FFF2-40B4-BE49-F238E27FC236}">
                  <a16:creationId xmlns:a16="http://schemas.microsoft.com/office/drawing/2014/main" id="{D6A83605-CDA9-4A2D-ABDA-AB062FF0C8A7}"/>
                </a:ext>
              </a:extLst>
            </p:cNvPr>
            <p:cNvSpPr/>
            <p:nvPr/>
          </p:nvSpPr>
          <p:spPr>
            <a:xfrm>
              <a:off x="11856219" y="8592880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77" name="Hexagon 1876">
              <a:extLst>
                <a:ext uri="{FF2B5EF4-FFF2-40B4-BE49-F238E27FC236}">
                  <a16:creationId xmlns:a16="http://schemas.microsoft.com/office/drawing/2014/main" id="{82595DF0-3CEF-4999-81DA-C88B072E3338}"/>
                </a:ext>
              </a:extLst>
            </p:cNvPr>
            <p:cNvSpPr/>
            <p:nvPr/>
          </p:nvSpPr>
          <p:spPr>
            <a:xfrm>
              <a:off x="11856219" y="8417052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78" name="Hexagon 1877">
              <a:extLst>
                <a:ext uri="{FF2B5EF4-FFF2-40B4-BE49-F238E27FC236}">
                  <a16:creationId xmlns:a16="http://schemas.microsoft.com/office/drawing/2014/main" id="{5BAE7851-7424-4E8E-B429-825C9C3E498F}"/>
                </a:ext>
              </a:extLst>
            </p:cNvPr>
            <p:cNvSpPr/>
            <p:nvPr/>
          </p:nvSpPr>
          <p:spPr>
            <a:xfrm>
              <a:off x="11174310" y="8856654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79" name="Hexagon 1878">
              <a:extLst>
                <a:ext uri="{FF2B5EF4-FFF2-40B4-BE49-F238E27FC236}">
                  <a16:creationId xmlns:a16="http://schemas.microsoft.com/office/drawing/2014/main" id="{BFEDC48B-8BE6-4FA1-B551-222CC104D9AD}"/>
                </a:ext>
              </a:extLst>
            </p:cNvPr>
            <p:cNvSpPr/>
            <p:nvPr/>
          </p:nvSpPr>
          <p:spPr>
            <a:xfrm>
              <a:off x="11174310" y="8680826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80" name="Hexagon 1879">
              <a:extLst>
                <a:ext uri="{FF2B5EF4-FFF2-40B4-BE49-F238E27FC236}">
                  <a16:creationId xmlns:a16="http://schemas.microsoft.com/office/drawing/2014/main" id="{4FC04A14-006D-47C1-B2AC-A4353CF8E28A}"/>
                </a:ext>
              </a:extLst>
            </p:cNvPr>
            <p:cNvSpPr/>
            <p:nvPr/>
          </p:nvSpPr>
          <p:spPr>
            <a:xfrm>
              <a:off x="11174310" y="9209402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81" name="Hexagon 1880">
              <a:extLst>
                <a:ext uri="{FF2B5EF4-FFF2-40B4-BE49-F238E27FC236}">
                  <a16:creationId xmlns:a16="http://schemas.microsoft.com/office/drawing/2014/main" id="{7F42F24D-8631-432C-8150-BFE713612966}"/>
                </a:ext>
              </a:extLst>
            </p:cNvPr>
            <p:cNvSpPr/>
            <p:nvPr/>
          </p:nvSpPr>
          <p:spPr>
            <a:xfrm>
              <a:off x="11174310" y="9033574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82" name="Hexagon 1881">
              <a:extLst>
                <a:ext uri="{FF2B5EF4-FFF2-40B4-BE49-F238E27FC236}">
                  <a16:creationId xmlns:a16="http://schemas.microsoft.com/office/drawing/2014/main" id="{E070900C-A725-4DA2-A9BB-34E22703258B}"/>
                </a:ext>
              </a:extLst>
            </p:cNvPr>
            <p:cNvSpPr/>
            <p:nvPr/>
          </p:nvSpPr>
          <p:spPr>
            <a:xfrm>
              <a:off x="11400113" y="8771747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83" name="Hexagon 1882">
              <a:extLst>
                <a:ext uri="{FF2B5EF4-FFF2-40B4-BE49-F238E27FC236}">
                  <a16:creationId xmlns:a16="http://schemas.microsoft.com/office/drawing/2014/main" id="{FA2A718F-2ED1-4533-8A21-A850B139CB14}"/>
                </a:ext>
              </a:extLst>
            </p:cNvPr>
            <p:cNvSpPr/>
            <p:nvPr/>
          </p:nvSpPr>
          <p:spPr>
            <a:xfrm>
              <a:off x="11400113" y="8595919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84" name="Hexagon 1883">
              <a:extLst>
                <a:ext uri="{FF2B5EF4-FFF2-40B4-BE49-F238E27FC236}">
                  <a16:creationId xmlns:a16="http://schemas.microsoft.com/office/drawing/2014/main" id="{13A3442F-C31C-4AB6-975D-3685C2B2DB52}"/>
                </a:ext>
              </a:extLst>
            </p:cNvPr>
            <p:cNvSpPr/>
            <p:nvPr/>
          </p:nvSpPr>
          <p:spPr>
            <a:xfrm>
              <a:off x="11406718" y="9122247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85" name="Hexagon 1884">
              <a:extLst>
                <a:ext uri="{FF2B5EF4-FFF2-40B4-BE49-F238E27FC236}">
                  <a16:creationId xmlns:a16="http://schemas.microsoft.com/office/drawing/2014/main" id="{503410D7-4A8C-4B25-AA72-0AE360852270}"/>
                </a:ext>
              </a:extLst>
            </p:cNvPr>
            <p:cNvSpPr/>
            <p:nvPr/>
          </p:nvSpPr>
          <p:spPr>
            <a:xfrm>
              <a:off x="11406718" y="8946419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86" name="Hexagon 1885">
              <a:extLst>
                <a:ext uri="{FF2B5EF4-FFF2-40B4-BE49-F238E27FC236}">
                  <a16:creationId xmlns:a16="http://schemas.microsoft.com/office/drawing/2014/main" id="{44503F98-BA66-4112-B20A-ADF73ABE7D06}"/>
                </a:ext>
              </a:extLst>
            </p:cNvPr>
            <p:cNvSpPr/>
            <p:nvPr/>
          </p:nvSpPr>
          <p:spPr>
            <a:xfrm>
              <a:off x="11629856" y="9203618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87" name="Hexagon 1886">
              <a:extLst>
                <a:ext uri="{FF2B5EF4-FFF2-40B4-BE49-F238E27FC236}">
                  <a16:creationId xmlns:a16="http://schemas.microsoft.com/office/drawing/2014/main" id="{0813E076-FF08-4F9C-9860-B0D4E6310B37}"/>
                </a:ext>
              </a:extLst>
            </p:cNvPr>
            <p:cNvSpPr/>
            <p:nvPr/>
          </p:nvSpPr>
          <p:spPr>
            <a:xfrm>
              <a:off x="11629856" y="9027790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88" name="Hexagon 1887">
              <a:extLst>
                <a:ext uri="{FF2B5EF4-FFF2-40B4-BE49-F238E27FC236}">
                  <a16:creationId xmlns:a16="http://schemas.microsoft.com/office/drawing/2014/main" id="{9AA44F36-B600-43B1-B06B-471C0BEACE22}"/>
                </a:ext>
              </a:extLst>
            </p:cNvPr>
            <p:cNvSpPr/>
            <p:nvPr/>
          </p:nvSpPr>
          <p:spPr>
            <a:xfrm>
              <a:off x="11856219" y="9122247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89" name="Hexagon 1888">
              <a:extLst>
                <a:ext uri="{FF2B5EF4-FFF2-40B4-BE49-F238E27FC236}">
                  <a16:creationId xmlns:a16="http://schemas.microsoft.com/office/drawing/2014/main" id="{92284298-A273-4A69-B937-FE307103C261}"/>
                </a:ext>
              </a:extLst>
            </p:cNvPr>
            <p:cNvSpPr/>
            <p:nvPr/>
          </p:nvSpPr>
          <p:spPr>
            <a:xfrm>
              <a:off x="11856219" y="8946419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92" name="Hexagon 1891">
              <a:extLst>
                <a:ext uri="{FF2B5EF4-FFF2-40B4-BE49-F238E27FC236}">
                  <a16:creationId xmlns:a16="http://schemas.microsoft.com/office/drawing/2014/main" id="{34E50334-D8F4-4B16-81AF-8268F3E50B06}"/>
                </a:ext>
              </a:extLst>
            </p:cNvPr>
            <p:cNvSpPr/>
            <p:nvPr/>
          </p:nvSpPr>
          <p:spPr>
            <a:xfrm>
              <a:off x="12089907" y="8854631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93" name="Hexagon 1892">
              <a:extLst>
                <a:ext uri="{FF2B5EF4-FFF2-40B4-BE49-F238E27FC236}">
                  <a16:creationId xmlns:a16="http://schemas.microsoft.com/office/drawing/2014/main" id="{B8545158-8E5B-4533-B53E-AD863AB844C5}"/>
                </a:ext>
              </a:extLst>
            </p:cNvPr>
            <p:cNvSpPr/>
            <p:nvPr/>
          </p:nvSpPr>
          <p:spPr>
            <a:xfrm>
              <a:off x="12089907" y="8678803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94" name="Hexagon 1893">
              <a:extLst>
                <a:ext uri="{FF2B5EF4-FFF2-40B4-BE49-F238E27FC236}">
                  <a16:creationId xmlns:a16="http://schemas.microsoft.com/office/drawing/2014/main" id="{F27403AB-BB91-4AA0-AF16-07C9ACC7FC68}"/>
                </a:ext>
              </a:extLst>
            </p:cNvPr>
            <p:cNvSpPr/>
            <p:nvPr/>
          </p:nvSpPr>
          <p:spPr>
            <a:xfrm>
              <a:off x="12319649" y="8775455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95" name="Hexagon 1894">
              <a:extLst>
                <a:ext uri="{FF2B5EF4-FFF2-40B4-BE49-F238E27FC236}">
                  <a16:creationId xmlns:a16="http://schemas.microsoft.com/office/drawing/2014/main" id="{F26437C6-31BF-47F4-957C-6398019CAEF6}"/>
                </a:ext>
              </a:extLst>
            </p:cNvPr>
            <p:cNvSpPr/>
            <p:nvPr/>
          </p:nvSpPr>
          <p:spPr>
            <a:xfrm>
              <a:off x="12333212" y="8588159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96" name="Hexagon 1895">
              <a:extLst>
                <a:ext uri="{FF2B5EF4-FFF2-40B4-BE49-F238E27FC236}">
                  <a16:creationId xmlns:a16="http://schemas.microsoft.com/office/drawing/2014/main" id="{0F22E53B-A43C-4E37-AAA8-A21D28AC7A58}"/>
                </a:ext>
              </a:extLst>
            </p:cNvPr>
            <p:cNvSpPr/>
            <p:nvPr/>
          </p:nvSpPr>
          <p:spPr>
            <a:xfrm>
              <a:off x="12319650" y="9119578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97" name="Hexagon 1896">
              <a:extLst>
                <a:ext uri="{FF2B5EF4-FFF2-40B4-BE49-F238E27FC236}">
                  <a16:creationId xmlns:a16="http://schemas.microsoft.com/office/drawing/2014/main" id="{84325B7D-2662-4134-B68D-A7601CFA8589}"/>
                </a:ext>
              </a:extLst>
            </p:cNvPr>
            <p:cNvSpPr/>
            <p:nvPr/>
          </p:nvSpPr>
          <p:spPr>
            <a:xfrm>
              <a:off x="12319650" y="8943750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98" name="Hexagon 1897">
              <a:extLst>
                <a:ext uri="{FF2B5EF4-FFF2-40B4-BE49-F238E27FC236}">
                  <a16:creationId xmlns:a16="http://schemas.microsoft.com/office/drawing/2014/main" id="{6284F6AF-0DED-4EE2-8CA0-2BA32692DF2F}"/>
                </a:ext>
              </a:extLst>
            </p:cNvPr>
            <p:cNvSpPr/>
            <p:nvPr/>
          </p:nvSpPr>
          <p:spPr>
            <a:xfrm>
              <a:off x="12551648" y="9205620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99" name="Hexagon 1898">
              <a:extLst>
                <a:ext uri="{FF2B5EF4-FFF2-40B4-BE49-F238E27FC236}">
                  <a16:creationId xmlns:a16="http://schemas.microsoft.com/office/drawing/2014/main" id="{91C3DA6A-2C75-451F-A5CE-A620F02C50D4}"/>
                </a:ext>
              </a:extLst>
            </p:cNvPr>
            <p:cNvSpPr/>
            <p:nvPr/>
          </p:nvSpPr>
          <p:spPr>
            <a:xfrm>
              <a:off x="12551648" y="9029792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00" name="Hexagon 1899">
              <a:extLst>
                <a:ext uri="{FF2B5EF4-FFF2-40B4-BE49-F238E27FC236}">
                  <a16:creationId xmlns:a16="http://schemas.microsoft.com/office/drawing/2014/main" id="{6A80EDC8-2F6D-4F6D-B52A-64ECE3811FDB}"/>
                </a:ext>
              </a:extLst>
            </p:cNvPr>
            <p:cNvSpPr/>
            <p:nvPr/>
          </p:nvSpPr>
          <p:spPr>
            <a:xfrm>
              <a:off x="12319650" y="9471425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01" name="Hexagon 1900">
              <a:extLst>
                <a:ext uri="{FF2B5EF4-FFF2-40B4-BE49-F238E27FC236}">
                  <a16:creationId xmlns:a16="http://schemas.microsoft.com/office/drawing/2014/main" id="{96B899CE-285C-4EE3-80AE-5AEAFE51CA45}"/>
                </a:ext>
              </a:extLst>
            </p:cNvPr>
            <p:cNvSpPr/>
            <p:nvPr/>
          </p:nvSpPr>
          <p:spPr>
            <a:xfrm>
              <a:off x="12319650" y="9295597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02" name="Hexagon 1901">
              <a:extLst>
                <a:ext uri="{FF2B5EF4-FFF2-40B4-BE49-F238E27FC236}">
                  <a16:creationId xmlns:a16="http://schemas.microsoft.com/office/drawing/2014/main" id="{861DFA9F-6FDF-4C34-8AD2-4731BC977CFB}"/>
                </a:ext>
              </a:extLst>
            </p:cNvPr>
            <p:cNvSpPr/>
            <p:nvPr/>
          </p:nvSpPr>
          <p:spPr>
            <a:xfrm>
              <a:off x="11626586" y="8679947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03" name="Hexagon 1902">
              <a:extLst>
                <a:ext uri="{FF2B5EF4-FFF2-40B4-BE49-F238E27FC236}">
                  <a16:creationId xmlns:a16="http://schemas.microsoft.com/office/drawing/2014/main" id="{34CF0668-6022-4A98-B269-CE570D339593}"/>
                </a:ext>
              </a:extLst>
            </p:cNvPr>
            <p:cNvSpPr/>
            <p:nvPr/>
          </p:nvSpPr>
          <p:spPr>
            <a:xfrm>
              <a:off x="12085962" y="9030839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04" name="Hexagon 1903">
              <a:extLst>
                <a:ext uri="{FF2B5EF4-FFF2-40B4-BE49-F238E27FC236}">
                  <a16:creationId xmlns:a16="http://schemas.microsoft.com/office/drawing/2014/main" id="{6AC63B55-C861-422D-B814-8C8BE837E2D5}"/>
                </a:ext>
              </a:extLst>
            </p:cNvPr>
            <p:cNvSpPr/>
            <p:nvPr/>
          </p:nvSpPr>
          <p:spPr>
            <a:xfrm>
              <a:off x="11398930" y="9296424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05" name="Hexagon 1904">
              <a:extLst>
                <a:ext uri="{FF2B5EF4-FFF2-40B4-BE49-F238E27FC236}">
                  <a16:creationId xmlns:a16="http://schemas.microsoft.com/office/drawing/2014/main" id="{8286294B-3843-4674-B656-480193F373EE}"/>
                </a:ext>
              </a:extLst>
            </p:cNvPr>
            <p:cNvSpPr/>
            <p:nvPr/>
          </p:nvSpPr>
          <p:spPr>
            <a:xfrm>
              <a:off x="11626586" y="9383446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06" name="Hexagon 1905">
              <a:extLst>
                <a:ext uri="{FF2B5EF4-FFF2-40B4-BE49-F238E27FC236}">
                  <a16:creationId xmlns:a16="http://schemas.microsoft.com/office/drawing/2014/main" id="{E2590B63-2364-4B0F-8458-0CBCB0AB54E9}"/>
                </a:ext>
              </a:extLst>
            </p:cNvPr>
            <p:cNvSpPr/>
            <p:nvPr/>
          </p:nvSpPr>
          <p:spPr>
            <a:xfrm>
              <a:off x="11869209" y="9296424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07" name="Hexagon 1906">
              <a:extLst>
                <a:ext uri="{FF2B5EF4-FFF2-40B4-BE49-F238E27FC236}">
                  <a16:creationId xmlns:a16="http://schemas.microsoft.com/office/drawing/2014/main" id="{CE482213-2F3D-40B7-B44C-CB327D75AE18}"/>
                </a:ext>
              </a:extLst>
            </p:cNvPr>
            <p:cNvSpPr/>
            <p:nvPr/>
          </p:nvSpPr>
          <p:spPr>
            <a:xfrm>
              <a:off x="12093751" y="9386561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08" name="Hexagon 1907">
              <a:extLst>
                <a:ext uri="{FF2B5EF4-FFF2-40B4-BE49-F238E27FC236}">
                  <a16:creationId xmlns:a16="http://schemas.microsoft.com/office/drawing/2014/main" id="{03D2E442-B2E2-4D4C-9CCB-C37A3B04B88E}"/>
                </a:ext>
              </a:extLst>
            </p:cNvPr>
            <p:cNvSpPr/>
            <p:nvPr/>
          </p:nvSpPr>
          <p:spPr>
            <a:xfrm>
              <a:off x="12099862" y="7800608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09" name="Hexagon 1908">
              <a:extLst>
                <a:ext uri="{FF2B5EF4-FFF2-40B4-BE49-F238E27FC236}">
                  <a16:creationId xmlns:a16="http://schemas.microsoft.com/office/drawing/2014/main" id="{6DB03031-45F5-4769-88A1-E184852E8D20}"/>
                </a:ext>
              </a:extLst>
            </p:cNvPr>
            <p:cNvSpPr/>
            <p:nvPr/>
          </p:nvSpPr>
          <p:spPr>
            <a:xfrm>
              <a:off x="12099862" y="7624780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10" name="Hexagon 1909">
              <a:extLst>
                <a:ext uri="{FF2B5EF4-FFF2-40B4-BE49-F238E27FC236}">
                  <a16:creationId xmlns:a16="http://schemas.microsoft.com/office/drawing/2014/main" id="{3CFA5F71-48C5-47E1-9DEF-45C55EDFF623}"/>
                </a:ext>
              </a:extLst>
            </p:cNvPr>
            <p:cNvSpPr/>
            <p:nvPr/>
          </p:nvSpPr>
          <p:spPr>
            <a:xfrm>
              <a:off x="12097270" y="9034133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11" name="Hexagon 1910">
              <a:extLst>
                <a:ext uri="{FF2B5EF4-FFF2-40B4-BE49-F238E27FC236}">
                  <a16:creationId xmlns:a16="http://schemas.microsoft.com/office/drawing/2014/main" id="{77B42E31-75E1-46AE-9A4A-EFF83F348561}"/>
                </a:ext>
              </a:extLst>
            </p:cNvPr>
            <p:cNvSpPr/>
            <p:nvPr/>
          </p:nvSpPr>
          <p:spPr>
            <a:xfrm>
              <a:off x="11862756" y="7889370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12" name="Hexagon 1911">
              <a:extLst>
                <a:ext uri="{FF2B5EF4-FFF2-40B4-BE49-F238E27FC236}">
                  <a16:creationId xmlns:a16="http://schemas.microsoft.com/office/drawing/2014/main" id="{C644E537-6FE3-426E-A06A-49D7E3E2217A}"/>
                </a:ext>
              </a:extLst>
            </p:cNvPr>
            <p:cNvSpPr/>
            <p:nvPr/>
          </p:nvSpPr>
          <p:spPr>
            <a:xfrm>
              <a:off x="11862756" y="7704534"/>
              <a:ext cx="302709" cy="17579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13" name="Hexagon 1912">
              <a:extLst>
                <a:ext uri="{FF2B5EF4-FFF2-40B4-BE49-F238E27FC236}">
                  <a16:creationId xmlns:a16="http://schemas.microsoft.com/office/drawing/2014/main" id="{7062672F-C15E-420C-AC78-DB3E1CE3B924}"/>
                </a:ext>
              </a:extLst>
            </p:cNvPr>
            <p:cNvSpPr/>
            <p:nvPr/>
          </p:nvSpPr>
          <p:spPr>
            <a:xfrm>
              <a:off x="11860164" y="9122895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14" name="Hexagon 1913">
              <a:extLst>
                <a:ext uri="{FF2B5EF4-FFF2-40B4-BE49-F238E27FC236}">
                  <a16:creationId xmlns:a16="http://schemas.microsoft.com/office/drawing/2014/main" id="{1AC09B12-EAF1-4761-A10C-3321B1757AA9}"/>
                </a:ext>
              </a:extLst>
            </p:cNvPr>
            <p:cNvSpPr/>
            <p:nvPr/>
          </p:nvSpPr>
          <p:spPr>
            <a:xfrm>
              <a:off x="11866530" y="7347659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15" name="Hexagon 1914">
              <a:extLst>
                <a:ext uri="{FF2B5EF4-FFF2-40B4-BE49-F238E27FC236}">
                  <a16:creationId xmlns:a16="http://schemas.microsoft.com/office/drawing/2014/main" id="{33C029C8-B7A4-4089-90BE-C9A3DDB56C91}"/>
                </a:ext>
              </a:extLst>
            </p:cNvPr>
            <p:cNvSpPr/>
            <p:nvPr/>
          </p:nvSpPr>
          <p:spPr>
            <a:xfrm>
              <a:off x="11866530" y="7171831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16" name="Hexagon 1915">
              <a:extLst>
                <a:ext uri="{FF2B5EF4-FFF2-40B4-BE49-F238E27FC236}">
                  <a16:creationId xmlns:a16="http://schemas.microsoft.com/office/drawing/2014/main" id="{DB969F66-7C9A-446B-8D45-00A21CECF576}"/>
                </a:ext>
              </a:extLst>
            </p:cNvPr>
            <p:cNvSpPr/>
            <p:nvPr/>
          </p:nvSpPr>
          <p:spPr>
            <a:xfrm>
              <a:off x="11863938" y="8581184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17" name="Hexagon 1916">
              <a:extLst>
                <a:ext uri="{FF2B5EF4-FFF2-40B4-BE49-F238E27FC236}">
                  <a16:creationId xmlns:a16="http://schemas.microsoft.com/office/drawing/2014/main" id="{A94EED5B-8BE1-4887-98C6-B7D0156EAD26}"/>
                </a:ext>
              </a:extLst>
            </p:cNvPr>
            <p:cNvSpPr/>
            <p:nvPr/>
          </p:nvSpPr>
          <p:spPr>
            <a:xfrm>
              <a:off x="11633015" y="7434388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18" name="Hexagon 1917">
              <a:extLst>
                <a:ext uri="{FF2B5EF4-FFF2-40B4-BE49-F238E27FC236}">
                  <a16:creationId xmlns:a16="http://schemas.microsoft.com/office/drawing/2014/main" id="{59654F0D-1C69-4F3C-A8C0-69D813E5F805}"/>
                </a:ext>
              </a:extLst>
            </p:cNvPr>
            <p:cNvSpPr/>
            <p:nvPr/>
          </p:nvSpPr>
          <p:spPr>
            <a:xfrm>
              <a:off x="11633015" y="7258560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19" name="Hexagon 1918">
              <a:extLst>
                <a:ext uri="{FF2B5EF4-FFF2-40B4-BE49-F238E27FC236}">
                  <a16:creationId xmlns:a16="http://schemas.microsoft.com/office/drawing/2014/main" id="{3C28D85F-CFBE-4D26-9163-EAD36D42E082}"/>
                </a:ext>
              </a:extLst>
            </p:cNvPr>
            <p:cNvSpPr/>
            <p:nvPr/>
          </p:nvSpPr>
          <p:spPr>
            <a:xfrm>
              <a:off x="11630423" y="8667913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20" name="Hexagon 1919">
              <a:extLst>
                <a:ext uri="{FF2B5EF4-FFF2-40B4-BE49-F238E27FC236}">
                  <a16:creationId xmlns:a16="http://schemas.microsoft.com/office/drawing/2014/main" id="{A5A161E2-876B-46E8-8B2A-88DD11C174F5}"/>
                </a:ext>
              </a:extLst>
            </p:cNvPr>
            <p:cNvSpPr/>
            <p:nvPr/>
          </p:nvSpPr>
          <p:spPr>
            <a:xfrm>
              <a:off x="11632607" y="7795401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21" name="Hexagon 1920">
              <a:extLst>
                <a:ext uri="{FF2B5EF4-FFF2-40B4-BE49-F238E27FC236}">
                  <a16:creationId xmlns:a16="http://schemas.microsoft.com/office/drawing/2014/main" id="{2774635D-C6DB-49E7-BDB3-AFE542DBCC33}"/>
                </a:ext>
              </a:extLst>
            </p:cNvPr>
            <p:cNvSpPr/>
            <p:nvPr/>
          </p:nvSpPr>
          <p:spPr>
            <a:xfrm>
              <a:off x="11632607" y="7615763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22" name="Hexagon 1921">
              <a:extLst>
                <a:ext uri="{FF2B5EF4-FFF2-40B4-BE49-F238E27FC236}">
                  <a16:creationId xmlns:a16="http://schemas.microsoft.com/office/drawing/2014/main" id="{DA205C0B-1321-4E51-85AC-29B8ECE2E145}"/>
                </a:ext>
              </a:extLst>
            </p:cNvPr>
            <p:cNvSpPr/>
            <p:nvPr/>
          </p:nvSpPr>
          <p:spPr>
            <a:xfrm>
              <a:off x="11630015" y="9023211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23" name="Hexagon 1922">
              <a:extLst>
                <a:ext uri="{FF2B5EF4-FFF2-40B4-BE49-F238E27FC236}">
                  <a16:creationId xmlns:a16="http://schemas.microsoft.com/office/drawing/2014/main" id="{02101689-B170-4CFB-A02F-FC9F7435E03A}"/>
                </a:ext>
              </a:extLst>
            </p:cNvPr>
            <p:cNvSpPr/>
            <p:nvPr/>
          </p:nvSpPr>
          <p:spPr>
            <a:xfrm>
              <a:off x="11401328" y="7361298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24" name="Hexagon 1923">
              <a:extLst>
                <a:ext uri="{FF2B5EF4-FFF2-40B4-BE49-F238E27FC236}">
                  <a16:creationId xmlns:a16="http://schemas.microsoft.com/office/drawing/2014/main" id="{7799B998-475E-4396-96A1-A02B643B18E6}"/>
                </a:ext>
              </a:extLst>
            </p:cNvPr>
            <p:cNvSpPr/>
            <p:nvPr/>
          </p:nvSpPr>
          <p:spPr>
            <a:xfrm>
              <a:off x="11404770" y="7179853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26" name="Hexagon 1925">
              <a:extLst>
                <a:ext uri="{FF2B5EF4-FFF2-40B4-BE49-F238E27FC236}">
                  <a16:creationId xmlns:a16="http://schemas.microsoft.com/office/drawing/2014/main" id="{DEF1A28E-0AC4-40B1-8597-4562AED43EAA}"/>
                </a:ext>
              </a:extLst>
            </p:cNvPr>
            <p:cNvSpPr/>
            <p:nvPr/>
          </p:nvSpPr>
          <p:spPr>
            <a:xfrm>
              <a:off x="12329231" y="7535508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27" name="Hexagon 1926">
              <a:extLst>
                <a:ext uri="{FF2B5EF4-FFF2-40B4-BE49-F238E27FC236}">
                  <a16:creationId xmlns:a16="http://schemas.microsoft.com/office/drawing/2014/main" id="{29C064A8-0EC0-4979-90C7-CE1B9031329F}"/>
                </a:ext>
              </a:extLst>
            </p:cNvPr>
            <p:cNvSpPr/>
            <p:nvPr/>
          </p:nvSpPr>
          <p:spPr>
            <a:xfrm>
              <a:off x="11869209" y="7528706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29" name="Hexagon 1928">
              <a:extLst>
                <a:ext uri="{FF2B5EF4-FFF2-40B4-BE49-F238E27FC236}">
                  <a16:creationId xmlns:a16="http://schemas.microsoft.com/office/drawing/2014/main" id="{B4A601AA-8A6B-4429-8D07-D2C36DFC1B48}"/>
                </a:ext>
              </a:extLst>
            </p:cNvPr>
            <p:cNvSpPr/>
            <p:nvPr/>
          </p:nvSpPr>
          <p:spPr>
            <a:xfrm>
              <a:off x="11399307" y="7712310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30" name="Hexagon 1929">
              <a:extLst>
                <a:ext uri="{FF2B5EF4-FFF2-40B4-BE49-F238E27FC236}">
                  <a16:creationId xmlns:a16="http://schemas.microsoft.com/office/drawing/2014/main" id="{1DDAB29E-BE55-4C07-8A17-264E4467274C}"/>
                </a:ext>
              </a:extLst>
            </p:cNvPr>
            <p:cNvSpPr/>
            <p:nvPr/>
          </p:nvSpPr>
          <p:spPr>
            <a:xfrm>
              <a:off x="11399307" y="7536482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31" name="Hexagon 1930">
              <a:extLst>
                <a:ext uri="{FF2B5EF4-FFF2-40B4-BE49-F238E27FC236}">
                  <a16:creationId xmlns:a16="http://schemas.microsoft.com/office/drawing/2014/main" id="{DD755C3C-1664-42CD-9689-CE9DC20D6967}"/>
                </a:ext>
              </a:extLst>
            </p:cNvPr>
            <p:cNvSpPr/>
            <p:nvPr/>
          </p:nvSpPr>
          <p:spPr>
            <a:xfrm>
              <a:off x="12093751" y="7264911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32" name="Hexagon 1931">
              <a:extLst>
                <a:ext uri="{FF2B5EF4-FFF2-40B4-BE49-F238E27FC236}">
                  <a16:creationId xmlns:a16="http://schemas.microsoft.com/office/drawing/2014/main" id="{119D4660-FC91-4B6A-8BB1-BD466E117164}"/>
                </a:ext>
              </a:extLst>
            </p:cNvPr>
            <p:cNvSpPr/>
            <p:nvPr/>
          </p:nvSpPr>
          <p:spPr>
            <a:xfrm>
              <a:off x="12329231" y="7359147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33" name="Hexagon 1932">
              <a:extLst>
                <a:ext uri="{FF2B5EF4-FFF2-40B4-BE49-F238E27FC236}">
                  <a16:creationId xmlns:a16="http://schemas.microsoft.com/office/drawing/2014/main" id="{DA482F05-5631-40DE-8BFA-A5E85CA192B5}"/>
                </a:ext>
              </a:extLst>
            </p:cNvPr>
            <p:cNvSpPr/>
            <p:nvPr/>
          </p:nvSpPr>
          <p:spPr>
            <a:xfrm>
              <a:off x="12329231" y="7177481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34" name="Hexagon 1933">
              <a:extLst>
                <a:ext uri="{FF2B5EF4-FFF2-40B4-BE49-F238E27FC236}">
                  <a16:creationId xmlns:a16="http://schemas.microsoft.com/office/drawing/2014/main" id="{A39A33C6-623E-4A14-8461-A48C00703234}"/>
                </a:ext>
              </a:extLst>
            </p:cNvPr>
            <p:cNvSpPr/>
            <p:nvPr/>
          </p:nvSpPr>
          <p:spPr>
            <a:xfrm>
              <a:off x="12564711" y="7268107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35" name="Hexagon 1934">
              <a:extLst>
                <a:ext uri="{FF2B5EF4-FFF2-40B4-BE49-F238E27FC236}">
                  <a16:creationId xmlns:a16="http://schemas.microsoft.com/office/drawing/2014/main" id="{B6C739A1-DD33-44E7-983F-AC142FBBABE7}"/>
                </a:ext>
              </a:extLst>
            </p:cNvPr>
            <p:cNvSpPr/>
            <p:nvPr/>
          </p:nvSpPr>
          <p:spPr>
            <a:xfrm>
              <a:off x="10283126" y="7262446"/>
              <a:ext cx="285980" cy="17772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36" name="Hexagon 1935">
              <a:extLst>
                <a:ext uri="{FF2B5EF4-FFF2-40B4-BE49-F238E27FC236}">
                  <a16:creationId xmlns:a16="http://schemas.microsoft.com/office/drawing/2014/main" id="{97E62B0D-D71D-46C4-81AF-E9A93BF6EF2B}"/>
                </a:ext>
              </a:extLst>
            </p:cNvPr>
            <p:cNvSpPr/>
            <p:nvPr/>
          </p:nvSpPr>
          <p:spPr>
            <a:xfrm>
              <a:off x="11171404" y="7636067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37" name="Hexagon 1936">
              <a:extLst>
                <a:ext uri="{FF2B5EF4-FFF2-40B4-BE49-F238E27FC236}">
                  <a16:creationId xmlns:a16="http://schemas.microsoft.com/office/drawing/2014/main" id="{42D24525-C9C1-4CA9-A71B-B4C0908A51B9}"/>
                </a:ext>
              </a:extLst>
            </p:cNvPr>
            <p:cNvSpPr/>
            <p:nvPr/>
          </p:nvSpPr>
          <p:spPr>
            <a:xfrm>
              <a:off x="11174846" y="7454622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38" name="Hexagon 1937">
              <a:extLst>
                <a:ext uri="{FF2B5EF4-FFF2-40B4-BE49-F238E27FC236}">
                  <a16:creationId xmlns:a16="http://schemas.microsoft.com/office/drawing/2014/main" id="{50FFC29F-4CF0-407A-8A6B-F8C4921D8C06}"/>
                </a:ext>
              </a:extLst>
            </p:cNvPr>
            <p:cNvSpPr/>
            <p:nvPr/>
          </p:nvSpPr>
          <p:spPr>
            <a:xfrm>
              <a:off x="10948877" y="7541202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39" name="Hexagon 1938">
              <a:extLst>
                <a:ext uri="{FF2B5EF4-FFF2-40B4-BE49-F238E27FC236}">
                  <a16:creationId xmlns:a16="http://schemas.microsoft.com/office/drawing/2014/main" id="{BF87A0CC-CF20-40EB-B295-13C40C858E45}"/>
                </a:ext>
              </a:extLst>
            </p:cNvPr>
            <p:cNvSpPr/>
            <p:nvPr/>
          </p:nvSpPr>
          <p:spPr>
            <a:xfrm>
              <a:off x="10952319" y="7359757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40" name="Hexagon 1939">
              <a:extLst>
                <a:ext uri="{FF2B5EF4-FFF2-40B4-BE49-F238E27FC236}">
                  <a16:creationId xmlns:a16="http://schemas.microsoft.com/office/drawing/2014/main" id="{9DBFFE3E-839F-4944-B271-CD7221DBAD45}"/>
                </a:ext>
              </a:extLst>
            </p:cNvPr>
            <p:cNvSpPr/>
            <p:nvPr/>
          </p:nvSpPr>
          <p:spPr>
            <a:xfrm>
              <a:off x="10952870" y="7189605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41" name="Hexagon 1940">
              <a:extLst>
                <a:ext uri="{FF2B5EF4-FFF2-40B4-BE49-F238E27FC236}">
                  <a16:creationId xmlns:a16="http://schemas.microsoft.com/office/drawing/2014/main" id="{FF2D5287-3E67-4EBB-94EF-2BC2AA7CBB95}"/>
                </a:ext>
              </a:extLst>
            </p:cNvPr>
            <p:cNvSpPr/>
            <p:nvPr/>
          </p:nvSpPr>
          <p:spPr>
            <a:xfrm>
              <a:off x="10956312" y="7008160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42" name="Hexagon 1941">
              <a:extLst>
                <a:ext uri="{FF2B5EF4-FFF2-40B4-BE49-F238E27FC236}">
                  <a16:creationId xmlns:a16="http://schemas.microsoft.com/office/drawing/2014/main" id="{19A6C480-1D74-40A6-8383-BCB414341901}"/>
                </a:ext>
              </a:extLst>
            </p:cNvPr>
            <p:cNvSpPr/>
            <p:nvPr/>
          </p:nvSpPr>
          <p:spPr>
            <a:xfrm>
              <a:off x="10724648" y="7271333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43" name="Hexagon 1942">
              <a:extLst>
                <a:ext uri="{FF2B5EF4-FFF2-40B4-BE49-F238E27FC236}">
                  <a16:creationId xmlns:a16="http://schemas.microsoft.com/office/drawing/2014/main" id="{D5CB707B-8F92-4019-A631-3E2F60D139DC}"/>
                </a:ext>
              </a:extLst>
            </p:cNvPr>
            <p:cNvSpPr/>
            <p:nvPr/>
          </p:nvSpPr>
          <p:spPr>
            <a:xfrm>
              <a:off x="10728090" y="7089888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44" name="Hexagon 1943">
              <a:extLst>
                <a:ext uri="{FF2B5EF4-FFF2-40B4-BE49-F238E27FC236}">
                  <a16:creationId xmlns:a16="http://schemas.microsoft.com/office/drawing/2014/main" id="{3AD0A412-C844-4BF4-AFFB-FCB970077F97}"/>
                </a:ext>
              </a:extLst>
            </p:cNvPr>
            <p:cNvSpPr/>
            <p:nvPr/>
          </p:nvSpPr>
          <p:spPr>
            <a:xfrm>
              <a:off x="10495723" y="7357083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45" name="Hexagon 1944">
              <a:extLst>
                <a:ext uri="{FF2B5EF4-FFF2-40B4-BE49-F238E27FC236}">
                  <a16:creationId xmlns:a16="http://schemas.microsoft.com/office/drawing/2014/main" id="{ABCD65B3-6B16-42C3-9FD7-785C23058131}"/>
                </a:ext>
              </a:extLst>
            </p:cNvPr>
            <p:cNvSpPr/>
            <p:nvPr/>
          </p:nvSpPr>
          <p:spPr>
            <a:xfrm>
              <a:off x="10499165" y="7175638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46" name="Hexagon 1945">
              <a:extLst>
                <a:ext uri="{FF2B5EF4-FFF2-40B4-BE49-F238E27FC236}">
                  <a16:creationId xmlns:a16="http://schemas.microsoft.com/office/drawing/2014/main" id="{C6EB02A6-813F-4D45-B7C7-5A710C58F6EC}"/>
                </a:ext>
              </a:extLst>
            </p:cNvPr>
            <p:cNvSpPr/>
            <p:nvPr/>
          </p:nvSpPr>
          <p:spPr>
            <a:xfrm>
              <a:off x="11183199" y="7093983"/>
              <a:ext cx="302709" cy="169847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47" name="Hexagon 1946">
              <a:extLst>
                <a:ext uri="{FF2B5EF4-FFF2-40B4-BE49-F238E27FC236}">
                  <a16:creationId xmlns:a16="http://schemas.microsoft.com/office/drawing/2014/main" id="{A63308E6-5BD7-4081-AAA7-7725E984E033}"/>
                </a:ext>
              </a:extLst>
            </p:cNvPr>
            <p:cNvSpPr/>
            <p:nvPr/>
          </p:nvSpPr>
          <p:spPr>
            <a:xfrm>
              <a:off x="10945669" y="4860513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48" name="Hexagon 1947">
              <a:extLst>
                <a:ext uri="{FF2B5EF4-FFF2-40B4-BE49-F238E27FC236}">
                  <a16:creationId xmlns:a16="http://schemas.microsoft.com/office/drawing/2014/main" id="{4057FD89-BA59-42A2-B30C-42E5188EA381}"/>
                </a:ext>
              </a:extLst>
            </p:cNvPr>
            <p:cNvSpPr/>
            <p:nvPr/>
          </p:nvSpPr>
          <p:spPr>
            <a:xfrm>
              <a:off x="11174845" y="4951236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49" name="Hexagon 1948">
              <a:extLst>
                <a:ext uri="{FF2B5EF4-FFF2-40B4-BE49-F238E27FC236}">
                  <a16:creationId xmlns:a16="http://schemas.microsoft.com/office/drawing/2014/main" id="{1242D0DC-0A2D-4312-A17A-A7EAF0301766}"/>
                </a:ext>
              </a:extLst>
            </p:cNvPr>
            <p:cNvSpPr/>
            <p:nvPr/>
          </p:nvSpPr>
          <p:spPr>
            <a:xfrm>
              <a:off x="10952319" y="4692172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50" name="Hexagon 1949">
              <a:extLst>
                <a:ext uri="{FF2B5EF4-FFF2-40B4-BE49-F238E27FC236}">
                  <a16:creationId xmlns:a16="http://schemas.microsoft.com/office/drawing/2014/main" id="{79395A6A-2DA0-4147-ADCC-3D66CD063FC7}"/>
                </a:ext>
              </a:extLst>
            </p:cNvPr>
            <p:cNvSpPr/>
            <p:nvPr/>
          </p:nvSpPr>
          <p:spPr>
            <a:xfrm>
              <a:off x="11183198" y="4779285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51" name="Hexagon 1950">
              <a:extLst>
                <a:ext uri="{FF2B5EF4-FFF2-40B4-BE49-F238E27FC236}">
                  <a16:creationId xmlns:a16="http://schemas.microsoft.com/office/drawing/2014/main" id="{BE5404E4-AC67-4901-BBEB-FCC0A59C2898}"/>
                </a:ext>
              </a:extLst>
            </p:cNvPr>
            <p:cNvSpPr/>
            <p:nvPr/>
          </p:nvSpPr>
          <p:spPr>
            <a:xfrm>
              <a:off x="11410847" y="4864567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52" name="Hexagon 1951">
              <a:extLst>
                <a:ext uri="{FF2B5EF4-FFF2-40B4-BE49-F238E27FC236}">
                  <a16:creationId xmlns:a16="http://schemas.microsoft.com/office/drawing/2014/main" id="{F5721AA4-CDD6-4AF2-9E2C-9D708EE87091}"/>
                </a:ext>
              </a:extLst>
            </p:cNvPr>
            <p:cNvSpPr/>
            <p:nvPr/>
          </p:nvSpPr>
          <p:spPr>
            <a:xfrm>
              <a:off x="11417647" y="4689895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53" name="Hexagon 1952">
              <a:extLst>
                <a:ext uri="{FF2B5EF4-FFF2-40B4-BE49-F238E27FC236}">
                  <a16:creationId xmlns:a16="http://schemas.microsoft.com/office/drawing/2014/main" id="{8E8E34C0-408D-4E5C-BED9-39811F3AD6BC}"/>
                </a:ext>
              </a:extLst>
            </p:cNvPr>
            <p:cNvSpPr/>
            <p:nvPr/>
          </p:nvSpPr>
          <p:spPr>
            <a:xfrm>
              <a:off x="11189848" y="4607972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54" name="Hexagon 1953">
              <a:extLst>
                <a:ext uri="{FF2B5EF4-FFF2-40B4-BE49-F238E27FC236}">
                  <a16:creationId xmlns:a16="http://schemas.microsoft.com/office/drawing/2014/main" id="{13CB4D7C-D0CC-4D08-8341-274FF7C55197}"/>
                </a:ext>
              </a:extLst>
            </p:cNvPr>
            <p:cNvSpPr/>
            <p:nvPr/>
          </p:nvSpPr>
          <p:spPr>
            <a:xfrm>
              <a:off x="11424297" y="4518582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55" name="Hexagon 1954">
              <a:extLst>
                <a:ext uri="{FF2B5EF4-FFF2-40B4-BE49-F238E27FC236}">
                  <a16:creationId xmlns:a16="http://schemas.microsoft.com/office/drawing/2014/main" id="{B3692FBD-73E9-4ACB-8D1F-DDBD4C76B8B0}"/>
                </a:ext>
              </a:extLst>
            </p:cNvPr>
            <p:cNvSpPr/>
            <p:nvPr/>
          </p:nvSpPr>
          <p:spPr>
            <a:xfrm>
              <a:off x="11652096" y="4782385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56" name="Hexagon 1955">
              <a:extLst>
                <a:ext uri="{FF2B5EF4-FFF2-40B4-BE49-F238E27FC236}">
                  <a16:creationId xmlns:a16="http://schemas.microsoft.com/office/drawing/2014/main" id="{C6498770-EF3D-48AB-9225-4C1FDCAA9727}"/>
                </a:ext>
              </a:extLst>
            </p:cNvPr>
            <p:cNvSpPr/>
            <p:nvPr/>
          </p:nvSpPr>
          <p:spPr>
            <a:xfrm>
              <a:off x="11652095" y="4608626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57" name="Hexagon 1956">
              <a:extLst>
                <a:ext uri="{FF2B5EF4-FFF2-40B4-BE49-F238E27FC236}">
                  <a16:creationId xmlns:a16="http://schemas.microsoft.com/office/drawing/2014/main" id="{60259FE3-7E10-48FA-99BB-76E1707A5AA4}"/>
                </a:ext>
              </a:extLst>
            </p:cNvPr>
            <p:cNvSpPr/>
            <p:nvPr/>
          </p:nvSpPr>
          <p:spPr>
            <a:xfrm>
              <a:off x="11184482" y="4430094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58" name="Hexagon 1957">
              <a:extLst>
                <a:ext uri="{FF2B5EF4-FFF2-40B4-BE49-F238E27FC236}">
                  <a16:creationId xmlns:a16="http://schemas.microsoft.com/office/drawing/2014/main" id="{99D2E77E-1FDD-496E-833B-98DF83D6FE62}"/>
                </a:ext>
              </a:extLst>
            </p:cNvPr>
            <p:cNvSpPr/>
            <p:nvPr/>
          </p:nvSpPr>
          <p:spPr>
            <a:xfrm>
              <a:off x="11191132" y="4258781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59" name="Hexagon 1958">
              <a:extLst>
                <a:ext uri="{FF2B5EF4-FFF2-40B4-BE49-F238E27FC236}">
                  <a16:creationId xmlns:a16="http://schemas.microsoft.com/office/drawing/2014/main" id="{C233C791-C2DA-43E7-A8F5-12EC71253AE3}"/>
                </a:ext>
              </a:extLst>
            </p:cNvPr>
            <p:cNvSpPr/>
            <p:nvPr/>
          </p:nvSpPr>
          <p:spPr>
            <a:xfrm>
              <a:off x="11424296" y="4163555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60" name="Hexagon 1959">
              <a:extLst>
                <a:ext uri="{FF2B5EF4-FFF2-40B4-BE49-F238E27FC236}">
                  <a16:creationId xmlns:a16="http://schemas.microsoft.com/office/drawing/2014/main" id="{E1D3873A-C1B2-4C7A-9084-A1E203DC3D61}"/>
                </a:ext>
              </a:extLst>
            </p:cNvPr>
            <p:cNvSpPr/>
            <p:nvPr/>
          </p:nvSpPr>
          <p:spPr>
            <a:xfrm>
              <a:off x="11409091" y="3988764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61" name="Hexagon 1960">
              <a:extLst>
                <a:ext uri="{FF2B5EF4-FFF2-40B4-BE49-F238E27FC236}">
                  <a16:creationId xmlns:a16="http://schemas.microsoft.com/office/drawing/2014/main" id="{2122D978-483C-4C43-812C-44981A16C0B1}"/>
                </a:ext>
              </a:extLst>
            </p:cNvPr>
            <p:cNvSpPr/>
            <p:nvPr/>
          </p:nvSpPr>
          <p:spPr>
            <a:xfrm>
              <a:off x="11183198" y="4077443"/>
              <a:ext cx="302709" cy="17643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62" name="Hexagon 1961">
              <a:extLst>
                <a:ext uri="{FF2B5EF4-FFF2-40B4-BE49-F238E27FC236}">
                  <a16:creationId xmlns:a16="http://schemas.microsoft.com/office/drawing/2014/main" id="{F5985E5A-97E3-49F4-A462-8219B44086DA}"/>
                </a:ext>
              </a:extLst>
            </p:cNvPr>
            <p:cNvSpPr/>
            <p:nvPr/>
          </p:nvSpPr>
          <p:spPr>
            <a:xfrm>
              <a:off x="11869208" y="4518231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63" name="Hexagon 1962">
              <a:extLst>
                <a:ext uri="{FF2B5EF4-FFF2-40B4-BE49-F238E27FC236}">
                  <a16:creationId xmlns:a16="http://schemas.microsoft.com/office/drawing/2014/main" id="{91AC420D-E784-426B-986B-10A0FA9BED9F}"/>
                </a:ext>
              </a:extLst>
            </p:cNvPr>
            <p:cNvSpPr/>
            <p:nvPr/>
          </p:nvSpPr>
          <p:spPr>
            <a:xfrm>
              <a:off x="12109023" y="4430094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64" name="Hexagon 1963">
              <a:extLst>
                <a:ext uri="{FF2B5EF4-FFF2-40B4-BE49-F238E27FC236}">
                  <a16:creationId xmlns:a16="http://schemas.microsoft.com/office/drawing/2014/main" id="{5A593571-2656-4995-A925-5864978994E7}"/>
                </a:ext>
              </a:extLst>
            </p:cNvPr>
            <p:cNvSpPr/>
            <p:nvPr/>
          </p:nvSpPr>
          <p:spPr>
            <a:xfrm>
              <a:off x="11869208" y="4343608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65" name="Hexagon 1964">
              <a:extLst>
                <a:ext uri="{FF2B5EF4-FFF2-40B4-BE49-F238E27FC236}">
                  <a16:creationId xmlns:a16="http://schemas.microsoft.com/office/drawing/2014/main" id="{D135295E-C2E6-463E-B5F7-DFDA0EADEF85}"/>
                </a:ext>
              </a:extLst>
            </p:cNvPr>
            <p:cNvSpPr/>
            <p:nvPr/>
          </p:nvSpPr>
          <p:spPr>
            <a:xfrm>
              <a:off x="12109023" y="4255471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66" name="Hexagon 1965">
              <a:extLst>
                <a:ext uri="{FF2B5EF4-FFF2-40B4-BE49-F238E27FC236}">
                  <a16:creationId xmlns:a16="http://schemas.microsoft.com/office/drawing/2014/main" id="{0B824FCB-4C87-457D-90F9-A6122CFD9107}"/>
                </a:ext>
              </a:extLst>
            </p:cNvPr>
            <p:cNvSpPr/>
            <p:nvPr/>
          </p:nvSpPr>
          <p:spPr>
            <a:xfrm>
              <a:off x="11869208" y="4168985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67" name="Hexagon 1966">
              <a:extLst>
                <a:ext uri="{FF2B5EF4-FFF2-40B4-BE49-F238E27FC236}">
                  <a16:creationId xmlns:a16="http://schemas.microsoft.com/office/drawing/2014/main" id="{66DE6C82-3D33-4AAC-B3B7-DA3567CBC78D}"/>
                </a:ext>
              </a:extLst>
            </p:cNvPr>
            <p:cNvSpPr/>
            <p:nvPr/>
          </p:nvSpPr>
          <p:spPr>
            <a:xfrm>
              <a:off x="12109023" y="4080848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68" name="Hexagon 1967">
              <a:extLst>
                <a:ext uri="{FF2B5EF4-FFF2-40B4-BE49-F238E27FC236}">
                  <a16:creationId xmlns:a16="http://schemas.microsoft.com/office/drawing/2014/main" id="{4F285691-70BC-4ED3-B2B9-86619D1B149B}"/>
                </a:ext>
              </a:extLst>
            </p:cNvPr>
            <p:cNvSpPr/>
            <p:nvPr/>
          </p:nvSpPr>
          <p:spPr>
            <a:xfrm>
              <a:off x="11646009" y="4073836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69" name="Hexagon 1968">
              <a:extLst>
                <a:ext uri="{FF2B5EF4-FFF2-40B4-BE49-F238E27FC236}">
                  <a16:creationId xmlns:a16="http://schemas.microsoft.com/office/drawing/2014/main" id="{B8063C06-A8DC-4400-8826-01419E7A6FDB}"/>
                </a:ext>
              </a:extLst>
            </p:cNvPr>
            <p:cNvSpPr/>
            <p:nvPr/>
          </p:nvSpPr>
          <p:spPr>
            <a:xfrm>
              <a:off x="11884153" y="3996653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70" name="Hexagon 1969">
              <a:extLst>
                <a:ext uri="{FF2B5EF4-FFF2-40B4-BE49-F238E27FC236}">
                  <a16:creationId xmlns:a16="http://schemas.microsoft.com/office/drawing/2014/main" id="{09252A54-9A84-4DAC-A2EC-D5E5F7D289AC}"/>
                </a:ext>
              </a:extLst>
            </p:cNvPr>
            <p:cNvSpPr/>
            <p:nvPr/>
          </p:nvSpPr>
          <p:spPr>
            <a:xfrm>
              <a:off x="11417646" y="3808291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71" name="Hexagon 1970">
              <a:extLst>
                <a:ext uri="{FF2B5EF4-FFF2-40B4-BE49-F238E27FC236}">
                  <a16:creationId xmlns:a16="http://schemas.microsoft.com/office/drawing/2014/main" id="{6F7D8A3F-8567-44CA-BD50-B10E458C3E59}"/>
                </a:ext>
              </a:extLst>
            </p:cNvPr>
            <p:cNvSpPr/>
            <p:nvPr/>
          </p:nvSpPr>
          <p:spPr>
            <a:xfrm>
              <a:off x="11646009" y="3904049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72" name="Hexagon 1971">
              <a:extLst>
                <a:ext uri="{FF2B5EF4-FFF2-40B4-BE49-F238E27FC236}">
                  <a16:creationId xmlns:a16="http://schemas.microsoft.com/office/drawing/2014/main" id="{87917CA3-3260-418A-91D7-A0337B657EE5}"/>
                </a:ext>
              </a:extLst>
            </p:cNvPr>
            <p:cNvSpPr/>
            <p:nvPr/>
          </p:nvSpPr>
          <p:spPr>
            <a:xfrm>
              <a:off x="11646009" y="3722971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73" name="Hexagon 1972">
              <a:extLst>
                <a:ext uri="{FF2B5EF4-FFF2-40B4-BE49-F238E27FC236}">
                  <a16:creationId xmlns:a16="http://schemas.microsoft.com/office/drawing/2014/main" id="{09659186-A910-4FC2-AC4A-AAAA0C4D4E21}"/>
                </a:ext>
              </a:extLst>
            </p:cNvPr>
            <p:cNvSpPr/>
            <p:nvPr/>
          </p:nvSpPr>
          <p:spPr>
            <a:xfrm>
              <a:off x="12109023" y="3907057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74" name="Hexagon 1973">
              <a:extLst>
                <a:ext uri="{FF2B5EF4-FFF2-40B4-BE49-F238E27FC236}">
                  <a16:creationId xmlns:a16="http://schemas.microsoft.com/office/drawing/2014/main" id="{C1565563-BD4A-475D-A7F7-BADB85A49E9B}"/>
                </a:ext>
              </a:extLst>
            </p:cNvPr>
            <p:cNvSpPr/>
            <p:nvPr/>
          </p:nvSpPr>
          <p:spPr>
            <a:xfrm>
              <a:off x="12329231" y="3799844"/>
              <a:ext cx="302709" cy="18619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75" name="Hexagon 1974">
              <a:extLst>
                <a:ext uri="{FF2B5EF4-FFF2-40B4-BE49-F238E27FC236}">
                  <a16:creationId xmlns:a16="http://schemas.microsoft.com/office/drawing/2014/main" id="{ED96F74F-B145-4F91-B864-CA2D6FB4D1C9}"/>
                </a:ext>
              </a:extLst>
            </p:cNvPr>
            <p:cNvSpPr/>
            <p:nvPr/>
          </p:nvSpPr>
          <p:spPr>
            <a:xfrm>
              <a:off x="12344010" y="3989808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76" name="Hexagon 1975">
              <a:extLst>
                <a:ext uri="{FF2B5EF4-FFF2-40B4-BE49-F238E27FC236}">
                  <a16:creationId xmlns:a16="http://schemas.microsoft.com/office/drawing/2014/main" id="{91E13521-5B91-4FB4-9872-D95D8792F174}"/>
                </a:ext>
              </a:extLst>
            </p:cNvPr>
            <p:cNvSpPr/>
            <p:nvPr/>
          </p:nvSpPr>
          <p:spPr>
            <a:xfrm>
              <a:off x="12344740" y="4157845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79" name="Hexagon 1978">
              <a:extLst>
                <a:ext uri="{FF2B5EF4-FFF2-40B4-BE49-F238E27FC236}">
                  <a16:creationId xmlns:a16="http://schemas.microsoft.com/office/drawing/2014/main" id="{DE743801-4AB1-413D-9701-DE1691D356DF}"/>
                </a:ext>
              </a:extLst>
            </p:cNvPr>
            <p:cNvSpPr/>
            <p:nvPr/>
          </p:nvSpPr>
          <p:spPr>
            <a:xfrm>
              <a:off x="11862756" y="3633452"/>
              <a:ext cx="302709" cy="1680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80" name="Hexagon 1979">
              <a:extLst>
                <a:ext uri="{FF2B5EF4-FFF2-40B4-BE49-F238E27FC236}">
                  <a16:creationId xmlns:a16="http://schemas.microsoft.com/office/drawing/2014/main" id="{819D83C3-E325-40F1-861D-CBB41E74573A}"/>
                </a:ext>
              </a:extLst>
            </p:cNvPr>
            <p:cNvSpPr/>
            <p:nvPr/>
          </p:nvSpPr>
          <p:spPr>
            <a:xfrm>
              <a:off x="11869207" y="3446833"/>
              <a:ext cx="302709" cy="18090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81" name="Hexagon 1980">
              <a:extLst>
                <a:ext uri="{FF2B5EF4-FFF2-40B4-BE49-F238E27FC236}">
                  <a16:creationId xmlns:a16="http://schemas.microsoft.com/office/drawing/2014/main" id="{24159DDA-C33C-474C-A6DC-70634E9D93F1}"/>
                </a:ext>
              </a:extLst>
            </p:cNvPr>
            <p:cNvSpPr/>
            <p:nvPr/>
          </p:nvSpPr>
          <p:spPr>
            <a:xfrm>
              <a:off x="12095252" y="3343726"/>
              <a:ext cx="302709" cy="18256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82" name="Hexagon 1981">
              <a:extLst>
                <a:ext uri="{FF2B5EF4-FFF2-40B4-BE49-F238E27FC236}">
                  <a16:creationId xmlns:a16="http://schemas.microsoft.com/office/drawing/2014/main" id="{E7D7C645-A2D4-47A6-91D1-74105BF8BAF5}"/>
                </a:ext>
              </a:extLst>
            </p:cNvPr>
            <p:cNvSpPr/>
            <p:nvPr/>
          </p:nvSpPr>
          <p:spPr>
            <a:xfrm>
              <a:off x="12103039" y="3539216"/>
              <a:ext cx="302709" cy="18057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83" name="Hexagon 1982">
              <a:extLst>
                <a:ext uri="{FF2B5EF4-FFF2-40B4-BE49-F238E27FC236}">
                  <a16:creationId xmlns:a16="http://schemas.microsoft.com/office/drawing/2014/main" id="{D3C5585E-16C0-4F9C-B9C1-7A5C5AA2F789}"/>
                </a:ext>
              </a:extLst>
            </p:cNvPr>
            <p:cNvSpPr/>
            <p:nvPr/>
          </p:nvSpPr>
          <p:spPr>
            <a:xfrm>
              <a:off x="12103039" y="3711750"/>
              <a:ext cx="302709" cy="18946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84" name="Hexagon 1983">
              <a:extLst>
                <a:ext uri="{FF2B5EF4-FFF2-40B4-BE49-F238E27FC236}">
                  <a16:creationId xmlns:a16="http://schemas.microsoft.com/office/drawing/2014/main" id="{912CE895-41D2-489B-9250-5AAEB6569F60}"/>
                </a:ext>
              </a:extLst>
            </p:cNvPr>
            <p:cNvSpPr/>
            <p:nvPr/>
          </p:nvSpPr>
          <p:spPr>
            <a:xfrm>
              <a:off x="12329231" y="3626447"/>
              <a:ext cx="302709" cy="18619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85" name="Hexagon 1984">
              <a:extLst>
                <a:ext uri="{FF2B5EF4-FFF2-40B4-BE49-F238E27FC236}">
                  <a16:creationId xmlns:a16="http://schemas.microsoft.com/office/drawing/2014/main" id="{77611D12-8C61-4232-AF54-4276D7AB3049}"/>
                </a:ext>
              </a:extLst>
            </p:cNvPr>
            <p:cNvSpPr/>
            <p:nvPr/>
          </p:nvSpPr>
          <p:spPr>
            <a:xfrm>
              <a:off x="12319649" y="3256793"/>
              <a:ext cx="302709" cy="18619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86" name="Hexagon 1985">
              <a:extLst>
                <a:ext uri="{FF2B5EF4-FFF2-40B4-BE49-F238E27FC236}">
                  <a16:creationId xmlns:a16="http://schemas.microsoft.com/office/drawing/2014/main" id="{6EF5DA00-DF9C-4025-AF16-BD7B55523EE2}"/>
                </a:ext>
              </a:extLst>
            </p:cNvPr>
            <p:cNvSpPr/>
            <p:nvPr/>
          </p:nvSpPr>
          <p:spPr>
            <a:xfrm>
              <a:off x="12551030" y="3173478"/>
              <a:ext cx="302709" cy="18619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87" name="Hexagon 1986">
              <a:extLst>
                <a:ext uri="{FF2B5EF4-FFF2-40B4-BE49-F238E27FC236}">
                  <a16:creationId xmlns:a16="http://schemas.microsoft.com/office/drawing/2014/main" id="{C3F11EC9-149E-4944-8CB5-1D62DF6CC67D}"/>
                </a:ext>
              </a:extLst>
            </p:cNvPr>
            <p:cNvSpPr/>
            <p:nvPr/>
          </p:nvSpPr>
          <p:spPr>
            <a:xfrm>
              <a:off x="12547443" y="3355297"/>
              <a:ext cx="302709" cy="18619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88" name="Hexagon 1987">
              <a:extLst>
                <a:ext uri="{FF2B5EF4-FFF2-40B4-BE49-F238E27FC236}">
                  <a16:creationId xmlns:a16="http://schemas.microsoft.com/office/drawing/2014/main" id="{35A833A5-2D47-4715-A7AB-9B18E0C17AD3}"/>
                </a:ext>
              </a:extLst>
            </p:cNvPr>
            <p:cNvSpPr/>
            <p:nvPr/>
          </p:nvSpPr>
          <p:spPr>
            <a:xfrm>
              <a:off x="12551320" y="3532757"/>
              <a:ext cx="302709" cy="18619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89" name="Hexagon 1988">
              <a:extLst>
                <a:ext uri="{FF2B5EF4-FFF2-40B4-BE49-F238E27FC236}">
                  <a16:creationId xmlns:a16="http://schemas.microsoft.com/office/drawing/2014/main" id="{5E9488D1-1CBA-491C-89A7-78574B87A816}"/>
                </a:ext>
              </a:extLst>
            </p:cNvPr>
            <p:cNvSpPr/>
            <p:nvPr/>
          </p:nvSpPr>
          <p:spPr>
            <a:xfrm>
              <a:off x="12566414" y="3717851"/>
              <a:ext cx="302709" cy="18619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90" name="Hexagon 1989">
              <a:extLst>
                <a:ext uri="{FF2B5EF4-FFF2-40B4-BE49-F238E27FC236}">
                  <a16:creationId xmlns:a16="http://schemas.microsoft.com/office/drawing/2014/main" id="{76F5F03B-DD73-47F5-89C8-FE103500505A}"/>
                </a:ext>
              </a:extLst>
            </p:cNvPr>
            <p:cNvSpPr/>
            <p:nvPr/>
          </p:nvSpPr>
          <p:spPr>
            <a:xfrm>
              <a:off x="11404769" y="2556472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91" name="Hexagon 1990">
              <a:extLst>
                <a:ext uri="{FF2B5EF4-FFF2-40B4-BE49-F238E27FC236}">
                  <a16:creationId xmlns:a16="http://schemas.microsoft.com/office/drawing/2014/main" id="{639F7953-841E-49EA-8F1E-673E9F4796E3}"/>
                </a:ext>
              </a:extLst>
            </p:cNvPr>
            <p:cNvSpPr/>
            <p:nvPr/>
          </p:nvSpPr>
          <p:spPr>
            <a:xfrm>
              <a:off x="11406718" y="2380260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92" name="Hexagon 1991">
              <a:extLst>
                <a:ext uri="{FF2B5EF4-FFF2-40B4-BE49-F238E27FC236}">
                  <a16:creationId xmlns:a16="http://schemas.microsoft.com/office/drawing/2014/main" id="{F7CF5751-DCDE-474A-8B55-3F513C1A5D6F}"/>
                </a:ext>
              </a:extLst>
            </p:cNvPr>
            <p:cNvSpPr/>
            <p:nvPr/>
          </p:nvSpPr>
          <p:spPr>
            <a:xfrm>
              <a:off x="11174844" y="2290150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93" name="Hexagon 1992">
              <a:extLst>
                <a:ext uri="{FF2B5EF4-FFF2-40B4-BE49-F238E27FC236}">
                  <a16:creationId xmlns:a16="http://schemas.microsoft.com/office/drawing/2014/main" id="{BE445641-79CC-4109-A4F4-36E56D6BB3CE}"/>
                </a:ext>
              </a:extLst>
            </p:cNvPr>
            <p:cNvSpPr/>
            <p:nvPr/>
          </p:nvSpPr>
          <p:spPr>
            <a:xfrm>
              <a:off x="11407691" y="2200569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94" name="Hexagon 1993">
              <a:extLst>
                <a:ext uri="{FF2B5EF4-FFF2-40B4-BE49-F238E27FC236}">
                  <a16:creationId xmlns:a16="http://schemas.microsoft.com/office/drawing/2014/main" id="{B14D3ACC-9047-4F07-AE43-C64C79C1433A}"/>
                </a:ext>
              </a:extLst>
            </p:cNvPr>
            <p:cNvSpPr/>
            <p:nvPr/>
          </p:nvSpPr>
          <p:spPr>
            <a:xfrm>
              <a:off x="11174843" y="2111461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95" name="Hexagon 1994">
              <a:extLst>
                <a:ext uri="{FF2B5EF4-FFF2-40B4-BE49-F238E27FC236}">
                  <a16:creationId xmlns:a16="http://schemas.microsoft.com/office/drawing/2014/main" id="{5724C5D1-791E-49FA-9968-1A83207913C6}"/>
                </a:ext>
              </a:extLst>
            </p:cNvPr>
            <p:cNvSpPr/>
            <p:nvPr/>
          </p:nvSpPr>
          <p:spPr>
            <a:xfrm>
              <a:off x="11174842" y="1935585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96" name="Hexagon 1995">
              <a:extLst>
                <a:ext uri="{FF2B5EF4-FFF2-40B4-BE49-F238E27FC236}">
                  <a16:creationId xmlns:a16="http://schemas.microsoft.com/office/drawing/2014/main" id="{30771039-08CF-41CE-8ED6-538D7A5E3E10}"/>
                </a:ext>
              </a:extLst>
            </p:cNvPr>
            <p:cNvSpPr/>
            <p:nvPr/>
          </p:nvSpPr>
          <p:spPr>
            <a:xfrm>
              <a:off x="11404768" y="1845002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97" name="Hexagon 1996">
              <a:extLst>
                <a:ext uri="{FF2B5EF4-FFF2-40B4-BE49-F238E27FC236}">
                  <a16:creationId xmlns:a16="http://schemas.microsoft.com/office/drawing/2014/main" id="{DEE24C92-FD30-4507-B15E-FF845B83D5C5}"/>
                </a:ext>
              </a:extLst>
            </p:cNvPr>
            <p:cNvSpPr/>
            <p:nvPr/>
          </p:nvSpPr>
          <p:spPr>
            <a:xfrm>
              <a:off x="11640538" y="2118953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98" name="Hexagon 1997">
              <a:extLst>
                <a:ext uri="{FF2B5EF4-FFF2-40B4-BE49-F238E27FC236}">
                  <a16:creationId xmlns:a16="http://schemas.microsoft.com/office/drawing/2014/main" id="{A7EE7070-6058-4F59-BCC0-24749055E574}"/>
                </a:ext>
              </a:extLst>
            </p:cNvPr>
            <p:cNvSpPr/>
            <p:nvPr/>
          </p:nvSpPr>
          <p:spPr>
            <a:xfrm>
              <a:off x="11869207" y="2032891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99" name="Hexagon 1998">
              <a:extLst>
                <a:ext uri="{FF2B5EF4-FFF2-40B4-BE49-F238E27FC236}">
                  <a16:creationId xmlns:a16="http://schemas.microsoft.com/office/drawing/2014/main" id="{25A4D3DA-CCDF-4CFB-9405-3308EE43DB0E}"/>
                </a:ext>
              </a:extLst>
            </p:cNvPr>
            <p:cNvSpPr/>
            <p:nvPr/>
          </p:nvSpPr>
          <p:spPr>
            <a:xfrm>
              <a:off x="11636542" y="1939804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00" name="Hexagon 1999">
              <a:extLst>
                <a:ext uri="{FF2B5EF4-FFF2-40B4-BE49-F238E27FC236}">
                  <a16:creationId xmlns:a16="http://schemas.microsoft.com/office/drawing/2014/main" id="{A05B4A12-C7DF-4593-8E2D-F6E283802A78}"/>
                </a:ext>
              </a:extLst>
            </p:cNvPr>
            <p:cNvSpPr/>
            <p:nvPr/>
          </p:nvSpPr>
          <p:spPr>
            <a:xfrm>
              <a:off x="11868905" y="1853881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01" name="Hexagon 2000">
              <a:extLst>
                <a:ext uri="{FF2B5EF4-FFF2-40B4-BE49-F238E27FC236}">
                  <a16:creationId xmlns:a16="http://schemas.microsoft.com/office/drawing/2014/main" id="{27FF8063-E0F8-42A1-B949-753DC4A3079A}"/>
                </a:ext>
              </a:extLst>
            </p:cNvPr>
            <p:cNvSpPr/>
            <p:nvPr/>
          </p:nvSpPr>
          <p:spPr>
            <a:xfrm>
              <a:off x="11633015" y="1758732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02" name="Hexagon 2001">
              <a:extLst>
                <a:ext uri="{FF2B5EF4-FFF2-40B4-BE49-F238E27FC236}">
                  <a16:creationId xmlns:a16="http://schemas.microsoft.com/office/drawing/2014/main" id="{7A5540A2-0956-4D60-B0F6-E69C1039F3B9}"/>
                </a:ext>
              </a:extLst>
            </p:cNvPr>
            <p:cNvSpPr/>
            <p:nvPr/>
          </p:nvSpPr>
          <p:spPr>
            <a:xfrm>
              <a:off x="11406718" y="1665753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03" name="Hexagon 2002">
              <a:extLst>
                <a:ext uri="{FF2B5EF4-FFF2-40B4-BE49-F238E27FC236}">
                  <a16:creationId xmlns:a16="http://schemas.microsoft.com/office/drawing/2014/main" id="{9220700A-C7CA-4648-BB14-055A6D282E3A}"/>
                </a:ext>
              </a:extLst>
            </p:cNvPr>
            <p:cNvSpPr/>
            <p:nvPr/>
          </p:nvSpPr>
          <p:spPr>
            <a:xfrm>
              <a:off x="11189847" y="1406705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04" name="Hexagon 2003">
              <a:extLst>
                <a:ext uri="{FF2B5EF4-FFF2-40B4-BE49-F238E27FC236}">
                  <a16:creationId xmlns:a16="http://schemas.microsoft.com/office/drawing/2014/main" id="{7FCDE378-FD96-41EF-8800-27049AF208C2}"/>
                </a:ext>
              </a:extLst>
            </p:cNvPr>
            <p:cNvSpPr/>
            <p:nvPr/>
          </p:nvSpPr>
          <p:spPr>
            <a:xfrm>
              <a:off x="11415543" y="1496291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05" name="Hexagon 2004">
              <a:extLst>
                <a:ext uri="{FF2B5EF4-FFF2-40B4-BE49-F238E27FC236}">
                  <a16:creationId xmlns:a16="http://schemas.microsoft.com/office/drawing/2014/main" id="{1D11DE06-2110-47B3-BEE7-473F06D14B19}"/>
                </a:ext>
              </a:extLst>
            </p:cNvPr>
            <p:cNvSpPr/>
            <p:nvPr/>
          </p:nvSpPr>
          <p:spPr>
            <a:xfrm>
              <a:off x="11640538" y="1580038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06" name="Hexagon 2005">
              <a:extLst>
                <a:ext uri="{FF2B5EF4-FFF2-40B4-BE49-F238E27FC236}">
                  <a16:creationId xmlns:a16="http://schemas.microsoft.com/office/drawing/2014/main" id="{66FE6A53-792D-4B08-A3D2-E326C76958F1}"/>
                </a:ext>
              </a:extLst>
            </p:cNvPr>
            <p:cNvSpPr/>
            <p:nvPr/>
          </p:nvSpPr>
          <p:spPr>
            <a:xfrm>
              <a:off x="11423066" y="1317597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07" name="Hexagon 2006">
              <a:extLst>
                <a:ext uri="{FF2B5EF4-FFF2-40B4-BE49-F238E27FC236}">
                  <a16:creationId xmlns:a16="http://schemas.microsoft.com/office/drawing/2014/main" id="{44797E02-5304-4958-B999-D67216E708E2}"/>
                </a:ext>
              </a:extLst>
            </p:cNvPr>
            <p:cNvSpPr/>
            <p:nvPr/>
          </p:nvSpPr>
          <p:spPr>
            <a:xfrm>
              <a:off x="11415543" y="1133517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08" name="Hexagon 2007">
              <a:extLst>
                <a:ext uri="{FF2B5EF4-FFF2-40B4-BE49-F238E27FC236}">
                  <a16:creationId xmlns:a16="http://schemas.microsoft.com/office/drawing/2014/main" id="{15852A7E-9B8D-4196-8BFB-C212CFDCF6B5}"/>
                </a:ext>
              </a:extLst>
            </p:cNvPr>
            <p:cNvSpPr/>
            <p:nvPr/>
          </p:nvSpPr>
          <p:spPr>
            <a:xfrm>
              <a:off x="11183197" y="1046361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09" name="Hexagon 2008">
              <a:extLst>
                <a:ext uri="{FF2B5EF4-FFF2-40B4-BE49-F238E27FC236}">
                  <a16:creationId xmlns:a16="http://schemas.microsoft.com/office/drawing/2014/main" id="{6B356209-DE40-441D-BAFF-D77B1A9CFF8A}"/>
                </a:ext>
              </a:extLst>
            </p:cNvPr>
            <p:cNvSpPr/>
            <p:nvPr/>
          </p:nvSpPr>
          <p:spPr>
            <a:xfrm>
              <a:off x="11880435" y="1486765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10" name="Hexagon 2009">
              <a:extLst>
                <a:ext uri="{FF2B5EF4-FFF2-40B4-BE49-F238E27FC236}">
                  <a16:creationId xmlns:a16="http://schemas.microsoft.com/office/drawing/2014/main" id="{1889B8CB-DF36-4454-81DB-6A41C50487CD}"/>
                </a:ext>
              </a:extLst>
            </p:cNvPr>
            <p:cNvSpPr/>
            <p:nvPr/>
          </p:nvSpPr>
          <p:spPr>
            <a:xfrm>
              <a:off x="11648089" y="1399609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11" name="Hexagon 2010">
              <a:extLst>
                <a:ext uri="{FF2B5EF4-FFF2-40B4-BE49-F238E27FC236}">
                  <a16:creationId xmlns:a16="http://schemas.microsoft.com/office/drawing/2014/main" id="{7698A791-B4AC-4DB6-95FA-AEE9FA38F3F3}"/>
                </a:ext>
              </a:extLst>
            </p:cNvPr>
            <p:cNvSpPr/>
            <p:nvPr/>
          </p:nvSpPr>
          <p:spPr>
            <a:xfrm>
              <a:off x="11869207" y="1675364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12" name="Hexagon 2011">
              <a:extLst>
                <a:ext uri="{FF2B5EF4-FFF2-40B4-BE49-F238E27FC236}">
                  <a16:creationId xmlns:a16="http://schemas.microsoft.com/office/drawing/2014/main" id="{1A48B88F-A710-4D8E-AF55-70DE9B374E09}"/>
                </a:ext>
              </a:extLst>
            </p:cNvPr>
            <p:cNvSpPr/>
            <p:nvPr/>
          </p:nvSpPr>
          <p:spPr>
            <a:xfrm>
              <a:off x="12101268" y="1770421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13" name="Hexagon 2012">
              <a:extLst>
                <a:ext uri="{FF2B5EF4-FFF2-40B4-BE49-F238E27FC236}">
                  <a16:creationId xmlns:a16="http://schemas.microsoft.com/office/drawing/2014/main" id="{35BD5F52-39AB-4E8E-AD45-9F18B9FC4110}"/>
                </a:ext>
              </a:extLst>
            </p:cNvPr>
            <p:cNvSpPr/>
            <p:nvPr/>
          </p:nvSpPr>
          <p:spPr>
            <a:xfrm>
              <a:off x="12329028" y="1676878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14" name="Hexagon 2013">
              <a:extLst>
                <a:ext uri="{FF2B5EF4-FFF2-40B4-BE49-F238E27FC236}">
                  <a16:creationId xmlns:a16="http://schemas.microsoft.com/office/drawing/2014/main" id="{5255FBB3-5F50-4E3E-9916-53DFE9CE6F78}"/>
                </a:ext>
              </a:extLst>
            </p:cNvPr>
            <p:cNvSpPr/>
            <p:nvPr/>
          </p:nvSpPr>
          <p:spPr>
            <a:xfrm>
              <a:off x="12109022" y="1589005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15" name="Hexagon 2014">
              <a:extLst>
                <a:ext uri="{FF2B5EF4-FFF2-40B4-BE49-F238E27FC236}">
                  <a16:creationId xmlns:a16="http://schemas.microsoft.com/office/drawing/2014/main" id="{78E78FE1-0CC5-4241-96BA-EE75D6580B3E}"/>
                </a:ext>
              </a:extLst>
            </p:cNvPr>
            <p:cNvSpPr/>
            <p:nvPr/>
          </p:nvSpPr>
          <p:spPr>
            <a:xfrm>
              <a:off x="12333212" y="1494842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16" name="Hexagon 2015">
              <a:extLst>
                <a:ext uri="{FF2B5EF4-FFF2-40B4-BE49-F238E27FC236}">
                  <a16:creationId xmlns:a16="http://schemas.microsoft.com/office/drawing/2014/main" id="{FE16DD42-9877-405D-B0B2-A115258499FB}"/>
                </a:ext>
              </a:extLst>
            </p:cNvPr>
            <p:cNvSpPr/>
            <p:nvPr/>
          </p:nvSpPr>
          <p:spPr>
            <a:xfrm>
              <a:off x="12106331" y="1406873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17" name="Hexagon 2016">
              <a:extLst>
                <a:ext uri="{FF2B5EF4-FFF2-40B4-BE49-F238E27FC236}">
                  <a16:creationId xmlns:a16="http://schemas.microsoft.com/office/drawing/2014/main" id="{EDC7432F-5C17-46C4-AB2B-961B279345B4}"/>
                </a:ext>
              </a:extLst>
            </p:cNvPr>
            <p:cNvSpPr/>
            <p:nvPr/>
          </p:nvSpPr>
          <p:spPr>
            <a:xfrm>
              <a:off x="12337161" y="1315807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18" name="Hexagon 2017">
              <a:extLst>
                <a:ext uri="{FF2B5EF4-FFF2-40B4-BE49-F238E27FC236}">
                  <a16:creationId xmlns:a16="http://schemas.microsoft.com/office/drawing/2014/main" id="{0BC3C51C-66DE-4D44-A201-559F0301A116}"/>
                </a:ext>
              </a:extLst>
            </p:cNvPr>
            <p:cNvSpPr/>
            <p:nvPr/>
          </p:nvSpPr>
          <p:spPr>
            <a:xfrm>
              <a:off x="12104413" y="1232115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19" name="Hexagon 2018">
              <a:extLst>
                <a:ext uri="{FF2B5EF4-FFF2-40B4-BE49-F238E27FC236}">
                  <a16:creationId xmlns:a16="http://schemas.microsoft.com/office/drawing/2014/main" id="{6A66B740-C2DD-461E-B3FF-F73B5A3C63E7}"/>
                </a:ext>
              </a:extLst>
            </p:cNvPr>
            <p:cNvSpPr/>
            <p:nvPr/>
          </p:nvSpPr>
          <p:spPr>
            <a:xfrm>
              <a:off x="11876251" y="1141438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20" name="Hexagon 2019">
              <a:extLst>
                <a:ext uri="{FF2B5EF4-FFF2-40B4-BE49-F238E27FC236}">
                  <a16:creationId xmlns:a16="http://schemas.microsoft.com/office/drawing/2014/main" id="{2A0227AF-9702-466C-AE61-59A3622F5497}"/>
                </a:ext>
              </a:extLst>
            </p:cNvPr>
            <p:cNvSpPr/>
            <p:nvPr/>
          </p:nvSpPr>
          <p:spPr>
            <a:xfrm>
              <a:off x="11645897" y="1220782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21" name="Hexagon 2020">
              <a:extLst>
                <a:ext uri="{FF2B5EF4-FFF2-40B4-BE49-F238E27FC236}">
                  <a16:creationId xmlns:a16="http://schemas.microsoft.com/office/drawing/2014/main" id="{3E536A46-1D4C-4257-85CD-1CE455FD1282}"/>
                </a:ext>
              </a:extLst>
            </p:cNvPr>
            <p:cNvSpPr/>
            <p:nvPr/>
          </p:nvSpPr>
          <p:spPr>
            <a:xfrm>
              <a:off x="11648089" y="1044965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22" name="Hexagon 2021">
              <a:extLst>
                <a:ext uri="{FF2B5EF4-FFF2-40B4-BE49-F238E27FC236}">
                  <a16:creationId xmlns:a16="http://schemas.microsoft.com/office/drawing/2014/main" id="{E81C9C10-43BB-4613-BE25-2514978ABAF4}"/>
                </a:ext>
              </a:extLst>
            </p:cNvPr>
            <p:cNvSpPr/>
            <p:nvPr/>
          </p:nvSpPr>
          <p:spPr>
            <a:xfrm>
              <a:off x="11869206" y="959480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23" name="Hexagon 2022">
              <a:extLst>
                <a:ext uri="{FF2B5EF4-FFF2-40B4-BE49-F238E27FC236}">
                  <a16:creationId xmlns:a16="http://schemas.microsoft.com/office/drawing/2014/main" id="{567AD045-49F1-4722-8086-BF8CF9496436}"/>
                </a:ext>
              </a:extLst>
            </p:cNvPr>
            <p:cNvSpPr/>
            <p:nvPr/>
          </p:nvSpPr>
          <p:spPr>
            <a:xfrm>
              <a:off x="12101268" y="1055081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24" name="Hexagon 2023">
              <a:extLst>
                <a:ext uri="{FF2B5EF4-FFF2-40B4-BE49-F238E27FC236}">
                  <a16:creationId xmlns:a16="http://schemas.microsoft.com/office/drawing/2014/main" id="{BC60A466-869E-4E18-855B-6D4BDC7A8306}"/>
                </a:ext>
              </a:extLst>
            </p:cNvPr>
            <p:cNvSpPr/>
            <p:nvPr/>
          </p:nvSpPr>
          <p:spPr>
            <a:xfrm>
              <a:off x="12097326" y="877974"/>
              <a:ext cx="302709" cy="17821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29" name="portal" hidden="1">
            <a:extLst>
              <a:ext uri="{FF2B5EF4-FFF2-40B4-BE49-F238E27FC236}">
                <a16:creationId xmlns:a16="http://schemas.microsoft.com/office/drawing/2014/main" id="{A8ECEA1F-C8A1-4184-A292-A4E7B8F5B067}"/>
              </a:ext>
            </a:extLst>
          </p:cNvPr>
          <p:cNvGrpSpPr/>
          <p:nvPr/>
        </p:nvGrpSpPr>
        <p:grpSpPr>
          <a:xfrm>
            <a:off x="1613885" y="705182"/>
            <a:ext cx="3482390" cy="3891076"/>
            <a:chOff x="1613885" y="705182"/>
            <a:chExt cx="3482390" cy="3891076"/>
          </a:xfrm>
        </p:grpSpPr>
        <p:sp>
          <p:nvSpPr>
            <p:cNvPr id="208" name="Hexagon 207">
              <a:extLst>
                <a:ext uri="{FF2B5EF4-FFF2-40B4-BE49-F238E27FC236}">
                  <a16:creationId xmlns:a16="http://schemas.microsoft.com/office/drawing/2014/main" id="{B86CED04-3729-4811-921C-C469BB2E385D}"/>
                </a:ext>
              </a:extLst>
            </p:cNvPr>
            <p:cNvSpPr/>
            <p:nvPr/>
          </p:nvSpPr>
          <p:spPr>
            <a:xfrm>
              <a:off x="1830691" y="3989384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9" name="Hexagon 208">
              <a:extLst>
                <a:ext uri="{FF2B5EF4-FFF2-40B4-BE49-F238E27FC236}">
                  <a16:creationId xmlns:a16="http://schemas.microsoft.com/office/drawing/2014/main" id="{02E1CA97-428A-47C6-AF6C-5E2EC4059445}"/>
                </a:ext>
              </a:extLst>
            </p:cNvPr>
            <p:cNvSpPr/>
            <p:nvPr/>
          </p:nvSpPr>
          <p:spPr>
            <a:xfrm>
              <a:off x="1613885" y="4417306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0" name="Hexagon 209">
              <a:extLst>
                <a:ext uri="{FF2B5EF4-FFF2-40B4-BE49-F238E27FC236}">
                  <a16:creationId xmlns:a16="http://schemas.microsoft.com/office/drawing/2014/main" id="{6D1EDE6B-E396-4C17-8F51-E806B9CB876C}"/>
                </a:ext>
              </a:extLst>
            </p:cNvPr>
            <p:cNvSpPr/>
            <p:nvPr/>
          </p:nvSpPr>
          <p:spPr>
            <a:xfrm>
              <a:off x="3894786" y="3543952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4">
                    <a:lumMod val="20000"/>
                    <a:lumOff val="80000"/>
                  </a:schemeClr>
                </a:gs>
                <a:gs pos="55000">
                  <a:schemeClr val="accent4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1" name="Hexagon 210">
              <a:extLst>
                <a:ext uri="{FF2B5EF4-FFF2-40B4-BE49-F238E27FC236}">
                  <a16:creationId xmlns:a16="http://schemas.microsoft.com/office/drawing/2014/main" id="{A73600F7-1809-467E-AAE3-815273B109C5}"/>
                </a:ext>
              </a:extLst>
            </p:cNvPr>
            <p:cNvSpPr/>
            <p:nvPr/>
          </p:nvSpPr>
          <p:spPr>
            <a:xfrm>
              <a:off x="4122639" y="3970861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4">
                    <a:lumMod val="20000"/>
                    <a:lumOff val="80000"/>
                  </a:schemeClr>
                </a:gs>
                <a:gs pos="55000">
                  <a:schemeClr val="accent4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2" name="Hexagon 211">
              <a:extLst>
                <a:ext uri="{FF2B5EF4-FFF2-40B4-BE49-F238E27FC236}">
                  <a16:creationId xmlns:a16="http://schemas.microsoft.com/office/drawing/2014/main" id="{F07F4D15-8E89-4AC2-B1DF-1C3C06411270}"/>
                </a:ext>
              </a:extLst>
            </p:cNvPr>
            <p:cNvSpPr/>
            <p:nvPr/>
          </p:nvSpPr>
          <p:spPr>
            <a:xfrm>
              <a:off x="4147109" y="750078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3" name="Hexagon 212">
              <a:extLst>
                <a:ext uri="{FF2B5EF4-FFF2-40B4-BE49-F238E27FC236}">
                  <a16:creationId xmlns:a16="http://schemas.microsoft.com/office/drawing/2014/main" id="{9EC10B29-EF5F-436B-A2A1-EB7221109AF8}"/>
                </a:ext>
              </a:extLst>
            </p:cNvPr>
            <p:cNvSpPr/>
            <p:nvPr/>
          </p:nvSpPr>
          <p:spPr>
            <a:xfrm>
              <a:off x="4795319" y="705182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25" name="八卦" hidden="1">
            <a:extLst>
              <a:ext uri="{FF2B5EF4-FFF2-40B4-BE49-F238E27FC236}">
                <a16:creationId xmlns:a16="http://schemas.microsoft.com/office/drawing/2014/main" id="{7FD61E72-A05A-41F9-8F4B-9C0ED79E8D5A}"/>
              </a:ext>
            </a:extLst>
          </p:cNvPr>
          <p:cNvGrpSpPr/>
          <p:nvPr/>
        </p:nvGrpSpPr>
        <p:grpSpPr>
          <a:xfrm>
            <a:off x="1844478" y="1050985"/>
            <a:ext cx="5763788" cy="6297580"/>
            <a:chOff x="1844478" y="1050985"/>
            <a:chExt cx="5763788" cy="6297580"/>
          </a:xfrm>
        </p:grpSpPr>
        <p:sp>
          <p:nvSpPr>
            <p:cNvPr id="33" name="Hexagon 32">
              <a:extLst>
                <a:ext uri="{FF2B5EF4-FFF2-40B4-BE49-F238E27FC236}">
                  <a16:creationId xmlns:a16="http://schemas.microsoft.com/office/drawing/2014/main" id="{4497046F-321E-4C2B-B836-40555267B4B9}"/>
                </a:ext>
              </a:extLst>
            </p:cNvPr>
            <p:cNvSpPr/>
            <p:nvPr/>
          </p:nvSpPr>
          <p:spPr>
            <a:xfrm>
              <a:off x="1844478" y="71656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" name="Hexagon 33">
              <a:extLst>
                <a:ext uri="{FF2B5EF4-FFF2-40B4-BE49-F238E27FC236}">
                  <a16:creationId xmlns:a16="http://schemas.microsoft.com/office/drawing/2014/main" id="{2801E98C-AC50-49AF-B3CA-D885DB4407FA}"/>
                </a:ext>
              </a:extLst>
            </p:cNvPr>
            <p:cNvSpPr/>
            <p:nvPr/>
          </p:nvSpPr>
          <p:spPr>
            <a:xfrm>
              <a:off x="4344073" y="601795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" name="Hexagon 34">
              <a:extLst>
                <a:ext uri="{FF2B5EF4-FFF2-40B4-BE49-F238E27FC236}">
                  <a16:creationId xmlns:a16="http://schemas.microsoft.com/office/drawing/2014/main" id="{EB7FDC3F-DE1F-4B02-9575-44C93991AC14}"/>
                </a:ext>
              </a:extLst>
            </p:cNvPr>
            <p:cNvSpPr/>
            <p:nvPr/>
          </p:nvSpPr>
          <p:spPr>
            <a:xfrm>
              <a:off x="7087682" y="476451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" name="Hexagon 35">
              <a:extLst>
                <a:ext uri="{FF2B5EF4-FFF2-40B4-BE49-F238E27FC236}">
                  <a16:creationId xmlns:a16="http://schemas.microsoft.com/office/drawing/2014/main" id="{EEFF248E-C2C1-468C-8070-B21C6FCF9B37}"/>
                </a:ext>
              </a:extLst>
            </p:cNvPr>
            <p:cNvSpPr/>
            <p:nvPr/>
          </p:nvSpPr>
          <p:spPr>
            <a:xfrm>
              <a:off x="5494030" y="325309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7" name="Hexagon 36">
              <a:extLst>
                <a:ext uri="{FF2B5EF4-FFF2-40B4-BE49-F238E27FC236}">
                  <a16:creationId xmlns:a16="http://schemas.microsoft.com/office/drawing/2014/main" id="{07B3B36A-E9A0-466E-B007-5D17A50156B1}"/>
                </a:ext>
              </a:extLst>
            </p:cNvPr>
            <p:cNvSpPr/>
            <p:nvPr/>
          </p:nvSpPr>
          <p:spPr>
            <a:xfrm>
              <a:off x="7087682" y="10509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" name="Hexagon 37">
              <a:extLst>
                <a:ext uri="{FF2B5EF4-FFF2-40B4-BE49-F238E27FC236}">
                  <a16:creationId xmlns:a16="http://schemas.microsoft.com/office/drawing/2014/main" id="{8447EE68-2A95-4673-9BA2-1A752FE0A0EE}"/>
                </a:ext>
              </a:extLst>
            </p:cNvPr>
            <p:cNvSpPr/>
            <p:nvPr/>
          </p:nvSpPr>
          <p:spPr>
            <a:xfrm>
              <a:off x="3898387" y="707629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" name="Hexagon 39">
              <a:extLst>
                <a:ext uri="{FF2B5EF4-FFF2-40B4-BE49-F238E27FC236}">
                  <a16:creationId xmlns:a16="http://schemas.microsoft.com/office/drawing/2014/main" id="{2A5785A4-E11D-4C5E-AA3D-0EF5EF86BF0D}"/>
                </a:ext>
              </a:extLst>
            </p:cNvPr>
            <p:cNvSpPr/>
            <p:nvPr/>
          </p:nvSpPr>
          <p:spPr>
            <a:xfrm>
              <a:off x="7087682" y="565622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" name="Hexagon 38">
              <a:extLst>
                <a:ext uri="{FF2B5EF4-FFF2-40B4-BE49-F238E27FC236}">
                  <a16:creationId xmlns:a16="http://schemas.microsoft.com/office/drawing/2014/main" id="{08DCFDDC-7815-468D-85CC-492F0573D975}"/>
                </a:ext>
              </a:extLst>
            </p:cNvPr>
            <p:cNvSpPr/>
            <p:nvPr/>
          </p:nvSpPr>
          <p:spPr>
            <a:xfrm>
              <a:off x="7306514" y="308587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7" name="遗迹" hidden="1">
            <a:extLst>
              <a:ext uri="{FF2B5EF4-FFF2-40B4-BE49-F238E27FC236}">
                <a16:creationId xmlns:a16="http://schemas.microsoft.com/office/drawing/2014/main" id="{CBDCB437-95C2-49FC-A300-9E99D37AF993}"/>
              </a:ext>
            </a:extLst>
          </p:cNvPr>
          <p:cNvGrpSpPr/>
          <p:nvPr/>
        </p:nvGrpSpPr>
        <p:grpSpPr>
          <a:xfrm>
            <a:off x="464102" y="601703"/>
            <a:ext cx="9655980" cy="8780839"/>
            <a:chOff x="464102" y="601703"/>
            <a:chExt cx="9655980" cy="8780839"/>
          </a:xfrm>
        </p:grpSpPr>
        <p:sp>
          <p:nvSpPr>
            <p:cNvPr id="178" name="Hexagon 177">
              <a:extLst>
                <a:ext uri="{FF2B5EF4-FFF2-40B4-BE49-F238E27FC236}">
                  <a16:creationId xmlns:a16="http://schemas.microsoft.com/office/drawing/2014/main" id="{9B990499-969C-4C11-B150-34A5FEBDCA79}"/>
                </a:ext>
              </a:extLst>
            </p:cNvPr>
            <p:cNvSpPr/>
            <p:nvPr/>
          </p:nvSpPr>
          <p:spPr>
            <a:xfrm>
              <a:off x="2275518" y="3641972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79" name="Hexagon 178">
              <a:extLst>
                <a:ext uri="{FF2B5EF4-FFF2-40B4-BE49-F238E27FC236}">
                  <a16:creationId xmlns:a16="http://schemas.microsoft.com/office/drawing/2014/main" id="{AAA205EF-7B9E-4320-B979-318883E712A8}"/>
                </a:ext>
              </a:extLst>
            </p:cNvPr>
            <p:cNvSpPr/>
            <p:nvPr/>
          </p:nvSpPr>
          <p:spPr>
            <a:xfrm>
              <a:off x="2514737" y="282711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0" name="Hexagon 179">
              <a:extLst>
                <a:ext uri="{FF2B5EF4-FFF2-40B4-BE49-F238E27FC236}">
                  <a16:creationId xmlns:a16="http://schemas.microsoft.com/office/drawing/2014/main" id="{E20F2518-0333-4E81-8387-52780B31ECA3}"/>
                </a:ext>
              </a:extLst>
            </p:cNvPr>
            <p:cNvSpPr/>
            <p:nvPr/>
          </p:nvSpPr>
          <p:spPr>
            <a:xfrm>
              <a:off x="2974680" y="264437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1" name="Hexagon 180">
              <a:extLst>
                <a:ext uri="{FF2B5EF4-FFF2-40B4-BE49-F238E27FC236}">
                  <a16:creationId xmlns:a16="http://schemas.microsoft.com/office/drawing/2014/main" id="{3524632A-632D-4B33-B71A-25BB06F24E93}"/>
                </a:ext>
              </a:extLst>
            </p:cNvPr>
            <p:cNvSpPr/>
            <p:nvPr/>
          </p:nvSpPr>
          <p:spPr>
            <a:xfrm>
              <a:off x="3215816" y="201592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2" name="Hexagon 181">
              <a:extLst>
                <a:ext uri="{FF2B5EF4-FFF2-40B4-BE49-F238E27FC236}">
                  <a16:creationId xmlns:a16="http://schemas.microsoft.com/office/drawing/2014/main" id="{0E1F59F3-D1F1-440E-AC59-6B00726A6560}"/>
                </a:ext>
              </a:extLst>
            </p:cNvPr>
            <p:cNvSpPr/>
            <p:nvPr/>
          </p:nvSpPr>
          <p:spPr>
            <a:xfrm>
              <a:off x="2512751" y="156006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3" name="Hexagon 182">
              <a:extLst>
                <a:ext uri="{FF2B5EF4-FFF2-40B4-BE49-F238E27FC236}">
                  <a16:creationId xmlns:a16="http://schemas.microsoft.com/office/drawing/2014/main" id="{7D82820C-32F4-4516-848A-6E99C58F76D0}"/>
                </a:ext>
              </a:extLst>
            </p:cNvPr>
            <p:cNvSpPr/>
            <p:nvPr/>
          </p:nvSpPr>
          <p:spPr>
            <a:xfrm>
              <a:off x="1812804" y="146755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4" name="Hexagon 183">
              <a:extLst>
                <a:ext uri="{FF2B5EF4-FFF2-40B4-BE49-F238E27FC236}">
                  <a16:creationId xmlns:a16="http://schemas.microsoft.com/office/drawing/2014/main" id="{EF0A0AD8-AC95-457F-A605-06BABB6E3CC9}"/>
                </a:ext>
              </a:extLst>
            </p:cNvPr>
            <p:cNvSpPr/>
            <p:nvPr/>
          </p:nvSpPr>
          <p:spPr>
            <a:xfrm>
              <a:off x="1110116" y="174185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5" name="Hexagon 184">
              <a:extLst>
                <a:ext uri="{FF2B5EF4-FFF2-40B4-BE49-F238E27FC236}">
                  <a16:creationId xmlns:a16="http://schemas.microsoft.com/office/drawing/2014/main" id="{826108AF-8C1F-49BB-AFDD-B6B9B93F89B2}"/>
                </a:ext>
              </a:extLst>
            </p:cNvPr>
            <p:cNvSpPr/>
            <p:nvPr/>
          </p:nvSpPr>
          <p:spPr>
            <a:xfrm>
              <a:off x="3679757" y="147709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25" name="Hexagon 2024">
              <a:extLst>
                <a:ext uri="{FF2B5EF4-FFF2-40B4-BE49-F238E27FC236}">
                  <a16:creationId xmlns:a16="http://schemas.microsoft.com/office/drawing/2014/main" id="{8677B940-6748-40DC-815A-36D4DA86D1C7}"/>
                </a:ext>
              </a:extLst>
            </p:cNvPr>
            <p:cNvSpPr/>
            <p:nvPr/>
          </p:nvSpPr>
          <p:spPr>
            <a:xfrm>
              <a:off x="1374524" y="4881773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26" name="Hexagon 2025">
              <a:extLst>
                <a:ext uri="{FF2B5EF4-FFF2-40B4-BE49-F238E27FC236}">
                  <a16:creationId xmlns:a16="http://schemas.microsoft.com/office/drawing/2014/main" id="{BA617167-DE38-4214-87EC-8ADEB65D98BA}"/>
                </a:ext>
              </a:extLst>
            </p:cNvPr>
            <p:cNvSpPr/>
            <p:nvPr/>
          </p:nvSpPr>
          <p:spPr>
            <a:xfrm>
              <a:off x="2067477" y="549904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27" name="Hexagon 2026">
              <a:extLst>
                <a:ext uri="{FF2B5EF4-FFF2-40B4-BE49-F238E27FC236}">
                  <a16:creationId xmlns:a16="http://schemas.microsoft.com/office/drawing/2014/main" id="{49FDE54D-4181-438F-88A5-9FD2A8E28AD2}"/>
                </a:ext>
              </a:extLst>
            </p:cNvPr>
            <p:cNvSpPr/>
            <p:nvPr/>
          </p:nvSpPr>
          <p:spPr>
            <a:xfrm>
              <a:off x="3638129" y="521964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30" name="Hexagon 2029">
              <a:extLst>
                <a:ext uri="{FF2B5EF4-FFF2-40B4-BE49-F238E27FC236}">
                  <a16:creationId xmlns:a16="http://schemas.microsoft.com/office/drawing/2014/main" id="{83304E92-6B89-460D-80C7-C097250EAAF4}"/>
                </a:ext>
              </a:extLst>
            </p:cNvPr>
            <p:cNvSpPr/>
            <p:nvPr/>
          </p:nvSpPr>
          <p:spPr>
            <a:xfrm>
              <a:off x="464102" y="629597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31" name="Hexagon 2030">
              <a:extLst>
                <a:ext uri="{FF2B5EF4-FFF2-40B4-BE49-F238E27FC236}">
                  <a16:creationId xmlns:a16="http://schemas.microsoft.com/office/drawing/2014/main" id="{4D12117D-1811-4065-A52E-A01626982EE5}"/>
                </a:ext>
              </a:extLst>
            </p:cNvPr>
            <p:cNvSpPr/>
            <p:nvPr/>
          </p:nvSpPr>
          <p:spPr>
            <a:xfrm>
              <a:off x="1170924" y="636623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32" name="Hexagon 2031">
              <a:extLst>
                <a:ext uri="{FF2B5EF4-FFF2-40B4-BE49-F238E27FC236}">
                  <a16:creationId xmlns:a16="http://schemas.microsoft.com/office/drawing/2014/main" id="{5CF95158-8BE1-42CA-92B3-99FD73EB2CEF}"/>
                </a:ext>
              </a:extLst>
            </p:cNvPr>
            <p:cNvSpPr/>
            <p:nvPr/>
          </p:nvSpPr>
          <p:spPr>
            <a:xfrm>
              <a:off x="1620344" y="673453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34" name="Hexagon 2033">
              <a:extLst>
                <a:ext uri="{FF2B5EF4-FFF2-40B4-BE49-F238E27FC236}">
                  <a16:creationId xmlns:a16="http://schemas.microsoft.com/office/drawing/2014/main" id="{67A5432F-6EEE-49E7-ABC8-88C6C97D6C15}"/>
                </a:ext>
              </a:extLst>
            </p:cNvPr>
            <p:cNvSpPr/>
            <p:nvPr/>
          </p:nvSpPr>
          <p:spPr>
            <a:xfrm>
              <a:off x="696419" y="744255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35" name="Hexagon 2034">
              <a:extLst>
                <a:ext uri="{FF2B5EF4-FFF2-40B4-BE49-F238E27FC236}">
                  <a16:creationId xmlns:a16="http://schemas.microsoft.com/office/drawing/2014/main" id="{ED96CBA4-B3EB-49DF-8DFB-DACF594770D1}"/>
                </a:ext>
              </a:extLst>
            </p:cNvPr>
            <p:cNvSpPr/>
            <p:nvPr/>
          </p:nvSpPr>
          <p:spPr>
            <a:xfrm>
              <a:off x="2067477" y="7426252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36" name="Hexagon 2035">
              <a:extLst>
                <a:ext uri="{FF2B5EF4-FFF2-40B4-BE49-F238E27FC236}">
                  <a16:creationId xmlns:a16="http://schemas.microsoft.com/office/drawing/2014/main" id="{3D990371-9ACC-42AE-97E3-AFEBAFBCD609}"/>
                </a:ext>
              </a:extLst>
            </p:cNvPr>
            <p:cNvSpPr/>
            <p:nvPr/>
          </p:nvSpPr>
          <p:spPr>
            <a:xfrm>
              <a:off x="2965985" y="727254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37" name="Hexagon 2036">
              <a:extLst>
                <a:ext uri="{FF2B5EF4-FFF2-40B4-BE49-F238E27FC236}">
                  <a16:creationId xmlns:a16="http://schemas.microsoft.com/office/drawing/2014/main" id="{1899C52B-3167-41D1-8FDC-04C12FD50C7B}"/>
                </a:ext>
              </a:extLst>
            </p:cNvPr>
            <p:cNvSpPr/>
            <p:nvPr/>
          </p:nvSpPr>
          <p:spPr>
            <a:xfrm>
              <a:off x="3450505" y="6892914"/>
              <a:ext cx="308695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38" name="Hexagon 2037">
              <a:extLst>
                <a:ext uri="{FF2B5EF4-FFF2-40B4-BE49-F238E27FC236}">
                  <a16:creationId xmlns:a16="http://schemas.microsoft.com/office/drawing/2014/main" id="{D87F5FD2-DB4F-4E32-B289-D25AA296DADA}"/>
                </a:ext>
              </a:extLst>
            </p:cNvPr>
            <p:cNvSpPr/>
            <p:nvPr/>
          </p:nvSpPr>
          <p:spPr>
            <a:xfrm>
              <a:off x="2536105" y="6366229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39" name="Hexagon 2038">
              <a:extLst>
                <a:ext uri="{FF2B5EF4-FFF2-40B4-BE49-F238E27FC236}">
                  <a16:creationId xmlns:a16="http://schemas.microsoft.com/office/drawing/2014/main" id="{82F163C9-E954-4442-97BF-B0D0FAAE2D5E}"/>
                </a:ext>
              </a:extLst>
            </p:cNvPr>
            <p:cNvSpPr/>
            <p:nvPr/>
          </p:nvSpPr>
          <p:spPr>
            <a:xfrm>
              <a:off x="3875955" y="619622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42" name="Hexagon 2041">
              <a:extLst>
                <a:ext uri="{FF2B5EF4-FFF2-40B4-BE49-F238E27FC236}">
                  <a16:creationId xmlns:a16="http://schemas.microsoft.com/office/drawing/2014/main" id="{968D3383-70DE-46DA-84FF-54FB6C99E6C4}"/>
                </a:ext>
              </a:extLst>
            </p:cNvPr>
            <p:cNvSpPr/>
            <p:nvPr/>
          </p:nvSpPr>
          <p:spPr>
            <a:xfrm>
              <a:off x="4805415" y="6915139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43" name="Hexagon 2042">
              <a:extLst>
                <a:ext uri="{FF2B5EF4-FFF2-40B4-BE49-F238E27FC236}">
                  <a16:creationId xmlns:a16="http://schemas.microsoft.com/office/drawing/2014/main" id="{3CB54078-CE10-4825-99CC-EEB26117DB4E}"/>
                </a:ext>
              </a:extLst>
            </p:cNvPr>
            <p:cNvSpPr/>
            <p:nvPr/>
          </p:nvSpPr>
          <p:spPr>
            <a:xfrm>
              <a:off x="5024490" y="6125962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44" name="Hexagon 2043">
              <a:extLst>
                <a:ext uri="{FF2B5EF4-FFF2-40B4-BE49-F238E27FC236}">
                  <a16:creationId xmlns:a16="http://schemas.microsoft.com/office/drawing/2014/main" id="{6371E11A-E9B0-451B-BDFB-5CD3B15BC63B}"/>
                </a:ext>
              </a:extLst>
            </p:cNvPr>
            <p:cNvSpPr/>
            <p:nvPr/>
          </p:nvSpPr>
          <p:spPr>
            <a:xfrm>
              <a:off x="5024490" y="541404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45" name="Hexagon 2044">
              <a:extLst>
                <a:ext uri="{FF2B5EF4-FFF2-40B4-BE49-F238E27FC236}">
                  <a16:creationId xmlns:a16="http://schemas.microsoft.com/office/drawing/2014/main" id="{ADAA9472-09C2-473B-AA15-D4E55F63EE24}"/>
                </a:ext>
              </a:extLst>
            </p:cNvPr>
            <p:cNvSpPr/>
            <p:nvPr/>
          </p:nvSpPr>
          <p:spPr>
            <a:xfrm>
              <a:off x="3875954" y="4419693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46" name="Hexagon 2045">
              <a:extLst>
                <a:ext uri="{FF2B5EF4-FFF2-40B4-BE49-F238E27FC236}">
                  <a16:creationId xmlns:a16="http://schemas.microsoft.com/office/drawing/2014/main" id="{4C1EC4AD-36D8-45D8-81C9-B9825E1F33CC}"/>
                </a:ext>
              </a:extLst>
            </p:cNvPr>
            <p:cNvSpPr/>
            <p:nvPr/>
          </p:nvSpPr>
          <p:spPr>
            <a:xfrm>
              <a:off x="4339504" y="496677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47" name="Hexagon 2046">
              <a:extLst>
                <a:ext uri="{FF2B5EF4-FFF2-40B4-BE49-F238E27FC236}">
                  <a16:creationId xmlns:a16="http://schemas.microsoft.com/office/drawing/2014/main" id="{D679B2D1-9477-4CDF-81C1-B7DD04A225F0}"/>
                </a:ext>
              </a:extLst>
            </p:cNvPr>
            <p:cNvSpPr/>
            <p:nvPr/>
          </p:nvSpPr>
          <p:spPr>
            <a:xfrm>
              <a:off x="6372991" y="6816359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48" name="Hexagon 2047">
              <a:extLst>
                <a:ext uri="{FF2B5EF4-FFF2-40B4-BE49-F238E27FC236}">
                  <a16:creationId xmlns:a16="http://schemas.microsoft.com/office/drawing/2014/main" id="{5C3E2F67-EF07-4BA8-9F73-CBBA499FD235}"/>
                </a:ext>
              </a:extLst>
            </p:cNvPr>
            <p:cNvSpPr/>
            <p:nvPr/>
          </p:nvSpPr>
          <p:spPr>
            <a:xfrm>
              <a:off x="6836541" y="504645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49" name="Hexagon 2048">
              <a:extLst>
                <a:ext uri="{FF2B5EF4-FFF2-40B4-BE49-F238E27FC236}">
                  <a16:creationId xmlns:a16="http://schemas.microsoft.com/office/drawing/2014/main" id="{5D3C9CC9-72D5-451F-BE24-F8FAF02284F4}"/>
                </a:ext>
              </a:extLst>
            </p:cNvPr>
            <p:cNvSpPr/>
            <p:nvPr/>
          </p:nvSpPr>
          <p:spPr>
            <a:xfrm>
              <a:off x="5968459" y="4876442"/>
              <a:ext cx="285302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50" name="Hexagon 2049">
              <a:extLst>
                <a:ext uri="{FF2B5EF4-FFF2-40B4-BE49-F238E27FC236}">
                  <a16:creationId xmlns:a16="http://schemas.microsoft.com/office/drawing/2014/main" id="{916BE5EF-4C18-4F9A-A9D5-CDF2E19C3075}"/>
                </a:ext>
              </a:extLst>
            </p:cNvPr>
            <p:cNvSpPr/>
            <p:nvPr/>
          </p:nvSpPr>
          <p:spPr>
            <a:xfrm>
              <a:off x="7540084" y="4419693"/>
              <a:ext cx="285302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51" name="Hexagon 2050">
              <a:extLst>
                <a:ext uri="{FF2B5EF4-FFF2-40B4-BE49-F238E27FC236}">
                  <a16:creationId xmlns:a16="http://schemas.microsoft.com/office/drawing/2014/main" id="{19CAAAB2-B942-4605-AC6D-C9B03947CEE3}"/>
                </a:ext>
              </a:extLst>
            </p:cNvPr>
            <p:cNvSpPr/>
            <p:nvPr/>
          </p:nvSpPr>
          <p:spPr>
            <a:xfrm>
              <a:off x="6865538" y="4161493"/>
              <a:ext cx="285302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52" name="Hexagon 2051">
              <a:extLst>
                <a:ext uri="{FF2B5EF4-FFF2-40B4-BE49-F238E27FC236}">
                  <a16:creationId xmlns:a16="http://schemas.microsoft.com/office/drawing/2014/main" id="{83F47B7C-E84C-4D1E-A47B-83BB1CA70DF0}"/>
                </a:ext>
              </a:extLst>
            </p:cNvPr>
            <p:cNvSpPr/>
            <p:nvPr/>
          </p:nvSpPr>
          <p:spPr>
            <a:xfrm>
              <a:off x="7540084" y="335635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53" name="Hexagon 2052">
              <a:extLst>
                <a:ext uri="{FF2B5EF4-FFF2-40B4-BE49-F238E27FC236}">
                  <a16:creationId xmlns:a16="http://schemas.microsoft.com/office/drawing/2014/main" id="{7CEB62AD-7BDB-44CE-B5B3-B74022E40506}"/>
                </a:ext>
              </a:extLst>
            </p:cNvPr>
            <p:cNvSpPr/>
            <p:nvPr/>
          </p:nvSpPr>
          <p:spPr>
            <a:xfrm>
              <a:off x="5943921" y="326491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54" name="Hexagon 2053">
              <a:extLst>
                <a:ext uri="{FF2B5EF4-FFF2-40B4-BE49-F238E27FC236}">
                  <a16:creationId xmlns:a16="http://schemas.microsoft.com/office/drawing/2014/main" id="{FE680ADD-A1E9-4DAB-A59E-1217F0CEBDD1}"/>
                </a:ext>
              </a:extLst>
            </p:cNvPr>
            <p:cNvSpPr/>
            <p:nvPr/>
          </p:nvSpPr>
          <p:spPr>
            <a:xfrm>
              <a:off x="6163651" y="2287596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55" name="Hexagon 2054">
              <a:extLst>
                <a:ext uri="{FF2B5EF4-FFF2-40B4-BE49-F238E27FC236}">
                  <a16:creationId xmlns:a16="http://schemas.microsoft.com/office/drawing/2014/main" id="{F6F8CE0C-F12F-4524-A344-7385AF761026}"/>
                </a:ext>
              </a:extLst>
            </p:cNvPr>
            <p:cNvSpPr/>
            <p:nvPr/>
          </p:nvSpPr>
          <p:spPr>
            <a:xfrm>
              <a:off x="5695461" y="175380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56" name="Hexagon 2055">
              <a:extLst>
                <a:ext uri="{FF2B5EF4-FFF2-40B4-BE49-F238E27FC236}">
                  <a16:creationId xmlns:a16="http://schemas.microsoft.com/office/drawing/2014/main" id="{AFCCCAC7-5B48-4CB6-A257-494B46D1DAC3}"/>
                </a:ext>
              </a:extLst>
            </p:cNvPr>
            <p:cNvSpPr/>
            <p:nvPr/>
          </p:nvSpPr>
          <p:spPr>
            <a:xfrm>
              <a:off x="5261318" y="122358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57" name="Hexagon 2056">
              <a:extLst>
                <a:ext uri="{FF2B5EF4-FFF2-40B4-BE49-F238E27FC236}">
                  <a16:creationId xmlns:a16="http://schemas.microsoft.com/office/drawing/2014/main" id="{75AF2A52-20A8-4D72-8572-8E81ED580B08}"/>
                </a:ext>
              </a:extLst>
            </p:cNvPr>
            <p:cNvSpPr/>
            <p:nvPr/>
          </p:nvSpPr>
          <p:spPr>
            <a:xfrm>
              <a:off x="6163651" y="70965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58" name="Hexagon 2057">
              <a:extLst>
                <a:ext uri="{FF2B5EF4-FFF2-40B4-BE49-F238E27FC236}">
                  <a16:creationId xmlns:a16="http://schemas.microsoft.com/office/drawing/2014/main" id="{B542EC47-7B15-49BA-B0C6-86C1FE7BBDC3}"/>
                </a:ext>
              </a:extLst>
            </p:cNvPr>
            <p:cNvSpPr/>
            <p:nvPr/>
          </p:nvSpPr>
          <p:spPr>
            <a:xfrm>
              <a:off x="7303476" y="60170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59" name="Hexagon 2058">
              <a:extLst>
                <a:ext uri="{FF2B5EF4-FFF2-40B4-BE49-F238E27FC236}">
                  <a16:creationId xmlns:a16="http://schemas.microsoft.com/office/drawing/2014/main" id="{824C39BC-44F3-4B34-8086-7F838864A345}"/>
                </a:ext>
              </a:extLst>
            </p:cNvPr>
            <p:cNvSpPr/>
            <p:nvPr/>
          </p:nvSpPr>
          <p:spPr>
            <a:xfrm>
              <a:off x="6617676" y="122766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60" name="Hexagon 2059">
              <a:extLst>
                <a:ext uri="{FF2B5EF4-FFF2-40B4-BE49-F238E27FC236}">
                  <a16:creationId xmlns:a16="http://schemas.microsoft.com/office/drawing/2014/main" id="{2DEE31D7-78DC-4C30-B315-D890E62DDBC8}"/>
                </a:ext>
              </a:extLst>
            </p:cNvPr>
            <p:cNvSpPr/>
            <p:nvPr/>
          </p:nvSpPr>
          <p:spPr>
            <a:xfrm>
              <a:off x="7303476" y="166880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61" name="Hexagon 2060">
              <a:extLst>
                <a:ext uri="{FF2B5EF4-FFF2-40B4-BE49-F238E27FC236}">
                  <a16:creationId xmlns:a16="http://schemas.microsoft.com/office/drawing/2014/main" id="{094EDDC5-502A-4A0C-A1F6-E402AF286675}"/>
                </a:ext>
              </a:extLst>
            </p:cNvPr>
            <p:cNvSpPr/>
            <p:nvPr/>
          </p:nvSpPr>
          <p:spPr>
            <a:xfrm>
              <a:off x="7524530" y="2117357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62" name="Hexagon 2061">
              <a:extLst>
                <a:ext uri="{FF2B5EF4-FFF2-40B4-BE49-F238E27FC236}">
                  <a16:creationId xmlns:a16="http://schemas.microsoft.com/office/drawing/2014/main" id="{8D3FB770-5722-4B26-840A-66E92B560AF3}"/>
                </a:ext>
              </a:extLst>
            </p:cNvPr>
            <p:cNvSpPr/>
            <p:nvPr/>
          </p:nvSpPr>
          <p:spPr>
            <a:xfrm>
              <a:off x="7988080" y="300992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65" name="Hexagon 2064">
              <a:extLst>
                <a:ext uri="{FF2B5EF4-FFF2-40B4-BE49-F238E27FC236}">
                  <a16:creationId xmlns:a16="http://schemas.microsoft.com/office/drawing/2014/main" id="{EC704A41-8029-4681-9AAD-EEE597407A96}"/>
                </a:ext>
              </a:extLst>
            </p:cNvPr>
            <p:cNvSpPr/>
            <p:nvPr/>
          </p:nvSpPr>
          <p:spPr>
            <a:xfrm>
              <a:off x="8678251" y="255933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66" name="Hexagon 2065">
              <a:extLst>
                <a:ext uri="{FF2B5EF4-FFF2-40B4-BE49-F238E27FC236}">
                  <a16:creationId xmlns:a16="http://schemas.microsoft.com/office/drawing/2014/main" id="{72EAE510-7F67-4828-8784-BC79AF8B2685}"/>
                </a:ext>
              </a:extLst>
            </p:cNvPr>
            <p:cNvSpPr/>
            <p:nvPr/>
          </p:nvSpPr>
          <p:spPr>
            <a:xfrm>
              <a:off x="9576914" y="203235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67" name="Hexagon 2066">
              <a:extLst>
                <a:ext uri="{FF2B5EF4-FFF2-40B4-BE49-F238E27FC236}">
                  <a16:creationId xmlns:a16="http://schemas.microsoft.com/office/drawing/2014/main" id="{DF781833-D463-4900-9976-1570893A3CD3}"/>
                </a:ext>
              </a:extLst>
            </p:cNvPr>
            <p:cNvSpPr/>
            <p:nvPr/>
          </p:nvSpPr>
          <p:spPr>
            <a:xfrm>
              <a:off x="9351489" y="3720257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68" name="Hexagon 2067">
              <a:extLst>
                <a:ext uri="{FF2B5EF4-FFF2-40B4-BE49-F238E27FC236}">
                  <a16:creationId xmlns:a16="http://schemas.microsoft.com/office/drawing/2014/main" id="{8F90E514-3C14-43C1-A0B3-D6B64381401C}"/>
                </a:ext>
              </a:extLst>
            </p:cNvPr>
            <p:cNvSpPr/>
            <p:nvPr/>
          </p:nvSpPr>
          <p:spPr>
            <a:xfrm>
              <a:off x="8887939" y="388907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69" name="Hexagon 2068">
              <a:extLst>
                <a:ext uri="{FF2B5EF4-FFF2-40B4-BE49-F238E27FC236}">
                  <a16:creationId xmlns:a16="http://schemas.microsoft.com/office/drawing/2014/main" id="{CFDE9ECD-025B-4CF1-86F9-996B7FEFA811}"/>
                </a:ext>
              </a:extLst>
            </p:cNvPr>
            <p:cNvSpPr/>
            <p:nvPr/>
          </p:nvSpPr>
          <p:spPr>
            <a:xfrm>
              <a:off x="8650135" y="468318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70" name="Hexagon 2069">
              <a:extLst>
                <a:ext uri="{FF2B5EF4-FFF2-40B4-BE49-F238E27FC236}">
                  <a16:creationId xmlns:a16="http://schemas.microsoft.com/office/drawing/2014/main" id="{0AA15EA5-920B-4EE1-9F7B-FFBFF99129CD}"/>
                </a:ext>
              </a:extLst>
            </p:cNvPr>
            <p:cNvSpPr/>
            <p:nvPr/>
          </p:nvSpPr>
          <p:spPr>
            <a:xfrm>
              <a:off x="8899017" y="5134641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71" name="Hexagon 2070">
              <a:extLst>
                <a:ext uri="{FF2B5EF4-FFF2-40B4-BE49-F238E27FC236}">
                  <a16:creationId xmlns:a16="http://schemas.microsoft.com/office/drawing/2014/main" id="{3A6E3277-0CD8-493E-B5F2-260DD80E3F99}"/>
                </a:ext>
              </a:extLst>
            </p:cNvPr>
            <p:cNvSpPr/>
            <p:nvPr/>
          </p:nvSpPr>
          <p:spPr>
            <a:xfrm>
              <a:off x="9810242" y="566905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72" name="Hexagon 2071">
              <a:extLst>
                <a:ext uri="{FF2B5EF4-FFF2-40B4-BE49-F238E27FC236}">
                  <a16:creationId xmlns:a16="http://schemas.microsoft.com/office/drawing/2014/main" id="{2D817968-C77F-4B30-91E1-49580B845617}"/>
                </a:ext>
              </a:extLst>
            </p:cNvPr>
            <p:cNvSpPr/>
            <p:nvPr/>
          </p:nvSpPr>
          <p:spPr>
            <a:xfrm>
              <a:off x="8228720" y="5747947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73" name="Hexagon 2072">
              <a:extLst>
                <a:ext uri="{FF2B5EF4-FFF2-40B4-BE49-F238E27FC236}">
                  <a16:creationId xmlns:a16="http://schemas.microsoft.com/office/drawing/2014/main" id="{2AA2F138-3263-419C-8172-D1B82C7D9D4A}"/>
                </a:ext>
              </a:extLst>
            </p:cNvPr>
            <p:cNvSpPr/>
            <p:nvPr/>
          </p:nvSpPr>
          <p:spPr>
            <a:xfrm>
              <a:off x="8447558" y="636622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74" name="Hexagon 2073">
              <a:extLst>
                <a:ext uri="{FF2B5EF4-FFF2-40B4-BE49-F238E27FC236}">
                  <a16:creationId xmlns:a16="http://schemas.microsoft.com/office/drawing/2014/main" id="{0B4AF2C0-256D-4A8B-8D62-B4AF8839D3FF}"/>
                </a:ext>
              </a:extLst>
            </p:cNvPr>
            <p:cNvSpPr/>
            <p:nvPr/>
          </p:nvSpPr>
          <p:spPr>
            <a:xfrm>
              <a:off x="7082319" y="7074746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75" name="Hexagon 2074">
              <a:extLst>
                <a:ext uri="{FF2B5EF4-FFF2-40B4-BE49-F238E27FC236}">
                  <a16:creationId xmlns:a16="http://schemas.microsoft.com/office/drawing/2014/main" id="{0D5F1BDD-7B7C-48A9-99A8-2946D32F9F0B}"/>
                </a:ext>
              </a:extLst>
            </p:cNvPr>
            <p:cNvSpPr/>
            <p:nvPr/>
          </p:nvSpPr>
          <p:spPr>
            <a:xfrm>
              <a:off x="7988080" y="8154246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76" name="Hexagon 2075">
              <a:extLst>
                <a:ext uri="{FF2B5EF4-FFF2-40B4-BE49-F238E27FC236}">
                  <a16:creationId xmlns:a16="http://schemas.microsoft.com/office/drawing/2014/main" id="{670D8244-0B83-48AE-A7E8-794C5233AF3E}"/>
                </a:ext>
              </a:extLst>
            </p:cNvPr>
            <p:cNvSpPr/>
            <p:nvPr/>
          </p:nvSpPr>
          <p:spPr>
            <a:xfrm>
              <a:off x="7753130" y="8957521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77" name="Hexagon 2076">
              <a:extLst>
                <a:ext uri="{FF2B5EF4-FFF2-40B4-BE49-F238E27FC236}">
                  <a16:creationId xmlns:a16="http://schemas.microsoft.com/office/drawing/2014/main" id="{AE40032A-C7C7-4737-A195-54ED307E3B33}"/>
                </a:ext>
              </a:extLst>
            </p:cNvPr>
            <p:cNvSpPr/>
            <p:nvPr/>
          </p:nvSpPr>
          <p:spPr>
            <a:xfrm>
              <a:off x="6617676" y="904252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78" name="Hexagon 2077">
              <a:extLst>
                <a:ext uri="{FF2B5EF4-FFF2-40B4-BE49-F238E27FC236}">
                  <a16:creationId xmlns:a16="http://schemas.microsoft.com/office/drawing/2014/main" id="{847A424A-9E1E-47D4-8C15-D91E21D585CC}"/>
                </a:ext>
              </a:extLst>
            </p:cNvPr>
            <p:cNvSpPr/>
            <p:nvPr/>
          </p:nvSpPr>
          <p:spPr>
            <a:xfrm>
              <a:off x="5943921" y="8594850"/>
              <a:ext cx="294954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79" name="Hexagon 2078">
              <a:extLst>
                <a:ext uri="{FF2B5EF4-FFF2-40B4-BE49-F238E27FC236}">
                  <a16:creationId xmlns:a16="http://schemas.microsoft.com/office/drawing/2014/main" id="{CBD63C32-80E5-4A4D-A118-3EB50694F16B}"/>
                </a:ext>
              </a:extLst>
            </p:cNvPr>
            <p:cNvSpPr/>
            <p:nvPr/>
          </p:nvSpPr>
          <p:spPr>
            <a:xfrm>
              <a:off x="4805415" y="8672187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80" name="Hexagon 2079">
              <a:extLst>
                <a:ext uri="{FF2B5EF4-FFF2-40B4-BE49-F238E27FC236}">
                  <a16:creationId xmlns:a16="http://schemas.microsoft.com/office/drawing/2014/main" id="{DD1CC693-EBC1-4032-9555-2FE6E9D94349}"/>
                </a:ext>
              </a:extLst>
            </p:cNvPr>
            <p:cNvSpPr/>
            <p:nvPr/>
          </p:nvSpPr>
          <p:spPr>
            <a:xfrm>
              <a:off x="4109578" y="912752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81" name="Hexagon 2080">
              <a:extLst>
                <a:ext uri="{FF2B5EF4-FFF2-40B4-BE49-F238E27FC236}">
                  <a16:creationId xmlns:a16="http://schemas.microsoft.com/office/drawing/2014/main" id="{BE014CC8-27E4-4985-AF30-03D8BDF3586E}"/>
                </a:ext>
              </a:extLst>
            </p:cNvPr>
            <p:cNvSpPr/>
            <p:nvPr/>
          </p:nvSpPr>
          <p:spPr>
            <a:xfrm>
              <a:off x="2514980" y="921253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82" name="Hexagon 2081">
              <a:extLst>
                <a:ext uri="{FF2B5EF4-FFF2-40B4-BE49-F238E27FC236}">
                  <a16:creationId xmlns:a16="http://schemas.microsoft.com/office/drawing/2014/main" id="{CE02FC9D-5E05-4DD6-AE91-CAADE4635588}"/>
                </a:ext>
              </a:extLst>
            </p:cNvPr>
            <p:cNvSpPr/>
            <p:nvPr/>
          </p:nvSpPr>
          <p:spPr>
            <a:xfrm>
              <a:off x="3438871" y="832425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83" name="Hexagon 2082">
              <a:extLst>
                <a:ext uri="{FF2B5EF4-FFF2-40B4-BE49-F238E27FC236}">
                  <a16:creationId xmlns:a16="http://schemas.microsoft.com/office/drawing/2014/main" id="{C6C3A7CA-FBDE-4C7D-9F87-E2E6E19BB9F9}"/>
                </a:ext>
              </a:extLst>
            </p:cNvPr>
            <p:cNvSpPr/>
            <p:nvPr/>
          </p:nvSpPr>
          <p:spPr>
            <a:xfrm>
              <a:off x="3875954" y="813378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8" name="商人" hidden="1">
            <a:extLst>
              <a:ext uri="{FF2B5EF4-FFF2-40B4-BE49-F238E27FC236}">
                <a16:creationId xmlns:a16="http://schemas.microsoft.com/office/drawing/2014/main" id="{7136DE90-B803-4533-BD57-DA41B331E822}"/>
              </a:ext>
            </a:extLst>
          </p:cNvPr>
          <p:cNvGrpSpPr/>
          <p:nvPr/>
        </p:nvGrpSpPr>
        <p:grpSpPr>
          <a:xfrm>
            <a:off x="681620" y="651082"/>
            <a:ext cx="11249129" cy="8586941"/>
            <a:chOff x="695273" y="709653"/>
            <a:chExt cx="11249129" cy="8586941"/>
          </a:xfrm>
        </p:grpSpPr>
        <p:sp>
          <p:nvSpPr>
            <p:cNvPr id="186" name="Hexagon 185">
              <a:extLst>
                <a:ext uri="{FF2B5EF4-FFF2-40B4-BE49-F238E27FC236}">
                  <a16:creationId xmlns:a16="http://schemas.microsoft.com/office/drawing/2014/main" id="{4B64C50D-6186-4964-952C-07F9E9410E6B}"/>
                </a:ext>
              </a:extLst>
            </p:cNvPr>
            <p:cNvSpPr/>
            <p:nvPr/>
          </p:nvSpPr>
          <p:spPr>
            <a:xfrm>
              <a:off x="2053518" y="318979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7" name="Hexagon 186">
              <a:extLst>
                <a:ext uri="{FF2B5EF4-FFF2-40B4-BE49-F238E27FC236}">
                  <a16:creationId xmlns:a16="http://schemas.microsoft.com/office/drawing/2014/main" id="{ABF7A3EA-2469-431E-B158-B60A3A8936D6}"/>
                </a:ext>
              </a:extLst>
            </p:cNvPr>
            <p:cNvSpPr/>
            <p:nvPr/>
          </p:nvSpPr>
          <p:spPr>
            <a:xfrm>
              <a:off x="1816502" y="255933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8" name="Hexagon 187">
              <a:extLst>
                <a:ext uri="{FF2B5EF4-FFF2-40B4-BE49-F238E27FC236}">
                  <a16:creationId xmlns:a16="http://schemas.microsoft.com/office/drawing/2014/main" id="{F29E6B38-022E-4E59-98DE-BB0A3BE4361D}"/>
                </a:ext>
              </a:extLst>
            </p:cNvPr>
            <p:cNvSpPr/>
            <p:nvPr/>
          </p:nvSpPr>
          <p:spPr>
            <a:xfrm>
              <a:off x="3438871" y="2827947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9" name="Hexagon 188">
              <a:extLst>
                <a:ext uri="{FF2B5EF4-FFF2-40B4-BE49-F238E27FC236}">
                  <a16:creationId xmlns:a16="http://schemas.microsoft.com/office/drawing/2014/main" id="{582E65FE-8ED8-470E-8B7D-3ABA90E14FAD}"/>
                </a:ext>
              </a:extLst>
            </p:cNvPr>
            <p:cNvSpPr/>
            <p:nvPr/>
          </p:nvSpPr>
          <p:spPr>
            <a:xfrm>
              <a:off x="2742026" y="183881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0" name="Hexagon 189">
              <a:extLst>
                <a:ext uri="{FF2B5EF4-FFF2-40B4-BE49-F238E27FC236}">
                  <a16:creationId xmlns:a16="http://schemas.microsoft.com/office/drawing/2014/main" id="{D9CA0DCA-6D3E-41AF-95AE-91B7481EF907}"/>
                </a:ext>
              </a:extLst>
            </p:cNvPr>
            <p:cNvSpPr/>
            <p:nvPr/>
          </p:nvSpPr>
          <p:spPr>
            <a:xfrm>
              <a:off x="4148926" y="111317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84" name="Hexagon 2083">
              <a:extLst>
                <a:ext uri="{FF2B5EF4-FFF2-40B4-BE49-F238E27FC236}">
                  <a16:creationId xmlns:a16="http://schemas.microsoft.com/office/drawing/2014/main" id="{3FA9595F-7017-41F1-8BA9-2943FB661B68}"/>
                </a:ext>
              </a:extLst>
            </p:cNvPr>
            <p:cNvSpPr/>
            <p:nvPr/>
          </p:nvSpPr>
          <p:spPr>
            <a:xfrm>
              <a:off x="2311348" y="488236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85" name="Hexagon 2084">
              <a:extLst>
                <a:ext uri="{FF2B5EF4-FFF2-40B4-BE49-F238E27FC236}">
                  <a16:creationId xmlns:a16="http://schemas.microsoft.com/office/drawing/2014/main" id="{852AC191-78C3-4C7E-A7A6-D96322862968}"/>
                </a:ext>
              </a:extLst>
            </p:cNvPr>
            <p:cNvSpPr/>
            <p:nvPr/>
          </p:nvSpPr>
          <p:spPr>
            <a:xfrm>
              <a:off x="695273" y="549514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86" name="Hexagon 2085">
              <a:extLst>
                <a:ext uri="{FF2B5EF4-FFF2-40B4-BE49-F238E27FC236}">
                  <a16:creationId xmlns:a16="http://schemas.microsoft.com/office/drawing/2014/main" id="{B6C945B4-C78C-465C-B916-E53549D5BA53}"/>
                </a:ext>
              </a:extLst>
            </p:cNvPr>
            <p:cNvSpPr/>
            <p:nvPr/>
          </p:nvSpPr>
          <p:spPr>
            <a:xfrm>
              <a:off x="1847798" y="611584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87" name="Hexagon 2086">
              <a:extLst>
                <a:ext uri="{FF2B5EF4-FFF2-40B4-BE49-F238E27FC236}">
                  <a16:creationId xmlns:a16="http://schemas.microsoft.com/office/drawing/2014/main" id="{64BC7B55-07CB-4FDD-AE0A-B006A1E4ACFC}"/>
                </a:ext>
              </a:extLst>
            </p:cNvPr>
            <p:cNvSpPr/>
            <p:nvPr/>
          </p:nvSpPr>
          <p:spPr>
            <a:xfrm>
              <a:off x="933398" y="6992531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88" name="Hexagon 2087">
              <a:extLst>
                <a:ext uri="{FF2B5EF4-FFF2-40B4-BE49-F238E27FC236}">
                  <a16:creationId xmlns:a16="http://schemas.microsoft.com/office/drawing/2014/main" id="{34972907-242F-4BCB-97A1-6ED193558876}"/>
                </a:ext>
              </a:extLst>
            </p:cNvPr>
            <p:cNvSpPr/>
            <p:nvPr/>
          </p:nvSpPr>
          <p:spPr>
            <a:xfrm>
              <a:off x="2533598" y="707753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89" name="Hexagon 2088">
              <a:extLst>
                <a:ext uri="{FF2B5EF4-FFF2-40B4-BE49-F238E27FC236}">
                  <a16:creationId xmlns:a16="http://schemas.microsoft.com/office/drawing/2014/main" id="{9697CFA8-2468-4096-BBCE-27A5F5EE234F}"/>
                </a:ext>
              </a:extLst>
            </p:cNvPr>
            <p:cNvSpPr/>
            <p:nvPr/>
          </p:nvSpPr>
          <p:spPr>
            <a:xfrm>
              <a:off x="2743372" y="825220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90" name="Hexagon 2089">
              <a:extLst>
                <a:ext uri="{FF2B5EF4-FFF2-40B4-BE49-F238E27FC236}">
                  <a16:creationId xmlns:a16="http://schemas.microsoft.com/office/drawing/2014/main" id="{26FAAB0F-AD59-4155-8D30-BEEF89FA8FCF}"/>
                </a:ext>
              </a:extLst>
            </p:cNvPr>
            <p:cNvSpPr/>
            <p:nvPr/>
          </p:nvSpPr>
          <p:spPr>
            <a:xfrm>
              <a:off x="3224200" y="6112666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91" name="Hexagon 2090">
              <a:extLst>
                <a:ext uri="{FF2B5EF4-FFF2-40B4-BE49-F238E27FC236}">
                  <a16:creationId xmlns:a16="http://schemas.microsoft.com/office/drawing/2014/main" id="{69ECCCAB-C328-47B1-AEA2-F7C261CEBAB3}"/>
                </a:ext>
              </a:extLst>
            </p:cNvPr>
            <p:cNvSpPr/>
            <p:nvPr/>
          </p:nvSpPr>
          <p:spPr>
            <a:xfrm>
              <a:off x="4111299" y="558649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92" name="Hexagon 2091">
              <a:extLst>
                <a:ext uri="{FF2B5EF4-FFF2-40B4-BE49-F238E27FC236}">
                  <a16:creationId xmlns:a16="http://schemas.microsoft.com/office/drawing/2014/main" id="{5052FB6E-47F3-4970-89E8-F8D577ECA7CD}"/>
                </a:ext>
              </a:extLst>
            </p:cNvPr>
            <p:cNvSpPr/>
            <p:nvPr/>
          </p:nvSpPr>
          <p:spPr>
            <a:xfrm>
              <a:off x="5255131" y="656122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93" name="Hexagon 2092">
              <a:extLst>
                <a:ext uri="{FF2B5EF4-FFF2-40B4-BE49-F238E27FC236}">
                  <a16:creationId xmlns:a16="http://schemas.microsoft.com/office/drawing/2014/main" id="{AA03EDFA-808D-4245-8DB3-654B47F136B7}"/>
                </a:ext>
              </a:extLst>
            </p:cNvPr>
            <p:cNvSpPr/>
            <p:nvPr/>
          </p:nvSpPr>
          <p:spPr>
            <a:xfrm>
              <a:off x="4796646" y="813544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94" name="Hexagon 2093">
              <a:extLst>
                <a:ext uri="{FF2B5EF4-FFF2-40B4-BE49-F238E27FC236}">
                  <a16:creationId xmlns:a16="http://schemas.microsoft.com/office/drawing/2014/main" id="{00948E6E-D013-403E-8030-453B8E04ABD0}"/>
                </a:ext>
              </a:extLst>
            </p:cNvPr>
            <p:cNvSpPr/>
            <p:nvPr/>
          </p:nvSpPr>
          <p:spPr>
            <a:xfrm>
              <a:off x="5945996" y="770682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95" name="Hexagon 2094">
              <a:extLst>
                <a:ext uri="{FF2B5EF4-FFF2-40B4-BE49-F238E27FC236}">
                  <a16:creationId xmlns:a16="http://schemas.microsoft.com/office/drawing/2014/main" id="{3F29761A-1E31-455D-B5CB-9268A0259412}"/>
                </a:ext>
              </a:extLst>
            </p:cNvPr>
            <p:cNvSpPr/>
            <p:nvPr/>
          </p:nvSpPr>
          <p:spPr>
            <a:xfrm>
              <a:off x="3210978" y="912658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96" name="Hexagon 2095">
              <a:extLst>
                <a:ext uri="{FF2B5EF4-FFF2-40B4-BE49-F238E27FC236}">
                  <a16:creationId xmlns:a16="http://schemas.microsoft.com/office/drawing/2014/main" id="{10DF2FD0-9766-4C05-B703-9ED115B9F232}"/>
                </a:ext>
              </a:extLst>
            </p:cNvPr>
            <p:cNvSpPr/>
            <p:nvPr/>
          </p:nvSpPr>
          <p:spPr>
            <a:xfrm>
              <a:off x="7536671" y="726387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97" name="Hexagon 2096">
              <a:extLst>
                <a:ext uri="{FF2B5EF4-FFF2-40B4-BE49-F238E27FC236}">
                  <a16:creationId xmlns:a16="http://schemas.microsoft.com/office/drawing/2014/main" id="{E8E81699-454B-4AEE-B9AF-684E59D07C60}"/>
                </a:ext>
              </a:extLst>
            </p:cNvPr>
            <p:cNvSpPr/>
            <p:nvPr/>
          </p:nvSpPr>
          <p:spPr>
            <a:xfrm>
              <a:off x="7084107" y="639121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98" name="Hexagon 2097">
              <a:extLst>
                <a:ext uri="{FF2B5EF4-FFF2-40B4-BE49-F238E27FC236}">
                  <a16:creationId xmlns:a16="http://schemas.microsoft.com/office/drawing/2014/main" id="{CA65C18B-1725-4D4D-A61B-0CED279D6348}"/>
                </a:ext>
              </a:extLst>
            </p:cNvPr>
            <p:cNvSpPr/>
            <p:nvPr/>
          </p:nvSpPr>
          <p:spPr>
            <a:xfrm>
              <a:off x="6411007" y="5756507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99" name="Hexagon 2098">
              <a:extLst>
                <a:ext uri="{FF2B5EF4-FFF2-40B4-BE49-F238E27FC236}">
                  <a16:creationId xmlns:a16="http://schemas.microsoft.com/office/drawing/2014/main" id="{5D6183E6-6514-4B0F-948A-02AD82AD0562}"/>
                </a:ext>
              </a:extLst>
            </p:cNvPr>
            <p:cNvSpPr/>
            <p:nvPr/>
          </p:nvSpPr>
          <p:spPr>
            <a:xfrm>
              <a:off x="8899190" y="726387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00" name="Hexagon 2099">
              <a:extLst>
                <a:ext uri="{FF2B5EF4-FFF2-40B4-BE49-F238E27FC236}">
                  <a16:creationId xmlns:a16="http://schemas.microsoft.com/office/drawing/2014/main" id="{5EE893F2-F538-4010-BF69-4D712F76BBD8}"/>
                </a:ext>
              </a:extLst>
            </p:cNvPr>
            <p:cNvSpPr/>
            <p:nvPr/>
          </p:nvSpPr>
          <p:spPr>
            <a:xfrm>
              <a:off x="10275662" y="673123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01" name="Hexagon 2100">
              <a:extLst>
                <a:ext uri="{FF2B5EF4-FFF2-40B4-BE49-F238E27FC236}">
                  <a16:creationId xmlns:a16="http://schemas.microsoft.com/office/drawing/2014/main" id="{0AD22B4B-42AA-44BE-A94D-FFBD57FA187A}"/>
                </a:ext>
              </a:extLst>
            </p:cNvPr>
            <p:cNvSpPr/>
            <p:nvPr/>
          </p:nvSpPr>
          <p:spPr>
            <a:xfrm>
              <a:off x="11634562" y="654485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02" name="Hexagon 2101">
              <a:extLst>
                <a:ext uri="{FF2B5EF4-FFF2-40B4-BE49-F238E27FC236}">
                  <a16:creationId xmlns:a16="http://schemas.microsoft.com/office/drawing/2014/main" id="{16F3CF08-4FB7-49B8-84AE-C33FE1A7297D}"/>
                </a:ext>
              </a:extLst>
            </p:cNvPr>
            <p:cNvSpPr/>
            <p:nvPr/>
          </p:nvSpPr>
          <p:spPr>
            <a:xfrm>
              <a:off x="9370787" y="619767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03" name="Hexagon 2102">
              <a:extLst>
                <a:ext uri="{FF2B5EF4-FFF2-40B4-BE49-F238E27FC236}">
                  <a16:creationId xmlns:a16="http://schemas.microsoft.com/office/drawing/2014/main" id="{1D6F5F0B-BB2E-4624-A9AB-C6D190B7DCB1}"/>
                </a:ext>
              </a:extLst>
            </p:cNvPr>
            <p:cNvSpPr/>
            <p:nvPr/>
          </p:nvSpPr>
          <p:spPr>
            <a:xfrm>
              <a:off x="8447190" y="530009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04" name="Hexagon 2103">
              <a:extLst>
                <a:ext uri="{FF2B5EF4-FFF2-40B4-BE49-F238E27FC236}">
                  <a16:creationId xmlns:a16="http://schemas.microsoft.com/office/drawing/2014/main" id="{C6FDAE43-39CC-4669-8302-F61C9DD5ACD9}"/>
                </a:ext>
              </a:extLst>
            </p:cNvPr>
            <p:cNvSpPr/>
            <p:nvPr/>
          </p:nvSpPr>
          <p:spPr>
            <a:xfrm>
              <a:off x="9815287" y="443020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05" name="Hexagon 2104">
              <a:extLst>
                <a:ext uri="{FF2B5EF4-FFF2-40B4-BE49-F238E27FC236}">
                  <a16:creationId xmlns:a16="http://schemas.microsoft.com/office/drawing/2014/main" id="{8B4943CC-1319-4184-9A76-A3CCBB29433B}"/>
                </a:ext>
              </a:extLst>
            </p:cNvPr>
            <p:cNvSpPr/>
            <p:nvPr/>
          </p:nvSpPr>
          <p:spPr>
            <a:xfrm>
              <a:off x="10253437" y="406507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06" name="Hexagon 2105">
              <a:extLst>
                <a:ext uri="{FF2B5EF4-FFF2-40B4-BE49-F238E27FC236}">
                  <a16:creationId xmlns:a16="http://schemas.microsoft.com/office/drawing/2014/main" id="{B6AB6442-3828-4FA1-9D74-CF39F03F9CBF}"/>
                </a:ext>
              </a:extLst>
            </p:cNvPr>
            <p:cNvSpPr/>
            <p:nvPr/>
          </p:nvSpPr>
          <p:spPr>
            <a:xfrm>
              <a:off x="11402787" y="309490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07" name="Hexagon 2106">
              <a:extLst>
                <a:ext uri="{FF2B5EF4-FFF2-40B4-BE49-F238E27FC236}">
                  <a16:creationId xmlns:a16="http://schemas.microsoft.com/office/drawing/2014/main" id="{F50BD115-7612-46AF-AD14-892C32786C30}"/>
                </a:ext>
              </a:extLst>
            </p:cNvPr>
            <p:cNvSpPr/>
            <p:nvPr/>
          </p:nvSpPr>
          <p:spPr>
            <a:xfrm>
              <a:off x="10253437" y="231223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08" name="Hexagon 2107">
              <a:extLst>
                <a:ext uri="{FF2B5EF4-FFF2-40B4-BE49-F238E27FC236}">
                  <a16:creationId xmlns:a16="http://schemas.microsoft.com/office/drawing/2014/main" id="{103E6ED1-5DA2-4AFA-8B4D-870122392E6B}"/>
                </a:ext>
              </a:extLst>
            </p:cNvPr>
            <p:cNvSpPr/>
            <p:nvPr/>
          </p:nvSpPr>
          <p:spPr>
            <a:xfrm>
              <a:off x="9336569" y="140773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09" name="Hexagon 2108">
              <a:extLst>
                <a:ext uri="{FF2B5EF4-FFF2-40B4-BE49-F238E27FC236}">
                  <a16:creationId xmlns:a16="http://schemas.microsoft.com/office/drawing/2014/main" id="{F0EDA36C-C428-4684-AE18-EB40EC753B91}"/>
                </a:ext>
              </a:extLst>
            </p:cNvPr>
            <p:cNvSpPr/>
            <p:nvPr/>
          </p:nvSpPr>
          <p:spPr>
            <a:xfrm>
              <a:off x="8675075" y="310478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10" name="Hexagon 2109">
              <a:extLst>
                <a:ext uri="{FF2B5EF4-FFF2-40B4-BE49-F238E27FC236}">
                  <a16:creationId xmlns:a16="http://schemas.microsoft.com/office/drawing/2014/main" id="{3E998C9D-5498-43CA-BD25-E09BDBB447BA}"/>
                </a:ext>
              </a:extLst>
            </p:cNvPr>
            <p:cNvSpPr/>
            <p:nvPr/>
          </p:nvSpPr>
          <p:spPr>
            <a:xfrm>
              <a:off x="7761083" y="166880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11" name="Hexagon 2110">
              <a:extLst>
                <a:ext uri="{FF2B5EF4-FFF2-40B4-BE49-F238E27FC236}">
                  <a16:creationId xmlns:a16="http://schemas.microsoft.com/office/drawing/2014/main" id="{7441A033-5390-4BD7-811C-2A1EE1C930DB}"/>
                </a:ext>
              </a:extLst>
            </p:cNvPr>
            <p:cNvSpPr/>
            <p:nvPr/>
          </p:nvSpPr>
          <p:spPr>
            <a:xfrm>
              <a:off x="6613525" y="70965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12" name="Hexagon 2111">
              <a:extLst>
                <a:ext uri="{FF2B5EF4-FFF2-40B4-BE49-F238E27FC236}">
                  <a16:creationId xmlns:a16="http://schemas.microsoft.com/office/drawing/2014/main" id="{31F80F25-1E94-443D-8E8C-04F740EF9D65}"/>
                </a:ext>
              </a:extLst>
            </p:cNvPr>
            <p:cNvSpPr/>
            <p:nvPr/>
          </p:nvSpPr>
          <p:spPr>
            <a:xfrm>
              <a:off x="5007749" y="95745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13" name="Hexagon 2112">
              <a:extLst>
                <a:ext uri="{FF2B5EF4-FFF2-40B4-BE49-F238E27FC236}">
                  <a16:creationId xmlns:a16="http://schemas.microsoft.com/office/drawing/2014/main" id="{D740BD61-5099-4455-8F7B-8A7E185ED4EB}"/>
                </a:ext>
              </a:extLst>
            </p:cNvPr>
            <p:cNvSpPr/>
            <p:nvPr/>
          </p:nvSpPr>
          <p:spPr>
            <a:xfrm>
              <a:off x="6163985" y="140773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14" name="Hexagon 2113">
              <a:extLst>
                <a:ext uri="{FF2B5EF4-FFF2-40B4-BE49-F238E27FC236}">
                  <a16:creationId xmlns:a16="http://schemas.microsoft.com/office/drawing/2014/main" id="{976500B0-0AAD-484C-B156-12F8D35209B0}"/>
                </a:ext>
              </a:extLst>
            </p:cNvPr>
            <p:cNvSpPr/>
            <p:nvPr/>
          </p:nvSpPr>
          <p:spPr>
            <a:xfrm>
              <a:off x="5478795" y="289920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15" name="Hexagon 2114">
              <a:extLst>
                <a:ext uri="{FF2B5EF4-FFF2-40B4-BE49-F238E27FC236}">
                  <a16:creationId xmlns:a16="http://schemas.microsoft.com/office/drawing/2014/main" id="{C79A83A3-890A-4647-BE52-E48C951491F3}"/>
                </a:ext>
              </a:extLst>
            </p:cNvPr>
            <p:cNvSpPr/>
            <p:nvPr/>
          </p:nvSpPr>
          <p:spPr>
            <a:xfrm>
              <a:off x="6389483" y="3274797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16" name="Hexagon 2115">
              <a:extLst>
                <a:ext uri="{FF2B5EF4-FFF2-40B4-BE49-F238E27FC236}">
                  <a16:creationId xmlns:a16="http://schemas.microsoft.com/office/drawing/2014/main" id="{236BBAFB-D200-4CD6-BDF5-07A6D51B533F}"/>
                </a:ext>
              </a:extLst>
            </p:cNvPr>
            <p:cNvSpPr/>
            <p:nvPr/>
          </p:nvSpPr>
          <p:spPr>
            <a:xfrm>
              <a:off x="7311370" y="380818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17" name="Hexagon 2116">
              <a:extLst>
                <a:ext uri="{FF2B5EF4-FFF2-40B4-BE49-F238E27FC236}">
                  <a16:creationId xmlns:a16="http://schemas.microsoft.com/office/drawing/2014/main" id="{F4B6D4A7-2E09-4399-A088-4A3F3B010A3A}"/>
                </a:ext>
              </a:extLst>
            </p:cNvPr>
            <p:cNvSpPr/>
            <p:nvPr/>
          </p:nvSpPr>
          <p:spPr>
            <a:xfrm>
              <a:off x="6613525" y="460021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18" name="Hexagon 2117">
              <a:extLst>
                <a:ext uri="{FF2B5EF4-FFF2-40B4-BE49-F238E27FC236}">
                  <a16:creationId xmlns:a16="http://schemas.microsoft.com/office/drawing/2014/main" id="{1AB25EE7-74E5-4EA9-920E-D9D5500EDFB5}"/>
                </a:ext>
              </a:extLst>
            </p:cNvPr>
            <p:cNvSpPr/>
            <p:nvPr/>
          </p:nvSpPr>
          <p:spPr>
            <a:xfrm>
              <a:off x="4809346" y="479736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0" name="帐篷" hidden="1">
            <a:extLst>
              <a:ext uri="{FF2B5EF4-FFF2-40B4-BE49-F238E27FC236}">
                <a16:creationId xmlns:a16="http://schemas.microsoft.com/office/drawing/2014/main" id="{D128B361-DE3F-4CBF-8A59-7CDA493698B5}"/>
              </a:ext>
            </a:extLst>
          </p:cNvPr>
          <p:cNvGrpSpPr/>
          <p:nvPr/>
        </p:nvGrpSpPr>
        <p:grpSpPr>
          <a:xfrm>
            <a:off x="3442452" y="1213485"/>
            <a:ext cx="8748355" cy="7211760"/>
            <a:chOff x="3442452" y="1213485"/>
            <a:chExt cx="8748355" cy="7211760"/>
          </a:xfrm>
        </p:grpSpPr>
        <p:sp>
          <p:nvSpPr>
            <p:cNvPr id="195" name="Hexagon 194">
              <a:extLst>
                <a:ext uri="{FF2B5EF4-FFF2-40B4-BE49-F238E27FC236}">
                  <a16:creationId xmlns:a16="http://schemas.microsoft.com/office/drawing/2014/main" id="{13555FB4-1CA1-4540-8361-1DCAD7F36906}"/>
                </a:ext>
              </a:extLst>
            </p:cNvPr>
            <p:cNvSpPr/>
            <p:nvPr/>
          </p:nvSpPr>
          <p:spPr>
            <a:xfrm>
              <a:off x="3442452" y="317347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19" name="Hexagon 2118">
              <a:extLst>
                <a:ext uri="{FF2B5EF4-FFF2-40B4-BE49-F238E27FC236}">
                  <a16:creationId xmlns:a16="http://schemas.microsoft.com/office/drawing/2014/main" id="{73793A6A-BBAF-460B-BC74-3FDEB6002E1A}"/>
                </a:ext>
              </a:extLst>
            </p:cNvPr>
            <p:cNvSpPr/>
            <p:nvPr/>
          </p:nvSpPr>
          <p:spPr>
            <a:xfrm>
              <a:off x="4123867" y="736606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20" name="Hexagon 2119">
              <a:extLst>
                <a:ext uri="{FF2B5EF4-FFF2-40B4-BE49-F238E27FC236}">
                  <a16:creationId xmlns:a16="http://schemas.microsoft.com/office/drawing/2014/main" id="{508A39D9-B219-4049-9DEE-AF842DE90FCB}"/>
                </a:ext>
              </a:extLst>
            </p:cNvPr>
            <p:cNvSpPr/>
            <p:nvPr/>
          </p:nvSpPr>
          <p:spPr>
            <a:xfrm>
              <a:off x="6405105" y="824236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21" name="Hexagon 2120">
              <a:extLst>
                <a:ext uri="{FF2B5EF4-FFF2-40B4-BE49-F238E27FC236}">
                  <a16:creationId xmlns:a16="http://schemas.microsoft.com/office/drawing/2014/main" id="{E800480E-A63B-42D7-92E3-CE593E856E75}"/>
                </a:ext>
              </a:extLst>
            </p:cNvPr>
            <p:cNvSpPr/>
            <p:nvPr/>
          </p:nvSpPr>
          <p:spPr>
            <a:xfrm>
              <a:off x="9357855" y="780421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22" name="Hexagon 2121">
              <a:extLst>
                <a:ext uri="{FF2B5EF4-FFF2-40B4-BE49-F238E27FC236}">
                  <a16:creationId xmlns:a16="http://schemas.microsoft.com/office/drawing/2014/main" id="{1A64365B-9E98-48CC-832E-D6914B128552}"/>
                </a:ext>
              </a:extLst>
            </p:cNvPr>
            <p:cNvSpPr/>
            <p:nvPr/>
          </p:nvSpPr>
          <p:spPr>
            <a:xfrm>
              <a:off x="7762418" y="609924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23" name="Hexagon 2122">
              <a:extLst>
                <a:ext uri="{FF2B5EF4-FFF2-40B4-BE49-F238E27FC236}">
                  <a16:creationId xmlns:a16="http://schemas.microsoft.com/office/drawing/2014/main" id="{8CD20037-E154-43F9-A7B5-756B19CBB483}"/>
                </a:ext>
              </a:extLst>
            </p:cNvPr>
            <p:cNvSpPr/>
            <p:nvPr/>
          </p:nvSpPr>
          <p:spPr>
            <a:xfrm>
              <a:off x="6173567" y="512769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24" name="Hexagon 2123">
              <a:extLst>
                <a:ext uri="{FF2B5EF4-FFF2-40B4-BE49-F238E27FC236}">
                  <a16:creationId xmlns:a16="http://schemas.microsoft.com/office/drawing/2014/main" id="{EB3D91E8-52FC-42B7-B6D5-6D1CD571A540}"/>
                </a:ext>
              </a:extLst>
            </p:cNvPr>
            <p:cNvSpPr/>
            <p:nvPr/>
          </p:nvSpPr>
          <p:spPr>
            <a:xfrm>
              <a:off x="6845080" y="308203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25" name="Hexagon 2124">
              <a:extLst>
                <a:ext uri="{FF2B5EF4-FFF2-40B4-BE49-F238E27FC236}">
                  <a16:creationId xmlns:a16="http://schemas.microsoft.com/office/drawing/2014/main" id="{14265E34-4923-4B0D-8EDB-CAFF84A496A4}"/>
                </a:ext>
              </a:extLst>
            </p:cNvPr>
            <p:cNvSpPr/>
            <p:nvPr/>
          </p:nvSpPr>
          <p:spPr>
            <a:xfrm>
              <a:off x="8903832" y="282323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26" name="Hexagon 2125">
              <a:extLst>
                <a:ext uri="{FF2B5EF4-FFF2-40B4-BE49-F238E27FC236}">
                  <a16:creationId xmlns:a16="http://schemas.microsoft.com/office/drawing/2014/main" id="{C27F75F2-BACC-429B-BC1D-748016649ED4}"/>
                </a:ext>
              </a:extLst>
            </p:cNvPr>
            <p:cNvSpPr/>
            <p:nvPr/>
          </p:nvSpPr>
          <p:spPr>
            <a:xfrm>
              <a:off x="6386342" y="166999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27" name="Hexagon 2126">
              <a:extLst>
                <a:ext uri="{FF2B5EF4-FFF2-40B4-BE49-F238E27FC236}">
                  <a16:creationId xmlns:a16="http://schemas.microsoft.com/office/drawing/2014/main" id="{7459DC46-9B4E-4E1E-8DA2-FC640777E236}"/>
                </a:ext>
              </a:extLst>
            </p:cNvPr>
            <p:cNvSpPr/>
            <p:nvPr/>
          </p:nvSpPr>
          <p:spPr>
            <a:xfrm>
              <a:off x="11184586" y="121348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28" name="Hexagon 2127">
              <a:extLst>
                <a:ext uri="{FF2B5EF4-FFF2-40B4-BE49-F238E27FC236}">
                  <a16:creationId xmlns:a16="http://schemas.microsoft.com/office/drawing/2014/main" id="{96771673-99BB-40D7-934A-9E17134A8E26}"/>
                </a:ext>
              </a:extLst>
            </p:cNvPr>
            <p:cNvSpPr/>
            <p:nvPr/>
          </p:nvSpPr>
          <p:spPr>
            <a:xfrm>
              <a:off x="11879911" y="380428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29" name="Hexagon 2128">
              <a:extLst>
                <a:ext uri="{FF2B5EF4-FFF2-40B4-BE49-F238E27FC236}">
                  <a16:creationId xmlns:a16="http://schemas.microsoft.com/office/drawing/2014/main" id="{49744C1C-11DB-4BD1-8BEA-0D82ED180578}"/>
                </a:ext>
              </a:extLst>
            </p:cNvPr>
            <p:cNvSpPr/>
            <p:nvPr/>
          </p:nvSpPr>
          <p:spPr>
            <a:xfrm>
              <a:off x="10951223" y="557554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30" name="Hexagon 2129">
              <a:extLst>
                <a:ext uri="{FF2B5EF4-FFF2-40B4-BE49-F238E27FC236}">
                  <a16:creationId xmlns:a16="http://schemas.microsoft.com/office/drawing/2014/main" id="{58EF3FDD-1AE6-47D9-9874-6DE1CF8AB636}"/>
                </a:ext>
              </a:extLst>
            </p:cNvPr>
            <p:cNvSpPr/>
            <p:nvPr/>
          </p:nvSpPr>
          <p:spPr>
            <a:xfrm>
              <a:off x="9348851" y="494481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31" name="Hexagon 2130">
              <a:extLst>
                <a:ext uri="{FF2B5EF4-FFF2-40B4-BE49-F238E27FC236}">
                  <a16:creationId xmlns:a16="http://schemas.microsoft.com/office/drawing/2014/main" id="{613AA6A9-4EDE-4155-931E-2B977F50C991}"/>
                </a:ext>
              </a:extLst>
            </p:cNvPr>
            <p:cNvSpPr/>
            <p:nvPr/>
          </p:nvSpPr>
          <p:spPr>
            <a:xfrm>
              <a:off x="11175582" y="815092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32" name="Hexagon 2131">
              <a:extLst>
                <a:ext uri="{FF2B5EF4-FFF2-40B4-BE49-F238E27FC236}">
                  <a16:creationId xmlns:a16="http://schemas.microsoft.com/office/drawing/2014/main" id="{70B42DB2-B28E-4DDF-9FB5-D8AC2015013D}"/>
                </a:ext>
              </a:extLst>
            </p:cNvPr>
            <p:cNvSpPr/>
            <p:nvPr/>
          </p:nvSpPr>
          <p:spPr>
            <a:xfrm>
              <a:off x="10496405" y="308066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1" name="猪鹿蝶" hidden="1">
            <a:extLst>
              <a:ext uri="{FF2B5EF4-FFF2-40B4-BE49-F238E27FC236}">
                <a16:creationId xmlns:a16="http://schemas.microsoft.com/office/drawing/2014/main" id="{9F987B60-A7AB-4079-8C5C-66B9F26BB308}"/>
              </a:ext>
            </a:extLst>
          </p:cNvPr>
          <p:cNvGrpSpPr/>
          <p:nvPr/>
        </p:nvGrpSpPr>
        <p:grpSpPr>
          <a:xfrm>
            <a:off x="1845227" y="2826412"/>
            <a:ext cx="2794048" cy="2379809"/>
            <a:chOff x="1845227" y="2826412"/>
            <a:chExt cx="2794048" cy="2379809"/>
          </a:xfrm>
        </p:grpSpPr>
        <p:sp>
          <p:nvSpPr>
            <p:cNvPr id="196" name="Hexagon 195">
              <a:extLst>
                <a:ext uri="{FF2B5EF4-FFF2-40B4-BE49-F238E27FC236}">
                  <a16:creationId xmlns:a16="http://schemas.microsoft.com/office/drawing/2014/main" id="{2C157AE4-4589-4ACB-A389-C64992BBB2F9}"/>
                </a:ext>
              </a:extLst>
            </p:cNvPr>
            <p:cNvSpPr/>
            <p:nvPr/>
          </p:nvSpPr>
          <p:spPr>
            <a:xfrm>
              <a:off x="2067477" y="282641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33" name="Hexagon 2132">
              <a:extLst>
                <a:ext uri="{FF2B5EF4-FFF2-40B4-BE49-F238E27FC236}">
                  <a16:creationId xmlns:a16="http://schemas.microsoft.com/office/drawing/2014/main" id="{1526E30A-C03C-459A-9EBD-B2D662A41822}"/>
                </a:ext>
              </a:extLst>
            </p:cNvPr>
            <p:cNvSpPr/>
            <p:nvPr/>
          </p:nvSpPr>
          <p:spPr>
            <a:xfrm>
              <a:off x="1845227" y="503621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34" name="Hexagon 2133">
              <a:extLst>
                <a:ext uri="{FF2B5EF4-FFF2-40B4-BE49-F238E27FC236}">
                  <a16:creationId xmlns:a16="http://schemas.microsoft.com/office/drawing/2014/main" id="{31CFEDAE-842B-4ECD-946C-23F841C93021}"/>
                </a:ext>
              </a:extLst>
            </p:cNvPr>
            <p:cNvSpPr/>
            <p:nvPr/>
          </p:nvSpPr>
          <p:spPr>
            <a:xfrm>
              <a:off x="4356754" y="443296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2" name="boss" hidden="1">
            <a:extLst>
              <a:ext uri="{FF2B5EF4-FFF2-40B4-BE49-F238E27FC236}">
                <a16:creationId xmlns:a16="http://schemas.microsoft.com/office/drawing/2014/main" id="{672ABA08-DF53-4AF4-83B4-939F5F973E3E}"/>
              </a:ext>
            </a:extLst>
          </p:cNvPr>
          <p:cNvGrpSpPr/>
          <p:nvPr/>
        </p:nvGrpSpPr>
        <p:grpSpPr>
          <a:xfrm>
            <a:off x="8897697" y="1315227"/>
            <a:ext cx="3495930" cy="8060686"/>
            <a:chOff x="8897697" y="1315227"/>
            <a:chExt cx="3495930" cy="8060686"/>
          </a:xfrm>
        </p:grpSpPr>
        <p:sp>
          <p:nvSpPr>
            <p:cNvPr id="2364" name="Hexagon 2363">
              <a:extLst>
                <a:ext uri="{FF2B5EF4-FFF2-40B4-BE49-F238E27FC236}">
                  <a16:creationId xmlns:a16="http://schemas.microsoft.com/office/drawing/2014/main" id="{06006AE1-ADFD-4112-8E5B-C1CF02ED91D0}"/>
                </a:ext>
              </a:extLst>
            </p:cNvPr>
            <p:cNvSpPr/>
            <p:nvPr/>
          </p:nvSpPr>
          <p:spPr>
            <a:xfrm>
              <a:off x="8897697" y="8863680"/>
              <a:ext cx="313630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35" name="Hexagon 2134">
              <a:extLst>
                <a:ext uri="{FF2B5EF4-FFF2-40B4-BE49-F238E27FC236}">
                  <a16:creationId xmlns:a16="http://schemas.microsoft.com/office/drawing/2014/main" id="{0B8BCDD7-45A3-4C92-9FBD-EB0C180E4F25}"/>
                </a:ext>
              </a:extLst>
            </p:cNvPr>
            <p:cNvSpPr/>
            <p:nvPr/>
          </p:nvSpPr>
          <p:spPr>
            <a:xfrm>
              <a:off x="10493135" y="5040187"/>
              <a:ext cx="313630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7" name="Hexagon 2286">
              <a:extLst>
                <a:ext uri="{FF2B5EF4-FFF2-40B4-BE49-F238E27FC236}">
                  <a16:creationId xmlns:a16="http://schemas.microsoft.com/office/drawing/2014/main" id="{E36D47DF-6142-4549-92DF-985D381C4674}"/>
                </a:ext>
              </a:extLst>
            </p:cNvPr>
            <p:cNvSpPr/>
            <p:nvPr/>
          </p:nvSpPr>
          <p:spPr>
            <a:xfrm>
              <a:off x="12087925" y="9205906"/>
              <a:ext cx="305702" cy="170007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56" name="Hexagon 2155">
              <a:extLst>
                <a:ext uri="{FF2B5EF4-FFF2-40B4-BE49-F238E27FC236}">
                  <a16:creationId xmlns:a16="http://schemas.microsoft.com/office/drawing/2014/main" id="{D2B27C3B-ECE2-4D50-A602-4CEA362DC323}"/>
                </a:ext>
              </a:extLst>
            </p:cNvPr>
            <p:cNvSpPr/>
            <p:nvPr/>
          </p:nvSpPr>
          <p:spPr>
            <a:xfrm>
              <a:off x="11875517" y="1315227"/>
              <a:ext cx="305702" cy="170007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3" name="塔" hidden="1">
            <a:extLst>
              <a:ext uri="{FF2B5EF4-FFF2-40B4-BE49-F238E27FC236}">
                <a16:creationId xmlns:a16="http://schemas.microsoft.com/office/drawing/2014/main" id="{68C35CD8-EDE6-4E0B-B857-0A7BAC2BD613}"/>
              </a:ext>
            </a:extLst>
          </p:cNvPr>
          <p:cNvGrpSpPr/>
          <p:nvPr/>
        </p:nvGrpSpPr>
        <p:grpSpPr>
          <a:xfrm>
            <a:off x="1392076" y="1048810"/>
            <a:ext cx="9635735" cy="7807443"/>
            <a:chOff x="1392076" y="1048810"/>
            <a:chExt cx="9635735" cy="7807443"/>
          </a:xfrm>
        </p:grpSpPr>
        <p:sp>
          <p:nvSpPr>
            <p:cNvPr id="192" name="Hexagon 191">
              <a:extLst>
                <a:ext uri="{FF2B5EF4-FFF2-40B4-BE49-F238E27FC236}">
                  <a16:creationId xmlns:a16="http://schemas.microsoft.com/office/drawing/2014/main" id="{EA787D14-BB48-476D-A75A-C0B93FEAFC5C}"/>
                </a:ext>
              </a:extLst>
            </p:cNvPr>
            <p:cNvSpPr/>
            <p:nvPr/>
          </p:nvSpPr>
          <p:spPr>
            <a:xfrm>
              <a:off x="1594021" y="2279972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3" name="Hexagon 192">
              <a:extLst>
                <a:ext uri="{FF2B5EF4-FFF2-40B4-BE49-F238E27FC236}">
                  <a16:creationId xmlns:a16="http://schemas.microsoft.com/office/drawing/2014/main" id="{9A881443-3694-40C9-AD91-4EADFF0450C5}"/>
                </a:ext>
              </a:extLst>
            </p:cNvPr>
            <p:cNvSpPr/>
            <p:nvPr/>
          </p:nvSpPr>
          <p:spPr>
            <a:xfrm>
              <a:off x="3224200" y="1105617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94" name="Hexagon 193">
              <a:extLst>
                <a:ext uri="{FF2B5EF4-FFF2-40B4-BE49-F238E27FC236}">
                  <a16:creationId xmlns:a16="http://schemas.microsoft.com/office/drawing/2014/main" id="{0CA227DA-4B23-4930-B17E-C3031A9B3DF1}"/>
                </a:ext>
              </a:extLst>
            </p:cNvPr>
            <p:cNvSpPr/>
            <p:nvPr/>
          </p:nvSpPr>
          <p:spPr>
            <a:xfrm>
              <a:off x="2983374" y="3006118"/>
              <a:ext cx="296910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40" name="Hexagon 2139">
              <a:extLst>
                <a:ext uri="{FF2B5EF4-FFF2-40B4-BE49-F238E27FC236}">
                  <a16:creationId xmlns:a16="http://schemas.microsoft.com/office/drawing/2014/main" id="{402FFCC4-6025-495E-9A53-4083E738A2F6}"/>
                </a:ext>
              </a:extLst>
            </p:cNvPr>
            <p:cNvSpPr/>
            <p:nvPr/>
          </p:nvSpPr>
          <p:spPr>
            <a:xfrm>
              <a:off x="1392076" y="5750975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41" name="Hexagon 2140">
              <a:extLst>
                <a:ext uri="{FF2B5EF4-FFF2-40B4-BE49-F238E27FC236}">
                  <a16:creationId xmlns:a16="http://schemas.microsoft.com/office/drawing/2014/main" id="{D3698CC8-7D1F-40C5-BFF0-E0D69F8DCB73}"/>
                </a:ext>
              </a:extLst>
            </p:cNvPr>
            <p:cNvSpPr/>
            <p:nvPr/>
          </p:nvSpPr>
          <p:spPr>
            <a:xfrm>
              <a:off x="1392076" y="7356638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42" name="Hexagon 2141">
              <a:extLst>
                <a:ext uri="{FF2B5EF4-FFF2-40B4-BE49-F238E27FC236}">
                  <a16:creationId xmlns:a16="http://schemas.microsoft.com/office/drawing/2014/main" id="{4DEDB680-76C5-457E-9801-3C12AE18F003}"/>
                </a:ext>
              </a:extLst>
            </p:cNvPr>
            <p:cNvSpPr/>
            <p:nvPr/>
          </p:nvSpPr>
          <p:spPr>
            <a:xfrm>
              <a:off x="2984882" y="8686321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43" name="Hexagon 2142">
              <a:extLst>
                <a:ext uri="{FF2B5EF4-FFF2-40B4-BE49-F238E27FC236}">
                  <a16:creationId xmlns:a16="http://schemas.microsoft.com/office/drawing/2014/main" id="{2EDC15F5-6232-4C75-ACB0-F70B1CB98D91}"/>
                </a:ext>
              </a:extLst>
            </p:cNvPr>
            <p:cNvSpPr/>
            <p:nvPr/>
          </p:nvSpPr>
          <p:spPr>
            <a:xfrm>
              <a:off x="5265993" y="7787595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44" name="Hexagon 2143">
              <a:extLst>
                <a:ext uri="{FF2B5EF4-FFF2-40B4-BE49-F238E27FC236}">
                  <a16:creationId xmlns:a16="http://schemas.microsoft.com/office/drawing/2014/main" id="{0DEAFDFD-957E-4A00-B944-A19A2A44FD8D}"/>
                </a:ext>
              </a:extLst>
            </p:cNvPr>
            <p:cNvSpPr/>
            <p:nvPr/>
          </p:nvSpPr>
          <p:spPr>
            <a:xfrm>
              <a:off x="7782541" y="6816228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45" name="Hexagon 2144">
              <a:extLst>
                <a:ext uri="{FF2B5EF4-FFF2-40B4-BE49-F238E27FC236}">
                  <a16:creationId xmlns:a16="http://schemas.microsoft.com/office/drawing/2014/main" id="{C561ED78-A7D8-4FB8-B4D0-0BFEA7378964}"/>
                </a:ext>
              </a:extLst>
            </p:cNvPr>
            <p:cNvSpPr/>
            <p:nvPr/>
          </p:nvSpPr>
          <p:spPr>
            <a:xfrm>
              <a:off x="9135072" y="8418354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46" name="Hexagon 2145">
              <a:extLst>
                <a:ext uri="{FF2B5EF4-FFF2-40B4-BE49-F238E27FC236}">
                  <a16:creationId xmlns:a16="http://schemas.microsoft.com/office/drawing/2014/main" id="{2EC47BFB-3632-4165-87DA-8105604E9932}"/>
                </a:ext>
              </a:extLst>
            </p:cNvPr>
            <p:cNvSpPr/>
            <p:nvPr/>
          </p:nvSpPr>
          <p:spPr>
            <a:xfrm>
              <a:off x="10724052" y="7443562"/>
              <a:ext cx="303759" cy="17772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47" name="Hexagon 2146">
              <a:extLst>
                <a:ext uri="{FF2B5EF4-FFF2-40B4-BE49-F238E27FC236}">
                  <a16:creationId xmlns:a16="http://schemas.microsoft.com/office/drawing/2014/main" id="{8C69D0E6-5022-493C-85F3-7F0FDE4D78B5}"/>
                </a:ext>
              </a:extLst>
            </p:cNvPr>
            <p:cNvSpPr/>
            <p:nvPr/>
          </p:nvSpPr>
          <p:spPr>
            <a:xfrm>
              <a:off x="8908848" y="5832707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48" name="Hexagon 2147">
              <a:extLst>
                <a:ext uri="{FF2B5EF4-FFF2-40B4-BE49-F238E27FC236}">
                  <a16:creationId xmlns:a16="http://schemas.microsoft.com/office/drawing/2014/main" id="{5744D79C-8660-4B34-B313-9481E17B9C76}"/>
                </a:ext>
              </a:extLst>
            </p:cNvPr>
            <p:cNvSpPr/>
            <p:nvPr/>
          </p:nvSpPr>
          <p:spPr>
            <a:xfrm>
              <a:off x="10728274" y="3886593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49" name="Hexagon 2148">
              <a:extLst>
                <a:ext uri="{FF2B5EF4-FFF2-40B4-BE49-F238E27FC236}">
                  <a16:creationId xmlns:a16="http://schemas.microsoft.com/office/drawing/2014/main" id="{03624F31-D955-4479-B782-C483906FA547}"/>
                </a:ext>
              </a:extLst>
            </p:cNvPr>
            <p:cNvSpPr/>
            <p:nvPr/>
          </p:nvSpPr>
          <p:spPr>
            <a:xfrm>
              <a:off x="9584844" y="2918316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50" name="Hexagon 2149">
              <a:extLst>
                <a:ext uri="{FF2B5EF4-FFF2-40B4-BE49-F238E27FC236}">
                  <a16:creationId xmlns:a16="http://schemas.microsoft.com/office/drawing/2014/main" id="{2848979B-62EE-4B98-BB95-7EE8E986F7E4}"/>
                </a:ext>
              </a:extLst>
            </p:cNvPr>
            <p:cNvSpPr/>
            <p:nvPr/>
          </p:nvSpPr>
          <p:spPr>
            <a:xfrm>
              <a:off x="10497626" y="1504284"/>
              <a:ext cx="295313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57" name="Hexagon 2156">
              <a:extLst>
                <a:ext uri="{FF2B5EF4-FFF2-40B4-BE49-F238E27FC236}">
                  <a16:creationId xmlns:a16="http://schemas.microsoft.com/office/drawing/2014/main" id="{4D25BC7D-A3F8-4DFE-874A-870823D4CAA1}"/>
                </a:ext>
              </a:extLst>
            </p:cNvPr>
            <p:cNvSpPr/>
            <p:nvPr/>
          </p:nvSpPr>
          <p:spPr>
            <a:xfrm>
              <a:off x="7090857" y="209709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58" name="Hexagon 2157">
              <a:extLst>
                <a:ext uri="{FF2B5EF4-FFF2-40B4-BE49-F238E27FC236}">
                  <a16:creationId xmlns:a16="http://schemas.microsoft.com/office/drawing/2014/main" id="{427D7D58-A339-4C52-ADEF-CD1133A966A3}"/>
                </a:ext>
              </a:extLst>
            </p:cNvPr>
            <p:cNvSpPr/>
            <p:nvPr/>
          </p:nvSpPr>
          <p:spPr>
            <a:xfrm>
              <a:off x="6172073" y="2643776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59" name="Hexagon 2158">
              <a:extLst>
                <a:ext uri="{FF2B5EF4-FFF2-40B4-BE49-F238E27FC236}">
                  <a16:creationId xmlns:a16="http://schemas.microsoft.com/office/drawing/2014/main" id="{6461FEA3-89E1-40BE-887E-A8DB198B1572}"/>
                </a:ext>
              </a:extLst>
            </p:cNvPr>
            <p:cNvSpPr/>
            <p:nvPr/>
          </p:nvSpPr>
          <p:spPr>
            <a:xfrm>
              <a:off x="5714684" y="1048810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60" name="Hexagon 2159">
              <a:extLst>
                <a:ext uri="{FF2B5EF4-FFF2-40B4-BE49-F238E27FC236}">
                  <a16:creationId xmlns:a16="http://schemas.microsoft.com/office/drawing/2014/main" id="{FE4C64F7-320B-401B-9B56-368954FEE108}"/>
                </a:ext>
              </a:extLst>
            </p:cNvPr>
            <p:cNvSpPr/>
            <p:nvPr/>
          </p:nvSpPr>
          <p:spPr>
            <a:xfrm>
              <a:off x="5503555" y="5229766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61" name="Hexagon 2160">
              <a:extLst>
                <a:ext uri="{FF2B5EF4-FFF2-40B4-BE49-F238E27FC236}">
                  <a16:creationId xmlns:a16="http://schemas.microsoft.com/office/drawing/2014/main" id="{8CF19E2C-0E3B-451B-9277-85CF64F5D306}"/>
                </a:ext>
              </a:extLst>
            </p:cNvPr>
            <p:cNvSpPr/>
            <p:nvPr/>
          </p:nvSpPr>
          <p:spPr>
            <a:xfrm>
              <a:off x="4808230" y="5861591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62" name="Hexagon 2161">
              <a:extLst>
                <a:ext uri="{FF2B5EF4-FFF2-40B4-BE49-F238E27FC236}">
                  <a16:creationId xmlns:a16="http://schemas.microsoft.com/office/drawing/2014/main" id="{D2B05F28-5992-4512-AD6E-665E709DFEC5}"/>
                </a:ext>
              </a:extLst>
            </p:cNvPr>
            <p:cNvSpPr/>
            <p:nvPr/>
          </p:nvSpPr>
          <p:spPr>
            <a:xfrm>
              <a:off x="4343076" y="6728087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63" name="Hexagon 2162">
              <a:extLst>
                <a:ext uri="{FF2B5EF4-FFF2-40B4-BE49-F238E27FC236}">
                  <a16:creationId xmlns:a16="http://schemas.microsoft.com/office/drawing/2014/main" id="{685129D7-2DBD-4EDD-A92A-67FF09A7BAD3}"/>
                </a:ext>
              </a:extLst>
            </p:cNvPr>
            <p:cNvSpPr/>
            <p:nvPr/>
          </p:nvSpPr>
          <p:spPr>
            <a:xfrm>
              <a:off x="2529330" y="6728087"/>
              <a:ext cx="301752" cy="16993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64" name="Hexagon 2163">
              <a:extLst>
                <a:ext uri="{FF2B5EF4-FFF2-40B4-BE49-F238E27FC236}">
                  <a16:creationId xmlns:a16="http://schemas.microsoft.com/office/drawing/2014/main" id="{59384AEF-EA28-4210-9322-4968DB39168E}"/>
                </a:ext>
              </a:extLst>
            </p:cNvPr>
            <p:cNvSpPr/>
            <p:nvPr/>
          </p:nvSpPr>
          <p:spPr>
            <a:xfrm>
              <a:off x="3219358" y="5764994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65" name="Hexagon 2164">
              <a:extLst>
                <a:ext uri="{FF2B5EF4-FFF2-40B4-BE49-F238E27FC236}">
                  <a16:creationId xmlns:a16="http://schemas.microsoft.com/office/drawing/2014/main" id="{027C35F8-091F-4E45-AAB8-56592FD9FD86}"/>
                </a:ext>
              </a:extLst>
            </p:cNvPr>
            <p:cNvSpPr/>
            <p:nvPr/>
          </p:nvSpPr>
          <p:spPr>
            <a:xfrm>
              <a:off x="8444991" y="2300146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66" name="Hexagon 2165">
              <a:extLst>
                <a:ext uri="{FF2B5EF4-FFF2-40B4-BE49-F238E27FC236}">
                  <a16:creationId xmlns:a16="http://schemas.microsoft.com/office/drawing/2014/main" id="{410F3617-2874-4F51-A98F-31215A41A0BA}"/>
                </a:ext>
              </a:extLst>
            </p:cNvPr>
            <p:cNvSpPr/>
            <p:nvPr/>
          </p:nvSpPr>
          <p:spPr>
            <a:xfrm>
              <a:off x="8680315" y="16690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pic>
        <p:nvPicPr>
          <p:cNvPr id="2179" name="Picture 2178" hidden="1">
            <a:extLst>
              <a:ext uri="{FF2B5EF4-FFF2-40B4-BE49-F238E27FC236}">
                <a16:creationId xmlns:a16="http://schemas.microsoft.com/office/drawing/2014/main" id="{245B14DE-6F50-4C50-AD25-A961B9AD797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9963" y="206728"/>
            <a:ext cx="13287737" cy="9597570"/>
          </a:xfrm>
          <a:prstGeom prst="rect">
            <a:avLst/>
          </a:prstGeom>
        </p:spPr>
      </p:pic>
      <p:cxnSp>
        <p:nvCxnSpPr>
          <p:cNvPr id="1550" name="Straight Connector 452">
            <a:extLst>
              <a:ext uri="{FF2B5EF4-FFF2-40B4-BE49-F238E27FC236}">
                <a16:creationId xmlns:a16="http://schemas.microsoft.com/office/drawing/2014/main" id="{F8BD0793-E12A-43FA-900A-F0605612C6C3}"/>
              </a:ext>
            </a:extLst>
          </p:cNvPr>
          <p:cNvCxnSpPr>
            <a:cxnSpLocks/>
          </p:cNvCxnSpPr>
          <p:nvPr/>
        </p:nvCxnSpPr>
        <p:spPr>
          <a:xfrm flipV="1">
            <a:off x="2214880" y="1286510"/>
            <a:ext cx="0" cy="272669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1" name="Straight Connector 452">
            <a:extLst>
              <a:ext uri="{FF2B5EF4-FFF2-40B4-BE49-F238E27FC236}">
                <a16:creationId xmlns:a16="http://schemas.microsoft.com/office/drawing/2014/main" id="{4A1715BD-FD9C-4F6B-B698-5AC8714A1974}"/>
              </a:ext>
            </a:extLst>
          </p:cNvPr>
          <p:cNvCxnSpPr>
            <a:cxnSpLocks/>
          </p:cNvCxnSpPr>
          <p:nvPr/>
        </p:nvCxnSpPr>
        <p:spPr>
          <a:xfrm flipV="1">
            <a:off x="4059476" y="7176542"/>
            <a:ext cx="6552" cy="17051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2" name="Straight Connector 452">
            <a:extLst>
              <a:ext uri="{FF2B5EF4-FFF2-40B4-BE49-F238E27FC236}">
                <a16:creationId xmlns:a16="http://schemas.microsoft.com/office/drawing/2014/main" id="{F4CACD30-4E07-42EA-8FE6-824A0D4CDC19}"/>
              </a:ext>
            </a:extLst>
          </p:cNvPr>
          <p:cNvCxnSpPr>
            <a:cxnSpLocks/>
          </p:cNvCxnSpPr>
          <p:nvPr/>
        </p:nvCxnSpPr>
        <p:spPr>
          <a:xfrm flipH="1">
            <a:off x="1986280" y="4013200"/>
            <a:ext cx="228600" cy="9144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3" name="Straight Connector 452">
            <a:extLst>
              <a:ext uri="{FF2B5EF4-FFF2-40B4-BE49-F238E27FC236}">
                <a16:creationId xmlns:a16="http://schemas.microsoft.com/office/drawing/2014/main" id="{E8D41A6D-73A1-47CC-AC69-50272582FAF2}"/>
              </a:ext>
            </a:extLst>
          </p:cNvPr>
          <p:cNvCxnSpPr>
            <a:cxnSpLocks/>
          </p:cNvCxnSpPr>
          <p:nvPr/>
        </p:nvCxnSpPr>
        <p:spPr>
          <a:xfrm flipH="1" flipV="1">
            <a:off x="1748790" y="4516120"/>
            <a:ext cx="279400" cy="9144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4" name="Straight Connector 452">
            <a:extLst>
              <a:ext uri="{FF2B5EF4-FFF2-40B4-BE49-F238E27FC236}">
                <a16:creationId xmlns:a16="http://schemas.microsoft.com/office/drawing/2014/main" id="{694FCB5D-E5E8-4A4E-B6CF-E5B287F9A75A}"/>
              </a:ext>
            </a:extLst>
          </p:cNvPr>
          <p:cNvCxnSpPr>
            <a:cxnSpLocks/>
          </p:cNvCxnSpPr>
          <p:nvPr/>
        </p:nvCxnSpPr>
        <p:spPr>
          <a:xfrm flipV="1">
            <a:off x="2002790" y="4607560"/>
            <a:ext cx="0" cy="266192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5" name="Straight Connector 452">
            <a:extLst>
              <a:ext uri="{FF2B5EF4-FFF2-40B4-BE49-F238E27FC236}">
                <a16:creationId xmlns:a16="http://schemas.microsoft.com/office/drawing/2014/main" id="{D8AFC588-0507-4330-AB52-652960103336}"/>
              </a:ext>
            </a:extLst>
          </p:cNvPr>
          <p:cNvCxnSpPr>
            <a:cxnSpLocks/>
          </p:cNvCxnSpPr>
          <p:nvPr/>
        </p:nvCxnSpPr>
        <p:spPr>
          <a:xfrm flipH="1">
            <a:off x="1986280" y="6818422"/>
            <a:ext cx="1156511" cy="451058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6" name="Straight Connector 452">
            <a:extLst>
              <a:ext uri="{FF2B5EF4-FFF2-40B4-BE49-F238E27FC236}">
                <a16:creationId xmlns:a16="http://schemas.microsoft.com/office/drawing/2014/main" id="{4869D253-6DB0-4DD2-8BB4-F8DD75A139D7}"/>
              </a:ext>
            </a:extLst>
          </p:cNvPr>
          <p:cNvCxnSpPr>
            <a:cxnSpLocks/>
          </p:cNvCxnSpPr>
          <p:nvPr/>
        </p:nvCxnSpPr>
        <p:spPr>
          <a:xfrm flipH="1" flipV="1">
            <a:off x="3605342" y="6818422"/>
            <a:ext cx="460690" cy="186898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7" name="TextBox 1556">
            <a:extLst>
              <a:ext uri="{FF2B5EF4-FFF2-40B4-BE49-F238E27FC236}">
                <a16:creationId xmlns:a16="http://schemas.microsoft.com/office/drawing/2014/main" id="{B610C6E9-7072-485B-9E6E-8364644C9C48}"/>
              </a:ext>
            </a:extLst>
          </p:cNvPr>
          <p:cNvSpPr txBox="1"/>
          <p:nvPr/>
        </p:nvSpPr>
        <p:spPr>
          <a:xfrm>
            <a:off x="187302" y="24168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一条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1558" name="Straight Connector 452">
            <a:extLst>
              <a:ext uri="{FF2B5EF4-FFF2-40B4-BE49-F238E27FC236}">
                <a16:creationId xmlns:a16="http://schemas.microsoft.com/office/drawing/2014/main" id="{907A2C0D-D714-484A-851B-6BA3219E695A}"/>
              </a:ext>
            </a:extLst>
          </p:cNvPr>
          <p:cNvCxnSpPr>
            <a:cxnSpLocks/>
          </p:cNvCxnSpPr>
          <p:nvPr/>
        </p:nvCxnSpPr>
        <p:spPr>
          <a:xfrm>
            <a:off x="1280589" y="712470"/>
            <a:ext cx="0" cy="21717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9" name="Straight Connector 452">
            <a:extLst>
              <a:ext uri="{FF2B5EF4-FFF2-40B4-BE49-F238E27FC236}">
                <a16:creationId xmlns:a16="http://schemas.microsoft.com/office/drawing/2014/main" id="{37452406-B295-4610-82B0-7816A5558248}"/>
              </a:ext>
            </a:extLst>
          </p:cNvPr>
          <p:cNvCxnSpPr>
            <a:cxnSpLocks/>
          </p:cNvCxnSpPr>
          <p:nvPr/>
        </p:nvCxnSpPr>
        <p:spPr>
          <a:xfrm>
            <a:off x="1280589" y="929640"/>
            <a:ext cx="934291" cy="35687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0" name="Straight Connector 452">
            <a:extLst>
              <a:ext uri="{FF2B5EF4-FFF2-40B4-BE49-F238E27FC236}">
                <a16:creationId xmlns:a16="http://schemas.microsoft.com/office/drawing/2014/main" id="{13A6935C-AD58-4BA7-8F41-A212816EF682}"/>
              </a:ext>
            </a:extLst>
          </p:cNvPr>
          <p:cNvCxnSpPr>
            <a:cxnSpLocks/>
          </p:cNvCxnSpPr>
          <p:nvPr/>
        </p:nvCxnSpPr>
        <p:spPr>
          <a:xfrm>
            <a:off x="2214880" y="1643380"/>
            <a:ext cx="711950" cy="28285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1" name="Straight Connector 452">
            <a:extLst>
              <a:ext uri="{FF2B5EF4-FFF2-40B4-BE49-F238E27FC236}">
                <a16:creationId xmlns:a16="http://schemas.microsoft.com/office/drawing/2014/main" id="{B3B8D0BB-A70B-41B5-B005-44A4F068F4D0}"/>
              </a:ext>
            </a:extLst>
          </p:cNvPr>
          <p:cNvCxnSpPr>
            <a:cxnSpLocks/>
          </p:cNvCxnSpPr>
          <p:nvPr/>
        </p:nvCxnSpPr>
        <p:spPr>
          <a:xfrm flipV="1">
            <a:off x="4066029" y="6822440"/>
            <a:ext cx="439931" cy="18288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2" name="Straight Connector 452">
            <a:extLst>
              <a:ext uri="{FF2B5EF4-FFF2-40B4-BE49-F238E27FC236}">
                <a16:creationId xmlns:a16="http://schemas.microsoft.com/office/drawing/2014/main" id="{EC6C7291-4328-49EC-9D52-1B068B1BCC33}"/>
              </a:ext>
            </a:extLst>
          </p:cNvPr>
          <p:cNvCxnSpPr>
            <a:cxnSpLocks/>
          </p:cNvCxnSpPr>
          <p:nvPr/>
        </p:nvCxnSpPr>
        <p:spPr>
          <a:xfrm flipV="1">
            <a:off x="4505960" y="6085840"/>
            <a:ext cx="0" cy="73660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3" name="Straight Connector 452">
            <a:extLst>
              <a:ext uri="{FF2B5EF4-FFF2-40B4-BE49-F238E27FC236}">
                <a16:creationId xmlns:a16="http://schemas.microsoft.com/office/drawing/2014/main" id="{D90A6470-6EDB-4749-9EA7-9D67D525D4A7}"/>
              </a:ext>
            </a:extLst>
          </p:cNvPr>
          <p:cNvCxnSpPr>
            <a:cxnSpLocks/>
          </p:cNvCxnSpPr>
          <p:nvPr/>
        </p:nvCxnSpPr>
        <p:spPr>
          <a:xfrm flipV="1">
            <a:off x="5399637" y="6182360"/>
            <a:ext cx="700176" cy="27432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4" name="Straight Connector 452">
            <a:extLst>
              <a:ext uri="{FF2B5EF4-FFF2-40B4-BE49-F238E27FC236}">
                <a16:creationId xmlns:a16="http://schemas.microsoft.com/office/drawing/2014/main" id="{C6B7757A-3ABA-4479-940C-70B6B6E51412}"/>
              </a:ext>
            </a:extLst>
          </p:cNvPr>
          <p:cNvCxnSpPr>
            <a:cxnSpLocks/>
          </p:cNvCxnSpPr>
          <p:nvPr/>
        </p:nvCxnSpPr>
        <p:spPr>
          <a:xfrm>
            <a:off x="7239000" y="3266440"/>
            <a:ext cx="0" cy="248920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5" name="Straight Connector 452">
            <a:extLst>
              <a:ext uri="{FF2B5EF4-FFF2-40B4-BE49-F238E27FC236}">
                <a16:creationId xmlns:a16="http://schemas.microsoft.com/office/drawing/2014/main" id="{BD05F901-D86D-41C5-8F67-372556A295C5}"/>
              </a:ext>
            </a:extLst>
          </p:cNvPr>
          <p:cNvCxnSpPr>
            <a:cxnSpLocks/>
          </p:cNvCxnSpPr>
          <p:nvPr/>
        </p:nvCxnSpPr>
        <p:spPr>
          <a:xfrm flipV="1">
            <a:off x="7239001" y="3159760"/>
            <a:ext cx="238759" cy="12192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6" name="Straight Connector 452">
            <a:extLst>
              <a:ext uri="{FF2B5EF4-FFF2-40B4-BE49-F238E27FC236}">
                <a16:creationId xmlns:a16="http://schemas.microsoft.com/office/drawing/2014/main" id="{D879C8AC-57E8-4ED1-929E-C083A0641CC7}"/>
              </a:ext>
            </a:extLst>
          </p:cNvPr>
          <p:cNvCxnSpPr>
            <a:cxnSpLocks/>
          </p:cNvCxnSpPr>
          <p:nvPr/>
        </p:nvCxnSpPr>
        <p:spPr>
          <a:xfrm>
            <a:off x="6319520" y="2913986"/>
            <a:ext cx="914399" cy="390554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7" name="Straight Connector 452">
            <a:extLst>
              <a:ext uri="{FF2B5EF4-FFF2-40B4-BE49-F238E27FC236}">
                <a16:creationId xmlns:a16="http://schemas.microsoft.com/office/drawing/2014/main" id="{F64E3D4F-1F06-4CF6-A40B-4B4F1053FCD0}"/>
              </a:ext>
            </a:extLst>
          </p:cNvPr>
          <p:cNvCxnSpPr>
            <a:cxnSpLocks/>
          </p:cNvCxnSpPr>
          <p:nvPr/>
        </p:nvCxnSpPr>
        <p:spPr>
          <a:xfrm flipH="1" flipV="1">
            <a:off x="5639562" y="2968052"/>
            <a:ext cx="5585" cy="420309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8" name="Straight Connector 452">
            <a:extLst>
              <a:ext uri="{FF2B5EF4-FFF2-40B4-BE49-F238E27FC236}">
                <a16:creationId xmlns:a16="http://schemas.microsoft.com/office/drawing/2014/main" id="{28E6FE70-4CCF-48B7-B1A7-4951D17DFDE5}"/>
              </a:ext>
            </a:extLst>
          </p:cNvPr>
          <p:cNvCxnSpPr>
            <a:cxnSpLocks/>
          </p:cNvCxnSpPr>
          <p:nvPr/>
        </p:nvCxnSpPr>
        <p:spPr>
          <a:xfrm flipV="1">
            <a:off x="5868162" y="2909583"/>
            <a:ext cx="466195" cy="178099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9" name="Straight Connector 452">
            <a:extLst>
              <a:ext uri="{FF2B5EF4-FFF2-40B4-BE49-F238E27FC236}">
                <a16:creationId xmlns:a16="http://schemas.microsoft.com/office/drawing/2014/main" id="{7B8266C7-2423-49DB-8F31-141D0A7F1BDC}"/>
              </a:ext>
            </a:extLst>
          </p:cNvPr>
          <p:cNvCxnSpPr>
            <a:cxnSpLocks/>
          </p:cNvCxnSpPr>
          <p:nvPr/>
        </p:nvCxnSpPr>
        <p:spPr>
          <a:xfrm flipV="1">
            <a:off x="6331002" y="2488076"/>
            <a:ext cx="679451" cy="245774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0" name="Straight Connector 452">
            <a:extLst>
              <a:ext uri="{FF2B5EF4-FFF2-40B4-BE49-F238E27FC236}">
                <a16:creationId xmlns:a16="http://schemas.microsoft.com/office/drawing/2014/main" id="{89B71C5F-D4B8-48B3-9DDF-C19DDBF5C25A}"/>
              </a:ext>
            </a:extLst>
          </p:cNvPr>
          <p:cNvCxnSpPr>
            <a:cxnSpLocks/>
          </p:cNvCxnSpPr>
          <p:nvPr/>
        </p:nvCxnSpPr>
        <p:spPr>
          <a:xfrm flipH="1" flipV="1">
            <a:off x="6995160" y="1257877"/>
            <a:ext cx="23705" cy="1238366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1" name="Straight Connector 452">
            <a:extLst>
              <a:ext uri="{FF2B5EF4-FFF2-40B4-BE49-F238E27FC236}">
                <a16:creationId xmlns:a16="http://schemas.microsoft.com/office/drawing/2014/main" id="{B13701AA-D20C-4C44-9ED2-93E4B9B9FABF}"/>
              </a:ext>
            </a:extLst>
          </p:cNvPr>
          <p:cNvCxnSpPr>
            <a:cxnSpLocks/>
          </p:cNvCxnSpPr>
          <p:nvPr/>
        </p:nvCxnSpPr>
        <p:spPr>
          <a:xfrm flipV="1">
            <a:off x="7006590" y="1108075"/>
            <a:ext cx="262890" cy="13280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2" name="Straight Connector 452">
            <a:extLst>
              <a:ext uri="{FF2B5EF4-FFF2-40B4-BE49-F238E27FC236}">
                <a16:creationId xmlns:a16="http://schemas.microsoft.com/office/drawing/2014/main" id="{31E5FC4D-F6FC-4139-A6E5-4739B9A7B309}"/>
              </a:ext>
            </a:extLst>
          </p:cNvPr>
          <p:cNvCxnSpPr>
            <a:cxnSpLocks/>
          </p:cNvCxnSpPr>
          <p:nvPr/>
        </p:nvCxnSpPr>
        <p:spPr>
          <a:xfrm>
            <a:off x="4525769" y="6103620"/>
            <a:ext cx="886971" cy="35052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3" name="Straight Connector 452">
            <a:extLst>
              <a:ext uri="{FF2B5EF4-FFF2-40B4-BE49-F238E27FC236}">
                <a16:creationId xmlns:a16="http://schemas.microsoft.com/office/drawing/2014/main" id="{A149667D-9E8D-4E25-B2AB-EF5A3A4C0E15}"/>
              </a:ext>
            </a:extLst>
          </p:cNvPr>
          <p:cNvCxnSpPr>
            <a:cxnSpLocks/>
          </p:cNvCxnSpPr>
          <p:nvPr/>
        </p:nvCxnSpPr>
        <p:spPr>
          <a:xfrm flipV="1">
            <a:off x="6099813" y="5994400"/>
            <a:ext cx="0" cy="18796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4" name="Straight Connector 452">
            <a:extLst>
              <a:ext uri="{FF2B5EF4-FFF2-40B4-BE49-F238E27FC236}">
                <a16:creationId xmlns:a16="http://schemas.microsoft.com/office/drawing/2014/main" id="{16073569-93EA-4EE0-82E5-B00208DA7543}"/>
              </a:ext>
            </a:extLst>
          </p:cNvPr>
          <p:cNvCxnSpPr>
            <a:cxnSpLocks/>
          </p:cNvCxnSpPr>
          <p:nvPr/>
        </p:nvCxnSpPr>
        <p:spPr>
          <a:xfrm flipV="1">
            <a:off x="6120133" y="5659120"/>
            <a:ext cx="926632" cy="33528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5" name="Straight Connector 452">
            <a:extLst>
              <a:ext uri="{FF2B5EF4-FFF2-40B4-BE49-F238E27FC236}">
                <a16:creationId xmlns:a16="http://schemas.microsoft.com/office/drawing/2014/main" id="{44D5291D-AA4F-4F4A-A3CF-A91A7CA5BDCC}"/>
              </a:ext>
            </a:extLst>
          </p:cNvPr>
          <p:cNvCxnSpPr>
            <a:cxnSpLocks/>
          </p:cNvCxnSpPr>
          <p:nvPr/>
        </p:nvCxnSpPr>
        <p:spPr>
          <a:xfrm flipH="1" flipV="1">
            <a:off x="7015483" y="5638800"/>
            <a:ext cx="253997" cy="11684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6" name="Straight Connector 452">
            <a:extLst>
              <a:ext uri="{FF2B5EF4-FFF2-40B4-BE49-F238E27FC236}">
                <a16:creationId xmlns:a16="http://schemas.microsoft.com/office/drawing/2014/main" id="{A170B4F4-D0FD-42BB-80ED-80A7451DE97E}"/>
              </a:ext>
            </a:extLst>
          </p:cNvPr>
          <p:cNvCxnSpPr>
            <a:cxnSpLocks/>
          </p:cNvCxnSpPr>
          <p:nvPr/>
        </p:nvCxnSpPr>
        <p:spPr>
          <a:xfrm>
            <a:off x="2926830" y="1926236"/>
            <a:ext cx="0" cy="54714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7" name="Straight Connector 452">
            <a:extLst>
              <a:ext uri="{FF2B5EF4-FFF2-40B4-BE49-F238E27FC236}">
                <a16:creationId xmlns:a16="http://schemas.microsoft.com/office/drawing/2014/main" id="{EF86C9BA-D37D-49ED-8F71-226121AE2844}"/>
              </a:ext>
            </a:extLst>
          </p:cNvPr>
          <p:cNvCxnSpPr>
            <a:cxnSpLocks/>
          </p:cNvCxnSpPr>
          <p:nvPr/>
        </p:nvCxnSpPr>
        <p:spPr>
          <a:xfrm>
            <a:off x="2926830" y="2461646"/>
            <a:ext cx="711950" cy="26418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8" name="Straight Connector 452">
            <a:extLst>
              <a:ext uri="{FF2B5EF4-FFF2-40B4-BE49-F238E27FC236}">
                <a16:creationId xmlns:a16="http://schemas.microsoft.com/office/drawing/2014/main" id="{51681159-220B-4094-A544-64744B234A87}"/>
              </a:ext>
            </a:extLst>
          </p:cNvPr>
          <p:cNvCxnSpPr>
            <a:cxnSpLocks/>
          </p:cNvCxnSpPr>
          <p:nvPr/>
        </p:nvCxnSpPr>
        <p:spPr>
          <a:xfrm>
            <a:off x="3605342" y="2725827"/>
            <a:ext cx="9828" cy="54017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9" name="Straight Connector 452">
            <a:extLst>
              <a:ext uri="{FF2B5EF4-FFF2-40B4-BE49-F238E27FC236}">
                <a16:creationId xmlns:a16="http://schemas.microsoft.com/office/drawing/2014/main" id="{61BDFCAC-43E1-47E7-81A0-76584DD9AF67}"/>
              </a:ext>
            </a:extLst>
          </p:cNvPr>
          <p:cNvCxnSpPr>
            <a:cxnSpLocks/>
          </p:cNvCxnSpPr>
          <p:nvPr/>
        </p:nvCxnSpPr>
        <p:spPr>
          <a:xfrm>
            <a:off x="3605342" y="3256655"/>
            <a:ext cx="250878" cy="13170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7" name="Straight Connector 452">
            <a:extLst>
              <a:ext uri="{FF2B5EF4-FFF2-40B4-BE49-F238E27FC236}">
                <a16:creationId xmlns:a16="http://schemas.microsoft.com/office/drawing/2014/main" id="{E1F14670-8B62-4E08-9767-3A1AB043C9A0}"/>
              </a:ext>
            </a:extLst>
          </p:cNvPr>
          <p:cNvCxnSpPr>
            <a:cxnSpLocks/>
          </p:cNvCxnSpPr>
          <p:nvPr/>
        </p:nvCxnSpPr>
        <p:spPr>
          <a:xfrm>
            <a:off x="3837431" y="3379012"/>
            <a:ext cx="18789" cy="17365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8" name="Straight Connector 452">
            <a:extLst>
              <a:ext uri="{FF2B5EF4-FFF2-40B4-BE49-F238E27FC236}">
                <a16:creationId xmlns:a16="http://schemas.microsoft.com/office/drawing/2014/main" id="{EEE737FA-D48C-45E0-86E5-5A5AE7F6AE02}"/>
              </a:ext>
            </a:extLst>
          </p:cNvPr>
          <p:cNvCxnSpPr>
            <a:cxnSpLocks/>
          </p:cNvCxnSpPr>
          <p:nvPr/>
        </p:nvCxnSpPr>
        <p:spPr>
          <a:xfrm flipH="1">
            <a:off x="4497049" y="4157252"/>
            <a:ext cx="3794" cy="51967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9" name="Straight Connector 452">
            <a:extLst>
              <a:ext uri="{FF2B5EF4-FFF2-40B4-BE49-F238E27FC236}">
                <a16:creationId xmlns:a16="http://schemas.microsoft.com/office/drawing/2014/main" id="{303F17AC-E866-4B52-923E-C02F25F1624E}"/>
              </a:ext>
            </a:extLst>
          </p:cNvPr>
          <p:cNvCxnSpPr>
            <a:cxnSpLocks/>
          </p:cNvCxnSpPr>
          <p:nvPr/>
        </p:nvCxnSpPr>
        <p:spPr>
          <a:xfrm>
            <a:off x="4481803" y="4672376"/>
            <a:ext cx="512909" cy="21361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0" name="Straight Connector 452">
            <a:extLst>
              <a:ext uri="{FF2B5EF4-FFF2-40B4-BE49-F238E27FC236}">
                <a16:creationId xmlns:a16="http://schemas.microsoft.com/office/drawing/2014/main" id="{C9236507-2F34-4284-840B-88660F022719}"/>
              </a:ext>
            </a:extLst>
          </p:cNvPr>
          <p:cNvCxnSpPr>
            <a:cxnSpLocks/>
          </p:cNvCxnSpPr>
          <p:nvPr/>
        </p:nvCxnSpPr>
        <p:spPr>
          <a:xfrm flipV="1">
            <a:off x="1986280" y="2552685"/>
            <a:ext cx="227297" cy="102250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1" name="Straight Connector 452">
            <a:extLst>
              <a:ext uri="{FF2B5EF4-FFF2-40B4-BE49-F238E27FC236}">
                <a16:creationId xmlns:a16="http://schemas.microsoft.com/office/drawing/2014/main" id="{65C88015-5232-47F7-A90A-60A5F3292D57}"/>
              </a:ext>
            </a:extLst>
          </p:cNvPr>
          <p:cNvCxnSpPr>
            <a:cxnSpLocks/>
          </p:cNvCxnSpPr>
          <p:nvPr/>
        </p:nvCxnSpPr>
        <p:spPr>
          <a:xfrm flipH="1" flipV="1">
            <a:off x="4066027" y="7007608"/>
            <a:ext cx="1" cy="168934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5" name="Straight Connector 452">
            <a:extLst>
              <a:ext uri="{FF2B5EF4-FFF2-40B4-BE49-F238E27FC236}">
                <a16:creationId xmlns:a16="http://schemas.microsoft.com/office/drawing/2014/main" id="{898BD1CC-618A-47D2-B754-7BD62DC96768}"/>
              </a:ext>
            </a:extLst>
          </p:cNvPr>
          <p:cNvCxnSpPr>
            <a:cxnSpLocks/>
          </p:cNvCxnSpPr>
          <p:nvPr/>
        </p:nvCxnSpPr>
        <p:spPr>
          <a:xfrm flipV="1">
            <a:off x="880879" y="5130383"/>
            <a:ext cx="1105400" cy="450189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8" name="Straight Connector 452">
            <a:extLst>
              <a:ext uri="{FF2B5EF4-FFF2-40B4-BE49-F238E27FC236}">
                <a16:creationId xmlns:a16="http://schemas.microsoft.com/office/drawing/2014/main" id="{5265AA59-0549-4443-90ED-8C3E01F65BE5}"/>
              </a:ext>
            </a:extLst>
          </p:cNvPr>
          <p:cNvCxnSpPr>
            <a:cxnSpLocks/>
          </p:cNvCxnSpPr>
          <p:nvPr/>
        </p:nvCxnSpPr>
        <p:spPr>
          <a:xfrm flipH="1">
            <a:off x="1064302" y="5659120"/>
            <a:ext cx="28302" cy="142979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7" name="Straight Connector 452">
            <a:extLst>
              <a:ext uri="{FF2B5EF4-FFF2-40B4-BE49-F238E27FC236}">
                <a16:creationId xmlns:a16="http://schemas.microsoft.com/office/drawing/2014/main" id="{21462D07-FAC9-4C3B-AC7D-4352B3E817C0}"/>
              </a:ext>
            </a:extLst>
          </p:cNvPr>
          <p:cNvCxnSpPr>
            <a:cxnSpLocks/>
          </p:cNvCxnSpPr>
          <p:nvPr/>
        </p:nvCxnSpPr>
        <p:spPr>
          <a:xfrm>
            <a:off x="880879" y="5580572"/>
            <a:ext cx="183423" cy="7854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8" name="Straight Connector 452">
            <a:extLst>
              <a:ext uri="{FF2B5EF4-FFF2-40B4-BE49-F238E27FC236}">
                <a16:creationId xmlns:a16="http://schemas.microsoft.com/office/drawing/2014/main" id="{5CF2C21E-B55F-475F-AF94-FF493ADFF111}"/>
              </a:ext>
            </a:extLst>
          </p:cNvPr>
          <p:cNvCxnSpPr>
            <a:cxnSpLocks/>
          </p:cNvCxnSpPr>
          <p:nvPr/>
        </p:nvCxnSpPr>
        <p:spPr>
          <a:xfrm>
            <a:off x="1078448" y="7088911"/>
            <a:ext cx="455098" cy="180569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8" name="Straight Connector 452">
            <a:extLst>
              <a:ext uri="{FF2B5EF4-FFF2-40B4-BE49-F238E27FC236}">
                <a16:creationId xmlns:a16="http://schemas.microsoft.com/office/drawing/2014/main" id="{5113919C-B6C9-46FA-AB51-BC92C0F43EA8}"/>
              </a:ext>
            </a:extLst>
          </p:cNvPr>
          <p:cNvCxnSpPr>
            <a:cxnSpLocks/>
          </p:cNvCxnSpPr>
          <p:nvPr/>
        </p:nvCxnSpPr>
        <p:spPr>
          <a:xfrm>
            <a:off x="1543902" y="7258988"/>
            <a:ext cx="3790" cy="176133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9" name="Straight Connector 452">
            <a:extLst>
              <a:ext uri="{FF2B5EF4-FFF2-40B4-BE49-F238E27FC236}">
                <a16:creationId xmlns:a16="http://schemas.microsoft.com/office/drawing/2014/main" id="{CE21EF47-4A5C-47FB-B811-DB96928C4BA3}"/>
              </a:ext>
            </a:extLst>
          </p:cNvPr>
          <p:cNvCxnSpPr>
            <a:cxnSpLocks/>
          </p:cNvCxnSpPr>
          <p:nvPr/>
        </p:nvCxnSpPr>
        <p:spPr>
          <a:xfrm>
            <a:off x="1558048" y="7435121"/>
            <a:ext cx="679275" cy="264870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0" name="Straight Connector 452">
            <a:extLst>
              <a:ext uri="{FF2B5EF4-FFF2-40B4-BE49-F238E27FC236}">
                <a16:creationId xmlns:a16="http://schemas.microsoft.com/office/drawing/2014/main" id="{451C93C8-AF97-491D-9CE7-2D4BE7E0C725}"/>
              </a:ext>
            </a:extLst>
          </p:cNvPr>
          <p:cNvCxnSpPr>
            <a:cxnSpLocks/>
          </p:cNvCxnSpPr>
          <p:nvPr/>
        </p:nvCxnSpPr>
        <p:spPr>
          <a:xfrm flipH="1">
            <a:off x="2247680" y="7515361"/>
            <a:ext cx="432020" cy="172764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1" name="Straight Connector 452">
            <a:extLst>
              <a:ext uri="{FF2B5EF4-FFF2-40B4-BE49-F238E27FC236}">
                <a16:creationId xmlns:a16="http://schemas.microsoft.com/office/drawing/2014/main" id="{1BAEA64C-87BB-4340-964E-1BB93E20CA88}"/>
              </a:ext>
            </a:extLst>
          </p:cNvPr>
          <p:cNvCxnSpPr>
            <a:cxnSpLocks/>
          </p:cNvCxnSpPr>
          <p:nvPr/>
        </p:nvCxnSpPr>
        <p:spPr>
          <a:xfrm flipH="1">
            <a:off x="2682596" y="6786797"/>
            <a:ext cx="7461" cy="728564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3" name="Straight Connector 452">
            <a:extLst>
              <a:ext uri="{FF2B5EF4-FFF2-40B4-BE49-F238E27FC236}">
                <a16:creationId xmlns:a16="http://schemas.microsoft.com/office/drawing/2014/main" id="{29B29695-7530-4084-BB6F-EC310641FE84}"/>
              </a:ext>
            </a:extLst>
          </p:cNvPr>
          <p:cNvCxnSpPr>
            <a:cxnSpLocks/>
          </p:cNvCxnSpPr>
          <p:nvPr/>
        </p:nvCxnSpPr>
        <p:spPr>
          <a:xfrm flipH="1">
            <a:off x="2689223" y="6640643"/>
            <a:ext cx="453568" cy="177779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4" name="Straight Connector 452">
            <a:extLst>
              <a:ext uri="{FF2B5EF4-FFF2-40B4-BE49-F238E27FC236}">
                <a16:creationId xmlns:a16="http://schemas.microsoft.com/office/drawing/2014/main" id="{760624F3-EB90-4A8C-9678-66D9D91199FF}"/>
              </a:ext>
            </a:extLst>
          </p:cNvPr>
          <p:cNvCxnSpPr>
            <a:cxnSpLocks/>
          </p:cNvCxnSpPr>
          <p:nvPr/>
        </p:nvCxnSpPr>
        <p:spPr>
          <a:xfrm flipH="1" flipV="1">
            <a:off x="3582899" y="6640643"/>
            <a:ext cx="476577" cy="177779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1" name="Straight Connector 452">
            <a:extLst>
              <a:ext uri="{FF2B5EF4-FFF2-40B4-BE49-F238E27FC236}">
                <a16:creationId xmlns:a16="http://schemas.microsoft.com/office/drawing/2014/main" id="{634CF1B5-ADA8-4E17-869A-F0AC474AFC30}"/>
              </a:ext>
            </a:extLst>
          </p:cNvPr>
          <p:cNvCxnSpPr>
            <a:cxnSpLocks/>
          </p:cNvCxnSpPr>
          <p:nvPr/>
        </p:nvCxnSpPr>
        <p:spPr>
          <a:xfrm>
            <a:off x="4961774" y="4885986"/>
            <a:ext cx="5605" cy="52771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2" name="Straight Connector 452">
            <a:extLst>
              <a:ext uri="{FF2B5EF4-FFF2-40B4-BE49-F238E27FC236}">
                <a16:creationId xmlns:a16="http://schemas.microsoft.com/office/drawing/2014/main" id="{0E147494-A100-4CEF-A9F9-497131CE66C6}"/>
              </a:ext>
            </a:extLst>
          </p:cNvPr>
          <p:cNvCxnSpPr>
            <a:cxnSpLocks/>
          </p:cNvCxnSpPr>
          <p:nvPr/>
        </p:nvCxnSpPr>
        <p:spPr>
          <a:xfrm flipH="1">
            <a:off x="3580131" y="5408796"/>
            <a:ext cx="1381644" cy="52030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3" name="Straight Connector 452">
            <a:extLst>
              <a:ext uri="{FF2B5EF4-FFF2-40B4-BE49-F238E27FC236}">
                <a16:creationId xmlns:a16="http://schemas.microsoft.com/office/drawing/2014/main" id="{7558AC41-903E-4233-A0E2-869200072C7D}"/>
              </a:ext>
            </a:extLst>
          </p:cNvPr>
          <p:cNvCxnSpPr>
            <a:cxnSpLocks/>
          </p:cNvCxnSpPr>
          <p:nvPr/>
        </p:nvCxnSpPr>
        <p:spPr>
          <a:xfrm flipH="1" flipV="1">
            <a:off x="3377899" y="5863346"/>
            <a:ext cx="2640" cy="35331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4" name="Straight Connector 452">
            <a:extLst>
              <a:ext uri="{FF2B5EF4-FFF2-40B4-BE49-F238E27FC236}">
                <a16:creationId xmlns:a16="http://schemas.microsoft.com/office/drawing/2014/main" id="{7D10A581-1F55-452D-9A61-947C1FD670AE}"/>
              </a:ext>
            </a:extLst>
          </p:cNvPr>
          <p:cNvCxnSpPr>
            <a:cxnSpLocks/>
          </p:cNvCxnSpPr>
          <p:nvPr/>
        </p:nvCxnSpPr>
        <p:spPr>
          <a:xfrm flipH="1" flipV="1">
            <a:off x="4066029" y="5762343"/>
            <a:ext cx="235001" cy="101003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5" name="Straight Connector 452">
            <a:extLst>
              <a:ext uri="{FF2B5EF4-FFF2-40B4-BE49-F238E27FC236}">
                <a16:creationId xmlns:a16="http://schemas.microsoft.com/office/drawing/2014/main" id="{181F4D1D-1305-4F47-B74D-8E8BFBDAC831}"/>
              </a:ext>
            </a:extLst>
          </p:cNvPr>
          <p:cNvCxnSpPr>
            <a:cxnSpLocks/>
          </p:cNvCxnSpPr>
          <p:nvPr/>
        </p:nvCxnSpPr>
        <p:spPr>
          <a:xfrm flipH="1" flipV="1">
            <a:off x="3386165" y="5891838"/>
            <a:ext cx="192234" cy="3145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0" name="Straight Connector 452">
            <a:extLst>
              <a:ext uri="{FF2B5EF4-FFF2-40B4-BE49-F238E27FC236}">
                <a16:creationId xmlns:a16="http://schemas.microsoft.com/office/drawing/2014/main" id="{EA45023E-E0F8-443C-ABA3-D1DD589B44E9}"/>
              </a:ext>
            </a:extLst>
          </p:cNvPr>
          <p:cNvCxnSpPr>
            <a:cxnSpLocks/>
          </p:cNvCxnSpPr>
          <p:nvPr/>
        </p:nvCxnSpPr>
        <p:spPr>
          <a:xfrm flipH="1">
            <a:off x="4271463" y="5764091"/>
            <a:ext cx="240028" cy="10028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1" name="Straight Connector 452">
            <a:extLst>
              <a:ext uri="{FF2B5EF4-FFF2-40B4-BE49-F238E27FC236}">
                <a16:creationId xmlns:a16="http://schemas.microsoft.com/office/drawing/2014/main" id="{728F8971-F0D0-4A8C-84AF-C5E553936F3F}"/>
              </a:ext>
            </a:extLst>
          </p:cNvPr>
          <p:cNvCxnSpPr>
            <a:cxnSpLocks/>
          </p:cNvCxnSpPr>
          <p:nvPr/>
        </p:nvCxnSpPr>
        <p:spPr>
          <a:xfrm flipV="1">
            <a:off x="4961383" y="5984011"/>
            <a:ext cx="18839" cy="49746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2" name="Straight Connector 452">
            <a:extLst>
              <a:ext uri="{FF2B5EF4-FFF2-40B4-BE49-F238E27FC236}">
                <a16:creationId xmlns:a16="http://schemas.microsoft.com/office/drawing/2014/main" id="{909DD091-BD0D-413B-84B2-C3793A411AF3}"/>
              </a:ext>
            </a:extLst>
          </p:cNvPr>
          <p:cNvCxnSpPr>
            <a:cxnSpLocks/>
          </p:cNvCxnSpPr>
          <p:nvPr/>
        </p:nvCxnSpPr>
        <p:spPr>
          <a:xfrm flipH="1" flipV="1">
            <a:off x="4952446" y="6481473"/>
            <a:ext cx="701798" cy="25593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3" name="Straight Connector 452">
            <a:extLst>
              <a:ext uri="{FF2B5EF4-FFF2-40B4-BE49-F238E27FC236}">
                <a16:creationId xmlns:a16="http://schemas.microsoft.com/office/drawing/2014/main" id="{34E8C407-9901-460A-A8D1-3E79D0957A36}"/>
              </a:ext>
            </a:extLst>
          </p:cNvPr>
          <p:cNvCxnSpPr>
            <a:cxnSpLocks/>
          </p:cNvCxnSpPr>
          <p:nvPr/>
        </p:nvCxnSpPr>
        <p:spPr>
          <a:xfrm flipH="1" flipV="1">
            <a:off x="5647688" y="6211538"/>
            <a:ext cx="6556" cy="51253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4" name="Straight Connector 452">
            <a:extLst>
              <a:ext uri="{FF2B5EF4-FFF2-40B4-BE49-F238E27FC236}">
                <a16:creationId xmlns:a16="http://schemas.microsoft.com/office/drawing/2014/main" id="{7F74523C-1E75-47C0-864F-99AE8F276DA3}"/>
              </a:ext>
            </a:extLst>
          </p:cNvPr>
          <p:cNvCxnSpPr>
            <a:cxnSpLocks/>
          </p:cNvCxnSpPr>
          <p:nvPr/>
        </p:nvCxnSpPr>
        <p:spPr>
          <a:xfrm flipV="1">
            <a:off x="5648848" y="6085840"/>
            <a:ext cx="226724" cy="16482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5" name="Straight Connector 452">
            <a:extLst>
              <a:ext uri="{FF2B5EF4-FFF2-40B4-BE49-F238E27FC236}">
                <a16:creationId xmlns:a16="http://schemas.microsoft.com/office/drawing/2014/main" id="{0EF13F80-F17E-4FDF-AAD1-43807433A36F}"/>
              </a:ext>
            </a:extLst>
          </p:cNvPr>
          <p:cNvCxnSpPr>
            <a:cxnSpLocks/>
          </p:cNvCxnSpPr>
          <p:nvPr/>
        </p:nvCxnSpPr>
        <p:spPr>
          <a:xfrm flipV="1">
            <a:off x="5868162" y="5923288"/>
            <a:ext cx="0" cy="16255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6" name="Straight Connector 452">
            <a:extLst>
              <a:ext uri="{FF2B5EF4-FFF2-40B4-BE49-F238E27FC236}">
                <a16:creationId xmlns:a16="http://schemas.microsoft.com/office/drawing/2014/main" id="{0B2E5D8B-97F0-441D-A60C-9F8B122E5E25}"/>
              </a:ext>
            </a:extLst>
          </p:cNvPr>
          <p:cNvCxnSpPr>
            <a:cxnSpLocks/>
          </p:cNvCxnSpPr>
          <p:nvPr/>
        </p:nvCxnSpPr>
        <p:spPr>
          <a:xfrm flipV="1">
            <a:off x="5868162" y="5762342"/>
            <a:ext cx="495163" cy="16094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7" name="Straight Connector 452">
            <a:extLst>
              <a:ext uri="{FF2B5EF4-FFF2-40B4-BE49-F238E27FC236}">
                <a16:creationId xmlns:a16="http://schemas.microsoft.com/office/drawing/2014/main" id="{B540F637-E951-42BD-B2A2-A6738C641B75}"/>
              </a:ext>
            </a:extLst>
          </p:cNvPr>
          <p:cNvCxnSpPr>
            <a:cxnSpLocks/>
          </p:cNvCxnSpPr>
          <p:nvPr/>
        </p:nvCxnSpPr>
        <p:spPr>
          <a:xfrm flipV="1">
            <a:off x="6341108" y="5241891"/>
            <a:ext cx="0" cy="51883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8" name="Straight Connector 452">
            <a:extLst>
              <a:ext uri="{FF2B5EF4-FFF2-40B4-BE49-F238E27FC236}">
                <a16:creationId xmlns:a16="http://schemas.microsoft.com/office/drawing/2014/main" id="{1ACE355D-4FE7-47F7-A55A-01A60E77CEEB}"/>
              </a:ext>
            </a:extLst>
          </p:cNvPr>
          <p:cNvCxnSpPr>
            <a:cxnSpLocks/>
          </p:cNvCxnSpPr>
          <p:nvPr/>
        </p:nvCxnSpPr>
        <p:spPr>
          <a:xfrm flipH="1" flipV="1">
            <a:off x="6366067" y="5248909"/>
            <a:ext cx="680698" cy="25290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9" name="Straight Connector 452">
            <a:extLst>
              <a:ext uri="{FF2B5EF4-FFF2-40B4-BE49-F238E27FC236}">
                <a16:creationId xmlns:a16="http://schemas.microsoft.com/office/drawing/2014/main" id="{32DF1617-8490-4A9B-8491-00E119729DCD}"/>
              </a:ext>
            </a:extLst>
          </p:cNvPr>
          <p:cNvCxnSpPr>
            <a:cxnSpLocks/>
          </p:cNvCxnSpPr>
          <p:nvPr/>
        </p:nvCxnSpPr>
        <p:spPr>
          <a:xfrm flipH="1" flipV="1">
            <a:off x="7231389" y="5923288"/>
            <a:ext cx="705651" cy="26551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0" name="Straight Connector 452">
            <a:extLst>
              <a:ext uri="{FF2B5EF4-FFF2-40B4-BE49-F238E27FC236}">
                <a16:creationId xmlns:a16="http://schemas.microsoft.com/office/drawing/2014/main" id="{6123AA25-2984-4269-8D83-EB5EDB57E143}"/>
              </a:ext>
            </a:extLst>
          </p:cNvPr>
          <p:cNvCxnSpPr>
            <a:cxnSpLocks/>
          </p:cNvCxnSpPr>
          <p:nvPr/>
        </p:nvCxnSpPr>
        <p:spPr>
          <a:xfrm>
            <a:off x="6776719" y="787492"/>
            <a:ext cx="457200" cy="163278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1" name="Straight Connector 452">
            <a:extLst>
              <a:ext uri="{FF2B5EF4-FFF2-40B4-BE49-F238E27FC236}">
                <a16:creationId xmlns:a16="http://schemas.microsoft.com/office/drawing/2014/main" id="{58C12284-BA95-4F07-85BC-A0A9DDAAB3E3}"/>
              </a:ext>
            </a:extLst>
          </p:cNvPr>
          <p:cNvCxnSpPr>
            <a:cxnSpLocks/>
          </p:cNvCxnSpPr>
          <p:nvPr/>
        </p:nvCxnSpPr>
        <p:spPr>
          <a:xfrm>
            <a:off x="7244412" y="918306"/>
            <a:ext cx="0" cy="189769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2" name="Straight Connector 452">
            <a:extLst>
              <a:ext uri="{FF2B5EF4-FFF2-40B4-BE49-F238E27FC236}">
                <a16:creationId xmlns:a16="http://schemas.microsoft.com/office/drawing/2014/main" id="{B419B658-B2D2-45E2-98A6-FD01C9086738}"/>
              </a:ext>
            </a:extLst>
          </p:cNvPr>
          <p:cNvCxnSpPr>
            <a:cxnSpLocks/>
          </p:cNvCxnSpPr>
          <p:nvPr/>
        </p:nvCxnSpPr>
        <p:spPr>
          <a:xfrm flipV="1">
            <a:off x="5639562" y="821055"/>
            <a:ext cx="1137157" cy="384974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3" name="Straight Connector 452">
            <a:extLst>
              <a:ext uri="{FF2B5EF4-FFF2-40B4-BE49-F238E27FC236}">
                <a16:creationId xmlns:a16="http://schemas.microsoft.com/office/drawing/2014/main" id="{D82539BF-F3F2-440D-B984-62AD76A21121}"/>
              </a:ext>
            </a:extLst>
          </p:cNvPr>
          <p:cNvCxnSpPr>
            <a:cxnSpLocks/>
          </p:cNvCxnSpPr>
          <p:nvPr/>
        </p:nvCxnSpPr>
        <p:spPr>
          <a:xfrm>
            <a:off x="5156545" y="1026608"/>
            <a:ext cx="1170594" cy="479903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4" name="Straight Connector 452">
            <a:extLst>
              <a:ext uri="{FF2B5EF4-FFF2-40B4-BE49-F238E27FC236}">
                <a16:creationId xmlns:a16="http://schemas.microsoft.com/office/drawing/2014/main" id="{5AB653B0-A9FB-4D00-82C5-1D5CA1BE9C25}"/>
              </a:ext>
            </a:extLst>
          </p:cNvPr>
          <p:cNvCxnSpPr>
            <a:cxnSpLocks/>
          </p:cNvCxnSpPr>
          <p:nvPr/>
        </p:nvCxnSpPr>
        <p:spPr>
          <a:xfrm>
            <a:off x="5638106" y="2958335"/>
            <a:ext cx="237466" cy="122909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5" name="Straight Connector 452">
            <a:extLst>
              <a:ext uri="{FF2B5EF4-FFF2-40B4-BE49-F238E27FC236}">
                <a16:creationId xmlns:a16="http://schemas.microsoft.com/office/drawing/2014/main" id="{32452A3F-58E2-42C9-92C1-F2CDBABEA789}"/>
              </a:ext>
            </a:extLst>
          </p:cNvPr>
          <p:cNvCxnSpPr>
            <a:cxnSpLocks/>
          </p:cNvCxnSpPr>
          <p:nvPr/>
        </p:nvCxnSpPr>
        <p:spPr>
          <a:xfrm>
            <a:off x="6324432" y="1504002"/>
            <a:ext cx="2707" cy="159814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6" name="Straight Connector 452">
            <a:extLst>
              <a:ext uri="{FF2B5EF4-FFF2-40B4-BE49-F238E27FC236}">
                <a16:creationId xmlns:a16="http://schemas.microsoft.com/office/drawing/2014/main" id="{5EB824A0-03B5-45D4-9174-30F409EB7084}"/>
              </a:ext>
            </a:extLst>
          </p:cNvPr>
          <p:cNvCxnSpPr>
            <a:cxnSpLocks/>
          </p:cNvCxnSpPr>
          <p:nvPr/>
        </p:nvCxnSpPr>
        <p:spPr>
          <a:xfrm>
            <a:off x="6319520" y="1663816"/>
            <a:ext cx="493510" cy="191925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7" name="Straight Connector 452">
            <a:extLst>
              <a:ext uri="{FF2B5EF4-FFF2-40B4-BE49-F238E27FC236}">
                <a16:creationId xmlns:a16="http://schemas.microsoft.com/office/drawing/2014/main" id="{EC53472F-03A2-44E7-AB7B-EF24CA197B49}"/>
              </a:ext>
            </a:extLst>
          </p:cNvPr>
          <p:cNvCxnSpPr>
            <a:cxnSpLocks/>
          </p:cNvCxnSpPr>
          <p:nvPr/>
        </p:nvCxnSpPr>
        <p:spPr>
          <a:xfrm>
            <a:off x="6800010" y="1838431"/>
            <a:ext cx="0" cy="181849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8" name="Straight Connector 452">
            <a:extLst>
              <a:ext uri="{FF2B5EF4-FFF2-40B4-BE49-F238E27FC236}">
                <a16:creationId xmlns:a16="http://schemas.microsoft.com/office/drawing/2014/main" id="{6E3AF294-1013-44E8-9306-63CCB35FB611}"/>
              </a:ext>
            </a:extLst>
          </p:cNvPr>
          <p:cNvCxnSpPr>
            <a:cxnSpLocks/>
          </p:cNvCxnSpPr>
          <p:nvPr/>
        </p:nvCxnSpPr>
        <p:spPr>
          <a:xfrm>
            <a:off x="6800010" y="2020280"/>
            <a:ext cx="469470" cy="179526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9" name="Straight Connector 452">
            <a:extLst>
              <a:ext uri="{FF2B5EF4-FFF2-40B4-BE49-F238E27FC236}">
                <a16:creationId xmlns:a16="http://schemas.microsoft.com/office/drawing/2014/main" id="{5C15B96C-77F6-4155-8B9E-BF4A03BFCAD9}"/>
              </a:ext>
            </a:extLst>
          </p:cNvPr>
          <p:cNvCxnSpPr>
            <a:cxnSpLocks/>
          </p:cNvCxnSpPr>
          <p:nvPr/>
        </p:nvCxnSpPr>
        <p:spPr>
          <a:xfrm>
            <a:off x="7244412" y="2182491"/>
            <a:ext cx="12535" cy="53919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0" name="Straight Connector 452">
            <a:extLst>
              <a:ext uri="{FF2B5EF4-FFF2-40B4-BE49-F238E27FC236}">
                <a16:creationId xmlns:a16="http://schemas.microsoft.com/office/drawing/2014/main" id="{D7230FAD-6E2C-4DF2-94C6-0B60174489E1}"/>
              </a:ext>
            </a:extLst>
          </p:cNvPr>
          <p:cNvCxnSpPr>
            <a:cxnSpLocks/>
          </p:cNvCxnSpPr>
          <p:nvPr/>
        </p:nvCxnSpPr>
        <p:spPr>
          <a:xfrm flipV="1">
            <a:off x="6776719" y="2707283"/>
            <a:ext cx="492761" cy="21371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1" name="Straight Connector 452">
            <a:extLst>
              <a:ext uri="{FF2B5EF4-FFF2-40B4-BE49-F238E27FC236}">
                <a16:creationId xmlns:a16="http://schemas.microsoft.com/office/drawing/2014/main" id="{44483646-C72C-489D-9492-6CF7D554030F}"/>
              </a:ext>
            </a:extLst>
          </p:cNvPr>
          <p:cNvCxnSpPr>
            <a:cxnSpLocks/>
          </p:cNvCxnSpPr>
          <p:nvPr/>
        </p:nvCxnSpPr>
        <p:spPr>
          <a:xfrm>
            <a:off x="6556035" y="3161273"/>
            <a:ext cx="0" cy="24081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2" name="Straight Connector 452">
            <a:extLst>
              <a:ext uri="{FF2B5EF4-FFF2-40B4-BE49-F238E27FC236}">
                <a16:creationId xmlns:a16="http://schemas.microsoft.com/office/drawing/2014/main" id="{83CAC849-FDEE-4AC8-94F6-FBD885B5BD01}"/>
              </a:ext>
            </a:extLst>
          </p:cNvPr>
          <p:cNvCxnSpPr>
            <a:cxnSpLocks/>
          </p:cNvCxnSpPr>
          <p:nvPr/>
        </p:nvCxnSpPr>
        <p:spPr>
          <a:xfrm flipH="1">
            <a:off x="6526306" y="3251631"/>
            <a:ext cx="200428" cy="136729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3" name="Straight Connector 452">
            <a:extLst>
              <a:ext uri="{FF2B5EF4-FFF2-40B4-BE49-F238E27FC236}">
                <a16:creationId xmlns:a16="http://schemas.microsoft.com/office/drawing/2014/main" id="{DA5A8795-1AD9-421A-93E3-2558B0E35604}"/>
              </a:ext>
            </a:extLst>
          </p:cNvPr>
          <p:cNvCxnSpPr>
            <a:cxnSpLocks/>
          </p:cNvCxnSpPr>
          <p:nvPr/>
        </p:nvCxnSpPr>
        <p:spPr>
          <a:xfrm flipH="1" flipV="1">
            <a:off x="6714441" y="3237905"/>
            <a:ext cx="280719" cy="15045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4" name="Straight Connector 452">
            <a:extLst>
              <a:ext uri="{FF2B5EF4-FFF2-40B4-BE49-F238E27FC236}">
                <a16:creationId xmlns:a16="http://schemas.microsoft.com/office/drawing/2014/main" id="{9674927A-D355-4965-8A91-6DBB92E79D76}"/>
              </a:ext>
            </a:extLst>
          </p:cNvPr>
          <p:cNvCxnSpPr>
            <a:cxnSpLocks/>
          </p:cNvCxnSpPr>
          <p:nvPr/>
        </p:nvCxnSpPr>
        <p:spPr>
          <a:xfrm flipH="1" flipV="1">
            <a:off x="6979653" y="3367102"/>
            <a:ext cx="15507" cy="20803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5" name="Straight Connector 452">
            <a:extLst>
              <a:ext uri="{FF2B5EF4-FFF2-40B4-BE49-F238E27FC236}">
                <a16:creationId xmlns:a16="http://schemas.microsoft.com/office/drawing/2014/main" id="{D5F7B8C6-A785-4529-A2CA-D2BA5E550441}"/>
              </a:ext>
            </a:extLst>
          </p:cNvPr>
          <p:cNvCxnSpPr>
            <a:cxnSpLocks/>
          </p:cNvCxnSpPr>
          <p:nvPr/>
        </p:nvCxnSpPr>
        <p:spPr>
          <a:xfrm flipH="1" flipV="1">
            <a:off x="6995161" y="3567026"/>
            <a:ext cx="482599" cy="16406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6" name="Straight Connector 452">
            <a:extLst>
              <a:ext uri="{FF2B5EF4-FFF2-40B4-BE49-F238E27FC236}">
                <a16:creationId xmlns:a16="http://schemas.microsoft.com/office/drawing/2014/main" id="{929D4545-B84A-4145-B5ED-B76D7F12FE87}"/>
              </a:ext>
            </a:extLst>
          </p:cNvPr>
          <p:cNvCxnSpPr>
            <a:cxnSpLocks/>
          </p:cNvCxnSpPr>
          <p:nvPr/>
        </p:nvCxnSpPr>
        <p:spPr>
          <a:xfrm flipH="1" flipV="1">
            <a:off x="7456986" y="3726912"/>
            <a:ext cx="20774" cy="690179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7" name="Straight Connector 452">
            <a:extLst>
              <a:ext uri="{FF2B5EF4-FFF2-40B4-BE49-F238E27FC236}">
                <a16:creationId xmlns:a16="http://schemas.microsoft.com/office/drawing/2014/main" id="{0B1DECC7-467F-4F36-91DB-B6EE35C78778}"/>
              </a:ext>
            </a:extLst>
          </p:cNvPr>
          <p:cNvCxnSpPr>
            <a:cxnSpLocks/>
          </p:cNvCxnSpPr>
          <p:nvPr/>
        </p:nvCxnSpPr>
        <p:spPr>
          <a:xfrm flipH="1">
            <a:off x="6776719" y="4403554"/>
            <a:ext cx="711200" cy="282939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8" name="Straight Connector 452">
            <a:extLst>
              <a:ext uri="{FF2B5EF4-FFF2-40B4-BE49-F238E27FC236}">
                <a16:creationId xmlns:a16="http://schemas.microsoft.com/office/drawing/2014/main" id="{30F3B5B8-FF94-4934-826A-48A393EE5124}"/>
              </a:ext>
            </a:extLst>
          </p:cNvPr>
          <p:cNvCxnSpPr>
            <a:cxnSpLocks/>
          </p:cNvCxnSpPr>
          <p:nvPr/>
        </p:nvCxnSpPr>
        <p:spPr>
          <a:xfrm>
            <a:off x="6787283" y="4664900"/>
            <a:ext cx="12727" cy="20931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9" name="Straight Connector 452">
            <a:extLst>
              <a:ext uri="{FF2B5EF4-FFF2-40B4-BE49-F238E27FC236}">
                <a16:creationId xmlns:a16="http://schemas.microsoft.com/office/drawing/2014/main" id="{AE4E9212-AFE4-46CB-8C06-05F15C853F1F}"/>
              </a:ext>
            </a:extLst>
          </p:cNvPr>
          <p:cNvCxnSpPr>
            <a:cxnSpLocks/>
          </p:cNvCxnSpPr>
          <p:nvPr/>
        </p:nvCxnSpPr>
        <p:spPr>
          <a:xfrm flipV="1">
            <a:off x="6808886" y="4587086"/>
            <a:ext cx="689597" cy="298901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0" name="Straight Connector 452">
            <a:extLst>
              <a:ext uri="{FF2B5EF4-FFF2-40B4-BE49-F238E27FC236}">
                <a16:creationId xmlns:a16="http://schemas.microsoft.com/office/drawing/2014/main" id="{837ED897-D103-41D4-A16E-D5AAD9168290}"/>
              </a:ext>
            </a:extLst>
          </p:cNvPr>
          <p:cNvCxnSpPr>
            <a:cxnSpLocks/>
          </p:cNvCxnSpPr>
          <p:nvPr/>
        </p:nvCxnSpPr>
        <p:spPr>
          <a:xfrm>
            <a:off x="7695745" y="3619698"/>
            <a:ext cx="7311" cy="7195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1" name="Straight Connector 452">
            <a:extLst>
              <a:ext uri="{FF2B5EF4-FFF2-40B4-BE49-F238E27FC236}">
                <a16:creationId xmlns:a16="http://schemas.microsoft.com/office/drawing/2014/main" id="{E85E3548-E681-4D7E-BBDA-6911226F05A7}"/>
              </a:ext>
            </a:extLst>
          </p:cNvPr>
          <p:cNvCxnSpPr>
            <a:cxnSpLocks/>
          </p:cNvCxnSpPr>
          <p:nvPr/>
        </p:nvCxnSpPr>
        <p:spPr>
          <a:xfrm>
            <a:off x="7456986" y="3552669"/>
            <a:ext cx="241299" cy="67029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2" name="Straight Connector 452">
            <a:extLst>
              <a:ext uri="{FF2B5EF4-FFF2-40B4-BE49-F238E27FC236}">
                <a16:creationId xmlns:a16="http://schemas.microsoft.com/office/drawing/2014/main" id="{0243E56E-25AD-4866-8470-7DBA660B2AF1}"/>
              </a:ext>
            </a:extLst>
          </p:cNvPr>
          <p:cNvCxnSpPr>
            <a:cxnSpLocks/>
          </p:cNvCxnSpPr>
          <p:nvPr/>
        </p:nvCxnSpPr>
        <p:spPr>
          <a:xfrm>
            <a:off x="7477758" y="3168983"/>
            <a:ext cx="1" cy="383686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3" name="Straight Connector 452">
            <a:extLst>
              <a:ext uri="{FF2B5EF4-FFF2-40B4-BE49-F238E27FC236}">
                <a16:creationId xmlns:a16="http://schemas.microsoft.com/office/drawing/2014/main" id="{A3F74B82-E42A-45A2-ADEF-9407E35CEEC2}"/>
              </a:ext>
            </a:extLst>
          </p:cNvPr>
          <p:cNvCxnSpPr>
            <a:cxnSpLocks/>
          </p:cNvCxnSpPr>
          <p:nvPr/>
        </p:nvCxnSpPr>
        <p:spPr>
          <a:xfrm flipH="1">
            <a:off x="7486840" y="2913986"/>
            <a:ext cx="657967" cy="24577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4" name="Straight Connector 452">
            <a:extLst>
              <a:ext uri="{FF2B5EF4-FFF2-40B4-BE49-F238E27FC236}">
                <a16:creationId xmlns:a16="http://schemas.microsoft.com/office/drawing/2014/main" id="{48BF8B6A-7091-4BE0-AAC4-12938EFE8B00}"/>
              </a:ext>
            </a:extLst>
          </p:cNvPr>
          <p:cNvCxnSpPr>
            <a:cxnSpLocks/>
          </p:cNvCxnSpPr>
          <p:nvPr/>
        </p:nvCxnSpPr>
        <p:spPr>
          <a:xfrm flipH="1" flipV="1">
            <a:off x="3128213" y="6805458"/>
            <a:ext cx="245853" cy="106413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5" name="Straight Connector 452">
            <a:extLst>
              <a:ext uri="{FF2B5EF4-FFF2-40B4-BE49-F238E27FC236}">
                <a16:creationId xmlns:a16="http://schemas.microsoft.com/office/drawing/2014/main" id="{41898DC3-0C9C-4916-A305-DAD131B4B362}"/>
              </a:ext>
            </a:extLst>
          </p:cNvPr>
          <p:cNvCxnSpPr>
            <a:cxnSpLocks/>
          </p:cNvCxnSpPr>
          <p:nvPr/>
        </p:nvCxnSpPr>
        <p:spPr>
          <a:xfrm flipH="1">
            <a:off x="3376544" y="6812614"/>
            <a:ext cx="226932" cy="9472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6" name="Straight Connector 452">
            <a:extLst>
              <a:ext uri="{FF2B5EF4-FFF2-40B4-BE49-F238E27FC236}">
                <a16:creationId xmlns:a16="http://schemas.microsoft.com/office/drawing/2014/main" id="{F4856407-13EC-4FD1-9681-C7F41E8CD5A7}"/>
              </a:ext>
            </a:extLst>
          </p:cNvPr>
          <p:cNvCxnSpPr>
            <a:cxnSpLocks/>
          </p:cNvCxnSpPr>
          <p:nvPr/>
        </p:nvCxnSpPr>
        <p:spPr>
          <a:xfrm flipH="1" flipV="1">
            <a:off x="3138201" y="6640644"/>
            <a:ext cx="231661" cy="96765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7" name="Straight Connector 452">
            <a:extLst>
              <a:ext uri="{FF2B5EF4-FFF2-40B4-BE49-F238E27FC236}">
                <a16:creationId xmlns:a16="http://schemas.microsoft.com/office/drawing/2014/main" id="{8E5F71FE-380C-4B21-8807-47080766B0C3}"/>
              </a:ext>
            </a:extLst>
          </p:cNvPr>
          <p:cNvCxnSpPr>
            <a:cxnSpLocks/>
          </p:cNvCxnSpPr>
          <p:nvPr/>
        </p:nvCxnSpPr>
        <p:spPr>
          <a:xfrm flipH="1">
            <a:off x="3369862" y="6648496"/>
            <a:ext cx="225912" cy="81036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8" name="Straight Connector 452">
            <a:extLst>
              <a:ext uri="{FF2B5EF4-FFF2-40B4-BE49-F238E27FC236}">
                <a16:creationId xmlns:a16="http://schemas.microsoft.com/office/drawing/2014/main" id="{D7995257-7996-4299-A235-232BE0C83EA0}"/>
              </a:ext>
            </a:extLst>
          </p:cNvPr>
          <p:cNvCxnSpPr>
            <a:cxnSpLocks/>
          </p:cNvCxnSpPr>
          <p:nvPr/>
        </p:nvCxnSpPr>
        <p:spPr>
          <a:xfrm flipH="1" flipV="1">
            <a:off x="1999833" y="2661571"/>
            <a:ext cx="210079" cy="84804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9" name="Straight Connector 452">
            <a:extLst>
              <a:ext uri="{FF2B5EF4-FFF2-40B4-BE49-F238E27FC236}">
                <a16:creationId xmlns:a16="http://schemas.microsoft.com/office/drawing/2014/main" id="{66F5CCD6-1AC7-4056-B880-4359F4C2F5CB}"/>
              </a:ext>
            </a:extLst>
          </p:cNvPr>
          <p:cNvCxnSpPr>
            <a:cxnSpLocks/>
          </p:cNvCxnSpPr>
          <p:nvPr/>
        </p:nvCxnSpPr>
        <p:spPr>
          <a:xfrm flipH="1" flipV="1">
            <a:off x="4059476" y="7344849"/>
            <a:ext cx="226518" cy="98567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0" name="Straight Connector 452">
            <a:extLst>
              <a:ext uri="{FF2B5EF4-FFF2-40B4-BE49-F238E27FC236}">
                <a16:creationId xmlns:a16="http://schemas.microsoft.com/office/drawing/2014/main" id="{F02C15C3-8566-47B1-98B8-7FEBC22760F0}"/>
              </a:ext>
            </a:extLst>
          </p:cNvPr>
          <p:cNvCxnSpPr>
            <a:cxnSpLocks/>
          </p:cNvCxnSpPr>
          <p:nvPr/>
        </p:nvCxnSpPr>
        <p:spPr>
          <a:xfrm flipV="1">
            <a:off x="4046416" y="7444774"/>
            <a:ext cx="252835" cy="11671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1" name="Straight Connector 452">
            <a:extLst>
              <a:ext uri="{FF2B5EF4-FFF2-40B4-BE49-F238E27FC236}">
                <a16:creationId xmlns:a16="http://schemas.microsoft.com/office/drawing/2014/main" id="{AB0E3701-E968-41EF-9FB8-D1A6CC972390}"/>
              </a:ext>
            </a:extLst>
          </p:cNvPr>
          <p:cNvCxnSpPr>
            <a:cxnSpLocks/>
          </p:cNvCxnSpPr>
          <p:nvPr/>
        </p:nvCxnSpPr>
        <p:spPr>
          <a:xfrm flipH="1" flipV="1">
            <a:off x="2915255" y="7976880"/>
            <a:ext cx="752" cy="557520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2" name="Straight Connector 452">
            <a:extLst>
              <a:ext uri="{FF2B5EF4-FFF2-40B4-BE49-F238E27FC236}">
                <a16:creationId xmlns:a16="http://schemas.microsoft.com/office/drawing/2014/main" id="{78C4EFBB-0B7C-42B9-9FB7-C04DD0AA3C35}"/>
              </a:ext>
            </a:extLst>
          </p:cNvPr>
          <p:cNvCxnSpPr>
            <a:cxnSpLocks/>
          </p:cNvCxnSpPr>
          <p:nvPr/>
        </p:nvCxnSpPr>
        <p:spPr>
          <a:xfrm flipH="1" flipV="1">
            <a:off x="3138201" y="8761054"/>
            <a:ext cx="231662" cy="108626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3" name="Straight Connector 452">
            <a:extLst>
              <a:ext uri="{FF2B5EF4-FFF2-40B4-BE49-F238E27FC236}">
                <a16:creationId xmlns:a16="http://schemas.microsoft.com/office/drawing/2014/main" id="{C735D83E-F3CA-4215-9B37-B47CD5DA95BE}"/>
              </a:ext>
            </a:extLst>
          </p:cNvPr>
          <p:cNvCxnSpPr>
            <a:cxnSpLocks/>
          </p:cNvCxnSpPr>
          <p:nvPr/>
        </p:nvCxnSpPr>
        <p:spPr>
          <a:xfrm flipV="1">
            <a:off x="3368937" y="8869680"/>
            <a:ext cx="1" cy="377190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4" name="Straight Connector 452">
            <a:extLst>
              <a:ext uri="{FF2B5EF4-FFF2-40B4-BE49-F238E27FC236}">
                <a16:creationId xmlns:a16="http://schemas.microsoft.com/office/drawing/2014/main" id="{9C5BAFF7-65C1-4165-A387-C42280F4F77F}"/>
              </a:ext>
            </a:extLst>
          </p:cNvPr>
          <p:cNvCxnSpPr>
            <a:cxnSpLocks/>
          </p:cNvCxnSpPr>
          <p:nvPr/>
        </p:nvCxnSpPr>
        <p:spPr>
          <a:xfrm flipH="1">
            <a:off x="3368015" y="9058275"/>
            <a:ext cx="488205" cy="188595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5" name="Straight Connector 452">
            <a:extLst>
              <a:ext uri="{FF2B5EF4-FFF2-40B4-BE49-F238E27FC236}">
                <a16:creationId xmlns:a16="http://schemas.microsoft.com/office/drawing/2014/main" id="{D5F3A035-1684-4572-920A-6C7334079010}"/>
              </a:ext>
            </a:extLst>
          </p:cNvPr>
          <p:cNvCxnSpPr>
            <a:cxnSpLocks/>
          </p:cNvCxnSpPr>
          <p:nvPr/>
        </p:nvCxnSpPr>
        <p:spPr>
          <a:xfrm flipV="1">
            <a:off x="3366202" y="7284363"/>
            <a:ext cx="8543" cy="522979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6" name="Straight Connector 452">
            <a:extLst>
              <a:ext uri="{FF2B5EF4-FFF2-40B4-BE49-F238E27FC236}">
                <a16:creationId xmlns:a16="http://schemas.microsoft.com/office/drawing/2014/main" id="{6B7B92ED-685F-4D38-B19B-9983074605FB}"/>
              </a:ext>
            </a:extLst>
          </p:cNvPr>
          <p:cNvCxnSpPr>
            <a:cxnSpLocks/>
          </p:cNvCxnSpPr>
          <p:nvPr/>
        </p:nvCxnSpPr>
        <p:spPr>
          <a:xfrm flipV="1">
            <a:off x="2898054" y="7788547"/>
            <a:ext cx="454643" cy="194375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7" name="Straight Connector 452">
            <a:extLst>
              <a:ext uri="{FF2B5EF4-FFF2-40B4-BE49-F238E27FC236}">
                <a16:creationId xmlns:a16="http://schemas.microsoft.com/office/drawing/2014/main" id="{4CEFC71E-41A3-4588-BB33-CBCCDE6E96CB}"/>
              </a:ext>
            </a:extLst>
          </p:cNvPr>
          <p:cNvCxnSpPr>
            <a:cxnSpLocks/>
          </p:cNvCxnSpPr>
          <p:nvPr/>
        </p:nvCxnSpPr>
        <p:spPr>
          <a:xfrm>
            <a:off x="3832628" y="8661802"/>
            <a:ext cx="0" cy="410514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8" name="Straight Connector 452">
            <a:extLst>
              <a:ext uri="{FF2B5EF4-FFF2-40B4-BE49-F238E27FC236}">
                <a16:creationId xmlns:a16="http://schemas.microsoft.com/office/drawing/2014/main" id="{5970406E-9721-4672-BEAC-86732C192F04}"/>
              </a:ext>
            </a:extLst>
          </p:cNvPr>
          <p:cNvCxnSpPr>
            <a:cxnSpLocks/>
          </p:cNvCxnSpPr>
          <p:nvPr/>
        </p:nvCxnSpPr>
        <p:spPr>
          <a:xfrm flipV="1">
            <a:off x="3138201" y="8607087"/>
            <a:ext cx="0" cy="15396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9" name="Straight Connector 452">
            <a:extLst>
              <a:ext uri="{FF2B5EF4-FFF2-40B4-BE49-F238E27FC236}">
                <a16:creationId xmlns:a16="http://schemas.microsoft.com/office/drawing/2014/main" id="{F25353E7-7D98-4E2B-B812-37BBE2ECECCA}"/>
              </a:ext>
            </a:extLst>
          </p:cNvPr>
          <p:cNvCxnSpPr>
            <a:cxnSpLocks/>
          </p:cNvCxnSpPr>
          <p:nvPr/>
        </p:nvCxnSpPr>
        <p:spPr>
          <a:xfrm>
            <a:off x="8161348" y="2912618"/>
            <a:ext cx="677852" cy="30810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0" name="Straight Connector 452">
            <a:extLst>
              <a:ext uri="{FF2B5EF4-FFF2-40B4-BE49-F238E27FC236}">
                <a16:creationId xmlns:a16="http://schemas.microsoft.com/office/drawing/2014/main" id="{B2C2EF6C-73F3-4EB6-BB3E-18E464B60D6C}"/>
              </a:ext>
            </a:extLst>
          </p:cNvPr>
          <p:cNvCxnSpPr>
            <a:cxnSpLocks/>
          </p:cNvCxnSpPr>
          <p:nvPr/>
        </p:nvCxnSpPr>
        <p:spPr>
          <a:xfrm flipV="1">
            <a:off x="8839200" y="3109263"/>
            <a:ext cx="228600" cy="9751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1" name="Straight Connector 452">
            <a:extLst>
              <a:ext uri="{FF2B5EF4-FFF2-40B4-BE49-F238E27FC236}">
                <a16:creationId xmlns:a16="http://schemas.microsoft.com/office/drawing/2014/main" id="{09417C79-5562-491B-B463-94FBADCFDB7F}"/>
              </a:ext>
            </a:extLst>
          </p:cNvPr>
          <p:cNvCxnSpPr>
            <a:cxnSpLocks/>
          </p:cNvCxnSpPr>
          <p:nvPr/>
        </p:nvCxnSpPr>
        <p:spPr>
          <a:xfrm flipV="1">
            <a:off x="9067800" y="2552685"/>
            <a:ext cx="0" cy="53917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2" name="Straight Connector 452">
            <a:extLst>
              <a:ext uri="{FF2B5EF4-FFF2-40B4-BE49-F238E27FC236}">
                <a16:creationId xmlns:a16="http://schemas.microsoft.com/office/drawing/2014/main" id="{F2ACE815-6EFE-4AA2-BCB8-998C90D9E23A}"/>
              </a:ext>
            </a:extLst>
          </p:cNvPr>
          <p:cNvCxnSpPr>
            <a:cxnSpLocks/>
          </p:cNvCxnSpPr>
          <p:nvPr/>
        </p:nvCxnSpPr>
        <p:spPr>
          <a:xfrm flipH="1" flipV="1">
            <a:off x="8839200" y="2452087"/>
            <a:ext cx="228600" cy="11800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3" name="Straight Connector 452">
            <a:extLst>
              <a:ext uri="{FF2B5EF4-FFF2-40B4-BE49-F238E27FC236}">
                <a16:creationId xmlns:a16="http://schemas.microsoft.com/office/drawing/2014/main" id="{517353E5-9E3B-4B62-B255-2B60BE338EE2}"/>
              </a:ext>
            </a:extLst>
          </p:cNvPr>
          <p:cNvCxnSpPr>
            <a:cxnSpLocks/>
          </p:cNvCxnSpPr>
          <p:nvPr/>
        </p:nvCxnSpPr>
        <p:spPr>
          <a:xfrm flipH="1">
            <a:off x="8585200" y="2452087"/>
            <a:ext cx="271780" cy="10059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4" name="Straight Connector 452">
            <a:extLst>
              <a:ext uri="{FF2B5EF4-FFF2-40B4-BE49-F238E27FC236}">
                <a16:creationId xmlns:a16="http://schemas.microsoft.com/office/drawing/2014/main" id="{95A58739-28D6-47EB-9995-2F72B403F005}"/>
              </a:ext>
            </a:extLst>
          </p:cNvPr>
          <p:cNvCxnSpPr>
            <a:cxnSpLocks/>
          </p:cNvCxnSpPr>
          <p:nvPr/>
        </p:nvCxnSpPr>
        <p:spPr>
          <a:xfrm>
            <a:off x="8606790" y="2545794"/>
            <a:ext cx="0" cy="17589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5" name="Straight Connector 452">
            <a:extLst>
              <a:ext uri="{FF2B5EF4-FFF2-40B4-BE49-F238E27FC236}">
                <a16:creationId xmlns:a16="http://schemas.microsoft.com/office/drawing/2014/main" id="{11FF656B-96D1-44D2-94AA-14DBB4E2B52F}"/>
              </a:ext>
            </a:extLst>
          </p:cNvPr>
          <p:cNvCxnSpPr>
            <a:cxnSpLocks/>
          </p:cNvCxnSpPr>
          <p:nvPr/>
        </p:nvCxnSpPr>
        <p:spPr>
          <a:xfrm flipH="1">
            <a:off x="8379460" y="2710715"/>
            <a:ext cx="233680" cy="11155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6" name="Straight Connector 452">
            <a:extLst>
              <a:ext uri="{FF2B5EF4-FFF2-40B4-BE49-F238E27FC236}">
                <a16:creationId xmlns:a16="http://schemas.microsoft.com/office/drawing/2014/main" id="{62824ED3-18D8-4EE9-A4B2-4D79807CDB6B}"/>
              </a:ext>
            </a:extLst>
          </p:cNvPr>
          <p:cNvCxnSpPr>
            <a:cxnSpLocks/>
          </p:cNvCxnSpPr>
          <p:nvPr/>
        </p:nvCxnSpPr>
        <p:spPr>
          <a:xfrm flipH="1" flipV="1">
            <a:off x="8142267" y="2746375"/>
            <a:ext cx="248623" cy="6529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7" name="Straight Connector 452">
            <a:extLst>
              <a:ext uri="{FF2B5EF4-FFF2-40B4-BE49-F238E27FC236}">
                <a16:creationId xmlns:a16="http://schemas.microsoft.com/office/drawing/2014/main" id="{D3178601-6525-4B66-9647-14E89E78CBE9}"/>
              </a:ext>
            </a:extLst>
          </p:cNvPr>
          <p:cNvCxnSpPr>
            <a:cxnSpLocks/>
          </p:cNvCxnSpPr>
          <p:nvPr/>
        </p:nvCxnSpPr>
        <p:spPr>
          <a:xfrm flipH="1">
            <a:off x="7915276" y="2746375"/>
            <a:ext cx="233680" cy="11155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8" name="Straight Connector 452">
            <a:extLst>
              <a:ext uri="{FF2B5EF4-FFF2-40B4-BE49-F238E27FC236}">
                <a16:creationId xmlns:a16="http://schemas.microsoft.com/office/drawing/2014/main" id="{5CF7570E-96F5-49E9-BE75-FB778823DBB9}"/>
              </a:ext>
            </a:extLst>
          </p:cNvPr>
          <p:cNvCxnSpPr>
            <a:cxnSpLocks/>
          </p:cNvCxnSpPr>
          <p:nvPr/>
        </p:nvCxnSpPr>
        <p:spPr>
          <a:xfrm>
            <a:off x="7928150" y="2658430"/>
            <a:ext cx="0" cy="17589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9" name="Straight Connector 452">
            <a:extLst>
              <a:ext uri="{FF2B5EF4-FFF2-40B4-BE49-F238E27FC236}">
                <a16:creationId xmlns:a16="http://schemas.microsoft.com/office/drawing/2014/main" id="{C302F51B-8DB7-4B50-85D6-5C682406B232}"/>
              </a:ext>
            </a:extLst>
          </p:cNvPr>
          <p:cNvCxnSpPr>
            <a:cxnSpLocks/>
          </p:cNvCxnSpPr>
          <p:nvPr/>
        </p:nvCxnSpPr>
        <p:spPr>
          <a:xfrm flipH="1" flipV="1">
            <a:off x="8145782" y="2545794"/>
            <a:ext cx="245108" cy="8902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0" name="Straight Connector 452">
            <a:extLst>
              <a:ext uri="{FF2B5EF4-FFF2-40B4-BE49-F238E27FC236}">
                <a16:creationId xmlns:a16="http://schemas.microsoft.com/office/drawing/2014/main" id="{5954186B-046F-4AA9-B20D-40134F1AC2ED}"/>
              </a:ext>
            </a:extLst>
          </p:cNvPr>
          <p:cNvCxnSpPr>
            <a:cxnSpLocks/>
          </p:cNvCxnSpPr>
          <p:nvPr/>
        </p:nvCxnSpPr>
        <p:spPr>
          <a:xfrm flipH="1">
            <a:off x="7918790" y="2545794"/>
            <a:ext cx="233680" cy="11155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1" name="Straight Connector 452">
            <a:extLst>
              <a:ext uri="{FF2B5EF4-FFF2-40B4-BE49-F238E27FC236}">
                <a16:creationId xmlns:a16="http://schemas.microsoft.com/office/drawing/2014/main" id="{F145AA74-A7C8-491D-9AEC-FD653924D609}"/>
              </a:ext>
            </a:extLst>
          </p:cNvPr>
          <p:cNvCxnSpPr>
            <a:cxnSpLocks/>
          </p:cNvCxnSpPr>
          <p:nvPr/>
        </p:nvCxnSpPr>
        <p:spPr>
          <a:xfrm>
            <a:off x="8379460" y="2298700"/>
            <a:ext cx="810" cy="32927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2" name="Straight Connector 452">
            <a:extLst>
              <a:ext uri="{FF2B5EF4-FFF2-40B4-BE49-F238E27FC236}">
                <a16:creationId xmlns:a16="http://schemas.microsoft.com/office/drawing/2014/main" id="{9299AF29-A08A-432B-BCF8-783E79EC5130}"/>
              </a:ext>
            </a:extLst>
          </p:cNvPr>
          <p:cNvCxnSpPr>
            <a:cxnSpLocks/>
          </p:cNvCxnSpPr>
          <p:nvPr/>
        </p:nvCxnSpPr>
        <p:spPr>
          <a:xfrm flipH="1" flipV="1">
            <a:off x="8368032" y="2304136"/>
            <a:ext cx="245108" cy="8902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3" name="Straight Connector 452">
            <a:extLst>
              <a:ext uri="{FF2B5EF4-FFF2-40B4-BE49-F238E27FC236}">
                <a16:creationId xmlns:a16="http://schemas.microsoft.com/office/drawing/2014/main" id="{B9DCDCBC-95C9-423C-A905-737868371694}"/>
              </a:ext>
            </a:extLst>
          </p:cNvPr>
          <p:cNvCxnSpPr>
            <a:cxnSpLocks/>
          </p:cNvCxnSpPr>
          <p:nvPr/>
        </p:nvCxnSpPr>
        <p:spPr>
          <a:xfrm flipH="1">
            <a:off x="8606790" y="2294057"/>
            <a:ext cx="225710" cy="10755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4" name="Straight Connector 452">
            <a:extLst>
              <a:ext uri="{FF2B5EF4-FFF2-40B4-BE49-F238E27FC236}">
                <a16:creationId xmlns:a16="http://schemas.microsoft.com/office/drawing/2014/main" id="{B50261A4-7009-4324-B810-635B1590DFB4}"/>
              </a:ext>
            </a:extLst>
          </p:cNvPr>
          <p:cNvCxnSpPr>
            <a:cxnSpLocks/>
          </p:cNvCxnSpPr>
          <p:nvPr/>
        </p:nvCxnSpPr>
        <p:spPr>
          <a:xfrm flipH="1" flipV="1">
            <a:off x="7915276" y="1953088"/>
            <a:ext cx="923924" cy="35104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5" name="Straight Connector 452">
            <a:extLst>
              <a:ext uri="{FF2B5EF4-FFF2-40B4-BE49-F238E27FC236}">
                <a16:creationId xmlns:a16="http://schemas.microsoft.com/office/drawing/2014/main" id="{8658A0C4-8B6A-4A88-AF44-A78C1B9A282E}"/>
              </a:ext>
            </a:extLst>
          </p:cNvPr>
          <p:cNvCxnSpPr>
            <a:cxnSpLocks/>
          </p:cNvCxnSpPr>
          <p:nvPr/>
        </p:nvCxnSpPr>
        <p:spPr>
          <a:xfrm>
            <a:off x="7927340" y="1763160"/>
            <a:ext cx="810" cy="20180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6" name="Straight Connector 452">
            <a:extLst>
              <a:ext uri="{FF2B5EF4-FFF2-40B4-BE49-F238E27FC236}">
                <a16:creationId xmlns:a16="http://schemas.microsoft.com/office/drawing/2014/main" id="{AFAEAF34-CC96-4E53-B94C-88150DEF53BF}"/>
              </a:ext>
            </a:extLst>
          </p:cNvPr>
          <p:cNvCxnSpPr>
            <a:cxnSpLocks/>
          </p:cNvCxnSpPr>
          <p:nvPr/>
        </p:nvCxnSpPr>
        <p:spPr>
          <a:xfrm flipH="1" flipV="1">
            <a:off x="7908576" y="1777998"/>
            <a:ext cx="923924" cy="357139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7" name="Straight Connector 452">
            <a:extLst>
              <a:ext uri="{FF2B5EF4-FFF2-40B4-BE49-F238E27FC236}">
                <a16:creationId xmlns:a16="http://schemas.microsoft.com/office/drawing/2014/main" id="{2448D091-1046-4408-A6E6-F6776767937D}"/>
              </a:ext>
            </a:extLst>
          </p:cNvPr>
          <p:cNvCxnSpPr>
            <a:cxnSpLocks/>
          </p:cNvCxnSpPr>
          <p:nvPr/>
        </p:nvCxnSpPr>
        <p:spPr>
          <a:xfrm>
            <a:off x="8832500" y="1763160"/>
            <a:ext cx="0" cy="378949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8" name="Straight Connector 452">
            <a:extLst>
              <a:ext uri="{FF2B5EF4-FFF2-40B4-BE49-F238E27FC236}">
                <a16:creationId xmlns:a16="http://schemas.microsoft.com/office/drawing/2014/main" id="{6B6C9D9D-D07E-49F5-B8C1-FD169ECE77C6}"/>
              </a:ext>
            </a:extLst>
          </p:cNvPr>
          <p:cNvCxnSpPr>
            <a:cxnSpLocks/>
          </p:cNvCxnSpPr>
          <p:nvPr/>
        </p:nvCxnSpPr>
        <p:spPr>
          <a:xfrm flipH="1">
            <a:off x="8814720" y="1504002"/>
            <a:ext cx="687420" cy="29085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9" name="Straight Connector 452">
            <a:extLst>
              <a:ext uri="{FF2B5EF4-FFF2-40B4-BE49-F238E27FC236}">
                <a16:creationId xmlns:a16="http://schemas.microsoft.com/office/drawing/2014/main" id="{6CDAA769-36EC-4A1B-8DF6-3FD2D9E9A66A}"/>
              </a:ext>
            </a:extLst>
          </p:cNvPr>
          <p:cNvCxnSpPr>
            <a:cxnSpLocks/>
          </p:cNvCxnSpPr>
          <p:nvPr/>
        </p:nvCxnSpPr>
        <p:spPr>
          <a:xfrm>
            <a:off x="9502140" y="1465364"/>
            <a:ext cx="0" cy="23709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0" name="Straight Connector 452">
            <a:extLst>
              <a:ext uri="{FF2B5EF4-FFF2-40B4-BE49-F238E27FC236}">
                <a16:creationId xmlns:a16="http://schemas.microsoft.com/office/drawing/2014/main" id="{8EF99750-1BC5-4074-9E3C-AE827B51C458}"/>
              </a:ext>
            </a:extLst>
          </p:cNvPr>
          <p:cNvCxnSpPr>
            <a:cxnSpLocks/>
          </p:cNvCxnSpPr>
          <p:nvPr/>
        </p:nvCxnSpPr>
        <p:spPr>
          <a:xfrm flipH="1" flipV="1">
            <a:off x="9504616" y="1688974"/>
            <a:ext cx="245108" cy="8902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1" name="Straight Connector 452">
            <a:extLst>
              <a:ext uri="{FF2B5EF4-FFF2-40B4-BE49-F238E27FC236}">
                <a16:creationId xmlns:a16="http://schemas.microsoft.com/office/drawing/2014/main" id="{7279E21D-4E23-4D30-9D69-6AF31F56AEE8}"/>
              </a:ext>
            </a:extLst>
          </p:cNvPr>
          <p:cNvCxnSpPr>
            <a:cxnSpLocks/>
          </p:cNvCxnSpPr>
          <p:nvPr/>
        </p:nvCxnSpPr>
        <p:spPr>
          <a:xfrm>
            <a:off x="9742038" y="1759778"/>
            <a:ext cx="0" cy="198361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2" name="Straight Connector 452">
            <a:extLst>
              <a:ext uri="{FF2B5EF4-FFF2-40B4-BE49-F238E27FC236}">
                <a16:creationId xmlns:a16="http://schemas.microsoft.com/office/drawing/2014/main" id="{81C298CF-99D9-4FB6-9762-C6CB42CF1DA5}"/>
              </a:ext>
            </a:extLst>
          </p:cNvPr>
          <p:cNvCxnSpPr>
            <a:cxnSpLocks/>
          </p:cNvCxnSpPr>
          <p:nvPr/>
        </p:nvCxnSpPr>
        <p:spPr>
          <a:xfrm flipH="1" flipV="1">
            <a:off x="9281160" y="1759778"/>
            <a:ext cx="475264" cy="19040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3" name="Straight Connector 452">
            <a:extLst>
              <a:ext uri="{FF2B5EF4-FFF2-40B4-BE49-F238E27FC236}">
                <a16:creationId xmlns:a16="http://schemas.microsoft.com/office/drawing/2014/main" id="{790D6E4D-E323-4EBA-86FC-4A6235BF8C01}"/>
              </a:ext>
            </a:extLst>
          </p:cNvPr>
          <p:cNvCxnSpPr>
            <a:cxnSpLocks/>
          </p:cNvCxnSpPr>
          <p:nvPr/>
        </p:nvCxnSpPr>
        <p:spPr>
          <a:xfrm flipH="1">
            <a:off x="9063355" y="1754995"/>
            <a:ext cx="233614" cy="9718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7" name="Straight Connector 452">
            <a:extLst>
              <a:ext uri="{FF2B5EF4-FFF2-40B4-BE49-F238E27FC236}">
                <a16:creationId xmlns:a16="http://schemas.microsoft.com/office/drawing/2014/main" id="{789D4920-0BC3-48E1-83BC-4804A575523D}"/>
              </a:ext>
            </a:extLst>
          </p:cNvPr>
          <p:cNvCxnSpPr>
            <a:cxnSpLocks/>
          </p:cNvCxnSpPr>
          <p:nvPr/>
        </p:nvCxnSpPr>
        <p:spPr>
          <a:xfrm>
            <a:off x="9063355" y="1831633"/>
            <a:ext cx="0" cy="23709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8" name="Straight Connector 452">
            <a:extLst>
              <a:ext uri="{FF2B5EF4-FFF2-40B4-BE49-F238E27FC236}">
                <a16:creationId xmlns:a16="http://schemas.microsoft.com/office/drawing/2014/main" id="{17AE4C2D-1033-420F-ABA3-C302C5CEBE19}"/>
              </a:ext>
            </a:extLst>
          </p:cNvPr>
          <p:cNvCxnSpPr>
            <a:cxnSpLocks/>
          </p:cNvCxnSpPr>
          <p:nvPr/>
        </p:nvCxnSpPr>
        <p:spPr>
          <a:xfrm flipH="1">
            <a:off x="9046002" y="2129627"/>
            <a:ext cx="233614" cy="9718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9" name="Straight Connector 452">
            <a:extLst>
              <a:ext uri="{FF2B5EF4-FFF2-40B4-BE49-F238E27FC236}">
                <a16:creationId xmlns:a16="http://schemas.microsoft.com/office/drawing/2014/main" id="{52EEAD96-19A6-4C9D-BB74-F1485D9124FC}"/>
              </a:ext>
            </a:extLst>
          </p:cNvPr>
          <p:cNvCxnSpPr>
            <a:cxnSpLocks/>
          </p:cNvCxnSpPr>
          <p:nvPr/>
        </p:nvCxnSpPr>
        <p:spPr>
          <a:xfrm flipH="1" flipV="1">
            <a:off x="9271930" y="2123008"/>
            <a:ext cx="245108" cy="8902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0" name="Straight Connector 452">
            <a:extLst>
              <a:ext uri="{FF2B5EF4-FFF2-40B4-BE49-F238E27FC236}">
                <a16:creationId xmlns:a16="http://schemas.microsoft.com/office/drawing/2014/main" id="{6C84DC8A-7196-4D2A-8ADC-5D9B3C286C52}"/>
              </a:ext>
            </a:extLst>
          </p:cNvPr>
          <p:cNvCxnSpPr>
            <a:cxnSpLocks/>
          </p:cNvCxnSpPr>
          <p:nvPr/>
        </p:nvCxnSpPr>
        <p:spPr>
          <a:xfrm>
            <a:off x="9523771" y="2000000"/>
            <a:ext cx="0" cy="23709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1" name="Straight Connector 452">
            <a:extLst>
              <a:ext uri="{FF2B5EF4-FFF2-40B4-BE49-F238E27FC236}">
                <a16:creationId xmlns:a16="http://schemas.microsoft.com/office/drawing/2014/main" id="{199393A5-80F7-40AB-8F19-D493FA483611}"/>
              </a:ext>
            </a:extLst>
          </p:cNvPr>
          <p:cNvCxnSpPr>
            <a:cxnSpLocks/>
          </p:cNvCxnSpPr>
          <p:nvPr/>
        </p:nvCxnSpPr>
        <p:spPr>
          <a:xfrm flipH="1">
            <a:off x="9046967" y="1942807"/>
            <a:ext cx="233614" cy="9718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2" name="Straight Connector 452">
            <a:extLst>
              <a:ext uri="{FF2B5EF4-FFF2-40B4-BE49-F238E27FC236}">
                <a16:creationId xmlns:a16="http://schemas.microsoft.com/office/drawing/2014/main" id="{49BA3961-4095-4AF3-9D2D-13DEFA2A6249}"/>
              </a:ext>
            </a:extLst>
          </p:cNvPr>
          <p:cNvCxnSpPr>
            <a:cxnSpLocks/>
          </p:cNvCxnSpPr>
          <p:nvPr/>
        </p:nvCxnSpPr>
        <p:spPr>
          <a:xfrm flipH="1" flipV="1">
            <a:off x="9272895" y="1936188"/>
            <a:ext cx="245108" cy="8902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3" name="Straight Connector 452">
            <a:extLst>
              <a:ext uri="{FF2B5EF4-FFF2-40B4-BE49-F238E27FC236}">
                <a16:creationId xmlns:a16="http://schemas.microsoft.com/office/drawing/2014/main" id="{67E64928-603B-4FAF-9527-D9B1900F03C4}"/>
              </a:ext>
            </a:extLst>
          </p:cNvPr>
          <p:cNvCxnSpPr>
            <a:cxnSpLocks/>
          </p:cNvCxnSpPr>
          <p:nvPr/>
        </p:nvCxnSpPr>
        <p:spPr>
          <a:xfrm>
            <a:off x="9063355" y="2212032"/>
            <a:ext cx="0" cy="189579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4" name="Straight Connector 452">
            <a:extLst>
              <a:ext uri="{FF2B5EF4-FFF2-40B4-BE49-F238E27FC236}">
                <a16:creationId xmlns:a16="http://schemas.microsoft.com/office/drawing/2014/main" id="{1E80E632-BB62-4590-AB76-95E47D0E0413}"/>
              </a:ext>
            </a:extLst>
          </p:cNvPr>
          <p:cNvCxnSpPr>
            <a:cxnSpLocks/>
          </p:cNvCxnSpPr>
          <p:nvPr/>
        </p:nvCxnSpPr>
        <p:spPr>
          <a:xfrm flipH="1">
            <a:off x="9046002" y="2294728"/>
            <a:ext cx="233614" cy="9718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5" name="Straight Connector 452">
            <a:extLst>
              <a:ext uri="{FF2B5EF4-FFF2-40B4-BE49-F238E27FC236}">
                <a16:creationId xmlns:a16="http://schemas.microsoft.com/office/drawing/2014/main" id="{D33C7FCF-4F03-4A16-A999-F6E235A38956}"/>
              </a:ext>
            </a:extLst>
          </p:cNvPr>
          <p:cNvCxnSpPr>
            <a:cxnSpLocks/>
          </p:cNvCxnSpPr>
          <p:nvPr/>
        </p:nvCxnSpPr>
        <p:spPr>
          <a:xfrm flipH="1" flipV="1">
            <a:off x="9271930" y="2288109"/>
            <a:ext cx="245108" cy="8902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6" name="Straight Connector 452">
            <a:extLst>
              <a:ext uri="{FF2B5EF4-FFF2-40B4-BE49-F238E27FC236}">
                <a16:creationId xmlns:a16="http://schemas.microsoft.com/office/drawing/2014/main" id="{BEA97A42-DBA4-4492-9AA4-754DD735B547}"/>
              </a:ext>
            </a:extLst>
          </p:cNvPr>
          <p:cNvCxnSpPr>
            <a:cxnSpLocks/>
          </p:cNvCxnSpPr>
          <p:nvPr/>
        </p:nvCxnSpPr>
        <p:spPr>
          <a:xfrm>
            <a:off x="9523771" y="2354832"/>
            <a:ext cx="0" cy="23709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7" name="Straight Connector 452">
            <a:extLst>
              <a:ext uri="{FF2B5EF4-FFF2-40B4-BE49-F238E27FC236}">
                <a16:creationId xmlns:a16="http://schemas.microsoft.com/office/drawing/2014/main" id="{37E0FDC8-8956-49C6-994D-EFCEE140E784}"/>
              </a:ext>
            </a:extLst>
          </p:cNvPr>
          <p:cNvCxnSpPr>
            <a:cxnSpLocks/>
          </p:cNvCxnSpPr>
          <p:nvPr/>
        </p:nvCxnSpPr>
        <p:spPr>
          <a:xfrm flipH="1" flipV="1">
            <a:off x="9285397" y="2473377"/>
            <a:ext cx="245108" cy="8902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8" name="Straight Connector 452">
            <a:extLst>
              <a:ext uri="{FF2B5EF4-FFF2-40B4-BE49-F238E27FC236}">
                <a16:creationId xmlns:a16="http://schemas.microsoft.com/office/drawing/2014/main" id="{E4B49FE9-7C70-41EF-A4C9-E051EC9EFC7B}"/>
              </a:ext>
            </a:extLst>
          </p:cNvPr>
          <p:cNvCxnSpPr>
            <a:cxnSpLocks/>
          </p:cNvCxnSpPr>
          <p:nvPr/>
        </p:nvCxnSpPr>
        <p:spPr>
          <a:xfrm>
            <a:off x="9296969" y="2471761"/>
            <a:ext cx="0" cy="18981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9" name="Straight Connector 452">
            <a:extLst>
              <a:ext uri="{FF2B5EF4-FFF2-40B4-BE49-F238E27FC236}">
                <a16:creationId xmlns:a16="http://schemas.microsoft.com/office/drawing/2014/main" id="{CD2E0AFB-9464-4AD2-A5B9-C158512B2476}"/>
              </a:ext>
            </a:extLst>
          </p:cNvPr>
          <p:cNvCxnSpPr>
            <a:cxnSpLocks/>
          </p:cNvCxnSpPr>
          <p:nvPr/>
        </p:nvCxnSpPr>
        <p:spPr>
          <a:xfrm flipH="1" flipV="1">
            <a:off x="9265534" y="2646784"/>
            <a:ext cx="476504" cy="18526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0" name="Straight Connector 452">
            <a:extLst>
              <a:ext uri="{FF2B5EF4-FFF2-40B4-BE49-F238E27FC236}">
                <a16:creationId xmlns:a16="http://schemas.microsoft.com/office/drawing/2014/main" id="{4AF704B6-E99E-4A3C-92AE-4281C3239EEE}"/>
              </a:ext>
            </a:extLst>
          </p:cNvPr>
          <p:cNvCxnSpPr>
            <a:cxnSpLocks/>
          </p:cNvCxnSpPr>
          <p:nvPr/>
        </p:nvCxnSpPr>
        <p:spPr>
          <a:xfrm>
            <a:off x="9742038" y="2816439"/>
            <a:ext cx="0" cy="18981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1" name="Straight Connector 452">
            <a:extLst>
              <a:ext uri="{FF2B5EF4-FFF2-40B4-BE49-F238E27FC236}">
                <a16:creationId xmlns:a16="http://schemas.microsoft.com/office/drawing/2014/main" id="{32E87C69-9004-42FD-8BB3-2FCCBB73885A}"/>
              </a:ext>
            </a:extLst>
          </p:cNvPr>
          <p:cNvCxnSpPr>
            <a:cxnSpLocks/>
          </p:cNvCxnSpPr>
          <p:nvPr/>
        </p:nvCxnSpPr>
        <p:spPr>
          <a:xfrm flipH="1" flipV="1">
            <a:off x="9285397" y="2824626"/>
            <a:ext cx="476504" cy="18526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2" name="Straight Connector 452">
            <a:extLst>
              <a:ext uri="{FF2B5EF4-FFF2-40B4-BE49-F238E27FC236}">
                <a16:creationId xmlns:a16="http://schemas.microsoft.com/office/drawing/2014/main" id="{35D581E4-9D36-447B-832C-8C33781AFAA6}"/>
              </a:ext>
            </a:extLst>
          </p:cNvPr>
          <p:cNvCxnSpPr>
            <a:cxnSpLocks/>
          </p:cNvCxnSpPr>
          <p:nvPr/>
        </p:nvCxnSpPr>
        <p:spPr>
          <a:xfrm>
            <a:off x="9290914" y="2834219"/>
            <a:ext cx="0" cy="18981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3" name="Straight Connector 452">
            <a:extLst>
              <a:ext uri="{FF2B5EF4-FFF2-40B4-BE49-F238E27FC236}">
                <a16:creationId xmlns:a16="http://schemas.microsoft.com/office/drawing/2014/main" id="{7F35DA7A-531E-4D22-A524-192ACB073A68}"/>
              </a:ext>
            </a:extLst>
          </p:cNvPr>
          <p:cNvCxnSpPr>
            <a:cxnSpLocks/>
          </p:cNvCxnSpPr>
          <p:nvPr/>
        </p:nvCxnSpPr>
        <p:spPr>
          <a:xfrm flipH="1" flipV="1">
            <a:off x="9285397" y="3001467"/>
            <a:ext cx="245108" cy="8902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4" name="Straight Connector 452">
            <a:extLst>
              <a:ext uri="{FF2B5EF4-FFF2-40B4-BE49-F238E27FC236}">
                <a16:creationId xmlns:a16="http://schemas.microsoft.com/office/drawing/2014/main" id="{D234022D-A643-433F-98DA-8E0B67F25D42}"/>
              </a:ext>
            </a:extLst>
          </p:cNvPr>
          <p:cNvCxnSpPr>
            <a:cxnSpLocks/>
          </p:cNvCxnSpPr>
          <p:nvPr/>
        </p:nvCxnSpPr>
        <p:spPr>
          <a:xfrm>
            <a:off x="9517038" y="3081244"/>
            <a:ext cx="0" cy="355376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5" name="Straight Connector 452">
            <a:extLst>
              <a:ext uri="{FF2B5EF4-FFF2-40B4-BE49-F238E27FC236}">
                <a16:creationId xmlns:a16="http://schemas.microsoft.com/office/drawing/2014/main" id="{80F36EB2-0B5F-42C5-850B-D16F8A4B682A}"/>
              </a:ext>
            </a:extLst>
          </p:cNvPr>
          <p:cNvCxnSpPr>
            <a:cxnSpLocks/>
          </p:cNvCxnSpPr>
          <p:nvPr/>
        </p:nvCxnSpPr>
        <p:spPr>
          <a:xfrm flipV="1">
            <a:off x="7231389" y="6211538"/>
            <a:ext cx="695952" cy="26993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6" name="Straight Connector 452">
            <a:extLst>
              <a:ext uri="{FF2B5EF4-FFF2-40B4-BE49-F238E27FC236}">
                <a16:creationId xmlns:a16="http://schemas.microsoft.com/office/drawing/2014/main" id="{CB0EC0D4-A0A2-4B68-976B-7527827E143E}"/>
              </a:ext>
            </a:extLst>
          </p:cNvPr>
          <p:cNvCxnSpPr>
            <a:cxnSpLocks/>
          </p:cNvCxnSpPr>
          <p:nvPr/>
        </p:nvCxnSpPr>
        <p:spPr>
          <a:xfrm flipH="1" flipV="1">
            <a:off x="7226315" y="6481473"/>
            <a:ext cx="260525" cy="58023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7" name="Straight Connector 452">
            <a:extLst>
              <a:ext uri="{FF2B5EF4-FFF2-40B4-BE49-F238E27FC236}">
                <a16:creationId xmlns:a16="http://schemas.microsoft.com/office/drawing/2014/main" id="{1815EC6F-F057-4F75-9301-80F78B031BBB}"/>
              </a:ext>
            </a:extLst>
          </p:cNvPr>
          <p:cNvCxnSpPr>
            <a:cxnSpLocks/>
          </p:cNvCxnSpPr>
          <p:nvPr/>
        </p:nvCxnSpPr>
        <p:spPr>
          <a:xfrm flipV="1">
            <a:off x="7484206" y="6361501"/>
            <a:ext cx="467527" cy="16555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8" name="Straight Connector 452">
            <a:extLst>
              <a:ext uri="{FF2B5EF4-FFF2-40B4-BE49-F238E27FC236}">
                <a16:creationId xmlns:a16="http://schemas.microsoft.com/office/drawing/2014/main" id="{AAF83209-14B0-44D8-84FF-107FC92CC7C0}"/>
              </a:ext>
            </a:extLst>
          </p:cNvPr>
          <p:cNvCxnSpPr>
            <a:cxnSpLocks/>
          </p:cNvCxnSpPr>
          <p:nvPr/>
        </p:nvCxnSpPr>
        <p:spPr>
          <a:xfrm flipV="1">
            <a:off x="8169730" y="6094563"/>
            <a:ext cx="0" cy="16255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9" name="Straight Connector 452">
            <a:extLst>
              <a:ext uri="{FF2B5EF4-FFF2-40B4-BE49-F238E27FC236}">
                <a16:creationId xmlns:a16="http://schemas.microsoft.com/office/drawing/2014/main" id="{FC1C2ECF-85A2-484A-A000-93C682116C44}"/>
              </a:ext>
            </a:extLst>
          </p:cNvPr>
          <p:cNvCxnSpPr>
            <a:cxnSpLocks/>
          </p:cNvCxnSpPr>
          <p:nvPr/>
        </p:nvCxnSpPr>
        <p:spPr>
          <a:xfrm flipH="1">
            <a:off x="10424732" y="5121526"/>
            <a:ext cx="239458" cy="127383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0" name="Straight Connector 452">
            <a:extLst>
              <a:ext uri="{FF2B5EF4-FFF2-40B4-BE49-F238E27FC236}">
                <a16:creationId xmlns:a16="http://schemas.microsoft.com/office/drawing/2014/main" id="{AC98385A-2E62-4986-A818-892582DCA0C4}"/>
              </a:ext>
            </a:extLst>
          </p:cNvPr>
          <p:cNvCxnSpPr>
            <a:cxnSpLocks/>
          </p:cNvCxnSpPr>
          <p:nvPr/>
        </p:nvCxnSpPr>
        <p:spPr>
          <a:xfrm flipV="1">
            <a:off x="8384360" y="6183953"/>
            <a:ext cx="0" cy="16255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1" name="Straight Connector 452">
            <a:extLst>
              <a:ext uri="{FF2B5EF4-FFF2-40B4-BE49-F238E27FC236}">
                <a16:creationId xmlns:a16="http://schemas.microsoft.com/office/drawing/2014/main" id="{D3479E7A-6B5D-4654-B3A2-216D75410F34}"/>
              </a:ext>
            </a:extLst>
          </p:cNvPr>
          <p:cNvCxnSpPr>
            <a:cxnSpLocks/>
          </p:cNvCxnSpPr>
          <p:nvPr/>
        </p:nvCxnSpPr>
        <p:spPr>
          <a:xfrm flipV="1">
            <a:off x="8379628" y="6265229"/>
            <a:ext cx="241292" cy="8959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2" name="Straight Connector 452">
            <a:extLst>
              <a:ext uri="{FF2B5EF4-FFF2-40B4-BE49-F238E27FC236}">
                <a16:creationId xmlns:a16="http://schemas.microsoft.com/office/drawing/2014/main" id="{A49B55DD-6B05-41D5-9785-173FB50C51F6}"/>
              </a:ext>
            </a:extLst>
          </p:cNvPr>
          <p:cNvCxnSpPr>
            <a:cxnSpLocks/>
          </p:cNvCxnSpPr>
          <p:nvPr/>
        </p:nvCxnSpPr>
        <p:spPr>
          <a:xfrm flipH="1" flipV="1">
            <a:off x="8598991" y="6271443"/>
            <a:ext cx="257989" cy="1025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3" name="Straight Connector 452">
            <a:extLst>
              <a:ext uri="{FF2B5EF4-FFF2-40B4-BE49-F238E27FC236}">
                <a16:creationId xmlns:a16="http://schemas.microsoft.com/office/drawing/2014/main" id="{481DF443-7D53-4C41-921A-4A1A936390D3}"/>
              </a:ext>
            </a:extLst>
          </p:cNvPr>
          <p:cNvCxnSpPr>
            <a:cxnSpLocks/>
          </p:cNvCxnSpPr>
          <p:nvPr/>
        </p:nvCxnSpPr>
        <p:spPr>
          <a:xfrm flipV="1">
            <a:off x="8851720" y="6372864"/>
            <a:ext cx="0" cy="16255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4" name="Straight Connector 452">
            <a:extLst>
              <a:ext uri="{FF2B5EF4-FFF2-40B4-BE49-F238E27FC236}">
                <a16:creationId xmlns:a16="http://schemas.microsoft.com/office/drawing/2014/main" id="{F52FC70B-3E3B-407E-BA27-316D303720D9}"/>
              </a:ext>
            </a:extLst>
          </p:cNvPr>
          <p:cNvCxnSpPr>
            <a:cxnSpLocks/>
          </p:cNvCxnSpPr>
          <p:nvPr/>
        </p:nvCxnSpPr>
        <p:spPr>
          <a:xfrm flipV="1">
            <a:off x="8840454" y="6372864"/>
            <a:ext cx="445569" cy="18241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5" name="Straight Connector 452">
            <a:extLst>
              <a:ext uri="{FF2B5EF4-FFF2-40B4-BE49-F238E27FC236}">
                <a16:creationId xmlns:a16="http://schemas.microsoft.com/office/drawing/2014/main" id="{535CBA8E-B1B5-4728-A682-DA378054C8FB}"/>
              </a:ext>
            </a:extLst>
          </p:cNvPr>
          <p:cNvCxnSpPr>
            <a:cxnSpLocks/>
          </p:cNvCxnSpPr>
          <p:nvPr/>
        </p:nvCxnSpPr>
        <p:spPr>
          <a:xfrm flipH="1" flipV="1">
            <a:off x="9279616" y="6361501"/>
            <a:ext cx="257989" cy="1025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6" name="Straight Connector 452">
            <a:extLst>
              <a:ext uri="{FF2B5EF4-FFF2-40B4-BE49-F238E27FC236}">
                <a16:creationId xmlns:a16="http://schemas.microsoft.com/office/drawing/2014/main" id="{AA82D5A1-EF57-408F-A482-A2554E60B5A2}"/>
              </a:ext>
            </a:extLst>
          </p:cNvPr>
          <p:cNvCxnSpPr>
            <a:cxnSpLocks/>
          </p:cNvCxnSpPr>
          <p:nvPr/>
        </p:nvCxnSpPr>
        <p:spPr>
          <a:xfrm flipV="1">
            <a:off x="9537605" y="6114426"/>
            <a:ext cx="0" cy="35815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8" name="Straight Connector 452">
            <a:extLst>
              <a:ext uri="{FF2B5EF4-FFF2-40B4-BE49-F238E27FC236}">
                <a16:creationId xmlns:a16="http://schemas.microsoft.com/office/drawing/2014/main" id="{34DD2ACB-AC52-4674-83BA-AC967307056C}"/>
              </a:ext>
            </a:extLst>
          </p:cNvPr>
          <p:cNvCxnSpPr>
            <a:cxnSpLocks/>
          </p:cNvCxnSpPr>
          <p:nvPr/>
        </p:nvCxnSpPr>
        <p:spPr>
          <a:xfrm flipV="1">
            <a:off x="9071393" y="6181846"/>
            <a:ext cx="241292" cy="8959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9" name="Straight Connector 452">
            <a:extLst>
              <a:ext uri="{FF2B5EF4-FFF2-40B4-BE49-F238E27FC236}">
                <a16:creationId xmlns:a16="http://schemas.microsoft.com/office/drawing/2014/main" id="{EDFF0025-C98E-4F76-901F-3AA8BDB89536}"/>
              </a:ext>
            </a:extLst>
          </p:cNvPr>
          <p:cNvCxnSpPr>
            <a:cxnSpLocks/>
          </p:cNvCxnSpPr>
          <p:nvPr/>
        </p:nvCxnSpPr>
        <p:spPr>
          <a:xfrm flipH="1" flipV="1">
            <a:off x="8402421" y="6016745"/>
            <a:ext cx="685149" cy="26834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0" name="Straight Connector 452">
            <a:extLst>
              <a:ext uri="{FF2B5EF4-FFF2-40B4-BE49-F238E27FC236}">
                <a16:creationId xmlns:a16="http://schemas.microsoft.com/office/drawing/2014/main" id="{C574394D-CF66-4C60-8FE2-BC28B9772459}"/>
              </a:ext>
            </a:extLst>
          </p:cNvPr>
          <p:cNvCxnSpPr>
            <a:cxnSpLocks/>
          </p:cNvCxnSpPr>
          <p:nvPr/>
        </p:nvCxnSpPr>
        <p:spPr>
          <a:xfrm flipV="1">
            <a:off x="8162269" y="6010536"/>
            <a:ext cx="254590" cy="96513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1" name="Straight Connector 452">
            <a:extLst>
              <a:ext uri="{FF2B5EF4-FFF2-40B4-BE49-F238E27FC236}">
                <a16:creationId xmlns:a16="http://schemas.microsoft.com/office/drawing/2014/main" id="{CB2CF5C0-6C9F-4161-A969-5E1F7A45582E}"/>
              </a:ext>
            </a:extLst>
          </p:cNvPr>
          <p:cNvCxnSpPr>
            <a:cxnSpLocks/>
          </p:cNvCxnSpPr>
          <p:nvPr/>
        </p:nvCxnSpPr>
        <p:spPr>
          <a:xfrm flipV="1">
            <a:off x="8620920" y="5744821"/>
            <a:ext cx="0" cy="19369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2" name="Straight Connector 452">
            <a:extLst>
              <a:ext uri="{FF2B5EF4-FFF2-40B4-BE49-F238E27FC236}">
                <a16:creationId xmlns:a16="http://schemas.microsoft.com/office/drawing/2014/main" id="{7BA18514-46B3-4D48-A121-F8188F81A6FD}"/>
              </a:ext>
            </a:extLst>
          </p:cNvPr>
          <p:cNvCxnSpPr>
            <a:cxnSpLocks/>
          </p:cNvCxnSpPr>
          <p:nvPr/>
        </p:nvCxnSpPr>
        <p:spPr>
          <a:xfrm flipH="1" flipV="1">
            <a:off x="8152470" y="5558771"/>
            <a:ext cx="481147" cy="19150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3" name="Straight Connector 452">
            <a:extLst>
              <a:ext uri="{FF2B5EF4-FFF2-40B4-BE49-F238E27FC236}">
                <a16:creationId xmlns:a16="http://schemas.microsoft.com/office/drawing/2014/main" id="{31971E54-1F26-40C1-A3EA-762C7B6F912E}"/>
              </a:ext>
            </a:extLst>
          </p:cNvPr>
          <p:cNvCxnSpPr>
            <a:cxnSpLocks/>
          </p:cNvCxnSpPr>
          <p:nvPr/>
        </p:nvCxnSpPr>
        <p:spPr>
          <a:xfrm flipV="1">
            <a:off x="8148956" y="5375362"/>
            <a:ext cx="0" cy="19369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4" name="Straight Connector 452">
            <a:extLst>
              <a:ext uri="{FF2B5EF4-FFF2-40B4-BE49-F238E27FC236}">
                <a16:creationId xmlns:a16="http://schemas.microsoft.com/office/drawing/2014/main" id="{56C1178B-D57A-4D60-B9CC-B89AAEA0BC85}"/>
              </a:ext>
            </a:extLst>
          </p:cNvPr>
          <p:cNvCxnSpPr>
            <a:cxnSpLocks/>
          </p:cNvCxnSpPr>
          <p:nvPr/>
        </p:nvCxnSpPr>
        <p:spPr>
          <a:xfrm flipV="1">
            <a:off x="8152470" y="5139343"/>
            <a:ext cx="680030" cy="22940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5" name="Straight Connector 452">
            <a:extLst>
              <a:ext uri="{FF2B5EF4-FFF2-40B4-BE49-F238E27FC236}">
                <a16:creationId xmlns:a16="http://schemas.microsoft.com/office/drawing/2014/main" id="{66646830-A471-4E66-A806-19F9717C600E}"/>
              </a:ext>
            </a:extLst>
          </p:cNvPr>
          <p:cNvCxnSpPr>
            <a:cxnSpLocks/>
          </p:cNvCxnSpPr>
          <p:nvPr/>
        </p:nvCxnSpPr>
        <p:spPr>
          <a:xfrm flipV="1">
            <a:off x="8831866" y="5123233"/>
            <a:ext cx="0" cy="19369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6" name="Straight Connector 452">
            <a:extLst>
              <a:ext uri="{FF2B5EF4-FFF2-40B4-BE49-F238E27FC236}">
                <a16:creationId xmlns:a16="http://schemas.microsoft.com/office/drawing/2014/main" id="{AD90BA39-11AE-4697-95FC-8B1A82EB862B}"/>
              </a:ext>
            </a:extLst>
          </p:cNvPr>
          <p:cNvCxnSpPr>
            <a:cxnSpLocks/>
          </p:cNvCxnSpPr>
          <p:nvPr/>
        </p:nvCxnSpPr>
        <p:spPr>
          <a:xfrm flipV="1">
            <a:off x="8390890" y="5292298"/>
            <a:ext cx="477828" cy="177373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7" name="Straight Connector 452">
            <a:extLst>
              <a:ext uri="{FF2B5EF4-FFF2-40B4-BE49-F238E27FC236}">
                <a16:creationId xmlns:a16="http://schemas.microsoft.com/office/drawing/2014/main" id="{D021C3CB-A863-4780-BBD1-EDC57AFBA658}"/>
              </a:ext>
            </a:extLst>
          </p:cNvPr>
          <p:cNvCxnSpPr>
            <a:cxnSpLocks/>
          </p:cNvCxnSpPr>
          <p:nvPr/>
        </p:nvCxnSpPr>
        <p:spPr>
          <a:xfrm flipH="1" flipV="1">
            <a:off x="8377239" y="5484822"/>
            <a:ext cx="235901" cy="8313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8" name="Straight Connector 452">
            <a:extLst>
              <a:ext uri="{FF2B5EF4-FFF2-40B4-BE49-F238E27FC236}">
                <a16:creationId xmlns:a16="http://schemas.microsoft.com/office/drawing/2014/main" id="{72BC165F-5D81-476F-968D-7225A3D5EC3B}"/>
              </a:ext>
            </a:extLst>
          </p:cNvPr>
          <p:cNvCxnSpPr>
            <a:cxnSpLocks/>
          </p:cNvCxnSpPr>
          <p:nvPr/>
        </p:nvCxnSpPr>
        <p:spPr>
          <a:xfrm flipV="1">
            <a:off x="8597908" y="5470707"/>
            <a:ext cx="241292" cy="8959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9" name="Straight Connector 452">
            <a:extLst>
              <a:ext uri="{FF2B5EF4-FFF2-40B4-BE49-F238E27FC236}">
                <a16:creationId xmlns:a16="http://schemas.microsoft.com/office/drawing/2014/main" id="{DB7050BD-D815-43ED-87BE-10F780D61563}"/>
              </a:ext>
            </a:extLst>
          </p:cNvPr>
          <p:cNvCxnSpPr>
            <a:cxnSpLocks/>
          </p:cNvCxnSpPr>
          <p:nvPr/>
        </p:nvCxnSpPr>
        <p:spPr>
          <a:xfrm flipV="1">
            <a:off x="8831866" y="5459054"/>
            <a:ext cx="7334" cy="37565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0" name="Straight Connector 452">
            <a:extLst>
              <a:ext uri="{FF2B5EF4-FFF2-40B4-BE49-F238E27FC236}">
                <a16:creationId xmlns:a16="http://schemas.microsoft.com/office/drawing/2014/main" id="{1D40BAC2-6F21-4A97-BB0A-6CF61EC88349}"/>
              </a:ext>
            </a:extLst>
          </p:cNvPr>
          <p:cNvCxnSpPr>
            <a:cxnSpLocks/>
          </p:cNvCxnSpPr>
          <p:nvPr/>
        </p:nvCxnSpPr>
        <p:spPr>
          <a:xfrm flipH="1" flipV="1">
            <a:off x="8635571" y="5918650"/>
            <a:ext cx="446606" cy="211633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1" name="Straight Connector 452">
            <a:extLst>
              <a:ext uri="{FF2B5EF4-FFF2-40B4-BE49-F238E27FC236}">
                <a16:creationId xmlns:a16="http://schemas.microsoft.com/office/drawing/2014/main" id="{ACC9C468-3B0C-4A10-914A-499DC362927E}"/>
              </a:ext>
            </a:extLst>
          </p:cNvPr>
          <p:cNvCxnSpPr>
            <a:cxnSpLocks/>
          </p:cNvCxnSpPr>
          <p:nvPr/>
        </p:nvCxnSpPr>
        <p:spPr>
          <a:xfrm flipV="1">
            <a:off x="9079013" y="6028554"/>
            <a:ext cx="213773" cy="858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2" name="Straight Connector 452">
            <a:extLst>
              <a:ext uri="{FF2B5EF4-FFF2-40B4-BE49-F238E27FC236}">
                <a16:creationId xmlns:a16="http://schemas.microsoft.com/office/drawing/2014/main" id="{1D0DEA64-0EA2-4859-9878-184F3FEC8B56}"/>
              </a:ext>
            </a:extLst>
          </p:cNvPr>
          <p:cNvCxnSpPr>
            <a:cxnSpLocks/>
          </p:cNvCxnSpPr>
          <p:nvPr/>
        </p:nvCxnSpPr>
        <p:spPr>
          <a:xfrm flipV="1">
            <a:off x="9535028" y="6004564"/>
            <a:ext cx="221396" cy="10413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3" name="Straight Connector 452">
            <a:extLst>
              <a:ext uri="{FF2B5EF4-FFF2-40B4-BE49-F238E27FC236}">
                <a16:creationId xmlns:a16="http://schemas.microsoft.com/office/drawing/2014/main" id="{2A767DFC-2E8C-4655-82B1-BE5072129A23}"/>
              </a:ext>
            </a:extLst>
          </p:cNvPr>
          <p:cNvCxnSpPr>
            <a:cxnSpLocks/>
          </p:cNvCxnSpPr>
          <p:nvPr/>
        </p:nvCxnSpPr>
        <p:spPr>
          <a:xfrm flipH="1" flipV="1">
            <a:off x="9749724" y="6018520"/>
            <a:ext cx="257989" cy="1025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4" name="Straight Connector 452">
            <a:extLst>
              <a:ext uri="{FF2B5EF4-FFF2-40B4-BE49-F238E27FC236}">
                <a16:creationId xmlns:a16="http://schemas.microsoft.com/office/drawing/2014/main" id="{A11C6341-70C2-4F3D-9D97-E9C7EE1B7AA5}"/>
              </a:ext>
            </a:extLst>
          </p:cNvPr>
          <p:cNvCxnSpPr>
            <a:cxnSpLocks/>
          </p:cNvCxnSpPr>
          <p:nvPr/>
        </p:nvCxnSpPr>
        <p:spPr>
          <a:xfrm flipV="1">
            <a:off x="10001268" y="5923288"/>
            <a:ext cx="0" cy="19369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5" name="Straight Connector 452">
            <a:extLst>
              <a:ext uri="{FF2B5EF4-FFF2-40B4-BE49-F238E27FC236}">
                <a16:creationId xmlns:a16="http://schemas.microsoft.com/office/drawing/2014/main" id="{A68D05D4-AE48-416D-BA3F-73DC5B6E25DC}"/>
              </a:ext>
            </a:extLst>
          </p:cNvPr>
          <p:cNvCxnSpPr>
            <a:cxnSpLocks/>
          </p:cNvCxnSpPr>
          <p:nvPr/>
        </p:nvCxnSpPr>
        <p:spPr>
          <a:xfrm flipH="1" flipV="1">
            <a:off x="9749724" y="5834712"/>
            <a:ext cx="257989" cy="1025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6" name="Straight Connector 452">
            <a:extLst>
              <a:ext uri="{FF2B5EF4-FFF2-40B4-BE49-F238E27FC236}">
                <a16:creationId xmlns:a16="http://schemas.microsoft.com/office/drawing/2014/main" id="{F0B7DE50-C779-4FFE-8FE3-66038AE576F0}"/>
              </a:ext>
            </a:extLst>
          </p:cNvPr>
          <p:cNvCxnSpPr>
            <a:cxnSpLocks/>
          </p:cNvCxnSpPr>
          <p:nvPr/>
        </p:nvCxnSpPr>
        <p:spPr>
          <a:xfrm flipV="1">
            <a:off x="9543402" y="5835548"/>
            <a:ext cx="221396" cy="10413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7" name="Straight Connector 452">
            <a:extLst>
              <a:ext uri="{FF2B5EF4-FFF2-40B4-BE49-F238E27FC236}">
                <a16:creationId xmlns:a16="http://schemas.microsoft.com/office/drawing/2014/main" id="{85830C34-A7F3-4CD0-85D5-577AF90DF041}"/>
              </a:ext>
            </a:extLst>
          </p:cNvPr>
          <p:cNvCxnSpPr>
            <a:cxnSpLocks/>
          </p:cNvCxnSpPr>
          <p:nvPr/>
        </p:nvCxnSpPr>
        <p:spPr>
          <a:xfrm flipH="1" flipV="1">
            <a:off x="9304709" y="5836537"/>
            <a:ext cx="257989" cy="1025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8" name="Straight Connector 452">
            <a:extLst>
              <a:ext uri="{FF2B5EF4-FFF2-40B4-BE49-F238E27FC236}">
                <a16:creationId xmlns:a16="http://schemas.microsoft.com/office/drawing/2014/main" id="{88C8ED3D-80BA-41E8-9A97-CD3F9256EDC9}"/>
              </a:ext>
            </a:extLst>
          </p:cNvPr>
          <p:cNvCxnSpPr>
            <a:cxnSpLocks/>
          </p:cNvCxnSpPr>
          <p:nvPr/>
        </p:nvCxnSpPr>
        <p:spPr>
          <a:xfrm flipV="1">
            <a:off x="9292786" y="5646883"/>
            <a:ext cx="0" cy="19369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9" name="Straight Connector 452">
            <a:extLst>
              <a:ext uri="{FF2B5EF4-FFF2-40B4-BE49-F238E27FC236}">
                <a16:creationId xmlns:a16="http://schemas.microsoft.com/office/drawing/2014/main" id="{B419E92A-D3B8-4228-BC21-524598D3E532}"/>
              </a:ext>
            </a:extLst>
          </p:cNvPr>
          <p:cNvCxnSpPr>
            <a:cxnSpLocks/>
          </p:cNvCxnSpPr>
          <p:nvPr/>
        </p:nvCxnSpPr>
        <p:spPr>
          <a:xfrm flipH="1" flipV="1">
            <a:off x="9277152" y="5659508"/>
            <a:ext cx="257989" cy="1025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0" name="Straight Connector 452">
            <a:extLst>
              <a:ext uri="{FF2B5EF4-FFF2-40B4-BE49-F238E27FC236}">
                <a16:creationId xmlns:a16="http://schemas.microsoft.com/office/drawing/2014/main" id="{3D5BF3BC-CC4C-46DE-8F89-5A403513CE15}"/>
              </a:ext>
            </a:extLst>
          </p:cNvPr>
          <p:cNvCxnSpPr>
            <a:cxnSpLocks/>
          </p:cNvCxnSpPr>
          <p:nvPr/>
        </p:nvCxnSpPr>
        <p:spPr>
          <a:xfrm flipV="1">
            <a:off x="9528328" y="5662349"/>
            <a:ext cx="221396" cy="10413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1" name="Straight Connector 452">
            <a:extLst>
              <a:ext uri="{FF2B5EF4-FFF2-40B4-BE49-F238E27FC236}">
                <a16:creationId xmlns:a16="http://schemas.microsoft.com/office/drawing/2014/main" id="{1FC98AFF-EB37-4A40-A7A6-C2293A01AF87}"/>
              </a:ext>
            </a:extLst>
          </p:cNvPr>
          <p:cNvCxnSpPr>
            <a:cxnSpLocks/>
          </p:cNvCxnSpPr>
          <p:nvPr/>
        </p:nvCxnSpPr>
        <p:spPr>
          <a:xfrm flipV="1">
            <a:off x="9749724" y="5484822"/>
            <a:ext cx="0" cy="19369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2" name="Straight Connector 452">
            <a:extLst>
              <a:ext uri="{FF2B5EF4-FFF2-40B4-BE49-F238E27FC236}">
                <a16:creationId xmlns:a16="http://schemas.microsoft.com/office/drawing/2014/main" id="{AEBC9ECD-A62A-440D-90FC-88C6DA438000}"/>
              </a:ext>
            </a:extLst>
          </p:cNvPr>
          <p:cNvCxnSpPr>
            <a:cxnSpLocks/>
          </p:cNvCxnSpPr>
          <p:nvPr/>
        </p:nvCxnSpPr>
        <p:spPr>
          <a:xfrm flipV="1">
            <a:off x="9523106" y="5479279"/>
            <a:ext cx="221396" cy="10413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3" name="Straight Connector 452">
            <a:extLst>
              <a:ext uri="{FF2B5EF4-FFF2-40B4-BE49-F238E27FC236}">
                <a16:creationId xmlns:a16="http://schemas.microsoft.com/office/drawing/2014/main" id="{4A74C8DF-07AC-4A1F-8D0C-62910DD12898}"/>
              </a:ext>
            </a:extLst>
          </p:cNvPr>
          <p:cNvCxnSpPr>
            <a:cxnSpLocks/>
          </p:cNvCxnSpPr>
          <p:nvPr/>
        </p:nvCxnSpPr>
        <p:spPr>
          <a:xfrm flipH="1" flipV="1">
            <a:off x="3366202" y="7273804"/>
            <a:ext cx="701767" cy="28946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4" name="Straight Connector 452">
            <a:extLst>
              <a:ext uri="{FF2B5EF4-FFF2-40B4-BE49-F238E27FC236}">
                <a16:creationId xmlns:a16="http://schemas.microsoft.com/office/drawing/2014/main" id="{0293ACB7-F00C-45C1-8DCC-D867437CDD0F}"/>
              </a:ext>
            </a:extLst>
          </p:cNvPr>
          <p:cNvCxnSpPr>
            <a:cxnSpLocks/>
          </p:cNvCxnSpPr>
          <p:nvPr/>
        </p:nvCxnSpPr>
        <p:spPr>
          <a:xfrm flipH="1" flipV="1">
            <a:off x="2915255" y="8508709"/>
            <a:ext cx="241780" cy="8895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5" name="Straight Connector 452">
            <a:extLst>
              <a:ext uri="{FF2B5EF4-FFF2-40B4-BE49-F238E27FC236}">
                <a16:creationId xmlns:a16="http://schemas.microsoft.com/office/drawing/2014/main" id="{2377106D-DCE6-4F64-8248-1A71BB6522C7}"/>
              </a:ext>
            </a:extLst>
          </p:cNvPr>
          <p:cNvCxnSpPr>
            <a:cxnSpLocks/>
          </p:cNvCxnSpPr>
          <p:nvPr/>
        </p:nvCxnSpPr>
        <p:spPr>
          <a:xfrm flipV="1">
            <a:off x="7949013" y="6340716"/>
            <a:ext cx="0" cy="57316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6" name="Straight Connector 452">
            <a:extLst>
              <a:ext uri="{FF2B5EF4-FFF2-40B4-BE49-F238E27FC236}">
                <a16:creationId xmlns:a16="http://schemas.microsoft.com/office/drawing/2014/main" id="{A71544B2-D3E5-4A01-94D9-00FB0744E332}"/>
              </a:ext>
            </a:extLst>
          </p:cNvPr>
          <p:cNvCxnSpPr>
            <a:cxnSpLocks/>
          </p:cNvCxnSpPr>
          <p:nvPr/>
        </p:nvCxnSpPr>
        <p:spPr>
          <a:xfrm flipV="1">
            <a:off x="7937040" y="6738072"/>
            <a:ext cx="467527" cy="16555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7" name="Straight Connector 452">
            <a:extLst>
              <a:ext uri="{FF2B5EF4-FFF2-40B4-BE49-F238E27FC236}">
                <a16:creationId xmlns:a16="http://schemas.microsoft.com/office/drawing/2014/main" id="{EB3E93B3-8A70-4241-86FD-6ADF9E2E21EC}"/>
              </a:ext>
            </a:extLst>
          </p:cNvPr>
          <p:cNvCxnSpPr>
            <a:cxnSpLocks/>
          </p:cNvCxnSpPr>
          <p:nvPr/>
        </p:nvCxnSpPr>
        <p:spPr>
          <a:xfrm flipH="1" flipV="1">
            <a:off x="8408788" y="6723940"/>
            <a:ext cx="221159" cy="8950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8" name="Straight Connector 452">
            <a:extLst>
              <a:ext uri="{FF2B5EF4-FFF2-40B4-BE49-F238E27FC236}">
                <a16:creationId xmlns:a16="http://schemas.microsoft.com/office/drawing/2014/main" id="{437222B7-198C-4325-964C-29B2F41B6EFE}"/>
              </a:ext>
            </a:extLst>
          </p:cNvPr>
          <p:cNvCxnSpPr>
            <a:cxnSpLocks/>
          </p:cNvCxnSpPr>
          <p:nvPr/>
        </p:nvCxnSpPr>
        <p:spPr>
          <a:xfrm flipV="1">
            <a:off x="8597908" y="6723940"/>
            <a:ext cx="241292" cy="9451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9" name="Straight Connector 452">
            <a:extLst>
              <a:ext uri="{FF2B5EF4-FFF2-40B4-BE49-F238E27FC236}">
                <a16:creationId xmlns:a16="http://schemas.microsoft.com/office/drawing/2014/main" id="{8F68322D-286F-4D0B-92A0-28F60F373108}"/>
              </a:ext>
            </a:extLst>
          </p:cNvPr>
          <p:cNvCxnSpPr>
            <a:cxnSpLocks/>
          </p:cNvCxnSpPr>
          <p:nvPr/>
        </p:nvCxnSpPr>
        <p:spPr>
          <a:xfrm flipV="1">
            <a:off x="8840553" y="6685824"/>
            <a:ext cx="0" cy="40308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0" name="Straight Connector 452">
            <a:extLst>
              <a:ext uri="{FF2B5EF4-FFF2-40B4-BE49-F238E27FC236}">
                <a16:creationId xmlns:a16="http://schemas.microsoft.com/office/drawing/2014/main" id="{46694D02-DB7E-4366-9527-0E4860A26378}"/>
              </a:ext>
            </a:extLst>
          </p:cNvPr>
          <p:cNvCxnSpPr>
            <a:cxnSpLocks/>
          </p:cNvCxnSpPr>
          <p:nvPr/>
        </p:nvCxnSpPr>
        <p:spPr>
          <a:xfrm flipV="1">
            <a:off x="8606790" y="7084158"/>
            <a:ext cx="241292" cy="9451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1" name="Straight Connector 452">
            <a:extLst>
              <a:ext uri="{FF2B5EF4-FFF2-40B4-BE49-F238E27FC236}">
                <a16:creationId xmlns:a16="http://schemas.microsoft.com/office/drawing/2014/main" id="{5FCA4491-B6FC-467E-A6C9-9A6B5BF0A8C9}"/>
              </a:ext>
            </a:extLst>
          </p:cNvPr>
          <p:cNvCxnSpPr>
            <a:cxnSpLocks/>
          </p:cNvCxnSpPr>
          <p:nvPr/>
        </p:nvCxnSpPr>
        <p:spPr>
          <a:xfrm flipV="1">
            <a:off x="8631157" y="7173189"/>
            <a:ext cx="0" cy="17166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2" name="Straight Connector 452">
            <a:extLst>
              <a:ext uri="{FF2B5EF4-FFF2-40B4-BE49-F238E27FC236}">
                <a16:creationId xmlns:a16="http://schemas.microsoft.com/office/drawing/2014/main" id="{65CE5D65-53BB-4E13-B0A5-6587E0C529EF}"/>
              </a:ext>
            </a:extLst>
          </p:cNvPr>
          <p:cNvCxnSpPr>
            <a:cxnSpLocks/>
          </p:cNvCxnSpPr>
          <p:nvPr/>
        </p:nvCxnSpPr>
        <p:spPr>
          <a:xfrm flipV="1">
            <a:off x="8389557" y="7333800"/>
            <a:ext cx="241292" cy="9451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3" name="Straight Connector 452">
            <a:extLst>
              <a:ext uri="{FF2B5EF4-FFF2-40B4-BE49-F238E27FC236}">
                <a16:creationId xmlns:a16="http://schemas.microsoft.com/office/drawing/2014/main" id="{AC73E16C-34FF-484F-B29B-29BA87FE3BD1}"/>
              </a:ext>
            </a:extLst>
          </p:cNvPr>
          <p:cNvCxnSpPr>
            <a:cxnSpLocks/>
          </p:cNvCxnSpPr>
          <p:nvPr/>
        </p:nvCxnSpPr>
        <p:spPr>
          <a:xfrm flipV="1">
            <a:off x="8402421" y="7422880"/>
            <a:ext cx="0" cy="51716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4" name="Straight Connector 452">
            <a:extLst>
              <a:ext uri="{FF2B5EF4-FFF2-40B4-BE49-F238E27FC236}">
                <a16:creationId xmlns:a16="http://schemas.microsoft.com/office/drawing/2014/main" id="{C0A8C8E0-34F4-43DA-AD2E-0C54E87948E1}"/>
              </a:ext>
            </a:extLst>
          </p:cNvPr>
          <p:cNvCxnSpPr>
            <a:cxnSpLocks/>
          </p:cNvCxnSpPr>
          <p:nvPr/>
        </p:nvCxnSpPr>
        <p:spPr>
          <a:xfrm flipV="1">
            <a:off x="7915276" y="7931688"/>
            <a:ext cx="495746" cy="21759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5" name="Straight Connector 452">
            <a:extLst>
              <a:ext uri="{FF2B5EF4-FFF2-40B4-BE49-F238E27FC236}">
                <a16:creationId xmlns:a16="http://schemas.microsoft.com/office/drawing/2014/main" id="{7BB8EA6F-D6A1-4338-B642-9DEDD480A430}"/>
              </a:ext>
            </a:extLst>
          </p:cNvPr>
          <p:cNvCxnSpPr>
            <a:cxnSpLocks/>
          </p:cNvCxnSpPr>
          <p:nvPr/>
        </p:nvCxnSpPr>
        <p:spPr>
          <a:xfrm flipV="1">
            <a:off x="7925037" y="8118918"/>
            <a:ext cx="0" cy="17166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6" name="Straight Connector 452">
            <a:extLst>
              <a:ext uri="{FF2B5EF4-FFF2-40B4-BE49-F238E27FC236}">
                <a16:creationId xmlns:a16="http://schemas.microsoft.com/office/drawing/2014/main" id="{95F379CC-E000-4A05-91A8-F4532B64B314}"/>
              </a:ext>
            </a:extLst>
          </p:cNvPr>
          <p:cNvCxnSpPr>
            <a:cxnSpLocks/>
          </p:cNvCxnSpPr>
          <p:nvPr/>
        </p:nvCxnSpPr>
        <p:spPr>
          <a:xfrm>
            <a:off x="7900975" y="8290578"/>
            <a:ext cx="247981" cy="12472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7" name="Straight Connector 452">
            <a:extLst>
              <a:ext uri="{FF2B5EF4-FFF2-40B4-BE49-F238E27FC236}">
                <a16:creationId xmlns:a16="http://schemas.microsoft.com/office/drawing/2014/main" id="{F9FEA68E-05A0-4D87-ADFF-03C4F54993FA}"/>
              </a:ext>
            </a:extLst>
          </p:cNvPr>
          <p:cNvCxnSpPr>
            <a:cxnSpLocks/>
          </p:cNvCxnSpPr>
          <p:nvPr/>
        </p:nvCxnSpPr>
        <p:spPr>
          <a:xfrm flipV="1">
            <a:off x="7484206" y="8400308"/>
            <a:ext cx="658061" cy="283763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8" name="Straight Connector 452">
            <a:extLst>
              <a:ext uri="{FF2B5EF4-FFF2-40B4-BE49-F238E27FC236}">
                <a16:creationId xmlns:a16="http://schemas.microsoft.com/office/drawing/2014/main" id="{27A54039-409A-4C79-8F7D-227A0AE75105}"/>
              </a:ext>
            </a:extLst>
          </p:cNvPr>
          <p:cNvCxnSpPr>
            <a:cxnSpLocks/>
          </p:cNvCxnSpPr>
          <p:nvPr/>
        </p:nvCxnSpPr>
        <p:spPr>
          <a:xfrm flipV="1">
            <a:off x="7467373" y="8661802"/>
            <a:ext cx="0" cy="58506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9" name="Straight Connector 452">
            <a:extLst>
              <a:ext uri="{FF2B5EF4-FFF2-40B4-BE49-F238E27FC236}">
                <a16:creationId xmlns:a16="http://schemas.microsoft.com/office/drawing/2014/main" id="{7D5A1F37-5449-4FA6-A9EF-83CE608F9E87}"/>
              </a:ext>
            </a:extLst>
          </p:cNvPr>
          <p:cNvCxnSpPr>
            <a:cxnSpLocks/>
          </p:cNvCxnSpPr>
          <p:nvPr/>
        </p:nvCxnSpPr>
        <p:spPr>
          <a:xfrm flipV="1">
            <a:off x="7481865" y="9107285"/>
            <a:ext cx="221191" cy="10879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0" name="Straight Connector 452">
            <a:extLst>
              <a:ext uri="{FF2B5EF4-FFF2-40B4-BE49-F238E27FC236}">
                <a16:creationId xmlns:a16="http://schemas.microsoft.com/office/drawing/2014/main" id="{72CB8AC9-EB07-4DF7-81AB-6574C87BBE36}"/>
              </a:ext>
            </a:extLst>
          </p:cNvPr>
          <p:cNvCxnSpPr>
            <a:cxnSpLocks/>
          </p:cNvCxnSpPr>
          <p:nvPr/>
        </p:nvCxnSpPr>
        <p:spPr>
          <a:xfrm flipV="1">
            <a:off x="7684552" y="9130252"/>
            <a:ext cx="0" cy="17166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1" name="Straight Connector 452">
            <a:extLst>
              <a:ext uri="{FF2B5EF4-FFF2-40B4-BE49-F238E27FC236}">
                <a16:creationId xmlns:a16="http://schemas.microsoft.com/office/drawing/2014/main" id="{2F3AC045-FCD6-4DEC-93BD-0CFA0328CD25}"/>
              </a:ext>
            </a:extLst>
          </p:cNvPr>
          <p:cNvCxnSpPr>
            <a:cxnSpLocks/>
          </p:cNvCxnSpPr>
          <p:nvPr/>
        </p:nvCxnSpPr>
        <p:spPr>
          <a:xfrm flipV="1">
            <a:off x="7684552" y="9024249"/>
            <a:ext cx="692686" cy="28376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2" name="Straight Connector 452">
            <a:extLst>
              <a:ext uri="{FF2B5EF4-FFF2-40B4-BE49-F238E27FC236}">
                <a16:creationId xmlns:a16="http://schemas.microsoft.com/office/drawing/2014/main" id="{EC27FF95-6E6C-4575-8A2B-B0D8FB30ADC8}"/>
              </a:ext>
            </a:extLst>
          </p:cNvPr>
          <p:cNvCxnSpPr>
            <a:cxnSpLocks/>
          </p:cNvCxnSpPr>
          <p:nvPr/>
        </p:nvCxnSpPr>
        <p:spPr>
          <a:xfrm flipV="1">
            <a:off x="10424732" y="5218375"/>
            <a:ext cx="0" cy="19369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3" name="Straight Connector 452">
            <a:extLst>
              <a:ext uri="{FF2B5EF4-FFF2-40B4-BE49-F238E27FC236}">
                <a16:creationId xmlns:a16="http://schemas.microsoft.com/office/drawing/2014/main" id="{7542ADA9-89DE-4D36-9302-DB8AF4FCF57A}"/>
              </a:ext>
            </a:extLst>
          </p:cNvPr>
          <p:cNvCxnSpPr>
            <a:cxnSpLocks/>
          </p:cNvCxnSpPr>
          <p:nvPr/>
        </p:nvCxnSpPr>
        <p:spPr>
          <a:xfrm flipH="1">
            <a:off x="10200984" y="5380822"/>
            <a:ext cx="239458" cy="127383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4" name="Straight Connector 452">
            <a:extLst>
              <a:ext uri="{FF2B5EF4-FFF2-40B4-BE49-F238E27FC236}">
                <a16:creationId xmlns:a16="http://schemas.microsoft.com/office/drawing/2014/main" id="{D5187757-194B-4D03-9B89-F1AD4C8BB194}"/>
              </a:ext>
            </a:extLst>
          </p:cNvPr>
          <p:cNvCxnSpPr>
            <a:cxnSpLocks/>
          </p:cNvCxnSpPr>
          <p:nvPr/>
        </p:nvCxnSpPr>
        <p:spPr>
          <a:xfrm flipV="1">
            <a:off x="10212986" y="5484822"/>
            <a:ext cx="0" cy="19369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5" name="Straight Connector 452">
            <a:extLst>
              <a:ext uri="{FF2B5EF4-FFF2-40B4-BE49-F238E27FC236}">
                <a16:creationId xmlns:a16="http://schemas.microsoft.com/office/drawing/2014/main" id="{C2527418-3974-4A43-BCA8-A74D06726AD8}"/>
              </a:ext>
            </a:extLst>
          </p:cNvPr>
          <p:cNvCxnSpPr>
            <a:cxnSpLocks/>
          </p:cNvCxnSpPr>
          <p:nvPr/>
        </p:nvCxnSpPr>
        <p:spPr>
          <a:xfrm flipH="1" flipV="1">
            <a:off x="9961057" y="5563628"/>
            <a:ext cx="257989" cy="1025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6" name="Straight Connector 452">
            <a:extLst>
              <a:ext uri="{FF2B5EF4-FFF2-40B4-BE49-F238E27FC236}">
                <a16:creationId xmlns:a16="http://schemas.microsoft.com/office/drawing/2014/main" id="{70FDF950-BF0F-4FC6-A83B-2B0086736897}"/>
              </a:ext>
            </a:extLst>
          </p:cNvPr>
          <p:cNvCxnSpPr>
            <a:cxnSpLocks/>
          </p:cNvCxnSpPr>
          <p:nvPr/>
        </p:nvCxnSpPr>
        <p:spPr>
          <a:xfrm flipV="1">
            <a:off x="9984404" y="5407545"/>
            <a:ext cx="0" cy="17033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7" name="Straight Connector 452">
            <a:extLst>
              <a:ext uri="{FF2B5EF4-FFF2-40B4-BE49-F238E27FC236}">
                <a16:creationId xmlns:a16="http://schemas.microsoft.com/office/drawing/2014/main" id="{28BD517E-2CF7-465D-83B5-4D15CC629B9E}"/>
              </a:ext>
            </a:extLst>
          </p:cNvPr>
          <p:cNvCxnSpPr>
            <a:cxnSpLocks/>
          </p:cNvCxnSpPr>
          <p:nvPr/>
        </p:nvCxnSpPr>
        <p:spPr>
          <a:xfrm flipH="1">
            <a:off x="9993071" y="5304809"/>
            <a:ext cx="239458" cy="127383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8" name="Straight Connector 452">
            <a:extLst>
              <a:ext uri="{FF2B5EF4-FFF2-40B4-BE49-F238E27FC236}">
                <a16:creationId xmlns:a16="http://schemas.microsoft.com/office/drawing/2014/main" id="{51C26C36-33AF-4AD7-8E5F-0F23FDBFC9A6}"/>
              </a:ext>
            </a:extLst>
          </p:cNvPr>
          <p:cNvCxnSpPr>
            <a:cxnSpLocks/>
          </p:cNvCxnSpPr>
          <p:nvPr/>
        </p:nvCxnSpPr>
        <p:spPr>
          <a:xfrm flipV="1">
            <a:off x="10212986" y="5121526"/>
            <a:ext cx="0" cy="16729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9" name="Straight Connector 452">
            <a:extLst>
              <a:ext uri="{FF2B5EF4-FFF2-40B4-BE49-F238E27FC236}">
                <a16:creationId xmlns:a16="http://schemas.microsoft.com/office/drawing/2014/main" id="{E19497F9-8CA2-4763-AE83-4D2D2B5FA346}"/>
              </a:ext>
            </a:extLst>
          </p:cNvPr>
          <p:cNvCxnSpPr>
            <a:cxnSpLocks/>
          </p:cNvCxnSpPr>
          <p:nvPr/>
        </p:nvCxnSpPr>
        <p:spPr>
          <a:xfrm flipH="1">
            <a:off x="9523649" y="5121526"/>
            <a:ext cx="697837" cy="27976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0" name="Straight Connector 452">
            <a:extLst>
              <a:ext uri="{FF2B5EF4-FFF2-40B4-BE49-F238E27FC236}">
                <a16:creationId xmlns:a16="http://schemas.microsoft.com/office/drawing/2014/main" id="{69A8A771-16A0-424E-B532-E9B6669CFBBD}"/>
              </a:ext>
            </a:extLst>
          </p:cNvPr>
          <p:cNvCxnSpPr>
            <a:cxnSpLocks/>
          </p:cNvCxnSpPr>
          <p:nvPr/>
        </p:nvCxnSpPr>
        <p:spPr>
          <a:xfrm flipV="1">
            <a:off x="9533069" y="5359591"/>
            <a:ext cx="0" cy="19369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1" name="Straight Connector 452">
            <a:extLst>
              <a:ext uri="{FF2B5EF4-FFF2-40B4-BE49-F238E27FC236}">
                <a16:creationId xmlns:a16="http://schemas.microsoft.com/office/drawing/2014/main" id="{ED2E61DC-29DE-408C-A7C9-6E7F87026C53}"/>
              </a:ext>
            </a:extLst>
          </p:cNvPr>
          <p:cNvCxnSpPr>
            <a:cxnSpLocks/>
          </p:cNvCxnSpPr>
          <p:nvPr/>
        </p:nvCxnSpPr>
        <p:spPr>
          <a:xfrm flipV="1">
            <a:off x="8154458" y="6190517"/>
            <a:ext cx="241292" cy="8959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2" name="Straight Connector 452">
            <a:extLst>
              <a:ext uri="{FF2B5EF4-FFF2-40B4-BE49-F238E27FC236}">
                <a16:creationId xmlns:a16="http://schemas.microsoft.com/office/drawing/2014/main" id="{9B0CC0C5-2B07-4F12-B36A-14810ABA45E6}"/>
              </a:ext>
            </a:extLst>
          </p:cNvPr>
          <p:cNvCxnSpPr>
            <a:cxnSpLocks/>
          </p:cNvCxnSpPr>
          <p:nvPr/>
        </p:nvCxnSpPr>
        <p:spPr>
          <a:xfrm flipV="1">
            <a:off x="9298179" y="6013929"/>
            <a:ext cx="0" cy="16255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3" name="Straight Connector 452">
            <a:extLst>
              <a:ext uri="{FF2B5EF4-FFF2-40B4-BE49-F238E27FC236}">
                <a16:creationId xmlns:a16="http://schemas.microsoft.com/office/drawing/2014/main" id="{F6A5ACD1-287A-4A3F-89EE-81FA374B6CEF}"/>
              </a:ext>
            </a:extLst>
          </p:cNvPr>
          <p:cNvCxnSpPr>
            <a:cxnSpLocks/>
          </p:cNvCxnSpPr>
          <p:nvPr/>
        </p:nvCxnSpPr>
        <p:spPr>
          <a:xfrm flipH="1" flipV="1">
            <a:off x="8831382" y="5841045"/>
            <a:ext cx="257989" cy="1025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4" name="Straight Connector 452">
            <a:extLst>
              <a:ext uri="{FF2B5EF4-FFF2-40B4-BE49-F238E27FC236}">
                <a16:creationId xmlns:a16="http://schemas.microsoft.com/office/drawing/2014/main" id="{4763882B-8FDA-4B21-8CE3-A8074E1AD730}"/>
              </a:ext>
            </a:extLst>
          </p:cNvPr>
          <p:cNvCxnSpPr>
            <a:cxnSpLocks/>
          </p:cNvCxnSpPr>
          <p:nvPr/>
        </p:nvCxnSpPr>
        <p:spPr>
          <a:xfrm flipV="1">
            <a:off x="9075399" y="5408796"/>
            <a:ext cx="3614" cy="52276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5" name="Straight Connector 452">
            <a:extLst>
              <a:ext uri="{FF2B5EF4-FFF2-40B4-BE49-F238E27FC236}">
                <a16:creationId xmlns:a16="http://schemas.microsoft.com/office/drawing/2014/main" id="{6DB220CF-9730-4AAE-9DB0-6F373853FCD3}"/>
              </a:ext>
            </a:extLst>
          </p:cNvPr>
          <p:cNvCxnSpPr>
            <a:cxnSpLocks/>
          </p:cNvCxnSpPr>
          <p:nvPr/>
        </p:nvCxnSpPr>
        <p:spPr>
          <a:xfrm flipH="1" flipV="1">
            <a:off x="9072347" y="5422535"/>
            <a:ext cx="257989" cy="1025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6" name="Straight Connector 452">
            <a:extLst>
              <a:ext uri="{FF2B5EF4-FFF2-40B4-BE49-F238E27FC236}">
                <a16:creationId xmlns:a16="http://schemas.microsoft.com/office/drawing/2014/main" id="{CC9DC369-03A2-41CC-B94C-DB3A2371339A}"/>
              </a:ext>
            </a:extLst>
          </p:cNvPr>
          <p:cNvCxnSpPr>
            <a:cxnSpLocks/>
          </p:cNvCxnSpPr>
          <p:nvPr/>
        </p:nvCxnSpPr>
        <p:spPr>
          <a:xfrm flipH="1" flipV="1">
            <a:off x="9304709" y="5139343"/>
            <a:ext cx="7976" cy="376163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7" name="Straight Connector 452">
            <a:extLst>
              <a:ext uri="{FF2B5EF4-FFF2-40B4-BE49-F238E27FC236}">
                <a16:creationId xmlns:a16="http://schemas.microsoft.com/office/drawing/2014/main" id="{393D9A0C-1727-43FF-A62B-E96B22E747FC}"/>
              </a:ext>
            </a:extLst>
          </p:cNvPr>
          <p:cNvCxnSpPr>
            <a:cxnSpLocks/>
          </p:cNvCxnSpPr>
          <p:nvPr/>
        </p:nvCxnSpPr>
        <p:spPr>
          <a:xfrm flipH="1" flipV="1">
            <a:off x="9292786" y="5144345"/>
            <a:ext cx="257989" cy="1025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8" name="Straight Connector 452">
            <a:extLst>
              <a:ext uri="{FF2B5EF4-FFF2-40B4-BE49-F238E27FC236}">
                <a16:creationId xmlns:a16="http://schemas.microsoft.com/office/drawing/2014/main" id="{EC47BEF3-B59B-4F48-ACF0-0105140212C8}"/>
              </a:ext>
            </a:extLst>
          </p:cNvPr>
          <p:cNvCxnSpPr>
            <a:cxnSpLocks/>
          </p:cNvCxnSpPr>
          <p:nvPr/>
        </p:nvCxnSpPr>
        <p:spPr>
          <a:xfrm flipV="1">
            <a:off x="9534244" y="5011475"/>
            <a:ext cx="0" cy="19369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9" name="Straight Connector 452">
            <a:extLst>
              <a:ext uri="{FF2B5EF4-FFF2-40B4-BE49-F238E27FC236}">
                <a16:creationId xmlns:a16="http://schemas.microsoft.com/office/drawing/2014/main" id="{3EF5DD60-31FE-4542-B619-1DD7E5D378BF}"/>
              </a:ext>
            </a:extLst>
          </p:cNvPr>
          <p:cNvCxnSpPr>
            <a:cxnSpLocks/>
          </p:cNvCxnSpPr>
          <p:nvPr/>
        </p:nvCxnSpPr>
        <p:spPr>
          <a:xfrm flipH="1" flipV="1">
            <a:off x="9533681" y="5018379"/>
            <a:ext cx="257988" cy="11200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0" name="Straight Connector 452">
            <a:extLst>
              <a:ext uri="{FF2B5EF4-FFF2-40B4-BE49-F238E27FC236}">
                <a16:creationId xmlns:a16="http://schemas.microsoft.com/office/drawing/2014/main" id="{002BB7B2-4D24-482C-A764-FE02A4412513}"/>
              </a:ext>
            </a:extLst>
          </p:cNvPr>
          <p:cNvCxnSpPr>
            <a:cxnSpLocks/>
          </p:cNvCxnSpPr>
          <p:nvPr/>
        </p:nvCxnSpPr>
        <p:spPr>
          <a:xfrm flipH="1">
            <a:off x="9766167" y="4969239"/>
            <a:ext cx="434817" cy="16488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1" name="Straight Connector 452">
            <a:extLst>
              <a:ext uri="{FF2B5EF4-FFF2-40B4-BE49-F238E27FC236}">
                <a16:creationId xmlns:a16="http://schemas.microsoft.com/office/drawing/2014/main" id="{2C78C1AF-5706-47A0-9AE6-B596F217768F}"/>
              </a:ext>
            </a:extLst>
          </p:cNvPr>
          <p:cNvCxnSpPr>
            <a:cxnSpLocks/>
          </p:cNvCxnSpPr>
          <p:nvPr/>
        </p:nvCxnSpPr>
        <p:spPr>
          <a:xfrm flipH="1" flipV="1">
            <a:off x="10654926" y="5114527"/>
            <a:ext cx="460903" cy="21620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2" name="Straight Connector 452">
            <a:extLst>
              <a:ext uri="{FF2B5EF4-FFF2-40B4-BE49-F238E27FC236}">
                <a16:creationId xmlns:a16="http://schemas.microsoft.com/office/drawing/2014/main" id="{93143FDB-1570-426E-A29D-A5201B08878C}"/>
              </a:ext>
            </a:extLst>
          </p:cNvPr>
          <p:cNvCxnSpPr>
            <a:cxnSpLocks/>
          </p:cNvCxnSpPr>
          <p:nvPr/>
        </p:nvCxnSpPr>
        <p:spPr>
          <a:xfrm flipV="1">
            <a:off x="10212986" y="4769555"/>
            <a:ext cx="0" cy="16729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3" name="Straight Connector 452">
            <a:extLst>
              <a:ext uri="{FF2B5EF4-FFF2-40B4-BE49-F238E27FC236}">
                <a16:creationId xmlns:a16="http://schemas.microsoft.com/office/drawing/2014/main" id="{FEA91352-4429-43C2-AD01-D5DFE49B3E6E}"/>
              </a:ext>
            </a:extLst>
          </p:cNvPr>
          <p:cNvCxnSpPr>
            <a:cxnSpLocks/>
          </p:cNvCxnSpPr>
          <p:nvPr/>
        </p:nvCxnSpPr>
        <p:spPr>
          <a:xfrm flipH="1">
            <a:off x="9749837" y="4786427"/>
            <a:ext cx="434817" cy="16488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4" name="Straight Connector 452">
            <a:extLst>
              <a:ext uri="{FF2B5EF4-FFF2-40B4-BE49-F238E27FC236}">
                <a16:creationId xmlns:a16="http://schemas.microsoft.com/office/drawing/2014/main" id="{45102F4A-65C9-4152-B20C-5C3AB90D051C}"/>
              </a:ext>
            </a:extLst>
          </p:cNvPr>
          <p:cNvCxnSpPr>
            <a:cxnSpLocks/>
          </p:cNvCxnSpPr>
          <p:nvPr/>
        </p:nvCxnSpPr>
        <p:spPr>
          <a:xfrm flipV="1">
            <a:off x="9748450" y="4751038"/>
            <a:ext cx="0" cy="16729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5" name="Straight Connector 452">
            <a:extLst>
              <a:ext uri="{FF2B5EF4-FFF2-40B4-BE49-F238E27FC236}">
                <a16:creationId xmlns:a16="http://schemas.microsoft.com/office/drawing/2014/main" id="{0B2F531E-C16B-4D05-8E7A-680D378AF34E}"/>
              </a:ext>
            </a:extLst>
          </p:cNvPr>
          <p:cNvCxnSpPr>
            <a:cxnSpLocks/>
          </p:cNvCxnSpPr>
          <p:nvPr/>
        </p:nvCxnSpPr>
        <p:spPr>
          <a:xfrm flipH="1">
            <a:off x="9742039" y="4662722"/>
            <a:ext cx="241536" cy="11380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6" name="Straight Connector 452">
            <a:extLst>
              <a:ext uri="{FF2B5EF4-FFF2-40B4-BE49-F238E27FC236}">
                <a16:creationId xmlns:a16="http://schemas.microsoft.com/office/drawing/2014/main" id="{DA125021-6BEE-4D2C-9963-193E44FA6776}"/>
              </a:ext>
            </a:extLst>
          </p:cNvPr>
          <p:cNvCxnSpPr>
            <a:cxnSpLocks/>
          </p:cNvCxnSpPr>
          <p:nvPr/>
        </p:nvCxnSpPr>
        <p:spPr>
          <a:xfrm flipV="1">
            <a:off x="9983575" y="4503437"/>
            <a:ext cx="0" cy="16729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7" name="Straight Connector 452">
            <a:extLst>
              <a:ext uri="{FF2B5EF4-FFF2-40B4-BE49-F238E27FC236}">
                <a16:creationId xmlns:a16="http://schemas.microsoft.com/office/drawing/2014/main" id="{9E735CAB-3B5C-427B-835C-DBB6DC662ACB}"/>
              </a:ext>
            </a:extLst>
          </p:cNvPr>
          <p:cNvCxnSpPr>
            <a:cxnSpLocks/>
          </p:cNvCxnSpPr>
          <p:nvPr/>
        </p:nvCxnSpPr>
        <p:spPr>
          <a:xfrm flipV="1">
            <a:off x="8382078" y="8869680"/>
            <a:ext cx="2282" cy="17830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8" name="Straight Connector 452">
            <a:extLst>
              <a:ext uri="{FF2B5EF4-FFF2-40B4-BE49-F238E27FC236}">
                <a16:creationId xmlns:a16="http://schemas.microsoft.com/office/drawing/2014/main" id="{C2396AB1-8A6A-4381-B14E-389D8781E201}"/>
              </a:ext>
            </a:extLst>
          </p:cNvPr>
          <p:cNvCxnSpPr>
            <a:cxnSpLocks/>
          </p:cNvCxnSpPr>
          <p:nvPr/>
        </p:nvCxnSpPr>
        <p:spPr>
          <a:xfrm flipH="1">
            <a:off x="9739166" y="4497183"/>
            <a:ext cx="237028" cy="10783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9" name="Straight Connector 452">
            <a:extLst>
              <a:ext uri="{FF2B5EF4-FFF2-40B4-BE49-F238E27FC236}">
                <a16:creationId xmlns:a16="http://schemas.microsoft.com/office/drawing/2014/main" id="{6FF0316E-A465-428B-8F98-A5F58B6C4D6C}"/>
              </a:ext>
            </a:extLst>
          </p:cNvPr>
          <p:cNvCxnSpPr>
            <a:cxnSpLocks/>
          </p:cNvCxnSpPr>
          <p:nvPr/>
        </p:nvCxnSpPr>
        <p:spPr>
          <a:xfrm flipH="1" flipV="1">
            <a:off x="9739166" y="3893820"/>
            <a:ext cx="9284" cy="71119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0" name="Straight Connector 452">
            <a:extLst>
              <a:ext uri="{FF2B5EF4-FFF2-40B4-BE49-F238E27FC236}">
                <a16:creationId xmlns:a16="http://schemas.microsoft.com/office/drawing/2014/main" id="{4B85A146-FBB3-4B56-AE22-3AFA1F529DFB}"/>
              </a:ext>
            </a:extLst>
          </p:cNvPr>
          <p:cNvCxnSpPr>
            <a:cxnSpLocks/>
          </p:cNvCxnSpPr>
          <p:nvPr/>
        </p:nvCxnSpPr>
        <p:spPr>
          <a:xfrm flipH="1">
            <a:off x="9515290" y="3889932"/>
            <a:ext cx="237028" cy="10783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1" name="Straight Connector 452">
            <a:extLst>
              <a:ext uri="{FF2B5EF4-FFF2-40B4-BE49-F238E27FC236}">
                <a16:creationId xmlns:a16="http://schemas.microsoft.com/office/drawing/2014/main" id="{8DA7A0C7-0D57-4BC0-91F4-367A142DF925}"/>
              </a:ext>
            </a:extLst>
          </p:cNvPr>
          <p:cNvCxnSpPr>
            <a:cxnSpLocks/>
          </p:cNvCxnSpPr>
          <p:nvPr/>
        </p:nvCxnSpPr>
        <p:spPr>
          <a:xfrm flipH="1" flipV="1">
            <a:off x="9260014" y="3882607"/>
            <a:ext cx="257989" cy="1025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2" name="Straight Connector 452">
            <a:extLst>
              <a:ext uri="{FF2B5EF4-FFF2-40B4-BE49-F238E27FC236}">
                <a16:creationId xmlns:a16="http://schemas.microsoft.com/office/drawing/2014/main" id="{43BF8A73-39CF-4964-B084-61F69C28C7A1}"/>
              </a:ext>
            </a:extLst>
          </p:cNvPr>
          <p:cNvCxnSpPr>
            <a:cxnSpLocks/>
          </p:cNvCxnSpPr>
          <p:nvPr/>
        </p:nvCxnSpPr>
        <p:spPr>
          <a:xfrm flipV="1">
            <a:off x="9270765" y="3877866"/>
            <a:ext cx="0" cy="16729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3" name="Straight Connector 452">
            <a:extLst>
              <a:ext uri="{FF2B5EF4-FFF2-40B4-BE49-F238E27FC236}">
                <a16:creationId xmlns:a16="http://schemas.microsoft.com/office/drawing/2014/main" id="{E97C7659-CBCC-437B-91CE-AB8FB0211C6F}"/>
              </a:ext>
            </a:extLst>
          </p:cNvPr>
          <p:cNvCxnSpPr>
            <a:cxnSpLocks/>
          </p:cNvCxnSpPr>
          <p:nvPr/>
        </p:nvCxnSpPr>
        <p:spPr>
          <a:xfrm flipH="1" flipV="1">
            <a:off x="9270765" y="4045794"/>
            <a:ext cx="257989" cy="1025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5" name="Straight Connector 452">
            <a:extLst>
              <a:ext uri="{FF2B5EF4-FFF2-40B4-BE49-F238E27FC236}">
                <a16:creationId xmlns:a16="http://schemas.microsoft.com/office/drawing/2014/main" id="{5DE7C037-8717-45EB-B2F9-86217139685C}"/>
              </a:ext>
            </a:extLst>
          </p:cNvPr>
          <p:cNvCxnSpPr>
            <a:cxnSpLocks/>
          </p:cNvCxnSpPr>
          <p:nvPr/>
        </p:nvCxnSpPr>
        <p:spPr>
          <a:xfrm flipV="1">
            <a:off x="9515290" y="4152185"/>
            <a:ext cx="7816" cy="56744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6" name="Straight Connector 452">
            <a:extLst>
              <a:ext uri="{FF2B5EF4-FFF2-40B4-BE49-F238E27FC236}">
                <a16:creationId xmlns:a16="http://schemas.microsoft.com/office/drawing/2014/main" id="{E4E96D2D-C1AD-4A24-8CD4-3DA93B008406}"/>
              </a:ext>
            </a:extLst>
          </p:cNvPr>
          <p:cNvCxnSpPr>
            <a:cxnSpLocks/>
          </p:cNvCxnSpPr>
          <p:nvPr/>
        </p:nvCxnSpPr>
        <p:spPr>
          <a:xfrm flipH="1" flipV="1">
            <a:off x="9277152" y="4604387"/>
            <a:ext cx="257989" cy="1025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7" name="Straight Connector 452">
            <a:extLst>
              <a:ext uri="{FF2B5EF4-FFF2-40B4-BE49-F238E27FC236}">
                <a16:creationId xmlns:a16="http://schemas.microsoft.com/office/drawing/2014/main" id="{2551C4F8-6876-40E0-B7E8-AE5396273861}"/>
              </a:ext>
            </a:extLst>
          </p:cNvPr>
          <p:cNvCxnSpPr>
            <a:cxnSpLocks/>
          </p:cNvCxnSpPr>
          <p:nvPr/>
        </p:nvCxnSpPr>
        <p:spPr>
          <a:xfrm flipV="1">
            <a:off x="9285397" y="4249418"/>
            <a:ext cx="0" cy="37813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8" name="Straight Connector 452">
            <a:extLst>
              <a:ext uri="{FF2B5EF4-FFF2-40B4-BE49-F238E27FC236}">
                <a16:creationId xmlns:a16="http://schemas.microsoft.com/office/drawing/2014/main" id="{D271AEFF-53C0-4B52-8933-2306A27DF785}"/>
              </a:ext>
            </a:extLst>
          </p:cNvPr>
          <p:cNvCxnSpPr>
            <a:cxnSpLocks/>
          </p:cNvCxnSpPr>
          <p:nvPr/>
        </p:nvCxnSpPr>
        <p:spPr>
          <a:xfrm flipH="1" flipV="1">
            <a:off x="9035833" y="4139628"/>
            <a:ext cx="257989" cy="1025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9" name="Straight Connector 452">
            <a:extLst>
              <a:ext uri="{FF2B5EF4-FFF2-40B4-BE49-F238E27FC236}">
                <a16:creationId xmlns:a16="http://schemas.microsoft.com/office/drawing/2014/main" id="{A2DEB9BE-DFE3-4AEA-B61C-3C379D2DF85F}"/>
              </a:ext>
            </a:extLst>
          </p:cNvPr>
          <p:cNvCxnSpPr>
            <a:cxnSpLocks/>
          </p:cNvCxnSpPr>
          <p:nvPr/>
        </p:nvCxnSpPr>
        <p:spPr>
          <a:xfrm flipH="1" flipV="1">
            <a:off x="9035833" y="4132904"/>
            <a:ext cx="10169" cy="23335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0" name="Straight Connector 452">
            <a:extLst>
              <a:ext uri="{FF2B5EF4-FFF2-40B4-BE49-F238E27FC236}">
                <a16:creationId xmlns:a16="http://schemas.microsoft.com/office/drawing/2014/main" id="{BAF85301-81F8-4768-BDA6-1369048FDB42}"/>
              </a:ext>
            </a:extLst>
          </p:cNvPr>
          <p:cNvCxnSpPr>
            <a:cxnSpLocks/>
          </p:cNvCxnSpPr>
          <p:nvPr/>
        </p:nvCxnSpPr>
        <p:spPr>
          <a:xfrm flipH="1">
            <a:off x="8788779" y="4345017"/>
            <a:ext cx="237028" cy="10783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1" name="Straight Connector 452">
            <a:extLst>
              <a:ext uri="{FF2B5EF4-FFF2-40B4-BE49-F238E27FC236}">
                <a16:creationId xmlns:a16="http://schemas.microsoft.com/office/drawing/2014/main" id="{1B02935E-1E8F-45E8-84A5-1CD3C9AA6440}"/>
              </a:ext>
            </a:extLst>
          </p:cNvPr>
          <p:cNvCxnSpPr>
            <a:cxnSpLocks/>
          </p:cNvCxnSpPr>
          <p:nvPr/>
        </p:nvCxnSpPr>
        <p:spPr>
          <a:xfrm flipH="1" flipV="1">
            <a:off x="8809502" y="4430875"/>
            <a:ext cx="1875" cy="17351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2" name="Straight Connector 452">
            <a:extLst>
              <a:ext uri="{FF2B5EF4-FFF2-40B4-BE49-F238E27FC236}">
                <a16:creationId xmlns:a16="http://schemas.microsoft.com/office/drawing/2014/main" id="{A0FC76CF-848B-4483-8058-E70223062ADE}"/>
              </a:ext>
            </a:extLst>
          </p:cNvPr>
          <p:cNvCxnSpPr>
            <a:cxnSpLocks/>
          </p:cNvCxnSpPr>
          <p:nvPr/>
        </p:nvCxnSpPr>
        <p:spPr>
          <a:xfrm flipH="1">
            <a:off x="8824506" y="4513989"/>
            <a:ext cx="231480" cy="9039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3" name="Straight Connector 452">
            <a:extLst>
              <a:ext uri="{FF2B5EF4-FFF2-40B4-BE49-F238E27FC236}">
                <a16:creationId xmlns:a16="http://schemas.microsoft.com/office/drawing/2014/main" id="{D29DF2F5-6165-4977-9947-B3FB7B3A6DDE}"/>
              </a:ext>
            </a:extLst>
          </p:cNvPr>
          <p:cNvCxnSpPr>
            <a:cxnSpLocks/>
          </p:cNvCxnSpPr>
          <p:nvPr/>
        </p:nvCxnSpPr>
        <p:spPr>
          <a:xfrm flipV="1">
            <a:off x="9043119" y="4518760"/>
            <a:ext cx="1" cy="34427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4" name="Straight Connector 452">
            <a:extLst>
              <a:ext uri="{FF2B5EF4-FFF2-40B4-BE49-F238E27FC236}">
                <a16:creationId xmlns:a16="http://schemas.microsoft.com/office/drawing/2014/main" id="{D5647EB9-F21A-4955-B4B8-D562C9D8B0BF}"/>
              </a:ext>
            </a:extLst>
          </p:cNvPr>
          <p:cNvCxnSpPr>
            <a:cxnSpLocks/>
          </p:cNvCxnSpPr>
          <p:nvPr/>
        </p:nvCxnSpPr>
        <p:spPr>
          <a:xfrm>
            <a:off x="11549038" y="2306195"/>
            <a:ext cx="0" cy="355376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5" name="Straight Connector 452">
            <a:extLst>
              <a:ext uri="{FF2B5EF4-FFF2-40B4-BE49-F238E27FC236}">
                <a16:creationId xmlns:a16="http://schemas.microsoft.com/office/drawing/2014/main" id="{F15A9F15-A7E9-4BB1-994F-54DC7694DC15}"/>
              </a:ext>
            </a:extLst>
          </p:cNvPr>
          <p:cNvCxnSpPr>
            <a:cxnSpLocks/>
          </p:cNvCxnSpPr>
          <p:nvPr/>
        </p:nvCxnSpPr>
        <p:spPr>
          <a:xfrm flipV="1">
            <a:off x="5885085" y="8838729"/>
            <a:ext cx="226479" cy="127454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6" name="Straight Connector 452">
            <a:extLst>
              <a:ext uri="{FF2B5EF4-FFF2-40B4-BE49-F238E27FC236}">
                <a16:creationId xmlns:a16="http://schemas.microsoft.com/office/drawing/2014/main" id="{E07E0B4D-7454-4199-866F-080A5F219277}"/>
              </a:ext>
            </a:extLst>
          </p:cNvPr>
          <p:cNvCxnSpPr>
            <a:cxnSpLocks/>
          </p:cNvCxnSpPr>
          <p:nvPr/>
        </p:nvCxnSpPr>
        <p:spPr>
          <a:xfrm flipH="1" flipV="1">
            <a:off x="9512739" y="3428641"/>
            <a:ext cx="708747" cy="29951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7" name="Straight Connector 452">
            <a:extLst>
              <a:ext uri="{FF2B5EF4-FFF2-40B4-BE49-F238E27FC236}">
                <a16:creationId xmlns:a16="http://schemas.microsoft.com/office/drawing/2014/main" id="{CDD0121F-787B-4ABC-A48A-C71FF3B6C832}"/>
              </a:ext>
            </a:extLst>
          </p:cNvPr>
          <p:cNvCxnSpPr>
            <a:cxnSpLocks/>
          </p:cNvCxnSpPr>
          <p:nvPr/>
        </p:nvCxnSpPr>
        <p:spPr>
          <a:xfrm>
            <a:off x="10212986" y="3726630"/>
            <a:ext cx="0" cy="17221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8" name="Straight Connector 452">
            <a:extLst>
              <a:ext uri="{FF2B5EF4-FFF2-40B4-BE49-F238E27FC236}">
                <a16:creationId xmlns:a16="http://schemas.microsoft.com/office/drawing/2014/main" id="{9A57EA7E-9FB1-4A81-972A-DD91D6B28BA1}"/>
              </a:ext>
            </a:extLst>
          </p:cNvPr>
          <p:cNvCxnSpPr>
            <a:cxnSpLocks/>
          </p:cNvCxnSpPr>
          <p:nvPr/>
        </p:nvCxnSpPr>
        <p:spPr>
          <a:xfrm flipH="1" flipV="1">
            <a:off x="10196824" y="3884241"/>
            <a:ext cx="243618" cy="9520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9" name="Straight Connector 452">
            <a:extLst>
              <a:ext uri="{FF2B5EF4-FFF2-40B4-BE49-F238E27FC236}">
                <a16:creationId xmlns:a16="http://schemas.microsoft.com/office/drawing/2014/main" id="{4520B73F-69DD-45CC-A889-7BBD4618BD62}"/>
              </a:ext>
            </a:extLst>
          </p:cNvPr>
          <p:cNvCxnSpPr>
            <a:cxnSpLocks/>
          </p:cNvCxnSpPr>
          <p:nvPr/>
        </p:nvCxnSpPr>
        <p:spPr>
          <a:xfrm>
            <a:off x="10424378" y="3961793"/>
            <a:ext cx="0" cy="37740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0" name="Straight Connector 452">
            <a:extLst>
              <a:ext uri="{FF2B5EF4-FFF2-40B4-BE49-F238E27FC236}">
                <a16:creationId xmlns:a16="http://schemas.microsoft.com/office/drawing/2014/main" id="{4E26490F-4EE6-45EC-898D-6B40B7E1CE12}"/>
              </a:ext>
            </a:extLst>
          </p:cNvPr>
          <p:cNvCxnSpPr>
            <a:cxnSpLocks/>
          </p:cNvCxnSpPr>
          <p:nvPr/>
        </p:nvCxnSpPr>
        <p:spPr>
          <a:xfrm flipH="1">
            <a:off x="10395172" y="4249418"/>
            <a:ext cx="269018" cy="7748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1" name="Straight Connector 452">
            <a:extLst>
              <a:ext uri="{FF2B5EF4-FFF2-40B4-BE49-F238E27FC236}">
                <a16:creationId xmlns:a16="http://schemas.microsoft.com/office/drawing/2014/main" id="{C042CA61-5D71-480A-8C37-07513EB57915}"/>
              </a:ext>
            </a:extLst>
          </p:cNvPr>
          <p:cNvCxnSpPr>
            <a:cxnSpLocks/>
          </p:cNvCxnSpPr>
          <p:nvPr/>
        </p:nvCxnSpPr>
        <p:spPr>
          <a:xfrm flipH="1" flipV="1">
            <a:off x="10648126" y="4243993"/>
            <a:ext cx="243618" cy="9520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2" name="Straight Connector 452">
            <a:extLst>
              <a:ext uri="{FF2B5EF4-FFF2-40B4-BE49-F238E27FC236}">
                <a16:creationId xmlns:a16="http://schemas.microsoft.com/office/drawing/2014/main" id="{97B844D2-AF8C-4EBD-AC90-5230A0190654}"/>
              </a:ext>
            </a:extLst>
          </p:cNvPr>
          <p:cNvCxnSpPr>
            <a:cxnSpLocks/>
          </p:cNvCxnSpPr>
          <p:nvPr/>
        </p:nvCxnSpPr>
        <p:spPr>
          <a:xfrm>
            <a:off x="10888850" y="4312824"/>
            <a:ext cx="0" cy="17221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3" name="Straight Connector 452">
            <a:extLst>
              <a:ext uri="{FF2B5EF4-FFF2-40B4-BE49-F238E27FC236}">
                <a16:creationId xmlns:a16="http://schemas.microsoft.com/office/drawing/2014/main" id="{924C0354-7E76-41DF-99C1-9A1483C457A7}"/>
              </a:ext>
            </a:extLst>
          </p:cNvPr>
          <p:cNvCxnSpPr>
            <a:cxnSpLocks/>
          </p:cNvCxnSpPr>
          <p:nvPr/>
        </p:nvCxnSpPr>
        <p:spPr>
          <a:xfrm flipH="1">
            <a:off x="10642808" y="4485680"/>
            <a:ext cx="261636" cy="10140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4" name="Straight Connector 452">
            <a:extLst>
              <a:ext uri="{FF2B5EF4-FFF2-40B4-BE49-F238E27FC236}">
                <a16:creationId xmlns:a16="http://schemas.microsoft.com/office/drawing/2014/main" id="{0A46BAFE-E23A-43CB-B7F8-A7B2C35ED12D}"/>
              </a:ext>
            </a:extLst>
          </p:cNvPr>
          <p:cNvCxnSpPr>
            <a:cxnSpLocks/>
          </p:cNvCxnSpPr>
          <p:nvPr/>
        </p:nvCxnSpPr>
        <p:spPr>
          <a:xfrm>
            <a:off x="10654925" y="4576613"/>
            <a:ext cx="0" cy="360239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5" name="Straight Connector 452">
            <a:extLst>
              <a:ext uri="{FF2B5EF4-FFF2-40B4-BE49-F238E27FC236}">
                <a16:creationId xmlns:a16="http://schemas.microsoft.com/office/drawing/2014/main" id="{654DE7DC-740D-4C1B-AF4B-D2DF6539E6CC}"/>
              </a:ext>
            </a:extLst>
          </p:cNvPr>
          <p:cNvCxnSpPr>
            <a:cxnSpLocks/>
          </p:cNvCxnSpPr>
          <p:nvPr/>
        </p:nvCxnSpPr>
        <p:spPr>
          <a:xfrm flipH="1">
            <a:off x="10649524" y="4868867"/>
            <a:ext cx="239326" cy="93296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6" name="Straight Connector 452">
            <a:extLst>
              <a:ext uri="{FF2B5EF4-FFF2-40B4-BE49-F238E27FC236}">
                <a16:creationId xmlns:a16="http://schemas.microsoft.com/office/drawing/2014/main" id="{4B70D26C-BA0C-4083-8257-A2FB00EFEEA4}"/>
              </a:ext>
            </a:extLst>
          </p:cNvPr>
          <p:cNvCxnSpPr>
            <a:cxnSpLocks/>
          </p:cNvCxnSpPr>
          <p:nvPr/>
        </p:nvCxnSpPr>
        <p:spPr>
          <a:xfrm flipH="1" flipV="1">
            <a:off x="10856003" y="4862201"/>
            <a:ext cx="497717" cy="18797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7" name="Straight Connector 452">
            <a:extLst>
              <a:ext uri="{FF2B5EF4-FFF2-40B4-BE49-F238E27FC236}">
                <a16:creationId xmlns:a16="http://schemas.microsoft.com/office/drawing/2014/main" id="{BF480928-8608-4DC6-AF74-D26FF2D99296}"/>
              </a:ext>
            </a:extLst>
          </p:cNvPr>
          <p:cNvCxnSpPr>
            <a:cxnSpLocks/>
          </p:cNvCxnSpPr>
          <p:nvPr/>
        </p:nvCxnSpPr>
        <p:spPr>
          <a:xfrm flipH="1">
            <a:off x="11340214" y="4868867"/>
            <a:ext cx="497717" cy="175736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8" name="Straight Connector 452">
            <a:extLst>
              <a:ext uri="{FF2B5EF4-FFF2-40B4-BE49-F238E27FC236}">
                <a16:creationId xmlns:a16="http://schemas.microsoft.com/office/drawing/2014/main" id="{9043E7C2-EFC3-4E43-9336-D0BD4E505DBE}"/>
              </a:ext>
            </a:extLst>
          </p:cNvPr>
          <p:cNvCxnSpPr>
            <a:cxnSpLocks/>
          </p:cNvCxnSpPr>
          <p:nvPr/>
        </p:nvCxnSpPr>
        <p:spPr>
          <a:xfrm>
            <a:off x="11815071" y="4696649"/>
            <a:ext cx="0" cy="17221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9" name="Straight Connector 452">
            <a:extLst>
              <a:ext uri="{FF2B5EF4-FFF2-40B4-BE49-F238E27FC236}">
                <a16:creationId xmlns:a16="http://schemas.microsoft.com/office/drawing/2014/main" id="{3E8E86A7-DA36-4425-96E6-A6A15665CD83}"/>
              </a:ext>
            </a:extLst>
          </p:cNvPr>
          <p:cNvCxnSpPr>
            <a:cxnSpLocks/>
          </p:cNvCxnSpPr>
          <p:nvPr/>
        </p:nvCxnSpPr>
        <p:spPr>
          <a:xfrm flipH="1">
            <a:off x="11353720" y="4693131"/>
            <a:ext cx="497717" cy="175736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0" name="Straight Connector 452">
            <a:extLst>
              <a:ext uri="{FF2B5EF4-FFF2-40B4-BE49-F238E27FC236}">
                <a16:creationId xmlns:a16="http://schemas.microsoft.com/office/drawing/2014/main" id="{1AD5E1E0-2160-48B0-9DFE-2945540F37B0}"/>
              </a:ext>
            </a:extLst>
          </p:cNvPr>
          <p:cNvCxnSpPr>
            <a:cxnSpLocks/>
          </p:cNvCxnSpPr>
          <p:nvPr/>
        </p:nvCxnSpPr>
        <p:spPr>
          <a:xfrm flipH="1" flipV="1">
            <a:off x="10891382" y="4706959"/>
            <a:ext cx="489768" cy="16857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1" name="Straight Connector 452">
            <a:extLst>
              <a:ext uri="{FF2B5EF4-FFF2-40B4-BE49-F238E27FC236}">
                <a16:creationId xmlns:a16="http://schemas.microsoft.com/office/drawing/2014/main" id="{FF90665F-DD4B-43B7-A8D8-14344C8E5A1F}"/>
              </a:ext>
            </a:extLst>
          </p:cNvPr>
          <p:cNvCxnSpPr>
            <a:cxnSpLocks/>
          </p:cNvCxnSpPr>
          <p:nvPr/>
        </p:nvCxnSpPr>
        <p:spPr>
          <a:xfrm flipH="1">
            <a:off x="10888459" y="4593751"/>
            <a:ext cx="227370" cy="10864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2" name="Straight Connector 452">
            <a:extLst>
              <a:ext uri="{FF2B5EF4-FFF2-40B4-BE49-F238E27FC236}">
                <a16:creationId xmlns:a16="http://schemas.microsoft.com/office/drawing/2014/main" id="{81DEFCA3-75FF-4026-B7D8-2A757F6AFAAB}"/>
              </a:ext>
            </a:extLst>
          </p:cNvPr>
          <p:cNvCxnSpPr>
            <a:cxnSpLocks/>
          </p:cNvCxnSpPr>
          <p:nvPr/>
        </p:nvCxnSpPr>
        <p:spPr>
          <a:xfrm flipH="1" flipV="1">
            <a:off x="11095362" y="4595358"/>
            <a:ext cx="278826" cy="113699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3" name="Straight Connector 452">
            <a:extLst>
              <a:ext uri="{FF2B5EF4-FFF2-40B4-BE49-F238E27FC236}">
                <a16:creationId xmlns:a16="http://schemas.microsoft.com/office/drawing/2014/main" id="{2FF5BEFC-4FC7-4234-A5B3-74ADC3CDE09F}"/>
              </a:ext>
            </a:extLst>
          </p:cNvPr>
          <p:cNvCxnSpPr>
            <a:cxnSpLocks/>
          </p:cNvCxnSpPr>
          <p:nvPr/>
        </p:nvCxnSpPr>
        <p:spPr>
          <a:xfrm flipH="1">
            <a:off x="11361702" y="4603753"/>
            <a:ext cx="235352" cy="9197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4" name="Straight Connector 452">
            <a:extLst>
              <a:ext uri="{FF2B5EF4-FFF2-40B4-BE49-F238E27FC236}">
                <a16:creationId xmlns:a16="http://schemas.microsoft.com/office/drawing/2014/main" id="{63227539-ECB5-4597-A0B2-4094210BBDD8}"/>
              </a:ext>
            </a:extLst>
          </p:cNvPr>
          <p:cNvCxnSpPr>
            <a:cxnSpLocks/>
          </p:cNvCxnSpPr>
          <p:nvPr/>
        </p:nvCxnSpPr>
        <p:spPr>
          <a:xfrm flipH="1" flipV="1">
            <a:off x="11115829" y="4429107"/>
            <a:ext cx="462339" cy="178131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5" name="Straight Connector 452">
            <a:extLst>
              <a:ext uri="{FF2B5EF4-FFF2-40B4-BE49-F238E27FC236}">
                <a16:creationId xmlns:a16="http://schemas.microsoft.com/office/drawing/2014/main" id="{BB6E5C0F-5502-4980-B1DF-2E060B7740CA}"/>
              </a:ext>
            </a:extLst>
          </p:cNvPr>
          <p:cNvCxnSpPr>
            <a:cxnSpLocks/>
          </p:cNvCxnSpPr>
          <p:nvPr/>
        </p:nvCxnSpPr>
        <p:spPr>
          <a:xfrm flipH="1">
            <a:off x="11128822" y="4157252"/>
            <a:ext cx="686249" cy="271761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6" name="Straight Connector 452">
            <a:extLst>
              <a:ext uri="{FF2B5EF4-FFF2-40B4-BE49-F238E27FC236}">
                <a16:creationId xmlns:a16="http://schemas.microsoft.com/office/drawing/2014/main" id="{11C4A3B6-39B7-4B34-A0CA-092C74057F30}"/>
              </a:ext>
            </a:extLst>
          </p:cNvPr>
          <p:cNvCxnSpPr>
            <a:cxnSpLocks/>
          </p:cNvCxnSpPr>
          <p:nvPr/>
        </p:nvCxnSpPr>
        <p:spPr>
          <a:xfrm flipH="1" flipV="1">
            <a:off x="11814156" y="4157159"/>
            <a:ext cx="239811" cy="9986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7" name="Straight Connector 452">
            <a:extLst>
              <a:ext uri="{FF2B5EF4-FFF2-40B4-BE49-F238E27FC236}">
                <a16:creationId xmlns:a16="http://schemas.microsoft.com/office/drawing/2014/main" id="{899B3BBB-E4E9-450E-B2E9-937695EE39EE}"/>
              </a:ext>
            </a:extLst>
          </p:cNvPr>
          <p:cNvCxnSpPr>
            <a:cxnSpLocks/>
          </p:cNvCxnSpPr>
          <p:nvPr/>
        </p:nvCxnSpPr>
        <p:spPr>
          <a:xfrm>
            <a:off x="12058038" y="4256795"/>
            <a:ext cx="0" cy="33029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8" name="Straight Connector 452">
            <a:extLst>
              <a:ext uri="{FF2B5EF4-FFF2-40B4-BE49-F238E27FC236}">
                <a16:creationId xmlns:a16="http://schemas.microsoft.com/office/drawing/2014/main" id="{6F30A5E2-9FAA-489C-AFFA-E4A9C5ABD2A6}"/>
              </a:ext>
            </a:extLst>
          </p:cNvPr>
          <p:cNvCxnSpPr>
            <a:cxnSpLocks/>
          </p:cNvCxnSpPr>
          <p:nvPr/>
        </p:nvCxnSpPr>
        <p:spPr>
          <a:xfrm flipH="1">
            <a:off x="12027768" y="4517631"/>
            <a:ext cx="235352" cy="9197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9" name="Straight Connector 452">
            <a:extLst>
              <a:ext uri="{FF2B5EF4-FFF2-40B4-BE49-F238E27FC236}">
                <a16:creationId xmlns:a16="http://schemas.microsoft.com/office/drawing/2014/main" id="{28827C72-E1F5-47A5-AEED-0ED219D6E9DF}"/>
              </a:ext>
            </a:extLst>
          </p:cNvPr>
          <p:cNvCxnSpPr>
            <a:cxnSpLocks/>
          </p:cNvCxnSpPr>
          <p:nvPr/>
        </p:nvCxnSpPr>
        <p:spPr>
          <a:xfrm>
            <a:off x="12263120" y="4339201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0" name="Straight Connector 452">
            <a:extLst>
              <a:ext uri="{FF2B5EF4-FFF2-40B4-BE49-F238E27FC236}">
                <a16:creationId xmlns:a16="http://schemas.microsoft.com/office/drawing/2014/main" id="{9FBADD78-3DFD-4550-A7A5-7C0913CC09C7}"/>
              </a:ext>
            </a:extLst>
          </p:cNvPr>
          <p:cNvCxnSpPr>
            <a:cxnSpLocks/>
          </p:cNvCxnSpPr>
          <p:nvPr/>
        </p:nvCxnSpPr>
        <p:spPr>
          <a:xfrm flipH="1">
            <a:off x="12258474" y="4242200"/>
            <a:ext cx="261040" cy="13068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1" name="Straight Connector 452">
            <a:extLst>
              <a:ext uri="{FF2B5EF4-FFF2-40B4-BE49-F238E27FC236}">
                <a16:creationId xmlns:a16="http://schemas.microsoft.com/office/drawing/2014/main" id="{C86CDF16-AD00-4896-85D2-318866773A94}"/>
              </a:ext>
            </a:extLst>
          </p:cNvPr>
          <p:cNvCxnSpPr>
            <a:cxnSpLocks/>
          </p:cNvCxnSpPr>
          <p:nvPr/>
        </p:nvCxnSpPr>
        <p:spPr>
          <a:xfrm>
            <a:off x="12503004" y="3726630"/>
            <a:ext cx="0" cy="53016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2" name="Straight Connector 452">
            <a:extLst>
              <a:ext uri="{FF2B5EF4-FFF2-40B4-BE49-F238E27FC236}">
                <a16:creationId xmlns:a16="http://schemas.microsoft.com/office/drawing/2014/main" id="{16545214-FE04-438C-9BEB-474932D9CA9D}"/>
              </a:ext>
            </a:extLst>
          </p:cNvPr>
          <p:cNvCxnSpPr>
            <a:cxnSpLocks/>
          </p:cNvCxnSpPr>
          <p:nvPr/>
        </p:nvCxnSpPr>
        <p:spPr>
          <a:xfrm flipH="1" flipV="1">
            <a:off x="12501879" y="3726630"/>
            <a:ext cx="239811" cy="9986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3" name="Straight Connector 452">
            <a:extLst>
              <a:ext uri="{FF2B5EF4-FFF2-40B4-BE49-F238E27FC236}">
                <a16:creationId xmlns:a16="http://schemas.microsoft.com/office/drawing/2014/main" id="{6BB54001-8D8B-4B09-A121-0E6BEB8F4847}"/>
              </a:ext>
            </a:extLst>
          </p:cNvPr>
          <p:cNvCxnSpPr>
            <a:cxnSpLocks/>
          </p:cNvCxnSpPr>
          <p:nvPr/>
        </p:nvCxnSpPr>
        <p:spPr>
          <a:xfrm>
            <a:off x="12712554" y="3288678"/>
            <a:ext cx="0" cy="53016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4" name="Straight Connector 452">
            <a:extLst>
              <a:ext uri="{FF2B5EF4-FFF2-40B4-BE49-F238E27FC236}">
                <a16:creationId xmlns:a16="http://schemas.microsoft.com/office/drawing/2014/main" id="{E74C3FF2-6539-49CD-A4AB-43B7FD1EF434}"/>
              </a:ext>
            </a:extLst>
          </p:cNvPr>
          <p:cNvCxnSpPr>
            <a:cxnSpLocks/>
          </p:cNvCxnSpPr>
          <p:nvPr/>
        </p:nvCxnSpPr>
        <p:spPr>
          <a:xfrm flipH="1">
            <a:off x="12480650" y="3263524"/>
            <a:ext cx="261040" cy="9730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5" name="Straight Connector 452">
            <a:extLst>
              <a:ext uri="{FF2B5EF4-FFF2-40B4-BE49-F238E27FC236}">
                <a16:creationId xmlns:a16="http://schemas.microsoft.com/office/drawing/2014/main" id="{B227432F-CF68-4041-A72C-361A4AE72BE4}"/>
              </a:ext>
            </a:extLst>
          </p:cNvPr>
          <p:cNvCxnSpPr>
            <a:cxnSpLocks/>
          </p:cNvCxnSpPr>
          <p:nvPr/>
        </p:nvCxnSpPr>
        <p:spPr>
          <a:xfrm flipH="1" flipV="1">
            <a:off x="12247570" y="3254609"/>
            <a:ext cx="239811" cy="9986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6" name="Straight Connector 452">
            <a:extLst>
              <a:ext uri="{FF2B5EF4-FFF2-40B4-BE49-F238E27FC236}">
                <a16:creationId xmlns:a16="http://schemas.microsoft.com/office/drawing/2014/main" id="{1AA9CEB1-72CC-4FAC-9BC8-8DE802155413}"/>
              </a:ext>
            </a:extLst>
          </p:cNvPr>
          <p:cNvCxnSpPr>
            <a:cxnSpLocks/>
          </p:cNvCxnSpPr>
          <p:nvPr/>
        </p:nvCxnSpPr>
        <p:spPr>
          <a:xfrm flipH="1">
            <a:off x="12247570" y="3266003"/>
            <a:ext cx="10904" cy="924911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7" name="Straight Connector 452">
            <a:extLst>
              <a:ext uri="{FF2B5EF4-FFF2-40B4-BE49-F238E27FC236}">
                <a16:creationId xmlns:a16="http://schemas.microsoft.com/office/drawing/2014/main" id="{7B6C41F6-05BE-4E4F-B098-ABB1FCFFECD5}"/>
              </a:ext>
            </a:extLst>
          </p:cNvPr>
          <p:cNvCxnSpPr>
            <a:cxnSpLocks/>
          </p:cNvCxnSpPr>
          <p:nvPr/>
        </p:nvCxnSpPr>
        <p:spPr>
          <a:xfrm flipH="1" flipV="1">
            <a:off x="11799940" y="3991712"/>
            <a:ext cx="458535" cy="17691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8" name="Straight Connector 452">
            <a:extLst>
              <a:ext uri="{FF2B5EF4-FFF2-40B4-BE49-F238E27FC236}">
                <a16:creationId xmlns:a16="http://schemas.microsoft.com/office/drawing/2014/main" id="{B67156E6-BA1B-4F59-9E9D-08B590F3A16E}"/>
              </a:ext>
            </a:extLst>
          </p:cNvPr>
          <p:cNvCxnSpPr>
            <a:cxnSpLocks/>
          </p:cNvCxnSpPr>
          <p:nvPr/>
        </p:nvCxnSpPr>
        <p:spPr>
          <a:xfrm flipH="1">
            <a:off x="11119263" y="3983742"/>
            <a:ext cx="687488" cy="27222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9" name="Straight Connector 452">
            <a:extLst>
              <a:ext uri="{FF2B5EF4-FFF2-40B4-BE49-F238E27FC236}">
                <a16:creationId xmlns:a16="http://schemas.microsoft.com/office/drawing/2014/main" id="{958F9534-AFFE-425C-B4C5-0B68697F6060}"/>
              </a:ext>
            </a:extLst>
          </p:cNvPr>
          <p:cNvCxnSpPr>
            <a:cxnSpLocks/>
          </p:cNvCxnSpPr>
          <p:nvPr/>
        </p:nvCxnSpPr>
        <p:spPr>
          <a:xfrm flipH="1" flipV="1">
            <a:off x="10643625" y="4099218"/>
            <a:ext cx="490881" cy="16921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0" name="Straight Connector 452">
            <a:extLst>
              <a:ext uri="{FF2B5EF4-FFF2-40B4-BE49-F238E27FC236}">
                <a16:creationId xmlns:a16="http://schemas.microsoft.com/office/drawing/2014/main" id="{1AE51139-F547-4D30-BE1C-BEB29B5246E8}"/>
              </a:ext>
            </a:extLst>
          </p:cNvPr>
          <p:cNvCxnSpPr>
            <a:cxnSpLocks/>
          </p:cNvCxnSpPr>
          <p:nvPr/>
        </p:nvCxnSpPr>
        <p:spPr>
          <a:xfrm>
            <a:off x="10648126" y="3915077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1" name="Straight Connector 452">
            <a:extLst>
              <a:ext uri="{FF2B5EF4-FFF2-40B4-BE49-F238E27FC236}">
                <a16:creationId xmlns:a16="http://schemas.microsoft.com/office/drawing/2014/main" id="{98C1223B-B7C2-4CB7-8BCE-FC10D11FF3C0}"/>
              </a:ext>
            </a:extLst>
          </p:cNvPr>
          <p:cNvCxnSpPr>
            <a:cxnSpLocks/>
          </p:cNvCxnSpPr>
          <p:nvPr/>
        </p:nvCxnSpPr>
        <p:spPr>
          <a:xfrm flipH="1" flipV="1">
            <a:off x="10637763" y="3915692"/>
            <a:ext cx="479683" cy="16273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2" name="Straight Connector 452">
            <a:extLst>
              <a:ext uri="{FF2B5EF4-FFF2-40B4-BE49-F238E27FC236}">
                <a16:creationId xmlns:a16="http://schemas.microsoft.com/office/drawing/2014/main" id="{3DC3CD6F-D5A4-4F59-B305-3B02A2EE71DE}"/>
              </a:ext>
            </a:extLst>
          </p:cNvPr>
          <p:cNvCxnSpPr>
            <a:cxnSpLocks/>
          </p:cNvCxnSpPr>
          <p:nvPr/>
        </p:nvCxnSpPr>
        <p:spPr>
          <a:xfrm>
            <a:off x="11115829" y="3896426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3" name="Straight Connector 452">
            <a:extLst>
              <a:ext uri="{FF2B5EF4-FFF2-40B4-BE49-F238E27FC236}">
                <a16:creationId xmlns:a16="http://schemas.microsoft.com/office/drawing/2014/main" id="{288FACB4-63EC-4C7F-8CA4-8E2EB69B41E4}"/>
              </a:ext>
            </a:extLst>
          </p:cNvPr>
          <p:cNvCxnSpPr>
            <a:cxnSpLocks/>
          </p:cNvCxnSpPr>
          <p:nvPr/>
        </p:nvCxnSpPr>
        <p:spPr>
          <a:xfrm flipH="1" flipV="1">
            <a:off x="11095362" y="3912088"/>
            <a:ext cx="243618" cy="9520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4" name="Straight Connector 452">
            <a:extLst>
              <a:ext uri="{FF2B5EF4-FFF2-40B4-BE49-F238E27FC236}">
                <a16:creationId xmlns:a16="http://schemas.microsoft.com/office/drawing/2014/main" id="{3F2A6817-3879-4863-A346-F99D8B51BA0B}"/>
              </a:ext>
            </a:extLst>
          </p:cNvPr>
          <p:cNvCxnSpPr>
            <a:cxnSpLocks/>
          </p:cNvCxnSpPr>
          <p:nvPr/>
        </p:nvCxnSpPr>
        <p:spPr>
          <a:xfrm flipH="1">
            <a:off x="11339673" y="3818570"/>
            <a:ext cx="477373" cy="17844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5" name="Straight Connector 452">
            <a:extLst>
              <a:ext uri="{FF2B5EF4-FFF2-40B4-BE49-F238E27FC236}">
                <a16:creationId xmlns:a16="http://schemas.microsoft.com/office/drawing/2014/main" id="{47986ACA-BD1C-47D4-9247-164D9E848067}"/>
              </a:ext>
            </a:extLst>
          </p:cNvPr>
          <p:cNvCxnSpPr>
            <a:cxnSpLocks/>
          </p:cNvCxnSpPr>
          <p:nvPr/>
        </p:nvCxnSpPr>
        <p:spPr>
          <a:xfrm flipH="1" flipV="1">
            <a:off x="11814420" y="3819949"/>
            <a:ext cx="243618" cy="9520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6" name="Straight Connector 452">
            <a:extLst>
              <a:ext uri="{FF2B5EF4-FFF2-40B4-BE49-F238E27FC236}">
                <a16:creationId xmlns:a16="http://schemas.microsoft.com/office/drawing/2014/main" id="{CEA60EC4-1F7C-4376-9945-E44E0D0C8B39}"/>
              </a:ext>
            </a:extLst>
          </p:cNvPr>
          <p:cNvCxnSpPr>
            <a:cxnSpLocks/>
          </p:cNvCxnSpPr>
          <p:nvPr/>
        </p:nvCxnSpPr>
        <p:spPr>
          <a:xfrm>
            <a:off x="12041052" y="3197196"/>
            <a:ext cx="0" cy="68704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7" name="Straight Connector 452">
            <a:extLst>
              <a:ext uri="{FF2B5EF4-FFF2-40B4-BE49-F238E27FC236}">
                <a16:creationId xmlns:a16="http://schemas.microsoft.com/office/drawing/2014/main" id="{746A6766-1FB2-4C9A-907C-608291D9850E}"/>
              </a:ext>
            </a:extLst>
          </p:cNvPr>
          <p:cNvCxnSpPr>
            <a:cxnSpLocks/>
          </p:cNvCxnSpPr>
          <p:nvPr/>
        </p:nvCxnSpPr>
        <p:spPr>
          <a:xfrm flipH="1" flipV="1">
            <a:off x="11784256" y="3089166"/>
            <a:ext cx="239811" cy="9986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8" name="Straight Connector 452">
            <a:extLst>
              <a:ext uri="{FF2B5EF4-FFF2-40B4-BE49-F238E27FC236}">
                <a16:creationId xmlns:a16="http://schemas.microsoft.com/office/drawing/2014/main" id="{BEBBB550-E19D-458F-B2E1-85B52C064EF6}"/>
              </a:ext>
            </a:extLst>
          </p:cNvPr>
          <p:cNvCxnSpPr>
            <a:cxnSpLocks/>
          </p:cNvCxnSpPr>
          <p:nvPr/>
        </p:nvCxnSpPr>
        <p:spPr>
          <a:xfrm>
            <a:off x="11799940" y="3111240"/>
            <a:ext cx="0" cy="34087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9" name="Straight Connector 452">
            <a:extLst>
              <a:ext uri="{FF2B5EF4-FFF2-40B4-BE49-F238E27FC236}">
                <a16:creationId xmlns:a16="http://schemas.microsoft.com/office/drawing/2014/main" id="{CA69884D-1162-4B5B-AE46-05CAC1B1FFA3}"/>
              </a:ext>
            </a:extLst>
          </p:cNvPr>
          <p:cNvCxnSpPr>
            <a:cxnSpLocks/>
          </p:cNvCxnSpPr>
          <p:nvPr/>
        </p:nvCxnSpPr>
        <p:spPr>
          <a:xfrm flipH="1">
            <a:off x="11541971" y="3446003"/>
            <a:ext cx="261040" cy="9730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0" name="Straight Connector 452">
            <a:extLst>
              <a:ext uri="{FF2B5EF4-FFF2-40B4-BE49-F238E27FC236}">
                <a16:creationId xmlns:a16="http://schemas.microsoft.com/office/drawing/2014/main" id="{A6763AF4-5995-4BB6-A331-EF9C4C3C2D0B}"/>
              </a:ext>
            </a:extLst>
          </p:cNvPr>
          <p:cNvCxnSpPr>
            <a:cxnSpLocks/>
          </p:cNvCxnSpPr>
          <p:nvPr/>
        </p:nvCxnSpPr>
        <p:spPr>
          <a:xfrm>
            <a:off x="11562928" y="3015352"/>
            <a:ext cx="0" cy="53288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1" name="Straight Connector 452">
            <a:extLst>
              <a:ext uri="{FF2B5EF4-FFF2-40B4-BE49-F238E27FC236}">
                <a16:creationId xmlns:a16="http://schemas.microsoft.com/office/drawing/2014/main" id="{5A9B9C76-04F2-4933-BF67-4C4910EE519B}"/>
              </a:ext>
            </a:extLst>
          </p:cNvPr>
          <p:cNvCxnSpPr>
            <a:cxnSpLocks/>
          </p:cNvCxnSpPr>
          <p:nvPr/>
        </p:nvCxnSpPr>
        <p:spPr>
          <a:xfrm flipH="1" flipV="1">
            <a:off x="11336709" y="2925689"/>
            <a:ext cx="239811" cy="9986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2" name="Straight Connector 452">
            <a:extLst>
              <a:ext uri="{FF2B5EF4-FFF2-40B4-BE49-F238E27FC236}">
                <a16:creationId xmlns:a16="http://schemas.microsoft.com/office/drawing/2014/main" id="{E5E431F4-7C57-4409-9A8A-72B670DDC13A}"/>
              </a:ext>
            </a:extLst>
          </p:cNvPr>
          <p:cNvCxnSpPr>
            <a:cxnSpLocks/>
          </p:cNvCxnSpPr>
          <p:nvPr/>
        </p:nvCxnSpPr>
        <p:spPr>
          <a:xfrm flipH="1">
            <a:off x="11090806" y="2925086"/>
            <a:ext cx="261040" cy="9730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3" name="Straight Connector 452">
            <a:extLst>
              <a:ext uri="{FF2B5EF4-FFF2-40B4-BE49-F238E27FC236}">
                <a16:creationId xmlns:a16="http://schemas.microsoft.com/office/drawing/2014/main" id="{B2A6235E-C3B2-439A-BAC6-3F111126968C}"/>
              </a:ext>
            </a:extLst>
          </p:cNvPr>
          <p:cNvCxnSpPr>
            <a:cxnSpLocks/>
          </p:cNvCxnSpPr>
          <p:nvPr/>
        </p:nvCxnSpPr>
        <p:spPr>
          <a:xfrm flipH="1" flipV="1">
            <a:off x="11110924" y="3011378"/>
            <a:ext cx="239811" cy="9986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4" name="Straight Connector 452">
            <a:extLst>
              <a:ext uri="{FF2B5EF4-FFF2-40B4-BE49-F238E27FC236}">
                <a16:creationId xmlns:a16="http://schemas.microsoft.com/office/drawing/2014/main" id="{26EC1175-A960-4107-BC3B-B180477584CC}"/>
              </a:ext>
            </a:extLst>
          </p:cNvPr>
          <p:cNvCxnSpPr>
            <a:cxnSpLocks/>
          </p:cNvCxnSpPr>
          <p:nvPr/>
        </p:nvCxnSpPr>
        <p:spPr>
          <a:xfrm>
            <a:off x="11327819" y="3115773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5" name="Straight Connector 452">
            <a:extLst>
              <a:ext uri="{FF2B5EF4-FFF2-40B4-BE49-F238E27FC236}">
                <a16:creationId xmlns:a16="http://schemas.microsoft.com/office/drawing/2014/main" id="{0CF9B85E-2AFE-4EB5-AE05-676C65EBEDE7}"/>
              </a:ext>
            </a:extLst>
          </p:cNvPr>
          <p:cNvCxnSpPr>
            <a:cxnSpLocks/>
          </p:cNvCxnSpPr>
          <p:nvPr/>
        </p:nvCxnSpPr>
        <p:spPr>
          <a:xfrm flipH="1" flipV="1">
            <a:off x="11088185" y="3169293"/>
            <a:ext cx="239811" cy="9986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6" name="Straight Connector 452">
            <a:extLst>
              <a:ext uri="{FF2B5EF4-FFF2-40B4-BE49-F238E27FC236}">
                <a16:creationId xmlns:a16="http://schemas.microsoft.com/office/drawing/2014/main" id="{17038ED2-BA17-4216-A58C-90D0F4D7EC6D}"/>
              </a:ext>
            </a:extLst>
          </p:cNvPr>
          <p:cNvCxnSpPr>
            <a:cxnSpLocks/>
          </p:cNvCxnSpPr>
          <p:nvPr/>
        </p:nvCxnSpPr>
        <p:spPr>
          <a:xfrm>
            <a:off x="11108078" y="3197947"/>
            <a:ext cx="0" cy="345358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7" name="Straight Connector 452">
            <a:extLst>
              <a:ext uri="{FF2B5EF4-FFF2-40B4-BE49-F238E27FC236}">
                <a16:creationId xmlns:a16="http://schemas.microsoft.com/office/drawing/2014/main" id="{C7DFB143-4365-4C93-89B7-125D1DA4A336}"/>
              </a:ext>
            </a:extLst>
          </p:cNvPr>
          <p:cNvCxnSpPr>
            <a:cxnSpLocks/>
          </p:cNvCxnSpPr>
          <p:nvPr/>
        </p:nvCxnSpPr>
        <p:spPr>
          <a:xfrm flipH="1">
            <a:off x="10856003" y="3534139"/>
            <a:ext cx="261040" cy="9730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8" name="Straight Connector 452">
            <a:extLst>
              <a:ext uri="{FF2B5EF4-FFF2-40B4-BE49-F238E27FC236}">
                <a16:creationId xmlns:a16="http://schemas.microsoft.com/office/drawing/2014/main" id="{BD5E074C-CCEE-49BE-B42F-CE7BA218635D}"/>
              </a:ext>
            </a:extLst>
          </p:cNvPr>
          <p:cNvCxnSpPr>
            <a:cxnSpLocks/>
          </p:cNvCxnSpPr>
          <p:nvPr/>
        </p:nvCxnSpPr>
        <p:spPr>
          <a:xfrm>
            <a:off x="10877718" y="3619698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9" name="Straight Connector 452">
            <a:extLst>
              <a:ext uri="{FF2B5EF4-FFF2-40B4-BE49-F238E27FC236}">
                <a16:creationId xmlns:a16="http://schemas.microsoft.com/office/drawing/2014/main" id="{0A031720-3F78-4C90-804F-28791A852837}"/>
              </a:ext>
            </a:extLst>
          </p:cNvPr>
          <p:cNvCxnSpPr>
            <a:cxnSpLocks/>
          </p:cNvCxnSpPr>
          <p:nvPr/>
        </p:nvCxnSpPr>
        <p:spPr>
          <a:xfrm flipH="1" flipV="1">
            <a:off x="10645486" y="3716551"/>
            <a:ext cx="249231" cy="81756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0" name="Straight Connector 452">
            <a:extLst>
              <a:ext uri="{FF2B5EF4-FFF2-40B4-BE49-F238E27FC236}">
                <a16:creationId xmlns:a16="http://schemas.microsoft.com/office/drawing/2014/main" id="{A91CFC00-897C-49E3-BD0A-FDE9F5215F59}"/>
              </a:ext>
            </a:extLst>
          </p:cNvPr>
          <p:cNvCxnSpPr>
            <a:cxnSpLocks/>
          </p:cNvCxnSpPr>
          <p:nvPr/>
        </p:nvCxnSpPr>
        <p:spPr>
          <a:xfrm flipH="1">
            <a:off x="10410874" y="3717417"/>
            <a:ext cx="261040" cy="9730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1" name="Straight Connector 452">
            <a:extLst>
              <a:ext uri="{FF2B5EF4-FFF2-40B4-BE49-F238E27FC236}">
                <a16:creationId xmlns:a16="http://schemas.microsoft.com/office/drawing/2014/main" id="{2F79179D-CD44-40CD-84FB-A64FF652EF89}"/>
              </a:ext>
            </a:extLst>
          </p:cNvPr>
          <p:cNvCxnSpPr>
            <a:cxnSpLocks/>
          </p:cNvCxnSpPr>
          <p:nvPr/>
        </p:nvCxnSpPr>
        <p:spPr>
          <a:xfrm>
            <a:off x="10421560" y="3644489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2" name="Straight Connector 452">
            <a:extLst>
              <a:ext uri="{FF2B5EF4-FFF2-40B4-BE49-F238E27FC236}">
                <a16:creationId xmlns:a16="http://schemas.microsoft.com/office/drawing/2014/main" id="{396660B3-9B5E-4ECF-8F04-50DA4C7F2493}"/>
              </a:ext>
            </a:extLst>
          </p:cNvPr>
          <p:cNvCxnSpPr>
            <a:cxnSpLocks/>
          </p:cNvCxnSpPr>
          <p:nvPr/>
        </p:nvCxnSpPr>
        <p:spPr>
          <a:xfrm flipH="1">
            <a:off x="10416603" y="3445781"/>
            <a:ext cx="474779" cy="19827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3" name="Straight Connector 452">
            <a:extLst>
              <a:ext uri="{FF2B5EF4-FFF2-40B4-BE49-F238E27FC236}">
                <a16:creationId xmlns:a16="http://schemas.microsoft.com/office/drawing/2014/main" id="{4437036D-CD6A-4A9C-8E3B-C4A0EB046634}"/>
              </a:ext>
            </a:extLst>
          </p:cNvPr>
          <p:cNvCxnSpPr>
            <a:cxnSpLocks/>
          </p:cNvCxnSpPr>
          <p:nvPr/>
        </p:nvCxnSpPr>
        <p:spPr>
          <a:xfrm>
            <a:off x="10884817" y="3270849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4" name="Straight Connector 452">
            <a:extLst>
              <a:ext uri="{FF2B5EF4-FFF2-40B4-BE49-F238E27FC236}">
                <a16:creationId xmlns:a16="http://schemas.microsoft.com/office/drawing/2014/main" id="{86EFEBDE-30F5-4D54-94FF-AB3F7082835D}"/>
              </a:ext>
            </a:extLst>
          </p:cNvPr>
          <p:cNvCxnSpPr>
            <a:cxnSpLocks/>
          </p:cNvCxnSpPr>
          <p:nvPr/>
        </p:nvCxnSpPr>
        <p:spPr>
          <a:xfrm flipH="1">
            <a:off x="10206884" y="3277706"/>
            <a:ext cx="681297" cy="260256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5" name="Straight Connector 452">
            <a:extLst>
              <a:ext uri="{FF2B5EF4-FFF2-40B4-BE49-F238E27FC236}">
                <a16:creationId xmlns:a16="http://schemas.microsoft.com/office/drawing/2014/main" id="{1E4ECE65-6974-48E3-A8B1-4B4DC317A58A}"/>
              </a:ext>
            </a:extLst>
          </p:cNvPr>
          <p:cNvCxnSpPr>
            <a:cxnSpLocks/>
          </p:cNvCxnSpPr>
          <p:nvPr/>
        </p:nvCxnSpPr>
        <p:spPr>
          <a:xfrm flipH="1" flipV="1">
            <a:off x="9743808" y="3360044"/>
            <a:ext cx="472669" cy="18755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6" name="Straight Connector 452">
            <a:extLst>
              <a:ext uri="{FF2B5EF4-FFF2-40B4-BE49-F238E27FC236}">
                <a16:creationId xmlns:a16="http://schemas.microsoft.com/office/drawing/2014/main" id="{0370B1F5-5ABD-49CF-98D7-73B4FA4E7F62}"/>
              </a:ext>
            </a:extLst>
          </p:cNvPr>
          <p:cNvCxnSpPr>
            <a:cxnSpLocks/>
          </p:cNvCxnSpPr>
          <p:nvPr/>
        </p:nvCxnSpPr>
        <p:spPr>
          <a:xfrm>
            <a:off x="9748097" y="3178823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7" name="Straight Connector 452">
            <a:extLst>
              <a:ext uri="{FF2B5EF4-FFF2-40B4-BE49-F238E27FC236}">
                <a16:creationId xmlns:a16="http://schemas.microsoft.com/office/drawing/2014/main" id="{33FCCA7F-854C-470B-870E-6CE72662A5EE}"/>
              </a:ext>
            </a:extLst>
          </p:cNvPr>
          <p:cNvCxnSpPr>
            <a:cxnSpLocks/>
          </p:cNvCxnSpPr>
          <p:nvPr/>
        </p:nvCxnSpPr>
        <p:spPr>
          <a:xfrm flipH="1" flipV="1">
            <a:off x="9739490" y="3184451"/>
            <a:ext cx="472669" cy="18755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8" name="Straight Connector 452">
            <a:extLst>
              <a:ext uri="{FF2B5EF4-FFF2-40B4-BE49-F238E27FC236}">
                <a16:creationId xmlns:a16="http://schemas.microsoft.com/office/drawing/2014/main" id="{EFF6BBA2-33B6-4044-9422-1297EE04E009}"/>
              </a:ext>
            </a:extLst>
          </p:cNvPr>
          <p:cNvCxnSpPr>
            <a:cxnSpLocks/>
          </p:cNvCxnSpPr>
          <p:nvPr/>
        </p:nvCxnSpPr>
        <p:spPr>
          <a:xfrm flipH="1">
            <a:off x="10227843" y="3163999"/>
            <a:ext cx="474779" cy="19827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9" name="Straight Connector 452">
            <a:extLst>
              <a:ext uri="{FF2B5EF4-FFF2-40B4-BE49-F238E27FC236}">
                <a16:creationId xmlns:a16="http://schemas.microsoft.com/office/drawing/2014/main" id="{29843D41-1B14-40B1-BC73-47D7F78B4414}"/>
              </a:ext>
            </a:extLst>
          </p:cNvPr>
          <p:cNvCxnSpPr>
            <a:cxnSpLocks/>
          </p:cNvCxnSpPr>
          <p:nvPr/>
        </p:nvCxnSpPr>
        <p:spPr>
          <a:xfrm>
            <a:off x="10657449" y="3007152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0" name="Straight Connector 452">
            <a:extLst>
              <a:ext uri="{FF2B5EF4-FFF2-40B4-BE49-F238E27FC236}">
                <a16:creationId xmlns:a16="http://schemas.microsoft.com/office/drawing/2014/main" id="{2FB6FB8D-EA1A-4C51-8E2E-65E43B9B24F0}"/>
              </a:ext>
            </a:extLst>
          </p:cNvPr>
          <p:cNvCxnSpPr>
            <a:cxnSpLocks/>
          </p:cNvCxnSpPr>
          <p:nvPr/>
        </p:nvCxnSpPr>
        <p:spPr>
          <a:xfrm flipH="1">
            <a:off x="10191448" y="3023082"/>
            <a:ext cx="450535" cy="18698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1" name="Straight Connector 452">
            <a:extLst>
              <a:ext uri="{FF2B5EF4-FFF2-40B4-BE49-F238E27FC236}">
                <a16:creationId xmlns:a16="http://schemas.microsoft.com/office/drawing/2014/main" id="{2458FC96-8E3F-4408-A3AC-FDCDF2E0AE6B}"/>
              </a:ext>
            </a:extLst>
          </p:cNvPr>
          <p:cNvCxnSpPr>
            <a:cxnSpLocks/>
          </p:cNvCxnSpPr>
          <p:nvPr/>
        </p:nvCxnSpPr>
        <p:spPr>
          <a:xfrm flipH="1" flipV="1">
            <a:off x="9967245" y="3106463"/>
            <a:ext cx="245003" cy="9560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2" name="Straight Connector 452">
            <a:extLst>
              <a:ext uri="{FF2B5EF4-FFF2-40B4-BE49-F238E27FC236}">
                <a16:creationId xmlns:a16="http://schemas.microsoft.com/office/drawing/2014/main" id="{4F7DA830-3157-4086-A180-D3A2AB598DEA}"/>
              </a:ext>
            </a:extLst>
          </p:cNvPr>
          <p:cNvCxnSpPr>
            <a:cxnSpLocks/>
          </p:cNvCxnSpPr>
          <p:nvPr/>
        </p:nvCxnSpPr>
        <p:spPr>
          <a:xfrm>
            <a:off x="9975824" y="2562401"/>
            <a:ext cx="7751" cy="55337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3" name="Straight Connector 452">
            <a:extLst>
              <a:ext uri="{FF2B5EF4-FFF2-40B4-BE49-F238E27FC236}">
                <a16:creationId xmlns:a16="http://schemas.microsoft.com/office/drawing/2014/main" id="{E15BA569-5747-43A1-A45E-8E56E0752C49}"/>
              </a:ext>
            </a:extLst>
          </p:cNvPr>
          <p:cNvCxnSpPr>
            <a:cxnSpLocks/>
          </p:cNvCxnSpPr>
          <p:nvPr/>
        </p:nvCxnSpPr>
        <p:spPr>
          <a:xfrm flipH="1">
            <a:off x="9950261" y="2478744"/>
            <a:ext cx="250723" cy="10140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4" name="Straight Connector 452">
            <a:extLst>
              <a:ext uri="{FF2B5EF4-FFF2-40B4-BE49-F238E27FC236}">
                <a16:creationId xmlns:a16="http://schemas.microsoft.com/office/drawing/2014/main" id="{6C355D2E-E27F-4B60-B23B-BEE5FDA18EC8}"/>
              </a:ext>
            </a:extLst>
          </p:cNvPr>
          <p:cNvCxnSpPr>
            <a:cxnSpLocks/>
          </p:cNvCxnSpPr>
          <p:nvPr/>
        </p:nvCxnSpPr>
        <p:spPr>
          <a:xfrm>
            <a:off x="10188390" y="2469596"/>
            <a:ext cx="7751" cy="55337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5" name="Straight Connector 452">
            <a:extLst>
              <a:ext uri="{FF2B5EF4-FFF2-40B4-BE49-F238E27FC236}">
                <a16:creationId xmlns:a16="http://schemas.microsoft.com/office/drawing/2014/main" id="{5D959BC7-A6E3-445B-BF84-B7C2AD5FC0AF}"/>
              </a:ext>
            </a:extLst>
          </p:cNvPr>
          <p:cNvCxnSpPr>
            <a:cxnSpLocks/>
          </p:cNvCxnSpPr>
          <p:nvPr/>
        </p:nvCxnSpPr>
        <p:spPr>
          <a:xfrm flipH="1">
            <a:off x="10191449" y="2672470"/>
            <a:ext cx="918364" cy="351401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6" name="Straight Connector 452">
            <a:extLst>
              <a:ext uri="{FF2B5EF4-FFF2-40B4-BE49-F238E27FC236}">
                <a16:creationId xmlns:a16="http://schemas.microsoft.com/office/drawing/2014/main" id="{391BFF46-53BC-4F4F-AC3A-AB5657F1E9F3}"/>
              </a:ext>
            </a:extLst>
          </p:cNvPr>
          <p:cNvCxnSpPr>
            <a:cxnSpLocks/>
          </p:cNvCxnSpPr>
          <p:nvPr/>
        </p:nvCxnSpPr>
        <p:spPr>
          <a:xfrm flipH="1" flipV="1">
            <a:off x="10863075" y="2596404"/>
            <a:ext cx="245003" cy="9560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7" name="Straight Connector 452">
            <a:extLst>
              <a:ext uri="{FF2B5EF4-FFF2-40B4-BE49-F238E27FC236}">
                <a16:creationId xmlns:a16="http://schemas.microsoft.com/office/drawing/2014/main" id="{92560F35-B175-4457-99D7-DB63980FA176}"/>
              </a:ext>
            </a:extLst>
          </p:cNvPr>
          <p:cNvCxnSpPr>
            <a:cxnSpLocks/>
          </p:cNvCxnSpPr>
          <p:nvPr/>
        </p:nvCxnSpPr>
        <p:spPr>
          <a:xfrm flipH="1">
            <a:off x="10418557" y="2584634"/>
            <a:ext cx="472826" cy="17172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8" name="Straight Connector 452">
            <a:extLst>
              <a:ext uri="{FF2B5EF4-FFF2-40B4-BE49-F238E27FC236}">
                <a16:creationId xmlns:a16="http://schemas.microsoft.com/office/drawing/2014/main" id="{AE6B9694-CB5B-4C59-B694-A037B6C4BB3F}"/>
              </a:ext>
            </a:extLst>
          </p:cNvPr>
          <p:cNvCxnSpPr>
            <a:cxnSpLocks/>
          </p:cNvCxnSpPr>
          <p:nvPr/>
        </p:nvCxnSpPr>
        <p:spPr>
          <a:xfrm>
            <a:off x="10418557" y="2590306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9" name="Straight Connector 452">
            <a:extLst>
              <a:ext uri="{FF2B5EF4-FFF2-40B4-BE49-F238E27FC236}">
                <a16:creationId xmlns:a16="http://schemas.microsoft.com/office/drawing/2014/main" id="{42C24D74-A94A-4A18-9309-551A32944835}"/>
              </a:ext>
            </a:extLst>
          </p:cNvPr>
          <p:cNvCxnSpPr>
            <a:cxnSpLocks/>
          </p:cNvCxnSpPr>
          <p:nvPr/>
        </p:nvCxnSpPr>
        <p:spPr>
          <a:xfrm flipH="1">
            <a:off x="10410874" y="2428320"/>
            <a:ext cx="472826" cy="17172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0" name="Straight Connector 452">
            <a:extLst>
              <a:ext uri="{FF2B5EF4-FFF2-40B4-BE49-F238E27FC236}">
                <a16:creationId xmlns:a16="http://schemas.microsoft.com/office/drawing/2014/main" id="{BA69A458-86A7-4D03-A068-2D3AF56C93FC}"/>
              </a:ext>
            </a:extLst>
          </p:cNvPr>
          <p:cNvCxnSpPr>
            <a:cxnSpLocks/>
          </p:cNvCxnSpPr>
          <p:nvPr/>
        </p:nvCxnSpPr>
        <p:spPr>
          <a:xfrm>
            <a:off x="10875811" y="2226812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1" name="Straight Connector 452">
            <a:extLst>
              <a:ext uri="{FF2B5EF4-FFF2-40B4-BE49-F238E27FC236}">
                <a16:creationId xmlns:a16="http://schemas.microsoft.com/office/drawing/2014/main" id="{33E00A4E-C84E-41C4-A4DD-2DAD91A3CE54}"/>
              </a:ext>
            </a:extLst>
          </p:cNvPr>
          <p:cNvCxnSpPr>
            <a:cxnSpLocks/>
          </p:cNvCxnSpPr>
          <p:nvPr/>
        </p:nvCxnSpPr>
        <p:spPr>
          <a:xfrm flipH="1">
            <a:off x="10423117" y="2239015"/>
            <a:ext cx="472826" cy="17172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2" name="Straight Connector 452">
            <a:extLst>
              <a:ext uri="{FF2B5EF4-FFF2-40B4-BE49-F238E27FC236}">
                <a16:creationId xmlns:a16="http://schemas.microsoft.com/office/drawing/2014/main" id="{711F3F95-5864-4F33-BC03-B27DDAD27D7A}"/>
              </a:ext>
            </a:extLst>
          </p:cNvPr>
          <p:cNvCxnSpPr>
            <a:cxnSpLocks/>
          </p:cNvCxnSpPr>
          <p:nvPr/>
        </p:nvCxnSpPr>
        <p:spPr>
          <a:xfrm>
            <a:off x="10405325" y="2213134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3" name="Straight Connector 452">
            <a:extLst>
              <a:ext uri="{FF2B5EF4-FFF2-40B4-BE49-F238E27FC236}">
                <a16:creationId xmlns:a16="http://schemas.microsoft.com/office/drawing/2014/main" id="{844D0298-7B43-4D36-8272-421187F4C500}"/>
              </a:ext>
            </a:extLst>
          </p:cNvPr>
          <p:cNvCxnSpPr>
            <a:cxnSpLocks/>
          </p:cNvCxnSpPr>
          <p:nvPr/>
        </p:nvCxnSpPr>
        <p:spPr>
          <a:xfrm flipH="1">
            <a:off x="10411220" y="2063794"/>
            <a:ext cx="472826" cy="171722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4" name="Straight Connector 452">
            <a:extLst>
              <a:ext uri="{FF2B5EF4-FFF2-40B4-BE49-F238E27FC236}">
                <a16:creationId xmlns:a16="http://schemas.microsoft.com/office/drawing/2014/main" id="{F4BE59E3-C99D-4126-B914-FE56B802C584}"/>
              </a:ext>
            </a:extLst>
          </p:cNvPr>
          <p:cNvCxnSpPr>
            <a:cxnSpLocks/>
          </p:cNvCxnSpPr>
          <p:nvPr/>
        </p:nvCxnSpPr>
        <p:spPr>
          <a:xfrm>
            <a:off x="10893453" y="1873963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5" name="Straight Connector 452">
            <a:extLst>
              <a:ext uri="{FF2B5EF4-FFF2-40B4-BE49-F238E27FC236}">
                <a16:creationId xmlns:a16="http://schemas.microsoft.com/office/drawing/2014/main" id="{66FC0719-F944-46B6-8A92-97B27966CE60}"/>
              </a:ext>
            </a:extLst>
          </p:cNvPr>
          <p:cNvCxnSpPr>
            <a:cxnSpLocks/>
          </p:cNvCxnSpPr>
          <p:nvPr/>
        </p:nvCxnSpPr>
        <p:spPr>
          <a:xfrm flipH="1">
            <a:off x="10184654" y="1877045"/>
            <a:ext cx="719790" cy="2381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6" name="Straight Connector 452">
            <a:extLst>
              <a:ext uri="{FF2B5EF4-FFF2-40B4-BE49-F238E27FC236}">
                <a16:creationId xmlns:a16="http://schemas.microsoft.com/office/drawing/2014/main" id="{5FB67621-9BC2-4F23-957F-AD327146F794}"/>
              </a:ext>
            </a:extLst>
          </p:cNvPr>
          <p:cNvCxnSpPr>
            <a:cxnSpLocks/>
          </p:cNvCxnSpPr>
          <p:nvPr/>
        </p:nvCxnSpPr>
        <p:spPr>
          <a:xfrm>
            <a:off x="10191448" y="1942807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7" name="Straight Connector 452">
            <a:extLst>
              <a:ext uri="{FF2B5EF4-FFF2-40B4-BE49-F238E27FC236}">
                <a16:creationId xmlns:a16="http://schemas.microsoft.com/office/drawing/2014/main" id="{1520EFA5-7E8C-4F5A-A349-EF9225117911}"/>
              </a:ext>
            </a:extLst>
          </p:cNvPr>
          <p:cNvCxnSpPr>
            <a:cxnSpLocks/>
          </p:cNvCxnSpPr>
          <p:nvPr/>
        </p:nvCxnSpPr>
        <p:spPr>
          <a:xfrm flipH="1">
            <a:off x="10191448" y="1862190"/>
            <a:ext cx="248994" cy="77781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8" name="Straight Connector 452">
            <a:extLst>
              <a:ext uri="{FF2B5EF4-FFF2-40B4-BE49-F238E27FC236}">
                <a16:creationId xmlns:a16="http://schemas.microsoft.com/office/drawing/2014/main" id="{E21C1B12-33A2-4641-A623-1F64CE7B5FEB}"/>
              </a:ext>
            </a:extLst>
          </p:cNvPr>
          <p:cNvCxnSpPr>
            <a:cxnSpLocks/>
          </p:cNvCxnSpPr>
          <p:nvPr/>
        </p:nvCxnSpPr>
        <p:spPr>
          <a:xfrm>
            <a:off x="10423117" y="1678502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9" name="Straight Connector 452">
            <a:extLst>
              <a:ext uri="{FF2B5EF4-FFF2-40B4-BE49-F238E27FC236}">
                <a16:creationId xmlns:a16="http://schemas.microsoft.com/office/drawing/2014/main" id="{BD8E1E83-0299-47EA-9EE6-59EF2B29A243}"/>
              </a:ext>
            </a:extLst>
          </p:cNvPr>
          <p:cNvCxnSpPr>
            <a:cxnSpLocks/>
          </p:cNvCxnSpPr>
          <p:nvPr/>
        </p:nvCxnSpPr>
        <p:spPr>
          <a:xfrm flipH="1" flipV="1">
            <a:off x="10195378" y="1593192"/>
            <a:ext cx="245003" cy="9560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0" name="Straight Connector 452">
            <a:extLst>
              <a:ext uri="{FF2B5EF4-FFF2-40B4-BE49-F238E27FC236}">
                <a16:creationId xmlns:a16="http://schemas.microsoft.com/office/drawing/2014/main" id="{D982018D-D0F1-452D-BE9E-2337BAF6FB0D}"/>
              </a:ext>
            </a:extLst>
          </p:cNvPr>
          <p:cNvCxnSpPr>
            <a:cxnSpLocks/>
          </p:cNvCxnSpPr>
          <p:nvPr/>
        </p:nvCxnSpPr>
        <p:spPr>
          <a:xfrm flipH="1">
            <a:off x="9961057" y="1579688"/>
            <a:ext cx="248994" cy="77781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1" name="Straight Connector 452">
            <a:extLst>
              <a:ext uri="{FF2B5EF4-FFF2-40B4-BE49-F238E27FC236}">
                <a16:creationId xmlns:a16="http://schemas.microsoft.com/office/drawing/2014/main" id="{9B1B25DF-6FB9-4E42-A046-13ACC1D99CCB}"/>
              </a:ext>
            </a:extLst>
          </p:cNvPr>
          <p:cNvCxnSpPr>
            <a:cxnSpLocks/>
          </p:cNvCxnSpPr>
          <p:nvPr/>
        </p:nvCxnSpPr>
        <p:spPr>
          <a:xfrm flipH="1" flipV="1">
            <a:off x="9730821" y="1574407"/>
            <a:ext cx="245003" cy="9560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2" name="Straight Connector 452">
            <a:extLst>
              <a:ext uri="{FF2B5EF4-FFF2-40B4-BE49-F238E27FC236}">
                <a16:creationId xmlns:a16="http://schemas.microsoft.com/office/drawing/2014/main" id="{583E0730-50BC-4CD5-B447-3BE24B0E9A8C}"/>
              </a:ext>
            </a:extLst>
          </p:cNvPr>
          <p:cNvCxnSpPr>
            <a:cxnSpLocks/>
          </p:cNvCxnSpPr>
          <p:nvPr/>
        </p:nvCxnSpPr>
        <p:spPr>
          <a:xfrm>
            <a:off x="9748097" y="1401906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3" name="Straight Connector 452">
            <a:extLst>
              <a:ext uri="{FF2B5EF4-FFF2-40B4-BE49-F238E27FC236}">
                <a16:creationId xmlns:a16="http://schemas.microsoft.com/office/drawing/2014/main" id="{B2F9D850-77A4-4CF2-A820-43ABA796A22D}"/>
              </a:ext>
            </a:extLst>
          </p:cNvPr>
          <p:cNvCxnSpPr>
            <a:cxnSpLocks/>
          </p:cNvCxnSpPr>
          <p:nvPr/>
        </p:nvCxnSpPr>
        <p:spPr>
          <a:xfrm flipH="1">
            <a:off x="9755393" y="1320812"/>
            <a:ext cx="248994" cy="77781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4" name="Straight Connector 452">
            <a:extLst>
              <a:ext uri="{FF2B5EF4-FFF2-40B4-BE49-F238E27FC236}">
                <a16:creationId xmlns:a16="http://schemas.microsoft.com/office/drawing/2014/main" id="{88B433B5-5520-4CAF-A19C-106DFE7C5EE7}"/>
              </a:ext>
            </a:extLst>
          </p:cNvPr>
          <p:cNvCxnSpPr>
            <a:cxnSpLocks/>
          </p:cNvCxnSpPr>
          <p:nvPr/>
        </p:nvCxnSpPr>
        <p:spPr>
          <a:xfrm>
            <a:off x="9974262" y="1314599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5" name="Straight Connector 452">
            <a:extLst>
              <a:ext uri="{FF2B5EF4-FFF2-40B4-BE49-F238E27FC236}">
                <a16:creationId xmlns:a16="http://schemas.microsoft.com/office/drawing/2014/main" id="{4006D75F-352E-4995-BE9B-DDF72C93BF7C}"/>
              </a:ext>
            </a:extLst>
          </p:cNvPr>
          <p:cNvCxnSpPr>
            <a:cxnSpLocks/>
          </p:cNvCxnSpPr>
          <p:nvPr/>
        </p:nvCxnSpPr>
        <p:spPr>
          <a:xfrm flipH="1">
            <a:off x="9971789" y="1412332"/>
            <a:ext cx="248994" cy="77781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6" name="Straight Connector 452">
            <a:extLst>
              <a:ext uri="{FF2B5EF4-FFF2-40B4-BE49-F238E27FC236}">
                <a16:creationId xmlns:a16="http://schemas.microsoft.com/office/drawing/2014/main" id="{514D9F3B-6664-4A0B-ACD3-6467DD83DE7E}"/>
              </a:ext>
            </a:extLst>
          </p:cNvPr>
          <p:cNvCxnSpPr>
            <a:cxnSpLocks/>
          </p:cNvCxnSpPr>
          <p:nvPr/>
        </p:nvCxnSpPr>
        <p:spPr>
          <a:xfrm>
            <a:off x="10212349" y="1223597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7" name="Straight Connector 452">
            <a:extLst>
              <a:ext uri="{FF2B5EF4-FFF2-40B4-BE49-F238E27FC236}">
                <a16:creationId xmlns:a16="http://schemas.microsoft.com/office/drawing/2014/main" id="{A4C0A9BE-2741-4373-88C0-33A364253B74}"/>
              </a:ext>
            </a:extLst>
          </p:cNvPr>
          <p:cNvCxnSpPr>
            <a:cxnSpLocks/>
          </p:cNvCxnSpPr>
          <p:nvPr/>
        </p:nvCxnSpPr>
        <p:spPr>
          <a:xfrm flipH="1">
            <a:off x="10200984" y="1152190"/>
            <a:ext cx="248994" cy="9106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8" name="Straight Connector 452">
            <a:extLst>
              <a:ext uri="{FF2B5EF4-FFF2-40B4-BE49-F238E27FC236}">
                <a16:creationId xmlns:a16="http://schemas.microsoft.com/office/drawing/2014/main" id="{0A8DCFA6-BC92-457D-9854-88793156738F}"/>
              </a:ext>
            </a:extLst>
          </p:cNvPr>
          <p:cNvCxnSpPr>
            <a:cxnSpLocks/>
          </p:cNvCxnSpPr>
          <p:nvPr/>
        </p:nvCxnSpPr>
        <p:spPr>
          <a:xfrm flipH="1" flipV="1">
            <a:off x="10427292" y="1147870"/>
            <a:ext cx="245003" cy="9560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9" name="Straight Connector 452">
            <a:extLst>
              <a:ext uri="{FF2B5EF4-FFF2-40B4-BE49-F238E27FC236}">
                <a16:creationId xmlns:a16="http://schemas.microsoft.com/office/drawing/2014/main" id="{DD709AF5-776F-4672-AFAB-F0C7BCC5FDF4}"/>
              </a:ext>
            </a:extLst>
          </p:cNvPr>
          <p:cNvCxnSpPr>
            <a:cxnSpLocks/>
          </p:cNvCxnSpPr>
          <p:nvPr/>
        </p:nvCxnSpPr>
        <p:spPr>
          <a:xfrm flipH="1">
            <a:off x="10664615" y="1143785"/>
            <a:ext cx="248994" cy="9106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0" name="Straight Connector 452">
            <a:extLst>
              <a:ext uri="{FF2B5EF4-FFF2-40B4-BE49-F238E27FC236}">
                <a16:creationId xmlns:a16="http://schemas.microsoft.com/office/drawing/2014/main" id="{476A4A68-7641-466B-9B88-7D326659C7EA}"/>
              </a:ext>
            </a:extLst>
          </p:cNvPr>
          <p:cNvCxnSpPr>
            <a:cxnSpLocks/>
          </p:cNvCxnSpPr>
          <p:nvPr/>
        </p:nvCxnSpPr>
        <p:spPr>
          <a:xfrm>
            <a:off x="10905993" y="1143785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1" name="Straight Connector 452">
            <a:extLst>
              <a:ext uri="{FF2B5EF4-FFF2-40B4-BE49-F238E27FC236}">
                <a16:creationId xmlns:a16="http://schemas.microsoft.com/office/drawing/2014/main" id="{412491F2-C600-4D93-B0D8-D20A298BDFBA}"/>
              </a:ext>
            </a:extLst>
          </p:cNvPr>
          <p:cNvCxnSpPr>
            <a:cxnSpLocks/>
          </p:cNvCxnSpPr>
          <p:nvPr/>
        </p:nvCxnSpPr>
        <p:spPr>
          <a:xfrm flipH="1" flipV="1">
            <a:off x="10427292" y="1316243"/>
            <a:ext cx="245003" cy="9560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2" name="Straight Connector 452">
            <a:extLst>
              <a:ext uri="{FF2B5EF4-FFF2-40B4-BE49-F238E27FC236}">
                <a16:creationId xmlns:a16="http://schemas.microsoft.com/office/drawing/2014/main" id="{9964778D-6EA7-44DC-BCB8-3174B56B3A94}"/>
              </a:ext>
            </a:extLst>
          </p:cNvPr>
          <p:cNvCxnSpPr>
            <a:cxnSpLocks/>
          </p:cNvCxnSpPr>
          <p:nvPr/>
        </p:nvCxnSpPr>
        <p:spPr>
          <a:xfrm flipH="1">
            <a:off x="10664615" y="1312158"/>
            <a:ext cx="248994" cy="9106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3" name="Straight Connector 452">
            <a:extLst>
              <a:ext uri="{FF2B5EF4-FFF2-40B4-BE49-F238E27FC236}">
                <a16:creationId xmlns:a16="http://schemas.microsoft.com/office/drawing/2014/main" id="{836814A9-04CD-4C05-99D8-CEE614AAF26F}"/>
              </a:ext>
            </a:extLst>
          </p:cNvPr>
          <p:cNvCxnSpPr>
            <a:cxnSpLocks/>
          </p:cNvCxnSpPr>
          <p:nvPr/>
        </p:nvCxnSpPr>
        <p:spPr>
          <a:xfrm>
            <a:off x="10436511" y="1330798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4" name="Straight Connector 452">
            <a:extLst>
              <a:ext uri="{FF2B5EF4-FFF2-40B4-BE49-F238E27FC236}">
                <a16:creationId xmlns:a16="http://schemas.microsoft.com/office/drawing/2014/main" id="{CAA77D54-3D95-44B1-A3B4-206F31E858EA}"/>
              </a:ext>
            </a:extLst>
          </p:cNvPr>
          <p:cNvCxnSpPr>
            <a:cxnSpLocks/>
          </p:cNvCxnSpPr>
          <p:nvPr/>
        </p:nvCxnSpPr>
        <p:spPr>
          <a:xfrm flipH="1" flipV="1">
            <a:off x="10419187" y="1517922"/>
            <a:ext cx="245003" cy="9560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5" name="Straight Connector 452">
            <a:extLst>
              <a:ext uri="{FF2B5EF4-FFF2-40B4-BE49-F238E27FC236}">
                <a16:creationId xmlns:a16="http://schemas.microsoft.com/office/drawing/2014/main" id="{4D9D1313-C697-4629-9B64-4A173462FA2A}"/>
              </a:ext>
            </a:extLst>
          </p:cNvPr>
          <p:cNvCxnSpPr>
            <a:cxnSpLocks/>
          </p:cNvCxnSpPr>
          <p:nvPr/>
        </p:nvCxnSpPr>
        <p:spPr>
          <a:xfrm>
            <a:off x="10657491" y="1602805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6" name="Straight Connector 452">
            <a:extLst>
              <a:ext uri="{FF2B5EF4-FFF2-40B4-BE49-F238E27FC236}">
                <a16:creationId xmlns:a16="http://schemas.microsoft.com/office/drawing/2014/main" id="{A496AE79-922C-4CC6-B1D7-6BEFF94E73D2}"/>
              </a:ext>
            </a:extLst>
          </p:cNvPr>
          <p:cNvCxnSpPr>
            <a:cxnSpLocks/>
          </p:cNvCxnSpPr>
          <p:nvPr/>
        </p:nvCxnSpPr>
        <p:spPr>
          <a:xfrm flipH="1">
            <a:off x="10650777" y="1680775"/>
            <a:ext cx="248994" cy="9106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7" name="Straight Connector 452">
            <a:extLst>
              <a:ext uri="{FF2B5EF4-FFF2-40B4-BE49-F238E27FC236}">
                <a16:creationId xmlns:a16="http://schemas.microsoft.com/office/drawing/2014/main" id="{72CED553-CF9F-4D54-B501-055ED10B45C6}"/>
              </a:ext>
            </a:extLst>
          </p:cNvPr>
          <p:cNvCxnSpPr>
            <a:cxnSpLocks/>
          </p:cNvCxnSpPr>
          <p:nvPr/>
        </p:nvCxnSpPr>
        <p:spPr>
          <a:xfrm flipH="1" flipV="1">
            <a:off x="10874602" y="1676889"/>
            <a:ext cx="245003" cy="9560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8" name="Straight Connector 452">
            <a:extLst>
              <a:ext uri="{FF2B5EF4-FFF2-40B4-BE49-F238E27FC236}">
                <a16:creationId xmlns:a16="http://schemas.microsoft.com/office/drawing/2014/main" id="{F2F52CA8-BC36-41F0-A57A-8B7C70C2EDB1}"/>
              </a:ext>
            </a:extLst>
          </p:cNvPr>
          <p:cNvCxnSpPr>
            <a:cxnSpLocks/>
          </p:cNvCxnSpPr>
          <p:nvPr/>
        </p:nvCxnSpPr>
        <p:spPr>
          <a:xfrm>
            <a:off x="11121022" y="1602805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9" name="Straight Connector 452">
            <a:extLst>
              <a:ext uri="{FF2B5EF4-FFF2-40B4-BE49-F238E27FC236}">
                <a16:creationId xmlns:a16="http://schemas.microsoft.com/office/drawing/2014/main" id="{A9A08921-1496-44F4-B6CA-B15EADF53473}"/>
              </a:ext>
            </a:extLst>
          </p:cNvPr>
          <p:cNvCxnSpPr>
            <a:cxnSpLocks/>
          </p:cNvCxnSpPr>
          <p:nvPr/>
        </p:nvCxnSpPr>
        <p:spPr>
          <a:xfrm flipH="1" flipV="1">
            <a:off x="10873326" y="1506325"/>
            <a:ext cx="245003" cy="9560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0" name="Straight Connector 452">
            <a:extLst>
              <a:ext uri="{FF2B5EF4-FFF2-40B4-BE49-F238E27FC236}">
                <a16:creationId xmlns:a16="http://schemas.microsoft.com/office/drawing/2014/main" id="{09D13E12-5FFC-4535-B25D-6423B1870356}"/>
              </a:ext>
            </a:extLst>
          </p:cNvPr>
          <p:cNvCxnSpPr>
            <a:cxnSpLocks/>
          </p:cNvCxnSpPr>
          <p:nvPr/>
        </p:nvCxnSpPr>
        <p:spPr>
          <a:xfrm flipH="1">
            <a:off x="10913609" y="1315880"/>
            <a:ext cx="423100" cy="195619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1" name="Straight Connector 452">
            <a:extLst>
              <a:ext uri="{FF2B5EF4-FFF2-40B4-BE49-F238E27FC236}">
                <a16:creationId xmlns:a16="http://schemas.microsoft.com/office/drawing/2014/main" id="{A56819B4-74B1-4243-84D7-5EBC1DDD79D1}"/>
              </a:ext>
            </a:extLst>
          </p:cNvPr>
          <p:cNvCxnSpPr>
            <a:cxnSpLocks/>
          </p:cNvCxnSpPr>
          <p:nvPr/>
        </p:nvCxnSpPr>
        <p:spPr>
          <a:xfrm>
            <a:off x="11361702" y="1143784"/>
            <a:ext cx="0" cy="182003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2" name="Straight Connector 452">
            <a:extLst>
              <a:ext uri="{FF2B5EF4-FFF2-40B4-BE49-F238E27FC236}">
                <a16:creationId xmlns:a16="http://schemas.microsoft.com/office/drawing/2014/main" id="{50B85CD7-31DA-4ECA-8F40-563DDF615203}"/>
              </a:ext>
            </a:extLst>
          </p:cNvPr>
          <p:cNvCxnSpPr>
            <a:cxnSpLocks/>
          </p:cNvCxnSpPr>
          <p:nvPr/>
        </p:nvCxnSpPr>
        <p:spPr>
          <a:xfrm flipH="1" flipV="1">
            <a:off x="11364375" y="1147870"/>
            <a:ext cx="245003" cy="9560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3" name="Straight Connector 452">
            <a:extLst>
              <a:ext uri="{FF2B5EF4-FFF2-40B4-BE49-F238E27FC236}">
                <a16:creationId xmlns:a16="http://schemas.microsoft.com/office/drawing/2014/main" id="{9797C7AD-96E5-42D9-B2E6-95E09A45F5B8}"/>
              </a:ext>
            </a:extLst>
          </p:cNvPr>
          <p:cNvCxnSpPr>
            <a:cxnSpLocks/>
          </p:cNvCxnSpPr>
          <p:nvPr/>
        </p:nvCxnSpPr>
        <p:spPr>
          <a:xfrm flipH="1">
            <a:off x="11576424" y="958849"/>
            <a:ext cx="718701" cy="28418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4" name="Straight Connector 452">
            <a:extLst>
              <a:ext uri="{FF2B5EF4-FFF2-40B4-BE49-F238E27FC236}">
                <a16:creationId xmlns:a16="http://schemas.microsoft.com/office/drawing/2014/main" id="{D44378B2-38B7-4B9B-9A8B-40D24B7A0472}"/>
              </a:ext>
            </a:extLst>
          </p:cNvPr>
          <p:cNvCxnSpPr>
            <a:cxnSpLocks/>
          </p:cNvCxnSpPr>
          <p:nvPr/>
        </p:nvCxnSpPr>
        <p:spPr>
          <a:xfrm>
            <a:off x="12270186" y="945534"/>
            <a:ext cx="0" cy="206656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5" name="Straight Connector 452">
            <a:extLst>
              <a:ext uri="{FF2B5EF4-FFF2-40B4-BE49-F238E27FC236}">
                <a16:creationId xmlns:a16="http://schemas.microsoft.com/office/drawing/2014/main" id="{73F18652-9E38-48CE-808A-CE0FD8AF1E44}"/>
              </a:ext>
            </a:extLst>
          </p:cNvPr>
          <p:cNvCxnSpPr>
            <a:cxnSpLocks/>
          </p:cNvCxnSpPr>
          <p:nvPr/>
        </p:nvCxnSpPr>
        <p:spPr>
          <a:xfrm flipH="1">
            <a:off x="11350736" y="1126783"/>
            <a:ext cx="933423" cy="36333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6" name="Straight Connector 452">
            <a:extLst>
              <a:ext uri="{FF2B5EF4-FFF2-40B4-BE49-F238E27FC236}">
                <a16:creationId xmlns:a16="http://schemas.microsoft.com/office/drawing/2014/main" id="{17F229FD-158B-4C93-90D4-C0385F8BD0D3}"/>
              </a:ext>
            </a:extLst>
          </p:cNvPr>
          <p:cNvCxnSpPr>
            <a:cxnSpLocks/>
          </p:cNvCxnSpPr>
          <p:nvPr/>
        </p:nvCxnSpPr>
        <p:spPr>
          <a:xfrm>
            <a:off x="11353720" y="1471079"/>
            <a:ext cx="0" cy="206656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7" name="Straight Connector 452">
            <a:extLst>
              <a:ext uri="{FF2B5EF4-FFF2-40B4-BE49-F238E27FC236}">
                <a16:creationId xmlns:a16="http://schemas.microsoft.com/office/drawing/2014/main" id="{9D6E9408-5849-4B7F-A1D3-D45DF99520E7}"/>
              </a:ext>
            </a:extLst>
          </p:cNvPr>
          <p:cNvCxnSpPr>
            <a:cxnSpLocks/>
          </p:cNvCxnSpPr>
          <p:nvPr/>
        </p:nvCxnSpPr>
        <p:spPr>
          <a:xfrm flipH="1">
            <a:off x="11330883" y="1325138"/>
            <a:ext cx="933423" cy="36333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8" name="Straight Connector 452">
            <a:extLst>
              <a:ext uri="{FF2B5EF4-FFF2-40B4-BE49-F238E27FC236}">
                <a16:creationId xmlns:a16="http://schemas.microsoft.com/office/drawing/2014/main" id="{74218755-DE02-4DF3-AF58-5C6CCABD9BAD}"/>
              </a:ext>
            </a:extLst>
          </p:cNvPr>
          <p:cNvCxnSpPr>
            <a:cxnSpLocks/>
          </p:cNvCxnSpPr>
          <p:nvPr/>
        </p:nvCxnSpPr>
        <p:spPr>
          <a:xfrm flipH="1" flipV="1">
            <a:off x="12247571" y="1331663"/>
            <a:ext cx="271943" cy="7922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9" name="Straight Connector 452">
            <a:extLst>
              <a:ext uri="{FF2B5EF4-FFF2-40B4-BE49-F238E27FC236}">
                <a16:creationId xmlns:a16="http://schemas.microsoft.com/office/drawing/2014/main" id="{F8E66B43-A00C-4009-A2ED-3E562AF210EB}"/>
              </a:ext>
            </a:extLst>
          </p:cNvPr>
          <p:cNvCxnSpPr>
            <a:cxnSpLocks/>
          </p:cNvCxnSpPr>
          <p:nvPr/>
        </p:nvCxnSpPr>
        <p:spPr>
          <a:xfrm flipH="1">
            <a:off x="11561740" y="1417774"/>
            <a:ext cx="946458" cy="351729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0" name="Straight Connector 452">
            <a:extLst>
              <a:ext uri="{FF2B5EF4-FFF2-40B4-BE49-F238E27FC236}">
                <a16:creationId xmlns:a16="http://schemas.microsoft.com/office/drawing/2014/main" id="{7A11D784-0C0D-43E5-9825-55755E309B00}"/>
              </a:ext>
            </a:extLst>
          </p:cNvPr>
          <p:cNvCxnSpPr>
            <a:cxnSpLocks/>
          </p:cNvCxnSpPr>
          <p:nvPr/>
        </p:nvCxnSpPr>
        <p:spPr>
          <a:xfrm flipH="1" flipV="1">
            <a:off x="11565759" y="1761089"/>
            <a:ext cx="245003" cy="9560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1" name="Straight Connector 452">
            <a:extLst>
              <a:ext uri="{FF2B5EF4-FFF2-40B4-BE49-F238E27FC236}">
                <a16:creationId xmlns:a16="http://schemas.microsoft.com/office/drawing/2014/main" id="{E5DA9731-F1F7-4036-A4CE-A5EB47A535DC}"/>
              </a:ext>
            </a:extLst>
          </p:cNvPr>
          <p:cNvCxnSpPr>
            <a:cxnSpLocks/>
          </p:cNvCxnSpPr>
          <p:nvPr/>
        </p:nvCxnSpPr>
        <p:spPr>
          <a:xfrm flipH="1">
            <a:off x="11793516" y="1578787"/>
            <a:ext cx="718701" cy="28418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2" name="Straight Connector 452">
            <a:extLst>
              <a:ext uri="{FF2B5EF4-FFF2-40B4-BE49-F238E27FC236}">
                <a16:creationId xmlns:a16="http://schemas.microsoft.com/office/drawing/2014/main" id="{99BB6CD9-3BC3-49DC-BEA2-241AEB38322B}"/>
              </a:ext>
            </a:extLst>
          </p:cNvPr>
          <p:cNvCxnSpPr>
            <a:cxnSpLocks/>
          </p:cNvCxnSpPr>
          <p:nvPr/>
        </p:nvCxnSpPr>
        <p:spPr>
          <a:xfrm>
            <a:off x="12501799" y="1565186"/>
            <a:ext cx="0" cy="206656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3" name="Straight Connector 452">
            <a:extLst>
              <a:ext uri="{FF2B5EF4-FFF2-40B4-BE49-F238E27FC236}">
                <a16:creationId xmlns:a16="http://schemas.microsoft.com/office/drawing/2014/main" id="{0016A9E3-17FC-4ADA-B0B9-27EC4737E7F6}"/>
              </a:ext>
            </a:extLst>
          </p:cNvPr>
          <p:cNvCxnSpPr>
            <a:cxnSpLocks/>
          </p:cNvCxnSpPr>
          <p:nvPr/>
        </p:nvCxnSpPr>
        <p:spPr>
          <a:xfrm flipH="1">
            <a:off x="12018771" y="1765710"/>
            <a:ext cx="493447" cy="193055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4" name="Straight Connector 452">
            <a:extLst>
              <a:ext uri="{FF2B5EF4-FFF2-40B4-BE49-F238E27FC236}">
                <a16:creationId xmlns:a16="http://schemas.microsoft.com/office/drawing/2014/main" id="{AE74B6BC-935E-4CF7-BFCF-F0A68CE24F78}"/>
              </a:ext>
            </a:extLst>
          </p:cNvPr>
          <p:cNvCxnSpPr>
            <a:cxnSpLocks/>
          </p:cNvCxnSpPr>
          <p:nvPr/>
        </p:nvCxnSpPr>
        <p:spPr>
          <a:xfrm>
            <a:off x="12027768" y="1952638"/>
            <a:ext cx="0" cy="182499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5" name="Straight Connector 452">
            <a:extLst>
              <a:ext uri="{FF2B5EF4-FFF2-40B4-BE49-F238E27FC236}">
                <a16:creationId xmlns:a16="http://schemas.microsoft.com/office/drawing/2014/main" id="{EF8B1E91-EA9B-43EF-9E9B-1754B1F491B6}"/>
              </a:ext>
            </a:extLst>
          </p:cNvPr>
          <p:cNvCxnSpPr>
            <a:cxnSpLocks/>
          </p:cNvCxnSpPr>
          <p:nvPr/>
        </p:nvCxnSpPr>
        <p:spPr>
          <a:xfrm flipH="1">
            <a:off x="11785975" y="2118024"/>
            <a:ext cx="248994" cy="9106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6" name="Straight Connector 452">
            <a:extLst>
              <a:ext uri="{FF2B5EF4-FFF2-40B4-BE49-F238E27FC236}">
                <a16:creationId xmlns:a16="http://schemas.microsoft.com/office/drawing/2014/main" id="{1B7F5270-DEBD-4F03-8BA7-CFA91AE73449}"/>
              </a:ext>
            </a:extLst>
          </p:cNvPr>
          <p:cNvCxnSpPr>
            <a:cxnSpLocks/>
          </p:cNvCxnSpPr>
          <p:nvPr/>
        </p:nvCxnSpPr>
        <p:spPr>
          <a:xfrm>
            <a:off x="11783854" y="2027668"/>
            <a:ext cx="0" cy="182499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7" name="Straight Connector 452">
            <a:extLst>
              <a:ext uri="{FF2B5EF4-FFF2-40B4-BE49-F238E27FC236}">
                <a16:creationId xmlns:a16="http://schemas.microsoft.com/office/drawing/2014/main" id="{EE0C0623-E559-474A-B409-9B0F54337B26}"/>
              </a:ext>
            </a:extLst>
          </p:cNvPr>
          <p:cNvCxnSpPr>
            <a:cxnSpLocks/>
          </p:cNvCxnSpPr>
          <p:nvPr/>
        </p:nvCxnSpPr>
        <p:spPr>
          <a:xfrm flipH="1" flipV="1">
            <a:off x="11576424" y="1760423"/>
            <a:ext cx="245003" cy="9560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8" name="Straight Connector 452">
            <a:extLst>
              <a:ext uri="{FF2B5EF4-FFF2-40B4-BE49-F238E27FC236}">
                <a16:creationId xmlns:a16="http://schemas.microsoft.com/office/drawing/2014/main" id="{2ED4B576-AEFE-4FD0-BC00-E5342EACDE71}"/>
              </a:ext>
            </a:extLst>
          </p:cNvPr>
          <p:cNvCxnSpPr>
            <a:cxnSpLocks/>
          </p:cNvCxnSpPr>
          <p:nvPr/>
        </p:nvCxnSpPr>
        <p:spPr>
          <a:xfrm flipH="1" flipV="1">
            <a:off x="11541971" y="1950341"/>
            <a:ext cx="245003" cy="95604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9" name="Straight Connector 452">
            <a:extLst>
              <a:ext uri="{FF2B5EF4-FFF2-40B4-BE49-F238E27FC236}">
                <a16:creationId xmlns:a16="http://schemas.microsoft.com/office/drawing/2014/main" id="{21244BB0-B073-4490-A094-BA3218F6B185}"/>
              </a:ext>
            </a:extLst>
          </p:cNvPr>
          <p:cNvCxnSpPr>
            <a:cxnSpLocks/>
          </p:cNvCxnSpPr>
          <p:nvPr/>
        </p:nvCxnSpPr>
        <p:spPr>
          <a:xfrm flipH="1">
            <a:off x="11295518" y="1950562"/>
            <a:ext cx="248994" cy="9106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0" name="Straight Connector 452">
            <a:extLst>
              <a:ext uri="{FF2B5EF4-FFF2-40B4-BE49-F238E27FC236}">
                <a16:creationId xmlns:a16="http://schemas.microsoft.com/office/drawing/2014/main" id="{A0720012-E304-4D7D-A3C1-F11A724FA863}"/>
              </a:ext>
            </a:extLst>
          </p:cNvPr>
          <p:cNvCxnSpPr>
            <a:cxnSpLocks/>
          </p:cNvCxnSpPr>
          <p:nvPr/>
        </p:nvCxnSpPr>
        <p:spPr>
          <a:xfrm>
            <a:off x="11327417" y="2044313"/>
            <a:ext cx="0" cy="332820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1" name="Straight Connector 452">
            <a:extLst>
              <a:ext uri="{FF2B5EF4-FFF2-40B4-BE49-F238E27FC236}">
                <a16:creationId xmlns:a16="http://schemas.microsoft.com/office/drawing/2014/main" id="{1E0469B0-26FB-4AC2-8302-786203EE025D}"/>
              </a:ext>
            </a:extLst>
          </p:cNvPr>
          <p:cNvCxnSpPr>
            <a:cxnSpLocks/>
          </p:cNvCxnSpPr>
          <p:nvPr/>
        </p:nvCxnSpPr>
        <p:spPr>
          <a:xfrm flipH="1">
            <a:off x="11302887" y="2292722"/>
            <a:ext cx="248994" cy="91067"/>
          </a:xfrm>
          <a:prstGeom prst="line">
            <a:avLst/>
          </a:prstGeom>
          <a:ln w="38100"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2" name="Straight Connector 452">
            <a:extLst>
              <a:ext uri="{FF2B5EF4-FFF2-40B4-BE49-F238E27FC236}">
                <a16:creationId xmlns:a16="http://schemas.microsoft.com/office/drawing/2014/main" id="{C50669D1-A864-4B52-B400-C93E571B9399}"/>
              </a:ext>
            </a:extLst>
          </p:cNvPr>
          <p:cNvCxnSpPr>
            <a:cxnSpLocks/>
          </p:cNvCxnSpPr>
          <p:nvPr/>
        </p:nvCxnSpPr>
        <p:spPr>
          <a:xfrm>
            <a:off x="8142909" y="8766621"/>
            <a:ext cx="247981" cy="12472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3" name="Straight Connector 452">
            <a:extLst>
              <a:ext uri="{FF2B5EF4-FFF2-40B4-BE49-F238E27FC236}">
                <a16:creationId xmlns:a16="http://schemas.microsoft.com/office/drawing/2014/main" id="{3E01653A-39B7-4CEA-9BDE-524B2BADD8FD}"/>
              </a:ext>
            </a:extLst>
          </p:cNvPr>
          <p:cNvCxnSpPr>
            <a:cxnSpLocks/>
          </p:cNvCxnSpPr>
          <p:nvPr/>
        </p:nvCxnSpPr>
        <p:spPr>
          <a:xfrm flipV="1">
            <a:off x="8389200" y="8869680"/>
            <a:ext cx="2282" cy="17830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4" name="Straight Connector 452">
            <a:extLst>
              <a:ext uri="{FF2B5EF4-FFF2-40B4-BE49-F238E27FC236}">
                <a16:creationId xmlns:a16="http://schemas.microsoft.com/office/drawing/2014/main" id="{21FAB8A8-5950-419D-8959-0E86CA4B75D5}"/>
              </a:ext>
            </a:extLst>
          </p:cNvPr>
          <p:cNvCxnSpPr>
            <a:cxnSpLocks/>
          </p:cNvCxnSpPr>
          <p:nvPr/>
        </p:nvCxnSpPr>
        <p:spPr>
          <a:xfrm flipV="1">
            <a:off x="8148956" y="8607087"/>
            <a:ext cx="2282" cy="17830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5" name="Straight Connector 452">
            <a:extLst>
              <a:ext uri="{FF2B5EF4-FFF2-40B4-BE49-F238E27FC236}">
                <a16:creationId xmlns:a16="http://schemas.microsoft.com/office/drawing/2014/main" id="{3FFE986C-A795-4A51-83A8-0903A06657D7}"/>
              </a:ext>
            </a:extLst>
          </p:cNvPr>
          <p:cNvCxnSpPr>
            <a:cxnSpLocks/>
          </p:cNvCxnSpPr>
          <p:nvPr/>
        </p:nvCxnSpPr>
        <p:spPr>
          <a:xfrm flipV="1">
            <a:off x="8148501" y="8503697"/>
            <a:ext cx="234718" cy="10879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6" name="Straight Connector 452">
            <a:extLst>
              <a:ext uri="{FF2B5EF4-FFF2-40B4-BE49-F238E27FC236}">
                <a16:creationId xmlns:a16="http://schemas.microsoft.com/office/drawing/2014/main" id="{C5A9F9BC-B14A-45E2-AD57-55DDBAE4C7E1}"/>
              </a:ext>
            </a:extLst>
          </p:cNvPr>
          <p:cNvCxnSpPr>
            <a:cxnSpLocks/>
          </p:cNvCxnSpPr>
          <p:nvPr/>
        </p:nvCxnSpPr>
        <p:spPr>
          <a:xfrm flipV="1">
            <a:off x="8381392" y="8508508"/>
            <a:ext cx="2282" cy="17830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7" name="Straight Connector 452">
            <a:extLst>
              <a:ext uri="{FF2B5EF4-FFF2-40B4-BE49-F238E27FC236}">
                <a16:creationId xmlns:a16="http://schemas.microsoft.com/office/drawing/2014/main" id="{47F9F9F6-FF09-4DFE-8AF4-CED6728E99FF}"/>
              </a:ext>
            </a:extLst>
          </p:cNvPr>
          <p:cNvCxnSpPr>
            <a:cxnSpLocks/>
          </p:cNvCxnSpPr>
          <p:nvPr/>
        </p:nvCxnSpPr>
        <p:spPr>
          <a:xfrm flipV="1">
            <a:off x="8377238" y="8578056"/>
            <a:ext cx="234718" cy="10879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8" name="Straight Connector 452">
            <a:extLst>
              <a:ext uri="{FF2B5EF4-FFF2-40B4-BE49-F238E27FC236}">
                <a16:creationId xmlns:a16="http://schemas.microsoft.com/office/drawing/2014/main" id="{B14BCB74-C2CB-4441-9B3B-FD095D3CD7C3}"/>
              </a:ext>
            </a:extLst>
          </p:cNvPr>
          <p:cNvCxnSpPr>
            <a:cxnSpLocks/>
          </p:cNvCxnSpPr>
          <p:nvPr/>
        </p:nvCxnSpPr>
        <p:spPr>
          <a:xfrm flipV="1">
            <a:off x="8606790" y="8572650"/>
            <a:ext cx="0" cy="3816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9" name="Straight Connector 452">
            <a:extLst>
              <a:ext uri="{FF2B5EF4-FFF2-40B4-BE49-F238E27FC236}">
                <a16:creationId xmlns:a16="http://schemas.microsoft.com/office/drawing/2014/main" id="{DEF6984F-1919-44AC-8BED-CDA1F0139E97}"/>
              </a:ext>
            </a:extLst>
          </p:cNvPr>
          <p:cNvCxnSpPr>
            <a:cxnSpLocks/>
          </p:cNvCxnSpPr>
          <p:nvPr/>
        </p:nvCxnSpPr>
        <p:spPr>
          <a:xfrm flipV="1">
            <a:off x="8604482" y="8843599"/>
            <a:ext cx="234718" cy="10879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0" name="Straight Connector 452">
            <a:extLst>
              <a:ext uri="{FF2B5EF4-FFF2-40B4-BE49-F238E27FC236}">
                <a16:creationId xmlns:a16="http://schemas.microsoft.com/office/drawing/2014/main" id="{5F8BC04B-884F-4155-A098-F256AE5242AF}"/>
              </a:ext>
            </a:extLst>
          </p:cNvPr>
          <p:cNvCxnSpPr>
            <a:cxnSpLocks/>
          </p:cNvCxnSpPr>
          <p:nvPr/>
        </p:nvCxnSpPr>
        <p:spPr>
          <a:xfrm flipV="1">
            <a:off x="8835202" y="8843599"/>
            <a:ext cx="2282" cy="17830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1" name="Straight Connector 452">
            <a:extLst>
              <a:ext uri="{FF2B5EF4-FFF2-40B4-BE49-F238E27FC236}">
                <a16:creationId xmlns:a16="http://schemas.microsoft.com/office/drawing/2014/main" id="{4B6F1E54-E643-431D-A16C-ACC6019B25A7}"/>
              </a:ext>
            </a:extLst>
          </p:cNvPr>
          <p:cNvCxnSpPr>
            <a:cxnSpLocks/>
          </p:cNvCxnSpPr>
          <p:nvPr/>
        </p:nvCxnSpPr>
        <p:spPr>
          <a:xfrm>
            <a:off x="8848082" y="9021903"/>
            <a:ext cx="247981" cy="12472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2" name="Straight Connector 452">
            <a:extLst>
              <a:ext uri="{FF2B5EF4-FFF2-40B4-BE49-F238E27FC236}">
                <a16:creationId xmlns:a16="http://schemas.microsoft.com/office/drawing/2014/main" id="{C2D2997E-5B2C-4F92-AAA6-D2DABAD8AE56}"/>
              </a:ext>
            </a:extLst>
          </p:cNvPr>
          <p:cNvCxnSpPr>
            <a:cxnSpLocks/>
          </p:cNvCxnSpPr>
          <p:nvPr/>
        </p:nvCxnSpPr>
        <p:spPr>
          <a:xfrm flipV="1">
            <a:off x="9079013" y="8974060"/>
            <a:ext cx="2282" cy="17830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3" name="Straight Connector 452">
            <a:extLst>
              <a:ext uri="{FF2B5EF4-FFF2-40B4-BE49-F238E27FC236}">
                <a16:creationId xmlns:a16="http://schemas.microsoft.com/office/drawing/2014/main" id="{FE982BF8-1247-46A8-AABB-49415D58B0BE}"/>
              </a:ext>
            </a:extLst>
          </p:cNvPr>
          <p:cNvCxnSpPr>
            <a:cxnSpLocks/>
          </p:cNvCxnSpPr>
          <p:nvPr/>
        </p:nvCxnSpPr>
        <p:spPr>
          <a:xfrm flipV="1">
            <a:off x="9062803" y="8857385"/>
            <a:ext cx="234718" cy="10879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4" name="Straight Connector 452">
            <a:extLst>
              <a:ext uri="{FF2B5EF4-FFF2-40B4-BE49-F238E27FC236}">
                <a16:creationId xmlns:a16="http://schemas.microsoft.com/office/drawing/2014/main" id="{62919E4B-15FE-498D-BE4A-8A147BACE29C}"/>
              </a:ext>
            </a:extLst>
          </p:cNvPr>
          <p:cNvCxnSpPr>
            <a:cxnSpLocks/>
          </p:cNvCxnSpPr>
          <p:nvPr/>
        </p:nvCxnSpPr>
        <p:spPr>
          <a:xfrm flipV="1">
            <a:off x="9284256" y="8696239"/>
            <a:ext cx="0" cy="14736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5" name="Straight Connector 452">
            <a:extLst>
              <a:ext uri="{FF2B5EF4-FFF2-40B4-BE49-F238E27FC236}">
                <a16:creationId xmlns:a16="http://schemas.microsoft.com/office/drawing/2014/main" id="{7EFAB2B6-1AB0-435D-AE63-D976A712EE57}"/>
              </a:ext>
            </a:extLst>
          </p:cNvPr>
          <p:cNvCxnSpPr>
            <a:cxnSpLocks/>
          </p:cNvCxnSpPr>
          <p:nvPr/>
        </p:nvCxnSpPr>
        <p:spPr>
          <a:xfrm>
            <a:off x="9048796" y="8575473"/>
            <a:ext cx="247981" cy="12472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6" name="Straight Connector 452">
            <a:extLst>
              <a:ext uri="{FF2B5EF4-FFF2-40B4-BE49-F238E27FC236}">
                <a16:creationId xmlns:a16="http://schemas.microsoft.com/office/drawing/2014/main" id="{3B8C251F-1C42-4175-98CA-558085B90360}"/>
              </a:ext>
            </a:extLst>
          </p:cNvPr>
          <p:cNvCxnSpPr>
            <a:cxnSpLocks/>
          </p:cNvCxnSpPr>
          <p:nvPr/>
        </p:nvCxnSpPr>
        <p:spPr>
          <a:xfrm flipV="1">
            <a:off x="9063654" y="8253772"/>
            <a:ext cx="5165" cy="33907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7" name="Straight Connector 452">
            <a:extLst>
              <a:ext uri="{FF2B5EF4-FFF2-40B4-BE49-F238E27FC236}">
                <a16:creationId xmlns:a16="http://schemas.microsoft.com/office/drawing/2014/main" id="{0BC2A7EF-17A5-40B4-B295-52BE2C1927A6}"/>
              </a:ext>
            </a:extLst>
          </p:cNvPr>
          <p:cNvCxnSpPr>
            <a:cxnSpLocks/>
          </p:cNvCxnSpPr>
          <p:nvPr/>
        </p:nvCxnSpPr>
        <p:spPr>
          <a:xfrm>
            <a:off x="8856339" y="8146419"/>
            <a:ext cx="223024" cy="11399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8" name="Straight Connector 452">
            <a:extLst>
              <a:ext uri="{FF2B5EF4-FFF2-40B4-BE49-F238E27FC236}">
                <a16:creationId xmlns:a16="http://schemas.microsoft.com/office/drawing/2014/main" id="{3F7EF745-4166-4453-84B3-8063A8E8461D}"/>
              </a:ext>
            </a:extLst>
          </p:cNvPr>
          <p:cNvCxnSpPr>
            <a:cxnSpLocks/>
          </p:cNvCxnSpPr>
          <p:nvPr/>
        </p:nvCxnSpPr>
        <p:spPr>
          <a:xfrm flipV="1">
            <a:off x="8834035" y="7807342"/>
            <a:ext cx="5165" cy="33907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9" name="Straight Connector 452">
            <a:extLst>
              <a:ext uri="{FF2B5EF4-FFF2-40B4-BE49-F238E27FC236}">
                <a16:creationId xmlns:a16="http://schemas.microsoft.com/office/drawing/2014/main" id="{085B811F-6445-463C-BCB3-B4F72F97BBC2}"/>
              </a:ext>
            </a:extLst>
          </p:cNvPr>
          <p:cNvCxnSpPr>
            <a:cxnSpLocks/>
          </p:cNvCxnSpPr>
          <p:nvPr/>
        </p:nvCxnSpPr>
        <p:spPr>
          <a:xfrm flipV="1">
            <a:off x="8846388" y="7696200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0" name="Straight Connector 452">
            <a:extLst>
              <a:ext uri="{FF2B5EF4-FFF2-40B4-BE49-F238E27FC236}">
                <a16:creationId xmlns:a16="http://schemas.microsoft.com/office/drawing/2014/main" id="{A397B552-28FD-4838-B294-E9C253935B0B}"/>
              </a:ext>
            </a:extLst>
          </p:cNvPr>
          <p:cNvCxnSpPr>
            <a:cxnSpLocks/>
          </p:cNvCxnSpPr>
          <p:nvPr/>
        </p:nvCxnSpPr>
        <p:spPr>
          <a:xfrm>
            <a:off x="9054128" y="7693345"/>
            <a:ext cx="693969" cy="28353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1" name="Straight Connector 452">
            <a:extLst>
              <a:ext uri="{FF2B5EF4-FFF2-40B4-BE49-F238E27FC236}">
                <a16:creationId xmlns:a16="http://schemas.microsoft.com/office/drawing/2014/main" id="{AC5F9F56-28A4-435F-ACE7-1650C00313C2}"/>
              </a:ext>
            </a:extLst>
          </p:cNvPr>
          <p:cNvCxnSpPr>
            <a:cxnSpLocks/>
          </p:cNvCxnSpPr>
          <p:nvPr/>
        </p:nvCxnSpPr>
        <p:spPr>
          <a:xfrm flipV="1">
            <a:off x="9748097" y="7966805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2" name="Straight Connector 452">
            <a:extLst>
              <a:ext uri="{FF2B5EF4-FFF2-40B4-BE49-F238E27FC236}">
                <a16:creationId xmlns:a16="http://schemas.microsoft.com/office/drawing/2014/main" id="{5863FB70-BDA0-4633-AAE7-1EB914A31333}"/>
              </a:ext>
            </a:extLst>
          </p:cNvPr>
          <p:cNvCxnSpPr>
            <a:cxnSpLocks/>
          </p:cNvCxnSpPr>
          <p:nvPr/>
        </p:nvCxnSpPr>
        <p:spPr>
          <a:xfrm>
            <a:off x="9059161" y="7882955"/>
            <a:ext cx="693969" cy="28353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3" name="Straight Connector 452">
            <a:extLst>
              <a:ext uri="{FF2B5EF4-FFF2-40B4-BE49-F238E27FC236}">
                <a16:creationId xmlns:a16="http://schemas.microsoft.com/office/drawing/2014/main" id="{032493E8-E0D5-4527-9E51-E0B2AB7534D1}"/>
              </a:ext>
            </a:extLst>
          </p:cNvPr>
          <p:cNvCxnSpPr>
            <a:cxnSpLocks/>
          </p:cNvCxnSpPr>
          <p:nvPr/>
        </p:nvCxnSpPr>
        <p:spPr>
          <a:xfrm flipV="1">
            <a:off x="9067795" y="7883080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4" name="Straight Connector 452">
            <a:extLst>
              <a:ext uri="{FF2B5EF4-FFF2-40B4-BE49-F238E27FC236}">
                <a16:creationId xmlns:a16="http://schemas.microsoft.com/office/drawing/2014/main" id="{0793AC9A-F332-4BAE-81AE-89753E159E7A}"/>
              </a:ext>
            </a:extLst>
          </p:cNvPr>
          <p:cNvCxnSpPr>
            <a:cxnSpLocks/>
          </p:cNvCxnSpPr>
          <p:nvPr/>
        </p:nvCxnSpPr>
        <p:spPr>
          <a:xfrm>
            <a:off x="9072773" y="8059911"/>
            <a:ext cx="224748" cy="1058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5" name="Straight Connector 452">
            <a:extLst>
              <a:ext uri="{FF2B5EF4-FFF2-40B4-BE49-F238E27FC236}">
                <a16:creationId xmlns:a16="http://schemas.microsoft.com/office/drawing/2014/main" id="{C41A1FA9-50E4-4823-B14F-B28BB8060528}"/>
              </a:ext>
            </a:extLst>
          </p:cNvPr>
          <p:cNvCxnSpPr>
            <a:cxnSpLocks/>
          </p:cNvCxnSpPr>
          <p:nvPr/>
        </p:nvCxnSpPr>
        <p:spPr>
          <a:xfrm flipV="1">
            <a:off x="9075198" y="7883080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6" name="Straight Connector 452">
            <a:extLst>
              <a:ext uri="{FF2B5EF4-FFF2-40B4-BE49-F238E27FC236}">
                <a16:creationId xmlns:a16="http://schemas.microsoft.com/office/drawing/2014/main" id="{FC835C2C-6FB8-4CBF-A446-27729FD5EA5C}"/>
              </a:ext>
            </a:extLst>
          </p:cNvPr>
          <p:cNvCxnSpPr>
            <a:cxnSpLocks/>
          </p:cNvCxnSpPr>
          <p:nvPr/>
        </p:nvCxnSpPr>
        <p:spPr>
          <a:xfrm flipV="1">
            <a:off x="9290914" y="8148646"/>
            <a:ext cx="1683" cy="36882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7" name="Straight Connector 452">
            <a:extLst>
              <a:ext uri="{FF2B5EF4-FFF2-40B4-BE49-F238E27FC236}">
                <a16:creationId xmlns:a16="http://schemas.microsoft.com/office/drawing/2014/main" id="{FF69C2E6-C1BC-4116-8452-C9AB9796D550}"/>
              </a:ext>
            </a:extLst>
          </p:cNvPr>
          <p:cNvCxnSpPr>
            <a:cxnSpLocks/>
          </p:cNvCxnSpPr>
          <p:nvPr/>
        </p:nvCxnSpPr>
        <p:spPr>
          <a:xfrm>
            <a:off x="9284256" y="8500740"/>
            <a:ext cx="224748" cy="1058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8" name="Straight Connector 452">
            <a:extLst>
              <a:ext uri="{FF2B5EF4-FFF2-40B4-BE49-F238E27FC236}">
                <a16:creationId xmlns:a16="http://schemas.microsoft.com/office/drawing/2014/main" id="{56B5D954-DCA0-4A44-BCCE-82AAECA72A52}"/>
              </a:ext>
            </a:extLst>
          </p:cNvPr>
          <p:cNvCxnSpPr>
            <a:cxnSpLocks/>
          </p:cNvCxnSpPr>
          <p:nvPr/>
        </p:nvCxnSpPr>
        <p:spPr>
          <a:xfrm flipV="1">
            <a:off x="9507321" y="8248388"/>
            <a:ext cx="1683" cy="36882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9" name="Straight Connector 452">
            <a:extLst>
              <a:ext uri="{FF2B5EF4-FFF2-40B4-BE49-F238E27FC236}">
                <a16:creationId xmlns:a16="http://schemas.microsoft.com/office/drawing/2014/main" id="{C9BF9FDD-D925-41CB-8845-D7EC7B2977A1}"/>
              </a:ext>
            </a:extLst>
          </p:cNvPr>
          <p:cNvCxnSpPr>
            <a:cxnSpLocks/>
          </p:cNvCxnSpPr>
          <p:nvPr/>
        </p:nvCxnSpPr>
        <p:spPr>
          <a:xfrm>
            <a:off x="9502140" y="8242445"/>
            <a:ext cx="224748" cy="1058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0" name="Straight Connector 452">
            <a:extLst>
              <a:ext uri="{FF2B5EF4-FFF2-40B4-BE49-F238E27FC236}">
                <a16:creationId xmlns:a16="http://schemas.microsoft.com/office/drawing/2014/main" id="{D39A487B-41FC-4857-90B8-ADBAAEBB8682}"/>
              </a:ext>
            </a:extLst>
          </p:cNvPr>
          <p:cNvCxnSpPr>
            <a:cxnSpLocks/>
          </p:cNvCxnSpPr>
          <p:nvPr/>
        </p:nvCxnSpPr>
        <p:spPr>
          <a:xfrm flipV="1">
            <a:off x="9735568" y="8320152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1" name="Straight Connector 452">
            <a:extLst>
              <a:ext uri="{FF2B5EF4-FFF2-40B4-BE49-F238E27FC236}">
                <a16:creationId xmlns:a16="http://schemas.microsoft.com/office/drawing/2014/main" id="{AAFF2D15-7C06-495B-BC79-B1F477667F77}"/>
              </a:ext>
            </a:extLst>
          </p:cNvPr>
          <p:cNvCxnSpPr>
            <a:cxnSpLocks/>
          </p:cNvCxnSpPr>
          <p:nvPr/>
        </p:nvCxnSpPr>
        <p:spPr>
          <a:xfrm>
            <a:off x="9736309" y="8497526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2" name="Straight Connector 452">
            <a:extLst>
              <a:ext uri="{FF2B5EF4-FFF2-40B4-BE49-F238E27FC236}">
                <a16:creationId xmlns:a16="http://schemas.microsoft.com/office/drawing/2014/main" id="{9DCAA1C1-621F-4802-A4C4-BA71D2CC7C3F}"/>
              </a:ext>
            </a:extLst>
          </p:cNvPr>
          <p:cNvCxnSpPr>
            <a:cxnSpLocks/>
          </p:cNvCxnSpPr>
          <p:nvPr/>
        </p:nvCxnSpPr>
        <p:spPr>
          <a:xfrm flipH="1" flipV="1">
            <a:off x="9973287" y="8040485"/>
            <a:ext cx="1018" cy="56614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3" name="Straight Connector 452">
            <a:extLst>
              <a:ext uri="{FF2B5EF4-FFF2-40B4-BE49-F238E27FC236}">
                <a16:creationId xmlns:a16="http://schemas.microsoft.com/office/drawing/2014/main" id="{E22CD30E-73FB-4145-98ED-0DE09C0946F7}"/>
              </a:ext>
            </a:extLst>
          </p:cNvPr>
          <p:cNvCxnSpPr>
            <a:cxnSpLocks/>
          </p:cNvCxnSpPr>
          <p:nvPr/>
        </p:nvCxnSpPr>
        <p:spPr>
          <a:xfrm flipV="1">
            <a:off x="9989682" y="7955325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4" name="Straight Connector 452">
            <a:extLst>
              <a:ext uri="{FF2B5EF4-FFF2-40B4-BE49-F238E27FC236}">
                <a16:creationId xmlns:a16="http://schemas.microsoft.com/office/drawing/2014/main" id="{AAB20E38-003F-4C29-9353-E0BF3D5B74C3}"/>
              </a:ext>
            </a:extLst>
          </p:cNvPr>
          <p:cNvCxnSpPr>
            <a:cxnSpLocks/>
          </p:cNvCxnSpPr>
          <p:nvPr/>
        </p:nvCxnSpPr>
        <p:spPr>
          <a:xfrm flipH="1" flipV="1">
            <a:off x="10199829" y="7952135"/>
            <a:ext cx="1018" cy="56614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5" name="Straight Connector 452">
            <a:extLst>
              <a:ext uri="{FF2B5EF4-FFF2-40B4-BE49-F238E27FC236}">
                <a16:creationId xmlns:a16="http://schemas.microsoft.com/office/drawing/2014/main" id="{199C741F-F015-4F05-9985-44A7FCBAE787}"/>
              </a:ext>
            </a:extLst>
          </p:cNvPr>
          <p:cNvCxnSpPr>
            <a:cxnSpLocks/>
          </p:cNvCxnSpPr>
          <p:nvPr/>
        </p:nvCxnSpPr>
        <p:spPr>
          <a:xfrm flipV="1">
            <a:off x="10220073" y="8392940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6" name="Straight Connector 452">
            <a:extLst>
              <a:ext uri="{FF2B5EF4-FFF2-40B4-BE49-F238E27FC236}">
                <a16:creationId xmlns:a16="http://schemas.microsoft.com/office/drawing/2014/main" id="{E837A79A-4E2C-40B0-8AD4-ACE65B0B6F94}"/>
              </a:ext>
            </a:extLst>
          </p:cNvPr>
          <p:cNvCxnSpPr>
            <a:cxnSpLocks/>
          </p:cNvCxnSpPr>
          <p:nvPr/>
        </p:nvCxnSpPr>
        <p:spPr>
          <a:xfrm flipV="1">
            <a:off x="10436511" y="8392940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7" name="Straight Connector 452">
            <a:extLst>
              <a:ext uri="{FF2B5EF4-FFF2-40B4-BE49-F238E27FC236}">
                <a16:creationId xmlns:a16="http://schemas.microsoft.com/office/drawing/2014/main" id="{BDB1BE59-EE1C-4056-A60E-EDB468F3E6F9}"/>
              </a:ext>
            </a:extLst>
          </p:cNvPr>
          <p:cNvCxnSpPr>
            <a:cxnSpLocks/>
          </p:cNvCxnSpPr>
          <p:nvPr/>
        </p:nvCxnSpPr>
        <p:spPr>
          <a:xfrm>
            <a:off x="10421459" y="8588815"/>
            <a:ext cx="451867" cy="18110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8" name="Straight Connector 452">
            <a:extLst>
              <a:ext uri="{FF2B5EF4-FFF2-40B4-BE49-F238E27FC236}">
                <a16:creationId xmlns:a16="http://schemas.microsoft.com/office/drawing/2014/main" id="{8882EC8F-0EDB-46CE-858E-AE1D40FB56E3}"/>
              </a:ext>
            </a:extLst>
          </p:cNvPr>
          <p:cNvCxnSpPr>
            <a:cxnSpLocks/>
          </p:cNvCxnSpPr>
          <p:nvPr/>
        </p:nvCxnSpPr>
        <p:spPr>
          <a:xfrm flipV="1">
            <a:off x="10863075" y="8743756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9" name="Straight Connector 452">
            <a:extLst>
              <a:ext uri="{FF2B5EF4-FFF2-40B4-BE49-F238E27FC236}">
                <a16:creationId xmlns:a16="http://schemas.microsoft.com/office/drawing/2014/main" id="{C7BA63DE-E94B-4B15-AB09-9A10FA98ED8A}"/>
              </a:ext>
            </a:extLst>
          </p:cNvPr>
          <p:cNvCxnSpPr>
            <a:cxnSpLocks/>
          </p:cNvCxnSpPr>
          <p:nvPr/>
        </p:nvCxnSpPr>
        <p:spPr>
          <a:xfrm>
            <a:off x="10851899" y="8934570"/>
            <a:ext cx="484810" cy="19568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0" name="Straight Connector 452">
            <a:extLst>
              <a:ext uri="{FF2B5EF4-FFF2-40B4-BE49-F238E27FC236}">
                <a16:creationId xmlns:a16="http://schemas.microsoft.com/office/drawing/2014/main" id="{6AACDD10-8D27-4117-AD5C-2B387C061A5F}"/>
              </a:ext>
            </a:extLst>
          </p:cNvPr>
          <p:cNvCxnSpPr>
            <a:cxnSpLocks/>
          </p:cNvCxnSpPr>
          <p:nvPr/>
        </p:nvCxnSpPr>
        <p:spPr>
          <a:xfrm flipV="1">
            <a:off x="11327417" y="9084267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1" name="Straight Connector 452">
            <a:extLst>
              <a:ext uri="{FF2B5EF4-FFF2-40B4-BE49-F238E27FC236}">
                <a16:creationId xmlns:a16="http://schemas.microsoft.com/office/drawing/2014/main" id="{0509F8D5-9B29-432D-A82A-6A0C34AED52A}"/>
              </a:ext>
            </a:extLst>
          </p:cNvPr>
          <p:cNvCxnSpPr>
            <a:cxnSpLocks/>
          </p:cNvCxnSpPr>
          <p:nvPr/>
        </p:nvCxnSpPr>
        <p:spPr>
          <a:xfrm>
            <a:off x="11327417" y="9279948"/>
            <a:ext cx="472523" cy="19568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2" name="Straight Connector 452">
            <a:extLst>
              <a:ext uri="{FF2B5EF4-FFF2-40B4-BE49-F238E27FC236}">
                <a16:creationId xmlns:a16="http://schemas.microsoft.com/office/drawing/2014/main" id="{3771439B-76D3-4D11-8E7A-D0CD7C80E80F}"/>
              </a:ext>
            </a:extLst>
          </p:cNvPr>
          <p:cNvCxnSpPr>
            <a:cxnSpLocks/>
          </p:cNvCxnSpPr>
          <p:nvPr/>
        </p:nvCxnSpPr>
        <p:spPr>
          <a:xfrm flipV="1">
            <a:off x="11793516" y="9358076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3" name="Straight Connector 452">
            <a:extLst>
              <a:ext uri="{FF2B5EF4-FFF2-40B4-BE49-F238E27FC236}">
                <a16:creationId xmlns:a16="http://schemas.microsoft.com/office/drawing/2014/main" id="{59FC510A-C0ED-4AB5-A000-54CD645107B2}"/>
              </a:ext>
            </a:extLst>
          </p:cNvPr>
          <p:cNvCxnSpPr>
            <a:cxnSpLocks/>
          </p:cNvCxnSpPr>
          <p:nvPr/>
        </p:nvCxnSpPr>
        <p:spPr>
          <a:xfrm>
            <a:off x="12014858" y="9377842"/>
            <a:ext cx="472523" cy="19568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4" name="Straight Connector 452">
            <a:extLst>
              <a:ext uri="{FF2B5EF4-FFF2-40B4-BE49-F238E27FC236}">
                <a16:creationId xmlns:a16="http://schemas.microsoft.com/office/drawing/2014/main" id="{FB2A9473-75D1-46FF-9F5B-DF7920ED032C}"/>
              </a:ext>
            </a:extLst>
          </p:cNvPr>
          <p:cNvCxnSpPr>
            <a:cxnSpLocks/>
          </p:cNvCxnSpPr>
          <p:nvPr/>
        </p:nvCxnSpPr>
        <p:spPr>
          <a:xfrm flipV="1">
            <a:off x="12480650" y="9377788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5" name="Straight Connector 452">
            <a:extLst>
              <a:ext uri="{FF2B5EF4-FFF2-40B4-BE49-F238E27FC236}">
                <a16:creationId xmlns:a16="http://schemas.microsoft.com/office/drawing/2014/main" id="{04C235D1-E704-401D-9930-E52EA67068F2}"/>
              </a:ext>
            </a:extLst>
          </p:cNvPr>
          <p:cNvCxnSpPr>
            <a:cxnSpLocks/>
          </p:cNvCxnSpPr>
          <p:nvPr/>
        </p:nvCxnSpPr>
        <p:spPr>
          <a:xfrm flipV="1">
            <a:off x="12483522" y="9269252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6" name="Straight Connector 452">
            <a:extLst>
              <a:ext uri="{FF2B5EF4-FFF2-40B4-BE49-F238E27FC236}">
                <a16:creationId xmlns:a16="http://schemas.microsoft.com/office/drawing/2014/main" id="{1BCE3A16-119E-434E-8E60-09ADE8577499}"/>
              </a:ext>
            </a:extLst>
          </p:cNvPr>
          <p:cNvCxnSpPr>
            <a:cxnSpLocks/>
          </p:cNvCxnSpPr>
          <p:nvPr/>
        </p:nvCxnSpPr>
        <p:spPr>
          <a:xfrm flipV="1">
            <a:off x="12715454" y="9102227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7" name="Straight Connector 452">
            <a:extLst>
              <a:ext uri="{FF2B5EF4-FFF2-40B4-BE49-F238E27FC236}">
                <a16:creationId xmlns:a16="http://schemas.microsoft.com/office/drawing/2014/main" id="{084D33E1-AD41-4DDD-895A-83474A99D0AA}"/>
              </a:ext>
            </a:extLst>
          </p:cNvPr>
          <p:cNvCxnSpPr>
            <a:cxnSpLocks/>
          </p:cNvCxnSpPr>
          <p:nvPr/>
        </p:nvCxnSpPr>
        <p:spPr>
          <a:xfrm flipV="1">
            <a:off x="12247570" y="9104299"/>
            <a:ext cx="489660" cy="19183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8" name="Straight Connector 452">
            <a:extLst>
              <a:ext uri="{FF2B5EF4-FFF2-40B4-BE49-F238E27FC236}">
                <a16:creationId xmlns:a16="http://schemas.microsoft.com/office/drawing/2014/main" id="{769A260C-4B6C-42C1-B53E-687215BC5EFB}"/>
              </a:ext>
            </a:extLst>
          </p:cNvPr>
          <p:cNvCxnSpPr>
            <a:cxnSpLocks/>
          </p:cNvCxnSpPr>
          <p:nvPr/>
        </p:nvCxnSpPr>
        <p:spPr>
          <a:xfrm>
            <a:off x="12048679" y="9198842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9" name="Straight Connector 452">
            <a:extLst>
              <a:ext uri="{FF2B5EF4-FFF2-40B4-BE49-F238E27FC236}">
                <a16:creationId xmlns:a16="http://schemas.microsoft.com/office/drawing/2014/main" id="{0F4DAC03-0A44-484D-8C03-4513BAF84E71}"/>
              </a:ext>
            </a:extLst>
          </p:cNvPr>
          <p:cNvCxnSpPr>
            <a:cxnSpLocks/>
          </p:cNvCxnSpPr>
          <p:nvPr/>
        </p:nvCxnSpPr>
        <p:spPr>
          <a:xfrm flipV="1">
            <a:off x="11799652" y="9194577"/>
            <a:ext cx="250807" cy="10733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0" name="Straight Connector 452">
            <a:extLst>
              <a:ext uri="{FF2B5EF4-FFF2-40B4-BE49-F238E27FC236}">
                <a16:creationId xmlns:a16="http://schemas.microsoft.com/office/drawing/2014/main" id="{CD6E332F-612E-4DC3-953C-E7CDBCA6E9BD}"/>
              </a:ext>
            </a:extLst>
          </p:cNvPr>
          <p:cNvCxnSpPr>
            <a:cxnSpLocks/>
          </p:cNvCxnSpPr>
          <p:nvPr/>
        </p:nvCxnSpPr>
        <p:spPr>
          <a:xfrm>
            <a:off x="11551469" y="9200216"/>
            <a:ext cx="273083" cy="9591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1" name="Straight Connector 452">
            <a:extLst>
              <a:ext uri="{FF2B5EF4-FFF2-40B4-BE49-F238E27FC236}">
                <a16:creationId xmlns:a16="http://schemas.microsoft.com/office/drawing/2014/main" id="{AE90B124-8F62-464F-8175-B4EEB3C3317C}"/>
              </a:ext>
            </a:extLst>
          </p:cNvPr>
          <p:cNvCxnSpPr>
            <a:cxnSpLocks/>
          </p:cNvCxnSpPr>
          <p:nvPr/>
        </p:nvCxnSpPr>
        <p:spPr>
          <a:xfrm flipV="1">
            <a:off x="11561740" y="9016397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2" name="Straight Connector 452">
            <a:extLst>
              <a:ext uri="{FF2B5EF4-FFF2-40B4-BE49-F238E27FC236}">
                <a16:creationId xmlns:a16="http://schemas.microsoft.com/office/drawing/2014/main" id="{1F69B564-908B-45C7-8342-B503D53BB37C}"/>
              </a:ext>
            </a:extLst>
          </p:cNvPr>
          <p:cNvCxnSpPr>
            <a:cxnSpLocks/>
          </p:cNvCxnSpPr>
          <p:nvPr/>
        </p:nvCxnSpPr>
        <p:spPr>
          <a:xfrm>
            <a:off x="11555284" y="9042356"/>
            <a:ext cx="273083" cy="9591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3" name="Straight Connector 452">
            <a:extLst>
              <a:ext uri="{FF2B5EF4-FFF2-40B4-BE49-F238E27FC236}">
                <a16:creationId xmlns:a16="http://schemas.microsoft.com/office/drawing/2014/main" id="{254AAE1C-BF24-4F25-8E8D-442AE150CE76}"/>
              </a:ext>
            </a:extLst>
          </p:cNvPr>
          <p:cNvCxnSpPr>
            <a:cxnSpLocks/>
          </p:cNvCxnSpPr>
          <p:nvPr/>
        </p:nvCxnSpPr>
        <p:spPr>
          <a:xfrm flipV="1">
            <a:off x="11796139" y="9029331"/>
            <a:ext cx="250807" cy="10733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4" name="Straight Connector 452">
            <a:extLst>
              <a:ext uri="{FF2B5EF4-FFF2-40B4-BE49-F238E27FC236}">
                <a16:creationId xmlns:a16="http://schemas.microsoft.com/office/drawing/2014/main" id="{6452CF68-D7E4-42FC-A0D4-B3746953CFBF}"/>
              </a:ext>
            </a:extLst>
          </p:cNvPr>
          <p:cNvCxnSpPr>
            <a:cxnSpLocks/>
          </p:cNvCxnSpPr>
          <p:nvPr/>
        </p:nvCxnSpPr>
        <p:spPr>
          <a:xfrm>
            <a:off x="12014292" y="9012241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5" name="Straight Connector 452">
            <a:extLst>
              <a:ext uri="{FF2B5EF4-FFF2-40B4-BE49-F238E27FC236}">
                <a16:creationId xmlns:a16="http://schemas.microsoft.com/office/drawing/2014/main" id="{FC3DDD1D-EE16-42BC-B002-F84D616DF835}"/>
              </a:ext>
            </a:extLst>
          </p:cNvPr>
          <p:cNvCxnSpPr>
            <a:cxnSpLocks/>
          </p:cNvCxnSpPr>
          <p:nvPr/>
        </p:nvCxnSpPr>
        <p:spPr>
          <a:xfrm flipV="1">
            <a:off x="12227434" y="9020216"/>
            <a:ext cx="250807" cy="10733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6" name="Straight Connector 452">
            <a:extLst>
              <a:ext uri="{FF2B5EF4-FFF2-40B4-BE49-F238E27FC236}">
                <a16:creationId xmlns:a16="http://schemas.microsoft.com/office/drawing/2014/main" id="{39D8D981-4221-4DD8-8E88-0692E69FF6C3}"/>
              </a:ext>
            </a:extLst>
          </p:cNvPr>
          <p:cNvCxnSpPr>
            <a:cxnSpLocks/>
          </p:cNvCxnSpPr>
          <p:nvPr/>
        </p:nvCxnSpPr>
        <p:spPr>
          <a:xfrm>
            <a:off x="12227434" y="8925299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7" name="Straight Connector 452">
            <a:extLst>
              <a:ext uri="{FF2B5EF4-FFF2-40B4-BE49-F238E27FC236}">
                <a16:creationId xmlns:a16="http://schemas.microsoft.com/office/drawing/2014/main" id="{9126D09D-2831-4D0F-A148-6EEE5CAA2FFA}"/>
              </a:ext>
            </a:extLst>
          </p:cNvPr>
          <p:cNvCxnSpPr>
            <a:cxnSpLocks/>
          </p:cNvCxnSpPr>
          <p:nvPr/>
        </p:nvCxnSpPr>
        <p:spPr>
          <a:xfrm flipV="1">
            <a:off x="12236574" y="8845062"/>
            <a:ext cx="250807" cy="10733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8" name="Straight Connector 452">
            <a:extLst>
              <a:ext uri="{FF2B5EF4-FFF2-40B4-BE49-F238E27FC236}">
                <a16:creationId xmlns:a16="http://schemas.microsoft.com/office/drawing/2014/main" id="{1D9EE864-01CD-453C-862C-849DE1A7F14B}"/>
              </a:ext>
            </a:extLst>
          </p:cNvPr>
          <p:cNvCxnSpPr>
            <a:cxnSpLocks/>
          </p:cNvCxnSpPr>
          <p:nvPr/>
        </p:nvCxnSpPr>
        <p:spPr>
          <a:xfrm>
            <a:off x="12235097" y="8746299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9" name="Straight Connector 452">
            <a:extLst>
              <a:ext uri="{FF2B5EF4-FFF2-40B4-BE49-F238E27FC236}">
                <a16:creationId xmlns:a16="http://schemas.microsoft.com/office/drawing/2014/main" id="{CD765A53-162B-4B51-9483-D3014DFF94BC}"/>
              </a:ext>
            </a:extLst>
          </p:cNvPr>
          <p:cNvCxnSpPr>
            <a:cxnSpLocks/>
          </p:cNvCxnSpPr>
          <p:nvPr/>
        </p:nvCxnSpPr>
        <p:spPr>
          <a:xfrm flipV="1">
            <a:off x="12259654" y="8664590"/>
            <a:ext cx="250807" cy="10733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0" name="Straight Connector 452">
            <a:extLst>
              <a:ext uri="{FF2B5EF4-FFF2-40B4-BE49-F238E27FC236}">
                <a16:creationId xmlns:a16="http://schemas.microsoft.com/office/drawing/2014/main" id="{1F9448AE-A0A2-4B71-B2D2-A3FF8190A7F1}"/>
              </a:ext>
            </a:extLst>
          </p:cNvPr>
          <p:cNvCxnSpPr>
            <a:cxnSpLocks/>
          </p:cNvCxnSpPr>
          <p:nvPr/>
        </p:nvCxnSpPr>
        <p:spPr>
          <a:xfrm>
            <a:off x="12284159" y="8596771"/>
            <a:ext cx="184693" cy="7557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1" name="Straight Connector 452">
            <a:extLst>
              <a:ext uri="{FF2B5EF4-FFF2-40B4-BE49-F238E27FC236}">
                <a16:creationId xmlns:a16="http://schemas.microsoft.com/office/drawing/2014/main" id="{85A2FC70-DB70-42FE-84D7-42C3E8058AAD}"/>
              </a:ext>
            </a:extLst>
          </p:cNvPr>
          <p:cNvCxnSpPr>
            <a:cxnSpLocks/>
          </p:cNvCxnSpPr>
          <p:nvPr/>
        </p:nvCxnSpPr>
        <p:spPr>
          <a:xfrm flipV="1">
            <a:off x="11327417" y="8581002"/>
            <a:ext cx="972673" cy="36513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2" name="Straight Connector 452">
            <a:extLst>
              <a:ext uri="{FF2B5EF4-FFF2-40B4-BE49-F238E27FC236}">
                <a16:creationId xmlns:a16="http://schemas.microsoft.com/office/drawing/2014/main" id="{A1ECC07C-5411-4957-9604-576FD17E16EC}"/>
              </a:ext>
            </a:extLst>
          </p:cNvPr>
          <p:cNvCxnSpPr>
            <a:cxnSpLocks/>
          </p:cNvCxnSpPr>
          <p:nvPr/>
        </p:nvCxnSpPr>
        <p:spPr>
          <a:xfrm>
            <a:off x="11565759" y="9040433"/>
            <a:ext cx="273083" cy="9591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3" name="Straight Connector 452">
            <a:extLst>
              <a:ext uri="{FF2B5EF4-FFF2-40B4-BE49-F238E27FC236}">
                <a16:creationId xmlns:a16="http://schemas.microsoft.com/office/drawing/2014/main" id="{F133C194-FD1A-427C-BE1E-60CD2E59EA77}"/>
              </a:ext>
            </a:extLst>
          </p:cNvPr>
          <p:cNvCxnSpPr>
            <a:cxnSpLocks/>
          </p:cNvCxnSpPr>
          <p:nvPr/>
        </p:nvCxnSpPr>
        <p:spPr>
          <a:xfrm>
            <a:off x="11125159" y="8854679"/>
            <a:ext cx="208988" cy="79723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4" name="Straight Connector 452">
            <a:extLst>
              <a:ext uri="{FF2B5EF4-FFF2-40B4-BE49-F238E27FC236}">
                <a16:creationId xmlns:a16="http://schemas.microsoft.com/office/drawing/2014/main" id="{C331C1AF-5E34-40C3-BA94-90FC0184FAA2}"/>
              </a:ext>
            </a:extLst>
          </p:cNvPr>
          <p:cNvCxnSpPr>
            <a:cxnSpLocks/>
          </p:cNvCxnSpPr>
          <p:nvPr/>
        </p:nvCxnSpPr>
        <p:spPr>
          <a:xfrm flipV="1">
            <a:off x="11115829" y="8679367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5" name="Straight Connector 452">
            <a:extLst>
              <a:ext uri="{FF2B5EF4-FFF2-40B4-BE49-F238E27FC236}">
                <a16:creationId xmlns:a16="http://schemas.microsoft.com/office/drawing/2014/main" id="{D96EFFDB-910A-4156-9224-6A6169BD6648}"/>
              </a:ext>
            </a:extLst>
          </p:cNvPr>
          <p:cNvCxnSpPr>
            <a:cxnSpLocks/>
          </p:cNvCxnSpPr>
          <p:nvPr/>
        </p:nvCxnSpPr>
        <p:spPr>
          <a:xfrm>
            <a:off x="10633686" y="8492782"/>
            <a:ext cx="498602" cy="19382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6" name="Straight Connector 452">
            <a:extLst>
              <a:ext uri="{FF2B5EF4-FFF2-40B4-BE49-F238E27FC236}">
                <a16:creationId xmlns:a16="http://schemas.microsoft.com/office/drawing/2014/main" id="{618E9E17-460D-4C7D-B670-4F634618ECD3}"/>
              </a:ext>
            </a:extLst>
          </p:cNvPr>
          <p:cNvCxnSpPr>
            <a:cxnSpLocks/>
          </p:cNvCxnSpPr>
          <p:nvPr/>
        </p:nvCxnSpPr>
        <p:spPr>
          <a:xfrm flipV="1">
            <a:off x="10640153" y="8293097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7" name="Straight Connector 452">
            <a:extLst>
              <a:ext uri="{FF2B5EF4-FFF2-40B4-BE49-F238E27FC236}">
                <a16:creationId xmlns:a16="http://schemas.microsoft.com/office/drawing/2014/main" id="{48681756-A6C4-499C-BE5A-FF0F3ECBF911}"/>
              </a:ext>
            </a:extLst>
          </p:cNvPr>
          <p:cNvCxnSpPr>
            <a:cxnSpLocks/>
          </p:cNvCxnSpPr>
          <p:nvPr/>
        </p:nvCxnSpPr>
        <p:spPr>
          <a:xfrm>
            <a:off x="10650295" y="8313543"/>
            <a:ext cx="688685" cy="27510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8" name="Straight Connector 452">
            <a:extLst>
              <a:ext uri="{FF2B5EF4-FFF2-40B4-BE49-F238E27FC236}">
                <a16:creationId xmlns:a16="http://schemas.microsoft.com/office/drawing/2014/main" id="{89BB6819-DE69-4339-B7A7-1BEACEC07046}"/>
              </a:ext>
            </a:extLst>
          </p:cNvPr>
          <p:cNvCxnSpPr>
            <a:cxnSpLocks/>
          </p:cNvCxnSpPr>
          <p:nvPr/>
        </p:nvCxnSpPr>
        <p:spPr>
          <a:xfrm flipV="1">
            <a:off x="11332396" y="8572650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9" name="Straight Connector 452">
            <a:extLst>
              <a:ext uri="{FF2B5EF4-FFF2-40B4-BE49-F238E27FC236}">
                <a16:creationId xmlns:a16="http://schemas.microsoft.com/office/drawing/2014/main" id="{AE6D009F-2FA4-4F2F-BDE0-C841B4DC0654}"/>
              </a:ext>
            </a:extLst>
          </p:cNvPr>
          <p:cNvCxnSpPr>
            <a:cxnSpLocks/>
          </p:cNvCxnSpPr>
          <p:nvPr/>
        </p:nvCxnSpPr>
        <p:spPr>
          <a:xfrm flipV="1">
            <a:off x="11322996" y="8418949"/>
            <a:ext cx="942498" cy="34071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0" name="Straight Connector 452">
            <a:extLst>
              <a:ext uri="{FF2B5EF4-FFF2-40B4-BE49-F238E27FC236}">
                <a16:creationId xmlns:a16="http://schemas.microsoft.com/office/drawing/2014/main" id="{EAC7B983-C627-4DBA-A079-BEF46680890D}"/>
              </a:ext>
            </a:extLst>
          </p:cNvPr>
          <p:cNvCxnSpPr>
            <a:cxnSpLocks/>
          </p:cNvCxnSpPr>
          <p:nvPr/>
        </p:nvCxnSpPr>
        <p:spPr>
          <a:xfrm flipV="1">
            <a:off x="12258474" y="8233683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1" name="Straight Connector 452">
            <a:extLst>
              <a:ext uri="{FF2B5EF4-FFF2-40B4-BE49-F238E27FC236}">
                <a16:creationId xmlns:a16="http://schemas.microsoft.com/office/drawing/2014/main" id="{D32AAD73-711C-4225-AA31-D9902E736351}"/>
              </a:ext>
            </a:extLst>
          </p:cNvPr>
          <p:cNvCxnSpPr>
            <a:cxnSpLocks/>
          </p:cNvCxnSpPr>
          <p:nvPr/>
        </p:nvCxnSpPr>
        <p:spPr>
          <a:xfrm flipV="1">
            <a:off x="11528079" y="8239231"/>
            <a:ext cx="730395" cy="25468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2" name="Straight Connector 452">
            <a:extLst>
              <a:ext uri="{FF2B5EF4-FFF2-40B4-BE49-F238E27FC236}">
                <a16:creationId xmlns:a16="http://schemas.microsoft.com/office/drawing/2014/main" id="{641951B4-8E54-4BDF-93F6-88D76F7A32B0}"/>
              </a:ext>
            </a:extLst>
          </p:cNvPr>
          <p:cNvCxnSpPr>
            <a:cxnSpLocks/>
          </p:cNvCxnSpPr>
          <p:nvPr/>
        </p:nvCxnSpPr>
        <p:spPr>
          <a:xfrm>
            <a:off x="10645486" y="8140860"/>
            <a:ext cx="921172" cy="35272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3" name="Straight Connector 452">
            <a:extLst>
              <a:ext uri="{FF2B5EF4-FFF2-40B4-BE49-F238E27FC236}">
                <a16:creationId xmlns:a16="http://schemas.microsoft.com/office/drawing/2014/main" id="{BB7A2564-1B3F-4903-A325-B2ADBD3A9BA1}"/>
              </a:ext>
            </a:extLst>
          </p:cNvPr>
          <p:cNvCxnSpPr>
            <a:cxnSpLocks/>
          </p:cNvCxnSpPr>
          <p:nvPr/>
        </p:nvCxnSpPr>
        <p:spPr>
          <a:xfrm flipH="1" flipV="1">
            <a:off x="10640153" y="7976880"/>
            <a:ext cx="5042" cy="15533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4" name="Straight Connector 452">
            <a:extLst>
              <a:ext uri="{FF2B5EF4-FFF2-40B4-BE49-F238E27FC236}">
                <a16:creationId xmlns:a16="http://schemas.microsoft.com/office/drawing/2014/main" id="{7B756629-22F1-4449-9971-6EFF86069981}"/>
              </a:ext>
            </a:extLst>
          </p:cNvPr>
          <p:cNvCxnSpPr>
            <a:cxnSpLocks/>
          </p:cNvCxnSpPr>
          <p:nvPr/>
        </p:nvCxnSpPr>
        <p:spPr>
          <a:xfrm>
            <a:off x="10630220" y="7969044"/>
            <a:ext cx="921172" cy="35272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5" name="Straight Connector 452">
            <a:extLst>
              <a:ext uri="{FF2B5EF4-FFF2-40B4-BE49-F238E27FC236}">
                <a16:creationId xmlns:a16="http://schemas.microsoft.com/office/drawing/2014/main" id="{6AD1E2CA-C961-496E-AFE3-9DD79FB05026}"/>
              </a:ext>
            </a:extLst>
          </p:cNvPr>
          <p:cNvCxnSpPr>
            <a:cxnSpLocks/>
          </p:cNvCxnSpPr>
          <p:nvPr/>
        </p:nvCxnSpPr>
        <p:spPr>
          <a:xfrm flipV="1">
            <a:off x="11535099" y="8079693"/>
            <a:ext cx="730395" cy="25468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6" name="Straight Connector 452">
            <a:extLst>
              <a:ext uri="{FF2B5EF4-FFF2-40B4-BE49-F238E27FC236}">
                <a16:creationId xmlns:a16="http://schemas.microsoft.com/office/drawing/2014/main" id="{D991C642-81E6-4770-971E-D909DE0DBAC6}"/>
              </a:ext>
            </a:extLst>
          </p:cNvPr>
          <p:cNvCxnSpPr>
            <a:cxnSpLocks/>
          </p:cNvCxnSpPr>
          <p:nvPr/>
        </p:nvCxnSpPr>
        <p:spPr>
          <a:xfrm flipV="1">
            <a:off x="12265494" y="7866962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7" name="Straight Connector 452">
            <a:extLst>
              <a:ext uri="{FF2B5EF4-FFF2-40B4-BE49-F238E27FC236}">
                <a16:creationId xmlns:a16="http://schemas.microsoft.com/office/drawing/2014/main" id="{170AD242-B09E-4429-8BFB-11153EC1C38B}"/>
              </a:ext>
            </a:extLst>
          </p:cNvPr>
          <p:cNvCxnSpPr>
            <a:cxnSpLocks/>
          </p:cNvCxnSpPr>
          <p:nvPr/>
        </p:nvCxnSpPr>
        <p:spPr>
          <a:xfrm flipV="1">
            <a:off x="11542834" y="7902063"/>
            <a:ext cx="730395" cy="25468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8" name="Straight Connector 452">
            <a:extLst>
              <a:ext uri="{FF2B5EF4-FFF2-40B4-BE49-F238E27FC236}">
                <a16:creationId xmlns:a16="http://schemas.microsoft.com/office/drawing/2014/main" id="{3A560205-0299-42BC-AB8F-A3F911A39D7D}"/>
              </a:ext>
            </a:extLst>
          </p:cNvPr>
          <p:cNvCxnSpPr>
            <a:cxnSpLocks/>
          </p:cNvCxnSpPr>
          <p:nvPr/>
        </p:nvCxnSpPr>
        <p:spPr>
          <a:xfrm>
            <a:off x="10614209" y="7785916"/>
            <a:ext cx="921172" cy="35272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9" name="Straight Connector 452">
            <a:extLst>
              <a:ext uri="{FF2B5EF4-FFF2-40B4-BE49-F238E27FC236}">
                <a16:creationId xmlns:a16="http://schemas.microsoft.com/office/drawing/2014/main" id="{97C42BDF-F212-4279-BDED-4D79C1C75928}"/>
              </a:ext>
            </a:extLst>
          </p:cNvPr>
          <p:cNvCxnSpPr>
            <a:cxnSpLocks/>
          </p:cNvCxnSpPr>
          <p:nvPr/>
        </p:nvCxnSpPr>
        <p:spPr>
          <a:xfrm flipV="1">
            <a:off x="10424960" y="7776448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0" name="Straight Connector 452">
            <a:extLst>
              <a:ext uri="{FF2B5EF4-FFF2-40B4-BE49-F238E27FC236}">
                <a16:creationId xmlns:a16="http://schemas.microsoft.com/office/drawing/2014/main" id="{C088F224-1B96-43A3-A215-CFB5A29ACEA6}"/>
              </a:ext>
            </a:extLst>
          </p:cNvPr>
          <p:cNvCxnSpPr>
            <a:cxnSpLocks/>
          </p:cNvCxnSpPr>
          <p:nvPr/>
        </p:nvCxnSpPr>
        <p:spPr>
          <a:xfrm>
            <a:off x="10191448" y="7774446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1" name="Straight Connector 452">
            <a:extLst>
              <a:ext uri="{FF2B5EF4-FFF2-40B4-BE49-F238E27FC236}">
                <a16:creationId xmlns:a16="http://schemas.microsoft.com/office/drawing/2014/main" id="{9047B628-8CF0-44B9-8FFD-F5557F288B83}"/>
              </a:ext>
            </a:extLst>
          </p:cNvPr>
          <p:cNvCxnSpPr>
            <a:cxnSpLocks/>
          </p:cNvCxnSpPr>
          <p:nvPr/>
        </p:nvCxnSpPr>
        <p:spPr>
          <a:xfrm flipH="1" flipV="1">
            <a:off x="10205379" y="7588437"/>
            <a:ext cx="5042" cy="15533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2" name="Straight Connector 452">
            <a:extLst>
              <a:ext uri="{FF2B5EF4-FFF2-40B4-BE49-F238E27FC236}">
                <a16:creationId xmlns:a16="http://schemas.microsoft.com/office/drawing/2014/main" id="{6E27C77F-86C8-4446-8E09-271126BDEBB9}"/>
              </a:ext>
            </a:extLst>
          </p:cNvPr>
          <p:cNvCxnSpPr>
            <a:cxnSpLocks/>
          </p:cNvCxnSpPr>
          <p:nvPr/>
        </p:nvCxnSpPr>
        <p:spPr>
          <a:xfrm>
            <a:off x="10195280" y="7600398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3" name="Straight Connector 452">
            <a:extLst>
              <a:ext uri="{FF2B5EF4-FFF2-40B4-BE49-F238E27FC236}">
                <a16:creationId xmlns:a16="http://schemas.microsoft.com/office/drawing/2014/main" id="{70E5C555-331A-4683-B690-51A5ADA448A0}"/>
              </a:ext>
            </a:extLst>
          </p:cNvPr>
          <p:cNvCxnSpPr>
            <a:cxnSpLocks/>
          </p:cNvCxnSpPr>
          <p:nvPr/>
        </p:nvCxnSpPr>
        <p:spPr>
          <a:xfrm flipH="1" flipV="1">
            <a:off x="10414082" y="7522190"/>
            <a:ext cx="5042" cy="15533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4" name="Straight Connector 452">
            <a:extLst>
              <a:ext uri="{FF2B5EF4-FFF2-40B4-BE49-F238E27FC236}">
                <a16:creationId xmlns:a16="http://schemas.microsoft.com/office/drawing/2014/main" id="{808C260F-C048-4550-A337-3ACBF2C79867}"/>
              </a:ext>
            </a:extLst>
          </p:cNvPr>
          <p:cNvCxnSpPr>
            <a:cxnSpLocks/>
          </p:cNvCxnSpPr>
          <p:nvPr/>
        </p:nvCxnSpPr>
        <p:spPr>
          <a:xfrm>
            <a:off x="10393764" y="7526486"/>
            <a:ext cx="1182660" cy="45643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5" name="Straight Connector 452">
            <a:extLst>
              <a:ext uri="{FF2B5EF4-FFF2-40B4-BE49-F238E27FC236}">
                <a16:creationId xmlns:a16="http://schemas.microsoft.com/office/drawing/2014/main" id="{A7C0CC45-C2C5-4DAC-8BBB-3183010AA1B6}"/>
              </a:ext>
            </a:extLst>
          </p:cNvPr>
          <p:cNvCxnSpPr>
            <a:cxnSpLocks/>
          </p:cNvCxnSpPr>
          <p:nvPr/>
        </p:nvCxnSpPr>
        <p:spPr>
          <a:xfrm flipV="1">
            <a:off x="11591771" y="7619200"/>
            <a:ext cx="910028" cy="34308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6" name="Straight Connector 452">
            <a:extLst>
              <a:ext uri="{FF2B5EF4-FFF2-40B4-BE49-F238E27FC236}">
                <a16:creationId xmlns:a16="http://schemas.microsoft.com/office/drawing/2014/main" id="{76F03C2C-BB27-4C2E-9839-A8C2CC2B03C8}"/>
              </a:ext>
            </a:extLst>
          </p:cNvPr>
          <p:cNvCxnSpPr>
            <a:cxnSpLocks/>
          </p:cNvCxnSpPr>
          <p:nvPr/>
        </p:nvCxnSpPr>
        <p:spPr>
          <a:xfrm flipV="1">
            <a:off x="12491473" y="7443416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7" name="Straight Connector 452">
            <a:extLst>
              <a:ext uri="{FF2B5EF4-FFF2-40B4-BE49-F238E27FC236}">
                <a16:creationId xmlns:a16="http://schemas.microsoft.com/office/drawing/2014/main" id="{BED302F7-ECFB-4F5A-A868-A1246A32F7D2}"/>
              </a:ext>
            </a:extLst>
          </p:cNvPr>
          <p:cNvCxnSpPr>
            <a:cxnSpLocks/>
          </p:cNvCxnSpPr>
          <p:nvPr/>
        </p:nvCxnSpPr>
        <p:spPr>
          <a:xfrm>
            <a:off x="12480298" y="7246706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8" name="Straight Connector 452">
            <a:extLst>
              <a:ext uri="{FF2B5EF4-FFF2-40B4-BE49-F238E27FC236}">
                <a16:creationId xmlns:a16="http://schemas.microsoft.com/office/drawing/2014/main" id="{5BF26423-AE7A-484E-A2B8-01824EBC3FD2}"/>
              </a:ext>
            </a:extLst>
          </p:cNvPr>
          <p:cNvCxnSpPr>
            <a:cxnSpLocks/>
          </p:cNvCxnSpPr>
          <p:nvPr/>
        </p:nvCxnSpPr>
        <p:spPr>
          <a:xfrm flipV="1">
            <a:off x="12491261" y="7361675"/>
            <a:ext cx="235480" cy="8628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9" name="Straight Connector 452">
            <a:extLst>
              <a:ext uri="{FF2B5EF4-FFF2-40B4-BE49-F238E27FC236}">
                <a16:creationId xmlns:a16="http://schemas.microsoft.com/office/drawing/2014/main" id="{5D63B5A2-EC64-4EA4-9D3C-B5F74A60DA24}"/>
              </a:ext>
            </a:extLst>
          </p:cNvPr>
          <p:cNvCxnSpPr>
            <a:cxnSpLocks/>
          </p:cNvCxnSpPr>
          <p:nvPr/>
        </p:nvCxnSpPr>
        <p:spPr>
          <a:xfrm flipV="1">
            <a:off x="12235097" y="7258567"/>
            <a:ext cx="243397" cy="9302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0" name="Straight Connector 452">
            <a:extLst>
              <a:ext uri="{FF2B5EF4-FFF2-40B4-BE49-F238E27FC236}">
                <a16:creationId xmlns:a16="http://schemas.microsoft.com/office/drawing/2014/main" id="{C0E5C928-D5E5-4087-B8B7-C4FF02D20EFC}"/>
              </a:ext>
            </a:extLst>
          </p:cNvPr>
          <p:cNvCxnSpPr>
            <a:cxnSpLocks/>
          </p:cNvCxnSpPr>
          <p:nvPr/>
        </p:nvCxnSpPr>
        <p:spPr>
          <a:xfrm>
            <a:off x="12012090" y="7244967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1" name="Straight Connector 452">
            <a:extLst>
              <a:ext uri="{FF2B5EF4-FFF2-40B4-BE49-F238E27FC236}">
                <a16:creationId xmlns:a16="http://schemas.microsoft.com/office/drawing/2014/main" id="{0EC07BBF-C4E8-4DC8-AE7C-2E8A42785BC3}"/>
              </a:ext>
            </a:extLst>
          </p:cNvPr>
          <p:cNvCxnSpPr>
            <a:cxnSpLocks/>
          </p:cNvCxnSpPr>
          <p:nvPr/>
        </p:nvCxnSpPr>
        <p:spPr>
          <a:xfrm flipH="1" flipV="1">
            <a:off x="12022441" y="7251933"/>
            <a:ext cx="5327" cy="36726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2" name="Straight Connector 452">
            <a:extLst>
              <a:ext uri="{FF2B5EF4-FFF2-40B4-BE49-F238E27FC236}">
                <a16:creationId xmlns:a16="http://schemas.microsoft.com/office/drawing/2014/main" id="{5967C91F-94F6-46F3-8C2A-D127EC20C2A1}"/>
              </a:ext>
            </a:extLst>
          </p:cNvPr>
          <p:cNvCxnSpPr>
            <a:cxnSpLocks/>
          </p:cNvCxnSpPr>
          <p:nvPr/>
        </p:nvCxnSpPr>
        <p:spPr>
          <a:xfrm flipV="1">
            <a:off x="11558249" y="7608382"/>
            <a:ext cx="478664" cy="18010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3" name="Straight Connector 452">
            <a:extLst>
              <a:ext uri="{FF2B5EF4-FFF2-40B4-BE49-F238E27FC236}">
                <a16:creationId xmlns:a16="http://schemas.microsoft.com/office/drawing/2014/main" id="{1275C68B-A079-438F-88A6-B0208877DF7C}"/>
              </a:ext>
            </a:extLst>
          </p:cNvPr>
          <p:cNvCxnSpPr>
            <a:cxnSpLocks/>
          </p:cNvCxnSpPr>
          <p:nvPr/>
        </p:nvCxnSpPr>
        <p:spPr>
          <a:xfrm>
            <a:off x="10195054" y="7270509"/>
            <a:ext cx="1386949" cy="52837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4" name="Straight Connector 452">
            <a:extLst>
              <a:ext uri="{FF2B5EF4-FFF2-40B4-BE49-F238E27FC236}">
                <a16:creationId xmlns:a16="http://schemas.microsoft.com/office/drawing/2014/main" id="{9065B429-916D-4BCC-900B-A9B0DAE27398}"/>
              </a:ext>
            </a:extLst>
          </p:cNvPr>
          <p:cNvCxnSpPr>
            <a:cxnSpLocks/>
          </p:cNvCxnSpPr>
          <p:nvPr/>
        </p:nvCxnSpPr>
        <p:spPr>
          <a:xfrm flipV="1">
            <a:off x="9734517" y="7252664"/>
            <a:ext cx="461760" cy="20675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5" name="Straight Connector 452">
            <a:extLst>
              <a:ext uri="{FF2B5EF4-FFF2-40B4-BE49-F238E27FC236}">
                <a16:creationId xmlns:a16="http://schemas.microsoft.com/office/drawing/2014/main" id="{0AE8FC52-B174-4C81-9836-B23C0085FA16}"/>
              </a:ext>
            </a:extLst>
          </p:cNvPr>
          <p:cNvCxnSpPr>
            <a:cxnSpLocks/>
          </p:cNvCxnSpPr>
          <p:nvPr/>
        </p:nvCxnSpPr>
        <p:spPr>
          <a:xfrm flipH="1" flipV="1">
            <a:off x="9725992" y="7447111"/>
            <a:ext cx="5042" cy="15533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6" name="Straight Connector 452">
            <a:extLst>
              <a:ext uri="{FF2B5EF4-FFF2-40B4-BE49-F238E27FC236}">
                <a16:creationId xmlns:a16="http://schemas.microsoft.com/office/drawing/2014/main" id="{E5D2279B-AC78-4DE3-8859-30DB56A7D9CE}"/>
              </a:ext>
            </a:extLst>
          </p:cNvPr>
          <p:cNvCxnSpPr>
            <a:cxnSpLocks/>
          </p:cNvCxnSpPr>
          <p:nvPr/>
        </p:nvCxnSpPr>
        <p:spPr>
          <a:xfrm flipV="1">
            <a:off x="9510134" y="7594963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7" name="Straight Connector 452">
            <a:extLst>
              <a:ext uri="{FF2B5EF4-FFF2-40B4-BE49-F238E27FC236}">
                <a16:creationId xmlns:a16="http://schemas.microsoft.com/office/drawing/2014/main" id="{26A149C0-F6A5-48B7-B60C-F79C8C226D3B}"/>
              </a:ext>
            </a:extLst>
          </p:cNvPr>
          <p:cNvCxnSpPr>
            <a:cxnSpLocks/>
          </p:cNvCxnSpPr>
          <p:nvPr/>
        </p:nvCxnSpPr>
        <p:spPr>
          <a:xfrm>
            <a:off x="9073913" y="7532226"/>
            <a:ext cx="442809" cy="17542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8" name="Straight Connector 452">
            <a:extLst>
              <a:ext uri="{FF2B5EF4-FFF2-40B4-BE49-F238E27FC236}">
                <a16:creationId xmlns:a16="http://schemas.microsoft.com/office/drawing/2014/main" id="{8A2B5040-8BDB-40FE-9BF6-B9FD6B9275B1}"/>
              </a:ext>
            </a:extLst>
          </p:cNvPr>
          <p:cNvCxnSpPr>
            <a:cxnSpLocks/>
          </p:cNvCxnSpPr>
          <p:nvPr/>
        </p:nvCxnSpPr>
        <p:spPr>
          <a:xfrm flipH="1" flipV="1">
            <a:off x="9070156" y="7359925"/>
            <a:ext cx="5042" cy="155338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9" name="Straight Connector 452">
            <a:extLst>
              <a:ext uri="{FF2B5EF4-FFF2-40B4-BE49-F238E27FC236}">
                <a16:creationId xmlns:a16="http://schemas.microsoft.com/office/drawing/2014/main" id="{C62F2B76-FEF1-48DD-B2A0-9933BAACD7FD}"/>
              </a:ext>
            </a:extLst>
          </p:cNvPr>
          <p:cNvCxnSpPr>
            <a:cxnSpLocks/>
          </p:cNvCxnSpPr>
          <p:nvPr/>
        </p:nvCxnSpPr>
        <p:spPr>
          <a:xfrm>
            <a:off x="9063661" y="7368623"/>
            <a:ext cx="442809" cy="17542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0" name="Straight Connector 452">
            <a:extLst>
              <a:ext uri="{FF2B5EF4-FFF2-40B4-BE49-F238E27FC236}">
                <a16:creationId xmlns:a16="http://schemas.microsoft.com/office/drawing/2014/main" id="{E9192EC4-C0F0-425D-AF7F-8563BAF1666A}"/>
              </a:ext>
            </a:extLst>
          </p:cNvPr>
          <p:cNvCxnSpPr>
            <a:cxnSpLocks/>
          </p:cNvCxnSpPr>
          <p:nvPr/>
        </p:nvCxnSpPr>
        <p:spPr>
          <a:xfrm flipH="1" flipV="1">
            <a:off x="9510218" y="7358036"/>
            <a:ext cx="2521" cy="17583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1" name="Straight Connector 452">
            <a:extLst>
              <a:ext uri="{FF2B5EF4-FFF2-40B4-BE49-F238E27FC236}">
                <a16:creationId xmlns:a16="http://schemas.microsoft.com/office/drawing/2014/main" id="{9B2986EC-78BA-4D69-AB49-E0DBCDB774E9}"/>
              </a:ext>
            </a:extLst>
          </p:cNvPr>
          <p:cNvCxnSpPr>
            <a:cxnSpLocks/>
          </p:cNvCxnSpPr>
          <p:nvPr/>
        </p:nvCxnSpPr>
        <p:spPr>
          <a:xfrm>
            <a:off x="9269716" y="7260609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2" name="Straight Connector 452">
            <a:extLst>
              <a:ext uri="{FF2B5EF4-FFF2-40B4-BE49-F238E27FC236}">
                <a16:creationId xmlns:a16="http://schemas.microsoft.com/office/drawing/2014/main" id="{E3400541-E445-4386-AEE4-41B82F1D8896}"/>
              </a:ext>
            </a:extLst>
          </p:cNvPr>
          <p:cNvCxnSpPr>
            <a:cxnSpLocks/>
          </p:cNvCxnSpPr>
          <p:nvPr/>
        </p:nvCxnSpPr>
        <p:spPr>
          <a:xfrm flipV="1">
            <a:off x="9276541" y="6730587"/>
            <a:ext cx="15214" cy="53652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3" name="Straight Connector 452">
            <a:extLst>
              <a:ext uri="{FF2B5EF4-FFF2-40B4-BE49-F238E27FC236}">
                <a16:creationId xmlns:a16="http://schemas.microsoft.com/office/drawing/2014/main" id="{19A1EC2E-FF1D-4116-B19E-D39D4B4918B9}"/>
              </a:ext>
            </a:extLst>
          </p:cNvPr>
          <p:cNvCxnSpPr>
            <a:cxnSpLocks/>
          </p:cNvCxnSpPr>
          <p:nvPr/>
        </p:nvCxnSpPr>
        <p:spPr>
          <a:xfrm>
            <a:off x="9287626" y="6719577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4" name="Straight Connector 452">
            <a:extLst>
              <a:ext uri="{FF2B5EF4-FFF2-40B4-BE49-F238E27FC236}">
                <a16:creationId xmlns:a16="http://schemas.microsoft.com/office/drawing/2014/main" id="{3247D6C0-3AD0-4B08-BF9C-D9662121C3EC}"/>
              </a:ext>
            </a:extLst>
          </p:cNvPr>
          <p:cNvCxnSpPr>
            <a:cxnSpLocks/>
          </p:cNvCxnSpPr>
          <p:nvPr/>
        </p:nvCxnSpPr>
        <p:spPr>
          <a:xfrm flipV="1">
            <a:off x="9507082" y="6820847"/>
            <a:ext cx="1922" cy="38900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5" name="Straight Connector 452">
            <a:extLst>
              <a:ext uri="{FF2B5EF4-FFF2-40B4-BE49-F238E27FC236}">
                <a16:creationId xmlns:a16="http://schemas.microsoft.com/office/drawing/2014/main" id="{9C9B34B9-C9B0-43EA-871E-E118C4D56444}"/>
              </a:ext>
            </a:extLst>
          </p:cNvPr>
          <p:cNvCxnSpPr>
            <a:cxnSpLocks/>
          </p:cNvCxnSpPr>
          <p:nvPr/>
        </p:nvCxnSpPr>
        <p:spPr>
          <a:xfrm>
            <a:off x="9513533" y="7169393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6" name="Straight Connector 452">
            <a:extLst>
              <a:ext uri="{FF2B5EF4-FFF2-40B4-BE49-F238E27FC236}">
                <a16:creationId xmlns:a16="http://schemas.microsoft.com/office/drawing/2014/main" id="{D1B23FB6-C3B6-4263-8F2C-4F8ED9EA0558}"/>
              </a:ext>
            </a:extLst>
          </p:cNvPr>
          <p:cNvCxnSpPr>
            <a:cxnSpLocks/>
          </p:cNvCxnSpPr>
          <p:nvPr/>
        </p:nvCxnSpPr>
        <p:spPr>
          <a:xfrm flipV="1">
            <a:off x="9731693" y="6737409"/>
            <a:ext cx="961" cy="55641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7" name="Straight Connector 452">
            <a:extLst>
              <a:ext uri="{FF2B5EF4-FFF2-40B4-BE49-F238E27FC236}">
                <a16:creationId xmlns:a16="http://schemas.microsoft.com/office/drawing/2014/main" id="{9B95AD2C-FC1F-45FB-A4AD-24DE53765C88}"/>
              </a:ext>
            </a:extLst>
          </p:cNvPr>
          <p:cNvCxnSpPr>
            <a:cxnSpLocks/>
          </p:cNvCxnSpPr>
          <p:nvPr/>
        </p:nvCxnSpPr>
        <p:spPr>
          <a:xfrm>
            <a:off x="9724331" y="6737409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8" name="Straight Connector 452">
            <a:extLst>
              <a:ext uri="{FF2B5EF4-FFF2-40B4-BE49-F238E27FC236}">
                <a16:creationId xmlns:a16="http://schemas.microsoft.com/office/drawing/2014/main" id="{FBCA2330-2C24-4F37-96DB-EDA7A6176F62}"/>
              </a:ext>
            </a:extLst>
          </p:cNvPr>
          <p:cNvCxnSpPr>
            <a:cxnSpLocks/>
          </p:cNvCxnSpPr>
          <p:nvPr/>
        </p:nvCxnSpPr>
        <p:spPr>
          <a:xfrm flipV="1">
            <a:off x="9955343" y="6820847"/>
            <a:ext cx="1922" cy="38900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9" name="Straight Connector 452">
            <a:extLst>
              <a:ext uri="{FF2B5EF4-FFF2-40B4-BE49-F238E27FC236}">
                <a16:creationId xmlns:a16="http://schemas.microsoft.com/office/drawing/2014/main" id="{CFE8098A-3289-466B-8723-45B73D053693}"/>
              </a:ext>
            </a:extLst>
          </p:cNvPr>
          <p:cNvCxnSpPr>
            <a:cxnSpLocks/>
          </p:cNvCxnSpPr>
          <p:nvPr/>
        </p:nvCxnSpPr>
        <p:spPr>
          <a:xfrm flipV="1">
            <a:off x="9963471" y="7080392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0" name="Straight Connector 452">
            <a:extLst>
              <a:ext uri="{FF2B5EF4-FFF2-40B4-BE49-F238E27FC236}">
                <a16:creationId xmlns:a16="http://schemas.microsoft.com/office/drawing/2014/main" id="{FF5F686A-E406-4B4B-9286-9C5FCD20B2F2}"/>
              </a:ext>
            </a:extLst>
          </p:cNvPr>
          <p:cNvCxnSpPr>
            <a:cxnSpLocks/>
          </p:cNvCxnSpPr>
          <p:nvPr/>
        </p:nvCxnSpPr>
        <p:spPr>
          <a:xfrm>
            <a:off x="10179851" y="7091490"/>
            <a:ext cx="1386949" cy="52837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1" name="Straight Connector 452">
            <a:extLst>
              <a:ext uri="{FF2B5EF4-FFF2-40B4-BE49-F238E27FC236}">
                <a16:creationId xmlns:a16="http://schemas.microsoft.com/office/drawing/2014/main" id="{38C1BD20-930E-4AFA-AA14-62DFB43C03FA}"/>
              </a:ext>
            </a:extLst>
          </p:cNvPr>
          <p:cNvCxnSpPr>
            <a:cxnSpLocks/>
          </p:cNvCxnSpPr>
          <p:nvPr/>
        </p:nvCxnSpPr>
        <p:spPr>
          <a:xfrm flipV="1">
            <a:off x="11560188" y="7509193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2" name="Straight Connector 452">
            <a:extLst>
              <a:ext uri="{FF2B5EF4-FFF2-40B4-BE49-F238E27FC236}">
                <a16:creationId xmlns:a16="http://schemas.microsoft.com/office/drawing/2014/main" id="{2E5EC7C8-FA11-4CB2-A2D4-718697FC9C2A}"/>
              </a:ext>
            </a:extLst>
          </p:cNvPr>
          <p:cNvCxnSpPr>
            <a:cxnSpLocks/>
          </p:cNvCxnSpPr>
          <p:nvPr/>
        </p:nvCxnSpPr>
        <p:spPr>
          <a:xfrm flipV="1">
            <a:off x="11780569" y="7331602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3" name="Straight Connector 452">
            <a:extLst>
              <a:ext uri="{FF2B5EF4-FFF2-40B4-BE49-F238E27FC236}">
                <a16:creationId xmlns:a16="http://schemas.microsoft.com/office/drawing/2014/main" id="{A0A988AE-C234-4F0E-A1E0-7660CD309F0E}"/>
              </a:ext>
            </a:extLst>
          </p:cNvPr>
          <p:cNvCxnSpPr>
            <a:cxnSpLocks/>
          </p:cNvCxnSpPr>
          <p:nvPr/>
        </p:nvCxnSpPr>
        <p:spPr>
          <a:xfrm flipV="1">
            <a:off x="11570908" y="7344962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4" name="Straight Connector 452">
            <a:extLst>
              <a:ext uri="{FF2B5EF4-FFF2-40B4-BE49-F238E27FC236}">
                <a16:creationId xmlns:a16="http://schemas.microsoft.com/office/drawing/2014/main" id="{C9363D77-8ECA-48C6-9852-C8A7A4CD21DC}"/>
              </a:ext>
            </a:extLst>
          </p:cNvPr>
          <p:cNvCxnSpPr>
            <a:cxnSpLocks/>
          </p:cNvCxnSpPr>
          <p:nvPr/>
        </p:nvCxnSpPr>
        <p:spPr>
          <a:xfrm flipV="1">
            <a:off x="11576424" y="7259295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5" name="Straight Connector 452">
            <a:extLst>
              <a:ext uri="{FF2B5EF4-FFF2-40B4-BE49-F238E27FC236}">
                <a16:creationId xmlns:a16="http://schemas.microsoft.com/office/drawing/2014/main" id="{4045BE30-35B0-4B51-9969-6F8F44E72251}"/>
              </a:ext>
            </a:extLst>
          </p:cNvPr>
          <p:cNvCxnSpPr>
            <a:cxnSpLocks/>
          </p:cNvCxnSpPr>
          <p:nvPr/>
        </p:nvCxnSpPr>
        <p:spPr>
          <a:xfrm>
            <a:off x="11132288" y="7102229"/>
            <a:ext cx="451179" cy="15264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6" name="Straight Connector 452">
            <a:extLst>
              <a:ext uri="{FF2B5EF4-FFF2-40B4-BE49-F238E27FC236}">
                <a16:creationId xmlns:a16="http://schemas.microsoft.com/office/drawing/2014/main" id="{9A6B0C88-EFAA-4463-BAE5-E0EFB861CE14}"/>
              </a:ext>
            </a:extLst>
          </p:cNvPr>
          <p:cNvCxnSpPr>
            <a:cxnSpLocks/>
          </p:cNvCxnSpPr>
          <p:nvPr/>
        </p:nvCxnSpPr>
        <p:spPr>
          <a:xfrm flipV="1">
            <a:off x="11117473" y="7086818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7" name="Straight Connector 452">
            <a:extLst>
              <a:ext uri="{FF2B5EF4-FFF2-40B4-BE49-F238E27FC236}">
                <a16:creationId xmlns:a16="http://schemas.microsoft.com/office/drawing/2014/main" id="{EB4B55C0-F7FA-46DD-B82C-576C7A20F0CF}"/>
              </a:ext>
            </a:extLst>
          </p:cNvPr>
          <p:cNvCxnSpPr>
            <a:cxnSpLocks/>
          </p:cNvCxnSpPr>
          <p:nvPr/>
        </p:nvCxnSpPr>
        <p:spPr>
          <a:xfrm>
            <a:off x="10196952" y="6907335"/>
            <a:ext cx="925768" cy="35844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8" name="Straight Connector 452">
            <a:extLst>
              <a:ext uri="{FF2B5EF4-FFF2-40B4-BE49-F238E27FC236}">
                <a16:creationId xmlns:a16="http://schemas.microsoft.com/office/drawing/2014/main" id="{8C36FCCC-8E15-415E-9FBC-D01EB2D9E0B5}"/>
              </a:ext>
            </a:extLst>
          </p:cNvPr>
          <p:cNvCxnSpPr>
            <a:cxnSpLocks/>
          </p:cNvCxnSpPr>
          <p:nvPr/>
        </p:nvCxnSpPr>
        <p:spPr>
          <a:xfrm flipV="1">
            <a:off x="10195054" y="6372864"/>
            <a:ext cx="0" cy="56345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9" name="Straight Connector 452">
            <a:extLst>
              <a:ext uri="{FF2B5EF4-FFF2-40B4-BE49-F238E27FC236}">
                <a16:creationId xmlns:a16="http://schemas.microsoft.com/office/drawing/2014/main" id="{9821D42A-6AA6-4507-A559-7C8CBA7F0D31}"/>
              </a:ext>
            </a:extLst>
          </p:cNvPr>
          <p:cNvCxnSpPr>
            <a:cxnSpLocks/>
          </p:cNvCxnSpPr>
          <p:nvPr/>
        </p:nvCxnSpPr>
        <p:spPr>
          <a:xfrm>
            <a:off x="10187642" y="6370761"/>
            <a:ext cx="252739" cy="11071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0" name="Straight Connector 452">
            <a:extLst>
              <a:ext uri="{FF2B5EF4-FFF2-40B4-BE49-F238E27FC236}">
                <a16:creationId xmlns:a16="http://schemas.microsoft.com/office/drawing/2014/main" id="{BDEA0871-B82D-4348-889F-ECA5CB7F2877}"/>
              </a:ext>
            </a:extLst>
          </p:cNvPr>
          <p:cNvCxnSpPr>
            <a:cxnSpLocks/>
          </p:cNvCxnSpPr>
          <p:nvPr/>
        </p:nvCxnSpPr>
        <p:spPr>
          <a:xfrm flipV="1">
            <a:off x="10435396" y="6470347"/>
            <a:ext cx="1922" cy="389007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1" name="Straight Connector 452">
            <a:extLst>
              <a:ext uri="{FF2B5EF4-FFF2-40B4-BE49-F238E27FC236}">
                <a16:creationId xmlns:a16="http://schemas.microsoft.com/office/drawing/2014/main" id="{3FBB1E1E-1B6E-4B7C-820F-84D0BD8393F6}"/>
              </a:ext>
            </a:extLst>
          </p:cNvPr>
          <p:cNvCxnSpPr>
            <a:cxnSpLocks/>
          </p:cNvCxnSpPr>
          <p:nvPr/>
        </p:nvCxnSpPr>
        <p:spPr>
          <a:xfrm>
            <a:off x="10436434" y="6832420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2" name="Straight Connector 452">
            <a:extLst>
              <a:ext uri="{FF2B5EF4-FFF2-40B4-BE49-F238E27FC236}">
                <a16:creationId xmlns:a16="http://schemas.microsoft.com/office/drawing/2014/main" id="{EFD71AC2-9D22-4D97-A68D-B8312FC43FAA}"/>
              </a:ext>
            </a:extLst>
          </p:cNvPr>
          <p:cNvCxnSpPr>
            <a:cxnSpLocks/>
          </p:cNvCxnSpPr>
          <p:nvPr/>
        </p:nvCxnSpPr>
        <p:spPr>
          <a:xfrm flipV="1">
            <a:off x="10654671" y="6824026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3" name="Straight Connector 452">
            <a:extLst>
              <a:ext uri="{FF2B5EF4-FFF2-40B4-BE49-F238E27FC236}">
                <a16:creationId xmlns:a16="http://schemas.microsoft.com/office/drawing/2014/main" id="{C69A1389-EAE0-4DB5-A6CA-E2C36B599A21}"/>
              </a:ext>
            </a:extLst>
          </p:cNvPr>
          <p:cNvCxnSpPr>
            <a:cxnSpLocks/>
          </p:cNvCxnSpPr>
          <p:nvPr/>
        </p:nvCxnSpPr>
        <p:spPr>
          <a:xfrm flipV="1">
            <a:off x="10873325" y="6609441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4" name="Straight Connector 452">
            <a:extLst>
              <a:ext uri="{FF2B5EF4-FFF2-40B4-BE49-F238E27FC236}">
                <a16:creationId xmlns:a16="http://schemas.microsoft.com/office/drawing/2014/main" id="{6B2663F3-529B-40C5-A81B-BC77D34FFB58}"/>
              </a:ext>
            </a:extLst>
          </p:cNvPr>
          <p:cNvCxnSpPr>
            <a:cxnSpLocks/>
          </p:cNvCxnSpPr>
          <p:nvPr/>
        </p:nvCxnSpPr>
        <p:spPr>
          <a:xfrm flipV="1">
            <a:off x="10630220" y="6633690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5" name="Straight Connector 452">
            <a:extLst>
              <a:ext uri="{FF2B5EF4-FFF2-40B4-BE49-F238E27FC236}">
                <a16:creationId xmlns:a16="http://schemas.microsoft.com/office/drawing/2014/main" id="{479F9C27-F015-4F59-901B-94C339CED942}"/>
              </a:ext>
            </a:extLst>
          </p:cNvPr>
          <p:cNvCxnSpPr>
            <a:cxnSpLocks/>
          </p:cNvCxnSpPr>
          <p:nvPr/>
        </p:nvCxnSpPr>
        <p:spPr>
          <a:xfrm flipV="1">
            <a:off x="10637160" y="6370761"/>
            <a:ext cx="6465" cy="34359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6" name="Straight Connector 452">
            <a:extLst>
              <a:ext uri="{FF2B5EF4-FFF2-40B4-BE49-F238E27FC236}">
                <a16:creationId xmlns:a16="http://schemas.microsoft.com/office/drawing/2014/main" id="{A489F296-ED5C-4BA0-ADF8-E2651F05CD61}"/>
              </a:ext>
            </a:extLst>
          </p:cNvPr>
          <p:cNvCxnSpPr>
            <a:cxnSpLocks/>
          </p:cNvCxnSpPr>
          <p:nvPr/>
        </p:nvCxnSpPr>
        <p:spPr>
          <a:xfrm>
            <a:off x="10383784" y="6276284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7" name="Straight Connector 452">
            <a:extLst>
              <a:ext uri="{FF2B5EF4-FFF2-40B4-BE49-F238E27FC236}">
                <a16:creationId xmlns:a16="http://schemas.microsoft.com/office/drawing/2014/main" id="{A925FB63-0422-4C10-961A-183772A5B1E7}"/>
              </a:ext>
            </a:extLst>
          </p:cNvPr>
          <p:cNvCxnSpPr>
            <a:cxnSpLocks/>
          </p:cNvCxnSpPr>
          <p:nvPr/>
        </p:nvCxnSpPr>
        <p:spPr>
          <a:xfrm flipV="1">
            <a:off x="10414082" y="6073589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8" name="Straight Connector 452">
            <a:extLst>
              <a:ext uri="{FF2B5EF4-FFF2-40B4-BE49-F238E27FC236}">
                <a16:creationId xmlns:a16="http://schemas.microsoft.com/office/drawing/2014/main" id="{E07E1652-6CE2-4DEB-86A0-7158C20359D7}"/>
              </a:ext>
            </a:extLst>
          </p:cNvPr>
          <p:cNvCxnSpPr>
            <a:cxnSpLocks/>
          </p:cNvCxnSpPr>
          <p:nvPr/>
        </p:nvCxnSpPr>
        <p:spPr>
          <a:xfrm>
            <a:off x="10433425" y="6104119"/>
            <a:ext cx="920295" cy="36094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9" name="Straight Connector 452">
            <a:extLst>
              <a:ext uri="{FF2B5EF4-FFF2-40B4-BE49-F238E27FC236}">
                <a16:creationId xmlns:a16="http://schemas.microsoft.com/office/drawing/2014/main" id="{9F8CE732-5F39-4E93-8DA7-134CE0E416FF}"/>
              </a:ext>
            </a:extLst>
          </p:cNvPr>
          <p:cNvCxnSpPr>
            <a:cxnSpLocks/>
          </p:cNvCxnSpPr>
          <p:nvPr/>
        </p:nvCxnSpPr>
        <p:spPr>
          <a:xfrm flipV="1">
            <a:off x="11344540" y="6432518"/>
            <a:ext cx="0" cy="19968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0" name="Straight Connector 452">
            <a:extLst>
              <a:ext uri="{FF2B5EF4-FFF2-40B4-BE49-F238E27FC236}">
                <a16:creationId xmlns:a16="http://schemas.microsoft.com/office/drawing/2014/main" id="{2B9052B3-5C4D-4636-A27D-F0C76A3774E7}"/>
              </a:ext>
            </a:extLst>
          </p:cNvPr>
          <p:cNvCxnSpPr>
            <a:cxnSpLocks/>
          </p:cNvCxnSpPr>
          <p:nvPr/>
        </p:nvCxnSpPr>
        <p:spPr>
          <a:xfrm>
            <a:off x="11348461" y="6640574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1" name="Straight Connector 452">
            <a:extLst>
              <a:ext uri="{FF2B5EF4-FFF2-40B4-BE49-F238E27FC236}">
                <a16:creationId xmlns:a16="http://schemas.microsoft.com/office/drawing/2014/main" id="{AF4C6E4C-B7B0-495E-9727-1C71252AFB70}"/>
              </a:ext>
            </a:extLst>
          </p:cNvPr>
          <p:cNvCxnSpPr>
            <a:cxnSpLocks/>
          </p:cNvCxnSpPr>
          <p:nvPr/>
        </p:nvCxnSpPr>
        <p:spPr>
          <a:xfrm flipV="1">
            <a:off x="11571849" y="6765343"/>
            <a:ext cx="0" cy="321475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2" name="Straight Connector 452">
            <a:extLst>
              <a:ext uri="{FF2B5EF4-FFF2-40B4-BE49-F238E27FC236}">
                <a16:creationId xmlns:a16="http://schemas.microsoft.com/office/drawing/2014/main" id="{E7587C32-9C26-46FA-914D-7211A537C06C}"/>
              </a:ext>
            </a:extLst>
          </p:cNvPr>
          <p:cNvCxnSpPr>
            <a:cxnSpLocks/>
          </p:cNvCxnSpPr>
          <p:nvPr/>
        </p:nvCxnSpPr>
        <p:spPr>
          <a:xfrm>
            <a:off x="11565759" y="7070932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3" name="Straight Connector 452">
            <a:extLst>
              <a:ext uri="{FF2B5EF4-FFF2-40B4-BE49-F238E27FC236}">
                <a16:creationId xmlns:a16="http://schemas.microsoft.com/office/drawing/2014/main" id="{58358B8C-E056-4754-9FEF-3C6C62B33C3E}"/>
              </a:ext>
            </a:extLst>
          </p:cNvPr>
          <p:cNvCxnSpPr>
            <a:cxnSpLocks/>
          </p:cNvCxnSpPr>
          <p:nvPr/>
        </p:nvCxnSpPr>
        <p:spPr>
          <a:xfrm flipH="1" flipV="1">
            <a:off x="11786974" y="7015350"/>
            <a:ext cx="6542" cy="17131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4" name="Straight Connector 452">
            <a:extLst>
              <a:ext uri="{FF2B5EF4-FFF2-40B4-BE49-F238E27FC236}">
                <a16:creationId xmlns:a16="http://schemas.microsoft.com/office/drawing/2014/main" id="{F4697E07-D1CB-4455-AECD-D2107807ADCD}"/>
              </a:ext>
            </a:extLst>
          </p:cNvPr>
          <p:cNvCxnSpPr>
            <a:cxnSpLocks/>
          </p:cNvCxnSpPr>
          <p:nvPr/>
        </p:nvCxnSpPr>
        <p:spPr>
          <a:xfrm flipV="1">
            <a:off x="11793515" y="6923567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5" name="Straight Connector 452">
            <a:extLst>
              <a:ext uri="{FF2B5EF4-FFF2-40B4-BE49-F238E27FC236}">
                <a16:creationId xmlns:a16="http://schemas.microsoft.com/office/drawing/2014/main" id="{36CD3530-55CB-4668-95D1-32FC7AE73868}"/>
              </a:ext>
            </a:extLst>
          </p:cNvPr>
          <p:cNvCxnSpPr>
            <a:cxnSpLocks/>
          </p:cNvCxnSpPr>
          <p:nvPr/>
        </p:nvCxnSpPr>
        <p:spPr>
          <a:xfrm>
            <a:off x="11775536" y="6804745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6" name="Straight Connector 452">
            <a:extLst>
              <a:ext uri="{FF2B5EF4-FFF2-40B4-BE49-F238E27FC236}">
                <a16:creationId xmlns:a16="http://schemas.microsoft.com/office/drawing/2014/main" id="{9BD12E2A-738C-4713-A25B-343CD604832F}"/>
              </a:ext>
            </a:extLst>
          </p:cNvPr>
          <p:cNvCxnSpPr>
            <a:cxnSpLocks/>
          </p:cNvCxnSpPr>
          <p:nvPr/>
        </p:nvCxnSpPr>
        <p:spPr>
          <a:xfrm flipV="1">
            <a:off x="11798694" y="6733134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7" name="Straight Connector 452">
            <a:extLst>
              <a:ext uri="{FF2B5EF4-FFF2-40B4-BE49-F238E27FC236}">
                <a16:creationId xmlns:a16="http://schemas.microsoft.com/office/drawing/2014/main" id="{21DB7746-E76D-4E61-BBFE-042D9FC7996C}"/>
              </a:ext>
            </a:extLst>
          </p:cNvPr>
          <p:cNvCxnSpPr>
            <a:cxnSpLocks/>
          </p:cNvCxnSpPr>
          <p:nvPr/>
        </p:nvCxnSpPr>
        <p:spPr>
          <a:xfrm>
            <a:off x="11780715" y="6614312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8" name="Straight Connector 452">
            <a:extLst>
              <a:ext uri="{FF2B5EF4-FFF2-40B4-BE49-F238E27FC236}">
                <a16:creationId xmlns:a16="http://schemas.microsoft.com/office/drawing/2014/main" id="{57B0A96B-B55F-442A-B358-67F55A7EB1E0}"/>
              </a:ext>
            </a:extLst>
          </p:cNvPr>
          <p:cNvCxnSpPr>
            <a:cxnSpLocks/>
          </p:cNvCxnSpPr>
          <p:nvPr/>
        </p:nvCxnSpPr>
        <p:spPr>
          <a:xfrm flipV="1">
            <a:off x="11798694" y="6541993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9" name="Straight Connector 452">
            <a:extLst>
              <a:ext uri="{FF2B5EF4-FFF2-40B4-BE49-F238E27FC236}">
                <a16:creationId xmlns:a16="http://schemas.microsoft.com/office/drawing/2014/main" id="{25903858-3B17-4018-831A-DE3AEE6A0378}"/>
              </a:ext>
            </a:extLst>
          </p:cNvPr>
          <p:cNvCxnSpPr>
            <a:cxnSpLocks/>
          </p:cNvCxnSpPr>
          <p:nvPr/>
        </p:nvCxnSpPr>
        <p:spPr>
          <a:xfrm>
            <a:off x="11780715" y="6438411"/>
            <a:ext cx="235480" cy="11496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0" name="Straight Connector 452">
            <a:extLst>
              <a:ext uri="{FF2B5EF4-FFF2-40B4-BE49-F238E27FC236}">
                <a16:creationId xmlns:a16="http://schemas.microsoft.com/office/drawing/2014/main" id="{47DAA3EA-387C-4D33-99EB-1D1110B7CDA3}"/>
              </a:ext>
            </a:extLst>
          </p:cNvPr>
          <p:cNvCxnSpPr>
            <a:cxnSpLocks/>
          </p:cNvCxnSpPr>
          <p:nvPr/>
        </p:nvCxnSpPr>
        <p:spPr>
          <a:xfrm flipV="1">
            <a:off x="11551509" y="6445338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1" name="Straight Connector 452">
            <a:extLst>
              <a:ext uri="{FF2B5EF4-FFF2-40B4-BE49-F238E27FC236}">
                <a16:creationId xmlns:a16="http://schemas.microsoft.com/office/drawing/2014/main" id="{AED9C52F-CB78-47CE-8976-F57FB6F9199A}"/>
              </a:ext>
            </a:extLst>
          </p:cNvPr>
          <p:cNvCxnSpPr>
            <a:cxnSpLocks/>
          </p:cNvCxnSpPr>
          <p:nvPr/>
        </p:nvCxnSpPr>
        <p:spPr>
          <a:xfrm flipH="1" flipV="1">
            <a:off x="11562488" y="6368400"/>
            <a:ext cx="6542" cy="17131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2" name="Straight Connector 452">
            <a:extLst>
              <a:ext uri="{FF2B5EF4-FFF2-40B4-BE49-F238E27FC236}">
                <a16:creationId xmlns:a16="http://schemas.microsoft.com/office/drawing/2014/main" id="{6CC6CAC6-D4DD-4BF7-9CA0-04EEE47C5333}"/>
              </a:ext>
            </a:extLst>
          </p:cNvPr>
          <p:cNvCxnSpPr>
            <a:cxnSpLocks/>
          </p:cNvCxnSpPr>
          <p:nvPr/>
        </p:nvCxnSpPr>
        <p:spPr>
          <a:xfrm flipV="1">
            <a:off x="11565759" y="6288985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3" name="Straight Connector 452">
            <a:extLst>
              <a:ext uri="{FF2B5EF4-FFF2-40B4-BE49-F238E27FC236}">
                <a16:creationId xmlns:a16="http://schemas.microsoft.com/office/drawing/2014/main" id="{A5C9466B-0C99-4F32-B0D9-1DE3C8494942}"/>
              </a:ext>
            </a:extLst>
          </p:cNvPr>
          <p:cNvCxnSpPr>
            <a:cxnSpLocks/>
          </p:cNvCxnSpPr>
          <p:nvPr/>
        </p:nvCxnSpPr>
        <p:spPr>
          <a:xfrm flipH="1" flipV="1">
            <a:off x="11794787" y="6108264"/>
            <a:ext cx="6542" cy="17131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4" name="Straight Connector 452">
            <a:extLst>
              <a:ext uri="{FF2B5EF4-FFF2-40B4-BE49-F238E27FC236}">
                <a16:creationId xmlns:a16="http://schemas.microsoft.com/office/drawing/2014/main" id="{DA4F8822-4712-4C45-8827-A24009EBDF47}"/>
              </a:ext>
            </a:extLst>
          </p:cNvPr>
          <p:cNvCxnSpPr>
            <a:cxnSpLocks/>
          </p:cNvCxnSpPr>
          <p:nvPr/>
        </p:nvCxnSpPr>
        <p:spPr>
          <a:xfrm>
            <a:off x="11576424" y="6001046"/>
            <a:ext cx="206749" cy="12452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5" name="Straight Connector 452">
            <a:extLst>
              <a:ext uri="{FF2B5EF4-FFF2-40B4-BE49-F238E27FC236}">
                <a16:creationId xmlns:a16="http://schemas.microsoft.com/office/drawing/2014/main" id="{4F4EA4CC-B3CC-4DA1-9FC5-B5C51B75354A}"/>
              </a:ext>
            </a:extLst>
          </p:cNvPr>
          <p:cNvCxnSpPr>
            <a:cxnSpLocks/>
          </p:cNvCxnSpPr>
          <p:nvPr/>
        </p:nvCxnSpPr>
        <p:spPr>
          <a:xfrm flipH="1" flipV="1">
            <a:off x="11574868" y="5998906"/>
            <a:ext cx="352" cy="17381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6" name="Straight Connector 452">
            <a:extLst>
              <a:ext uri="{FF2B5EF4-FFF2-40B4-BE49-F238E27FC236}">
                <a16:creationId xmlns:a16="http://schemas.microsoft.com/office/drawing/2014/main" id="{1694F19A-144E-4405-841C-E27DA1BA07C5}"/>
              </a:ext>
            </a:extLst>
          </p:cNvPr>
          <p:cNvCxnSpPr>
            <a:cxnSpLocks/>
          </p:cNvCxnSpPr>
          <p:nvPr/>
        </p:nvCxnSpPr>
        <p:spPr>
          <a:xfrm flipV="1">
            <a:off x="11577719" y="6301912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7" name="Straight Connector 452">
            <a:extLst>
              <a:ext uri="{FF2B5EF4-FFF2-40B4-BE49-F238E27FC236}">
                <a16:creationId xmlns:a16="http://schemas.microsoft.com/office/drawing/2014/main" id="{B7A32C6B-D42D-4240-8F1F-7F42F89BBBFB}"/>
              </a:ext>
            </a:extLst>
          </p:cNvPr>
          <p:cNvCxnSpPr>
            <a:cxnSpLocks/>
          </p:cNvCxnSpPr>
          <p:nvPr/>
        </p:nvCxnSpPr>
        <p:spPr>
          <a:xfrm flipV="1">
            <a:off x="11345240" y="6176639"/>
            <a:ext cx="229032" cy="10458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8" name="Straight Connector 452">
            <a:extLst>
              <a:ext uri="{FF2B5EF4-FFF2-40B4-BE49-F238E27FC236}">
                <a16:creationId xmlns:a16="http://schemas.microsoft.com/office/drawing/2014/main" id="{22263B11-4D3E-4B44-97AD-04148F887CB6}"/>
              </a:ext>
            </a:extLst>
          </p:cNvPr>
          <p:cNvCxnSpPr>
            <a:cxnSpLocks/>
          </p:cNvCxnSpPr>
          <p:nvPr/>
        </p:nvCxnSpPr>
        <p:spPr>
          <a:xfrm>
            <a:off x="10650295" y="6019093"/>
            <a:ext cx="698322" cy="269813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9" name="Straight Connector 452">
            <a:extLst>
              <a:ext uri="{FF2B5EF4-FFF2-40B4-BE49-F238E27FC236}">
                <a16:creationId xmlns:a16="http://schemas.microsoft.com/office/drawing/2014/main" id="{2A70C5FF-B80E-4E32-A987-4378A3A2DCE5}"/>
              </a:ext>
            </a:extLst>
          </p:cNvPr>
          <p:cNvCxnSpPr>
            <a:cxnSpLocks/>
          </p:cNvCxnSpPr>
          <p:nvPr/>
        </p:nvCxnSpPr>
        <p:spPr>
          <a:xfrm flipH="1" flipV="1">
            <a:off x="10617148" y="5819924"/>
            <a:ext cx="6542" cy="17131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0" name="Straight Connector 452">
            <a:extLst>
              <a:ext uri="{FF2B5EF4-FFF2-40B4-BE49-F238E27FC236}">
                <a16:creationId xmlns:a16="http://schemas.microsoft.com/office/drawing/2014/main" id="{B24DA39C-1A0C-4F20-A6C4-DA13804771D7}"/>
              </a:ext>
            </a:extLst>
          </p:cNvPr>
          <p:cNvCxnSpPr>
            <a:cxnSpLocks/>
          </p:cNvCxnSpPr>
          <p:nvPr/>
        </p:nvCxnSpPr>
        <p:spPr>
          <a:xfrm>
            <a:off x="10635231" y="5836855"/>
            <a:ext cx="698322" cy="269813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1" name="Straight Connector 452">
            <a:extLst>
              <a:ext uri="{FF2B5EF4-FFF2-40B4-BE49-F238E27FC236}">
                <a16:creationId xmlns:a16="http://schemas.microsoft.com/office/drawing/2014/main" id="{3C826363-79B9-46FC-B05B-22941AB0C336}"/>
              </a:ext>
            </a:extLst>
          </p:cNvPr>
          <p:cNvCxnSpPr>
            <a:cxnSpLocks/>
          </p:cNvCxnSpPr>
          <p:nvPr/>
        </p:nvCxnSpPr>
        <p:spPr>
          <a:xfrm flipH="1" flipV="1">
            <a:off x="11330883" y="5926579"/>
            <a:ext cx="352" cy="17381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2" name="Straight Connector 452">
            <a:extLst>
              <a:ext uri="{FF2B5EF4-FFF2-40B4-BE49-F238E27FC236}">
                <a16:creationId xmlns:a16="http://schemas.microsoft.com/office/drawing/2014/main" id="{CD68E9F6-97CD-49F4-8288-7ED846EC76A6}"/>
              </a:ext>
            </a:extLst>
          </p:cNvPr>
          <p:cNvCxnSpPr>
            <a:cxnSpLocks/>
          </p:cNvCxnSpPr>
          <p:nvPr/>
        </p:nvCxnSpPr>
        <p:spPr>
          <a:xfrm>
            <a:off x="10873325" y="5740084"/>
            <a:ext cx="496911" cy="20119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3" name="Straight Connector 452">
            <a:extLst>
              <a:ext uri="{FF2B5EF4-FFF2-40B4-BE49-F238E27FC236}">
                <a16:creationId xmlns:a16="http://schemas.microsoft.com/office/drawing/2014/main" id="{9B1E2774-825A-4DFE-B9B5-9F7CE9A2909B}"/>
              </a:ext>
            </a:extLst>
          </p:cNvPr>
          <p:cNvCxnSpPr>
            <a:cxnSpLocks/>
          </p:cNvCxnSpPr>
          <p:nvPr/>
        </p:nvCxnSpPr>
        <p:spPr>
          <a:xfrm flipH="1" flipV="1">
            <a:off x="10858900" y="5564826"/>
            <a:ext cx="352" cy="17381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4" name="Straight Connector 452">
            <a:extLst>
              <a:ext uri="{FF2B5EF4-FFF2-40B4-BE49-F238E27FC236}">
                <a16:creationId xmlns:a16="http://schemas.microsoft.com/office/drawing/2014/main" id="{F389DD2F-E914-4D89-86BD-40B0C279B4E8}"/>
              </a:ext>
            </a:extLst>
          </p:cNvPr>
          <p:cNvCxnSpPr>
            <a:cxnSpLocks/>
          </p:cNvCxnSpPr>
          <p:nvPr/>
        </p:nvCxnSpPr>
        <p:spPr>
          <a:xfrm>
            <a:off x="10849933" y="5580507"/>
            <a:ext cx="496911" cy="20119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5" name="Straight Connector 452">
            <a:extLst>
              <a:ext uri="{FF2B5EF4-FFF2-40B4-BE49-F238E27FC236}">
                <a16:creationId xmlns:a16="http://schemas.microsoft.com/office/drawing/2014/main" id="{95B0C2D4-765F-46E1-B02D-49B6905A75B9}"/>
              </a:ext>
            </a:extLst>
          </p:cNvPr>
          <p:cNvCxnSpPr>
            <a:cxnSpLocks/>
          </p:cNvCxnSpPr>
          <p:nvPr/>
        </p:nvCxnSpPr>
        <p:spPr>
          <a:xfrm flipH="1" flipV="1">
            <a:off x="11351846" y="5578329"/>
            <a:ext cx="352" cy="17381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6" name="Straight Connector 452">
            <a:extLst>
              <a:ext uri="{FF2B5EF4-FFF2-40B4-BE49-F238E27FC236}">
                <a16:creationId xmlns:a16="http://schemas.microsoft.com/office/drawing/2014/main" id="{0B4808D1-42B7-41E8-A4DD-7DCC885E10FA}"/>
              </a:ext>
            </a:extLst>
          </p:cNvPr>
          <p:cNvCxnSpPr>
            <a:cxnSpLocks/>
          </p:cNvCxnSpPr>
          <p:nvPr/>
        </p:nvCxnSpPr>
        <p:spPr>
          <a:xfrm>
            <a:off x="10838790" y="5401933"/>
            <a:ext cx="496911" cy="201192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7" name="Straight Connector 452">
            <a:extLst>
              <a:ext uri="{FF2B5EF4-FFF2-40B4-BE49-F238E27FC236}">
                <a16:creationId xmlns:a16="http://schemas.microsoft.com/office/drawing/2014/main" id="{C3D1C940-8413-4439-9CD2-4BF3F17DE22C}"/>
              </a:ext>
            </a:extLst>
          </p:cNvPr>
          <p:cNvCxnSpPr>
            <a:cxnSpLocks/>
          </p:cNvCxnSpPr>
          <p:nvPr/>
        </p:nvCxnSpPr>
        <p:spPr>
          <a:xfrm flipV="1">
            <a:off x="10862260" y="5313917"/>
            <a:ext cx="255514" cy="82784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58" name="Arrow: Down 2657">
            <a:extLst>
              <a:ext uri="{FF2B5EF4-FFF2-40B4-BE49-F238E27FC236}">
                <a16:creationId xmlns:a16="http://schemas.microsoft.com/office/drawing/2014/main" id="{DAEAEEF2-9F3B-46C8-AF29-6A01757689AB}"/>
              </a:ext>
            </a:extLst>
          </p:cNvPr>
          <p:cNvSpPr/>
          <p:nvPr/>
        </p:nvSpPr>
        <p:spPr>
          <a:xfrm rot="1433953">
            <a:off x="2286170" y="460437"/>
            <a:ext cx="221681" cy="862429"/>
          </a:xfrm>
          <a:prstGeom prst="downArrow">
            <a:avLst>
              <a:gd name="adj1" fmla="val 50000"/>
              <a:gd name="adj2" fmla="val 158113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9" name="Arrow: Down 2658">
            <a:extLst>
              <a:ext uri="{FF2B5EF4-FFF2-40B4-BE49-F238E27FC236}">
                <a16:creationId xmlns:a16="http://schemas.microsoft.com/office/drawing/2014/main" id="{4A8938BF-FB65-43A5-B975-D39841B93742}"/>
              </a:ext>
            </a:extLst>
          </p:cNvPr>
          <p:cNvSpPr/>
          <p:nvPr/>
        </p:nvSpPr>
        <p:spPr>
          <a:xfrm rot="6764342">
            <a:off x="2478349" y="2077745"/>
            <a:ext cx="323531" cy="909320"/>
          </a:xfrm>
          <a:prstGeom prst="downArrow">
            <a:avLst>
              <a:gd name="adj1" fmla="val 50000"/>
              <a:gd name="adj2" fmla="val 142525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660" name="Straight Connector 452">
            <a:extLst>
              <a:ext uri="{FF2B5EF4-FFF2-40B4-BE49-F238E27FC236}">
                <a16:creationId xmlns:a16="http://schemas.microsoft.com/office/drawing/2014/main" id="{9BCE5755-8231-428B-9EEC-30054A05A71D}"/>
              </a:ext>
            </a:extLst>
          </p:cNvPr>
          <p:cNvCxnSpPr>
            <a:cxnSpLocks/>
          </p:cNvCxnSpPr>
          <p:nvPr/>
        </p:nvCxnSpPr>
        <p:spPr>
          <a:xfrm flipV="1">
            <a:off x="3806357" y="8567860"/>
            <a:ext cx="252835" cy="11671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1" name="Straight Connector 452">
            <a:extLst>
              <a:ext uri="{FF2B5EF4-FFF2-40B4-BE49-F238E27FC236}">
                <a16:creationId xmlns:a16="http://schemas.microsoft.com/office/drawing/2014/main" id="{87BDA822-8569-4CBB-BCCF-96ED80847804}"/>
              </a:ext>
            </a:extLst>
          </p:cNvPr>
          <p:cNvCxnSpPr>
            <a:cxnSpLocks/>
          </p:cNvCxnSpPr>
          <p:nvPr/>
        </p:nvCxnSpPr>
        <p:spPr>
          <a:xfrm>
            <a:off x="4059192" y="8552281"/>
            <a:ext cx="0" cy="574929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2" name="Straight Connector 452">
            <a:extLst>
              <a:ext uri="{FF2B5EF4-FFF2-40B4-BE49-F238E27FC236}">
                <a16:creationId xmlns:a16="http://schemas.microsoft.com/office/drawing/2014/main" id="{B3C6F7CB-F068-4F11-A89E-9C5B1A5B055C}"/>
              </a:ext>
            </a:extLst>
          </p:cNvPr>
          <p:cNvCxnSpPr>
            <a:cxnSpLocks/>
          </p:cNvCxnSpPr>
          <p:nvPr/>
        </p:nvCxnSpPr>
        <p:spPr>
          <a:xfrm flipV="1">
            <a:off x="4019632" y="9025321"/>
            <a:ext cx="252835" cy="11671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3" name="Straight Connector 452">
            <a:extLst>
              <a:ext uri="{FF2B5EF4-FFF2-40B4-BE49-F238E27FC236}">
                <a16:creationId xmlns:a16="http://schemas.microsoft.com/office/drawing/2014/main" id="{4AFA2A6E-F213-4E67-A2A7-896DD31CA1ED}"/>
              </a:ext>
            </a:extLst>
          </p:cNvPr>
          <p:cNvCxnSpPr>
            <a:cxnSpLocks/>
          </p:cNvCxnSpPr>
          <p:nvPr/>
        </p:nvCxnSpPr>
        <p:spPr>
          <a:xfrm flipH="1" flipV="1">
            <a:off x="4258728" y="9030269"/>
            <a:ext cx="272958" cy="10608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4" name="Straight Connector 452">
            <a:extLst>
              <a:ext uri="{FF2B5EF4-FFF2-40B4-BE49-F238E27FC236}">
                <a16:creationId xmlns:a16="http://schemas.microsoft.com/office/drawing/2014/main" id="{8AC83ECD-E225-484C-BEC1-E43D217D3A48}"/>
              </a:ext>
            </a:extLst>
          </p:cNvPr>
          <p:cNvCxnSpPr>
            <a:cxnSpLocks/>
          </p:cNvCxnSpPr>
          <p:nvPr/>
        </p:nvCxnSpPr>
        <p:spPr>
          <a:xfrm flipV="1">
            <a:off x="4525769" y="8973242"/>
            <a:ext cx="0" cy="15396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5" name="Straight Connector 452">
            <a:extLst>
              <a:ext uri="{FF2B5EF4-FFF2-40B4-BE49-F238E27FC236}">
                <a16:creationId xmlns:a16="http://schemas.microsoft.com/office/drawing/2014/main" id="{E63795DF-433C-404C-B0AD-F64F3C9A59EF}"/>
              </a:ext>
            </a:extLst>
          </p:cNvPr>
          <p:cNvCxnSpPr>
            <a:cxnSpLocks/>
          </p:cNvCxnSpPr>
          <p:nvPr/>
        </p:nvCxnSpPr>
        <p:spPr>
          <a:xfrm flipH="1" flipV="1">
            <a:off x="4254411" y="8866507"/>
            <a:ext cx="272958" cy="10608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6" name="Straight Connector 452">
            <a:extLst>
              <a:ext uri="{FF2B5EF4-FFF2-40B4-BE49-F238E27FC236}">
                <a16:creationId xmlns:a16="http://schemas.microsoft.com/office/drawing/2014/main" id="{4732F004-69B9-42C6-9C5E-19726D98C732}"/>
              </a:ext>
            </a:extLst>
          </p:cNvPr>
          <p:cNvCxnSpPr>
            <a:cxnSpLocks/>
          </p:cNvCxnSpPr>
          <p:nvPr/>
        </p:nvCxnSpPr>
        <p:spPr>
          <a:xfrm>
            <a:off x="4288744" y="8508508"/>
            <a:ext cx="1" cy="36117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7" name="Straight Connector 452">
            <a:extLst>
              <a:ext uri="{FF2B5EF4-FFF2-40B4-BE49-F238E27FC236}">
                <a16:creationId xmlns:a16="http://schemas.microsoft.com/office/drawing/2014/main" id="{A1A0462C-9EE1-49D4-9943-5EE52D01A88C}"/>
              </a:ext>
            </a:extLst>
          </p:cNvPr>
          <p:cNvCxnSpPr>
            <a:cxnSpLocks/>
          </p:cNvCxnSpPr>
          <p:nvPr/>
        </p:nvCxnSpPr>
        <p:spPr>
          <a:xfrm flipH="1" flipV="1">
            <a:off x="4019632" y="8411389"/>
            <a:ext cx="272958" cy="10608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8" name="Straight Connector 452">
            <a:extLst>
              <a:ext uri="{FF2B5EF4-FFF2-40B4-BE49-F238E27FC236}">
                <a16:creationId xmlns:a16="http://schemas.microsoft.com/office/drawing/2014/main" id="{B9FC4286-2C30-4224-B63E-72DB4AEEEDEF}"/>
              </a:ext>
            </a:extLst>
          </p:cNvPr>
          <p:cNvCxnSpPr>
            <a:cxnSpLocks/>
          </p:cNvCxnSpPr>
          <p:nvPr/>
        </p:nvCxnSpPr>
        <p:spPr>
          <a:xfrm flipV="1">
            <a:off x="4039755" y="8289974"/>
            <a:ext cx="252835" cy="11671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9" name="Straight Connector 452">
            <a:extLst>
              <a:ext uri="{FF2B5EF4-FFF2-40B4-BE49-F238E27FC236}">
                <a16:creationId xmlns:a16="http://schemas.microsoft.com/office/drawing/2014/main" id="{B0A654C9-7FA8-4F6F-A5F7-2F5C9F444043}"/>
              </a:ext>
            </a:extLst>
          </p:cNvPr>
          <p:cNvCxnSpPr>
            <a:cxnSpLocks/>
          </p:cNvCxnSpPr>
          <p:nvPr/>
        </p:nvCxnSpPr>
        <p:spPr>
          <a:xfrm flipH="1" flipV="1">
            <a:off x="4270953" y="7969044"/>
            <a:ext cx="1514" cy="31714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0" name="Straight Connector 452">
            <a:extLst>
              <a:ext uri="{FF2B5EF4-FFF2-40B4-BE49-F238E27FC236}">
                <a16:creationId xmlns:a16="http://schemas.microsoft.com/office/drawing/2014/main" id="{CF855026-74A0-4ED8-8B72-D48F57E2F70C}"/>
              </a:ext>
            </a:extLst>
          </p:cNvPr>
          <p:cNvCxnSpPr>
            <a:cxnSpLocks/>
          </p:cNvCxnSpPr>
          <p:nvPr/>
        </p:nvCxnSpPr>
        <p:spPr>
          <a:xfrm flipH="1" flipV="1">
            <a:off x="4494250" y="8076528"/>
            <a:ext cx="11711" cy="690094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1" name="Straight Connector 452">
            <a:extLst>
              <a:ext uri="{FF2B5EF4-FFF2-40B4-BE49-F238E27FC236}">
                <a16:creationId xmlns:a16="http://schemas.microsoft.com/office/drawing/2014/main" id="{BEC3C798-A321-44C8-B87F-9DDD86E51CA3}"/>
              </a:ext>
            </a:extLst>
          </p:cNvPr>
          <p:cNvCxnSpPr>
            <a:cxnSpLocks/>
          </p:cNvCxnSpPr>
          <p:nvPr/>
        </p:nvCxnSpPr>
        <p:spPr>
          <a:xfrm flipH="1" flipV="1">
            <a:off x="4482187" y="8759664"/>
            <a:ext cx="272958" cy="10608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2" name="Straight Connector 452">
            <a:extLst>
              <a:ext uri="{FF2B5EF4-FFF2-40B4-BE49-F238E27FC236}">
                <a16:creationId xmlns:a16="http://schemas.microsoft.com/office/drawing/2014/main" id="{5218F5F7-0DDD-4857-9F64-54D029927A40}"/>
              </a:ext>
            </a:extLst>
          </p:cNvPr>
          <p:cNvCxnSpPr>
            <a:cxnSpLocks/>
          </p:cNvCxnSpPr>
          <p:nvPr/>
        </p:nvCxnSpPr>
        <p:spPr>
          <a:xfrm flipH="1" flipV="1">
            <a:off x="4736912" y="8331495"/>
            <a:ext cx="8911" cy="547337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3" name="Straight Connector 452">
            <a:extLst>
              <a:ext uri="{FF2B5EF4-FFF2-40B4-BE49-F238E27FC236}">
                <a16:creationId xmlns:a16="http://schemas.microsoft.com/office/drawing/2014/main" id="{5413E02E-49F8-4396-916B-4C1DE9E5315B}"/>
              </a:ext>
            </a:extLst>
          </p:cNvPr>
          <p:cNvCxnSpPr>
            <a:cxnSpLocks/>
          </p:cNvCxnSpPr>
          <p:nvPr/>
        </p:nvCxnSpPr>
        <p:spPr>
          <a:xfrm flipV="1">
            <a:off x="4724166" y="8234741"/>
            <a:ext cx="252835" cy="11671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4" name="Straight Connector 452">
            <a:extLst>
              <a:ext uri="{FF2B5EF4-FFF2-40B4-BE49-F238E27FC236}">
                <a16:creationId xmlns:a16="http://schemas.microsoft.com/office/drawing/2014/main" id="{2C2AD8AE-8B9C-4993-87AA-77FD069C3221}"/>
              </a:ext>
            </a:extLst>
          </p:cNvPr>
          <p:cNvCxnSpPr>
            <a:cxnSpLocks/>
          </p:cNvCxnSpPr>
          <p:nvPr/>
        </p:nvCxnSpPr>
        <p:spPr>
          <a:xfrm>
            <a:off x="4960458" y="8215278"/>
            <a:ext cx="1" cy="36117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5" name="Straight Connector 452">
            <a:extLst>
              <a:ext uri="{FF2B5EF4-FFF2-40B4-BE49-F238E27FC236}">
                <a16:creationId xmlns:a16="http://schemas.microsoft.com/office/drawing/2014/main" id="{B3B30DD9-49D5-4E05-BD21-AAC4D7C3EE4D}"/>
              </a:ext>
            </a:extLst>
          </p:cNvPr>
          <p:cNvCxnSpPr>
            <a:cxnSpLocks/>
          </p:cNvCxnSpPr>
          <p:nvPr/>
        </p:nvCxnSpPr>
        <p:spPr>
          <a:xfrm flipH="1" flipV="1">
            <a:off x="4947111" y="8581518"/>
            <a:ext cx="272958" cy="10608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6" name="Straight Connector 452">
            <a:extLst>
              <a:ext uri="{FF2B5EF4-FFF2-40B4-BE49-F238E27FC236}">
                <a16:creationId xmlns:a16="http://schemas.microsoft.com/office/drawing/2014/main" id="{541579C1-40DC-46EB-B2CC-9FFEA6E7A51B}"/>
              </a:ext>
            </a:extLst>
          </p:cNvPr>
          <p:cNvCxnSpPr>
            <a:cxnSpLocks/>
          </p:cNvCxnSpPr>
          <p:nvPr/>
        </p:nvCxnSpPr>
        <p:spPr>
          <a:xfrm flipH="1">
            <a:off x="5198003" y="8138637"/>
            <a:ext cx="4047" cy="533710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7" name="Straight Connector 452">
            <a:extLst>
              <a:ext uri="{FF2B5EF4-FFF2-40B4-BE49-F238E27FC236}">
                <a16:creationId xmlns:a16="http://schemas.microsoft.com/office/drawing/2014/main" id="{DDBB2585-AA40-43DE-8DD7-857A2A322AB2}"/>
              </a:ext>
            </a:extLst>
          </p:cNvPr>
          <p:cNvCxnSpPr>
            <a:cxnSpLocks/>
          </p:cNvCxnSpPr>
          <p:nvPr/>
        </p:nvCxnSpPr>
        <p:spPr>
          <a:xfrm flipV="1">
            <a:off x="5203827" y="8030153"/>
            <a:ext cx="252835" cy="11671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8" name="Straight Connector 452">
            <a:extLst>
              <a:ext uri="{FF2B5EF4-FFF2-40B4-BE49-F238E27FC236}">
                <a16:creationId xmlns:a16="http://schemas.microsoft.com/office/drawing/2014/main" id="{BF2E2AB5-E6DF-4EDB-A99A-55AB5824E616}"/>
              </a:ext>
            </a:extLst>
          </p:cNvPr>
          <p:cNvCxnSpPr>
            <a:cxnSpLocks/>
          </p:cNvCxnSpPr>
          <p:nvPr/>
        </p:nvCxnSpPr>
        <p:spPr>
          <a:xfrm flipV="1">
            <a:off x="5424170" y="7889415"/>
            <a:ext cx="0" cy="15396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9" name="Straight Connector 452">
            <a:extLst>
              <a:ext uri="{FF2B5EF4-FFF2-40B4-BE49-F238E27FC236}">
                <a16:creationId xmlns:a16="http://schemas.microsoft.com/office/drawing/2014/main" id="{0DE6E475-0241-483B-8100-0E803B053152}"/>
              </a:ext>
            </a:extLst>
          </p:cNvPr>
          <p:cNvCxnSpPr>
            <a:cxnSpLocks/>
          </p:cNvCxnSpPr>
          <p:nvPr/>
        </p:nvCxnSpPr>
        <p:spPr>
          <a:xfrm flipV="1">
            <a:off x="5404027" y="7782571"/>
            <a:ext cx="252835" cy="11671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0" name="Straight Connector 452">
            <a:extLst>
              <a:ext uri="{FF2B5EF4-FFF2-40B4-BE49-F238E27FC236}">
                <a16:creationId xmlns:a16="http://schemas.microsoft.com/office/drawing/2014/main" id="{46D32A34-0404-44FA-9CAF-A250AD76F5FC}"/>
              </a:ext>
            </a:extLst>
          </p:cNvPr>
          <p:cNvCxnSpPr>
            <a:cxnSpLocks/>
          </p:cNvCxnSpPr>
          <p:nvPr/>
        </p:nvCxnSpPr>
        <p:spPr>
          <a:xfrm flipH="1" flipV="1">
            <a:off x="5638106" y="7777720"/>
            <a:ext cx="7041" cy="360917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1" name="Straight Connector 452">
            <a:extLst>
              <a:ext uri="{FF2B5EF4-FFF2-40B4-BE49-F238E27FC236}">
                <a16:creationId xmlns:a16="http://schemas.microsoft.com/office/drawing/2014/main" id="{99B21D9B-371D-4253-B586-2E280D2E1255}"/>
              </a:ext>
            </a:extLst>
          </p:cNvPr>
          <p:cNvCxnSpPr>
            <a:cxnSpLocks/>
          </p:cNvCxnSpPr>
          <p:nvPr/>
        </p:nvCxnSpPr>
        <p:spPr>
          <a:xfrm flipV="1">
            <a:off x="5408066" y="8111103"/>
            <a:ext cx="252835" cy="11671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2" name="Straight Connector 452">
            <a:extLst>
              <a:ext uri="{FF2B5EF4-FFF2-40B4-BE49-F238E27FC236}">
                <a16:creationId xmlns:a16="http://schemas.microsoft.com/office/drawing/2014/main" id="{98FB04B7-5FDF-43F4-BD0E-8B685BEE9275}"/>
              </a:ext>
            </a:extLst>
          </p:cNvPr>
          <p:cNvCxnSpPr>
            <a:cxnSpLocks/>
          </p:cNvCxnSpPr>
          <p:nvPr/>
        </p:nvCxnSpPr>
        <p:spPr>
          <a:xfrm flipH="1" flipV="1">
            <a:off x="5402768" y="8226227"/>
            <a:ext cx="7041" cy="360917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3" name="Straight Connector 452">
            <a:extLst>
              <a:ext uri="{FF2B5EF4-FFF2-40B4-BE49-F238E27FC236}">
                <a16:creationId xmlns:a16="http://schemas.microsoft.com/office/drawing/2014/main" id="{73C9725F-44FF-4681-9BAB-06CF10527556}"/>
              </a:ext>
            </a:extLst>
          </p:cNvPr>
          <p:cNvCxnSpPr>
            <a:cxnSpLocks/>
          </p:cNvCxnSpPr>
          <p:nvPr/>
        </p:nvCxnSpPr>
        <p:spPr>
          <a:xfrm flipH="1" flipV="1">
            <a:off x="5420310" y="8596771"/>
            <a:ext cx="272958" cy="10608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4" name="Straight Connector 452">
            <a:extLst>
              <a:ext uri="{FF2B5EF4-FFF2-40B4-BE49-F238E27FC236}">
                <a16:creationId xmlns:a16="http://schemas.microsoft.com/office/drawing/2014/main" id="{9AB055A8-7ED7-422C-9FDC-0F2E49B95A96}"/>
              </a:ext>
            </a:extLst>
          </p:cNvPr>
          <p:cNvCxnSpPr>
            <a:cxnSpLocks/>
          </p:cNvCxnSpPr>
          <p:nvPr/>
        </p:nvCxnSpPr>
        <p:spPr>
          <a:xfrm flipH="1" flipV="1">
            <a:off x="5653480" y="8337011"/>
            <a:ext cx="7041" cy="360917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5" name="Straight Connector 452">
            <a:extLst>
              <a:ext uri="{FF2B5EF4-FFF2-40B4-BE49-F238E27FC236}">
                <a16:creationId xmlns:a16="http://schemas.microsoft.com/office/drawing/2014/main" id="{DCBB594D-9C59-4DFF-9F7C-F134EE50E9D7}"/>
              </a:ext>
            </a:extLst>
          </p:cNvPr>
          <p:cNvCxnSpPr>
            <a:cxnSpLocks/>
          </p:cNvCxnSpPr>
          <p:nvPr/>
        </p:nvCxnSpPr>
        <p:spPr>
          <a:xfrm flipH="1" flipV="1">
            <a:off x="5641655" y="8326719"/>
            <a:ext cx="272958" cy="10608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6" name="Straight Connector 452">
            <a:extLst>
              <a:ext uri="{FF2B5EF4-FFF2-40B4-BE49-F238E27FC236}">
                <a16:creationId xmlns:a16="http://schemas.microsoft.com/office/drawing/2014/main" id="{52E1D1E1-D227-4B63-A1F7-270476539942}"/>
              </a:ext>
            </a:extLst>
          </p:cNvPr>
          <p:cNvCxnSpPr>
            <a:cxnSpLocks/>
          </p:cNvCxnSpPr>
          <p:nvPr/>
        </p:nvCxnSpPr>
        <p:spPr>
          <a:xfrm flipH="1" flipV="1">
            <a:off x="5873042" y="7715367"/>
            <a:ext cx="19635" cy="711934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7" name="Straight Connector 452">
            <a:extLst>
              <a:ext uri="{FF2B5EF4-FFF2-40B4-BE49-F238E27FC236}">
                <a16:creationId xmlns:a16="http://schemas.microsoft.com/office/drawing/2014/main" id="{5332B952-F94E-4907-B132-C1BE0F4B53D5}"/>
              </a:ext>
            </a:extLst>
          </p:cNvPr>
          <p:cNvCxnSpPr>
            <a:cxnSpLocks/>
          </p:cNvCxnSpPr>
          <p:nvPr/>
        </p:nvCxnSpPr>
        <p:spPr>
          <a:xfrm flipH="1" flipV="1">
            <a:off x="5620360" y="7609286"/>
            <a:ext cx="272958" cy="10608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8" name="Straight Connector 452">
            <a:extLst>
              <a:ext uri="{FF2B5EF4-FFF2-40B4-BE49-F238E27FC236}">
                <a16:creationId xmlns:a16="http://schemas.microsoft.com/office/drawing/2014/main" id="{88D2EDBB-BEB8-4F50-B416-ABF66B693C6E}"/>
              </a:ext>
            </a:extLst>
          </p:cNvPr>
          <p:cNvCxnSpPr>
            <a:cxnSpLocks/>
          </p:cNvCxnSpPr>
          <p:nvPr/>
        </p:nvCxnSpPr>
        <p:spPr>
          <a:xfrm flipV="1">
            <a:off x="5637457" y="7507852"/>
            <a:ext cx="252835" cy="11671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9" name="Straight Connector 452">
            <a:extLst>
              <a:ext uri="{FF2B5EF4-FFF2-40B4-BE49-F238E27FC236}">
                <a16:creationId xmlns:a16="http://schemas.microsoft.com/office/drawing/2014/main" id="{4D5E5464-C44A-458E-9275-BD968C759AAA}"/>
              </a:ext>
            </a:extLst>
          </p:cNvPr>
          <p:cNvCxnSpPr>
            <a:cxnSpLocks/>
          </p:cNvCxnSpPr>
          <p:nvPr/>
        </p:nvCxnSpPr>
        <p:spPr>
          <a:xfrm flipH="1" flipV="1">
            <a:off x="5882859" y="7524182"/>
            <a:ext cx="465019" cy="183469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0" name="Straight Connector 452">
            <a:extLst>
              <a:ext uri="{FF2B5EF4-FFF2-40B4-BE49-F238E27FC236}">
                <a16:creationId xmlns:a16="http://schemas.microsoft.com/office/drawing/2014/main" id="{74A6331A-6465-4DDF-B8E5-D46B84008ACF}"/>
              </a:ext>
            </a:extLst>
          </p:cNvPr>
          <p:cNvCxnSpPr>
            <a:cxnSpLocks/>
          </p:cNvCxnSpPr>
          <p:nvPr/>
        </p:nvCxnSpPr>
        <p:spPr>
          <a:xfrm flipV="1">
            <a:off x="6082858" y="7705174"/>
            <a:ext cx="252835" cy="11671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1" name="Straight Connector 452">
            <a:extLst>
              <a:ext uri="{FF2B5EF4-FFF2-40B4-BE49-F238E27FC236}">
                <a16:creationId xmlns:a16="http://schemas.microsoft.com/office/drawing/2014/main" id="{D962B3C9-9291-487C-811E-406C369B0A53}"/>
              </a:ext>
            </a:extLst>
          </p:cNvPr>
          <p:cNvCxnSpPr>
            <a:cxnSpLocks/>
          </p:cNvCxnSpPr>
          <p:nvPr/>
        </p:nvCxnSpPr>
        <p:spPr>
          <a:xfrm flipH="1" flipV="1">
            <a:off x="6091394" y="7807343"/>
            <a:ext cx="12858" cy="512809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2" name="Straight Connector 452">
            <a:extLst>
              <a:ext uri="{FF2B5EF4-FFF2-40B4-BE49-F238E27FC236}">
                <a16:creationId xmlns:a16="http://schemas.microsoft.com/office/drawing/2014/main" id="{61C6FD64-5E38-4EDA-9F7E-193C7011D6EB}"/>
              </a:ext>
            </a:extLst>
          </p:cNvPr>
          <p:cNvCxnSpPr>
            <a:cxnSpLocks/>
          </p:cNvCxnSpPr>
          <p:nvPr/>
        </p:nvCxnSpPr>
        <p:spPr>
          <a:xfrm flipV="1">
            <a:off x="6082509" y="8226227"/>
            <a:ext cx="252835" cy="11671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3" name="Straight Connector 452">
            <a:extLst>
              <a:ext uri="{FF2B5EF4-FFF2-40B4-BE49-F238E27FC236}">
                <a16:creationId xmlns:a16="http://schemas.microsoft.com/office/drawing/2014/main" id="{7CE51344-F170-499A-83A9-3BD5EB086461}"/>
              </a:ext>
            </a:extLst>
          </p:cNvPr>
          <p:cNvCxnSpPr>
            <a:cxnSpLocks/>
          </p:cNvCxnSpPr>
          <p:nvPr/>
        </p:nvCxnSpPr>
        <p:spPr>
          <a:xfrm flipH="1" flipV="1">
            <a:off x="6325573" y="7899283"/>
            <a:ext cx="6481" cy="354490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4" name="Straight Connector 452">
            <a:extLst>
              <a:ext uri="{FF2B5EF4-FFF2-40B4-BE49-F238E27FC236}">
                <a16:creationId xmlns:a16="http://schemas.microsoft.com/office/drawing/2014/main" id="{F11737FD-C59E-43CD-B637-20C72B17E54D}"/>
              </a:ext>
            </a:extLst>
          </p:cNvPr>
          <p:cNvCxnSpPr>
            <a:cxnSpLocks/>
          </p:cNvCxnSpPr>
          <p:nvPr/>
        </p:nvCxnSpPr>
        <p:spPr>
          <a:xfrm flipH="1" flipV="1">
            <a:off x="6345547" y="7899095"/>
            <a:ext cx="462332" cy="16465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5" name="Straight Connector 452">
            <a:extLst>
              <a:ext uri="{FF2B5EF4-FFF2-40B4-BE49-F238E27FC236}">
                <a16:creationId xmlns:a16="http://schemas.microsoft.com/office/drawing/2014/main" id="{B040C1E8-51D9-4F30-9ED6-00A49E5E7BC7}"/>
              </a:ext>
            </a:extLst>
          </p:cNvPr>
          <p:cNvCxnSpPr>
            <a:cxnSpLocks/>
          </p:cNvCxnSpPr>
          <p:nvPr/>
        </p:nvCxnSpPr>
        <p:spPr>
          <a:xfrm flipV="1">
            <a:off x="6542912" y="8040485"/>
            <a:ext cx="252835" cy="11671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6" name="Straight Connector 452">
            <a:extLst>
              <a:ext uri="{FF2B5EF4-FFF2-40B4-BE49-F238E27FC236}">
                <a16:creationId xmlns:a16="http://schemas.microsoft.com/office/drawing/2014/main" id="{2E262787-EA5A-4F1B-B909-6A5C81F170C2}"/>
              </a:ext>
            </a:extLst>
          </p:cNvPr>
          <p:cNvCxnSpPr>
            <a:cxnSpLocks/>
          </p:cNvCxnSpPr>
          <p:nvPr/>
        </p:nvCxnSpPr>
        <p:spPr>
          <a:xfrm flipV="1">
            <a:off x="6566275" y="8172751"/>
            <a:ext cx="0" cy="15396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7" name="Straight Connector 452">
            <a:extLst>
              <a:ext uri="{FF2B5EF4-FFF2-40B4-BE49-F238E27FC236}">
                <a16:creationId xmlns:a16="http://schemas.microsoft.com/office/drawing/2014/main" id="{88AB7963-29EF-4FD0-B33C-6BADDB9D013D}"/>
              </a:ext>
            </a:extLst>
          </p:cNvPr>
          <p:cNvCxnSpPr>
            <a:cxnSpLocks/>
          </p:cNvCxnSpPr>
          <p:nvPr/>
        </p:nvCxnSpPr>
        <p:spPr>
          <a:xfrm flipV="1">
            <a:off x="6550755" y="8241226"/>
            <a:ext cx="252835" cy="11671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8" name="Straight Connector 452">
            <a:extLst>
              <a:ext uri="{FF2B5EF4-FFF2-40B4-BE49-F238E27FC236}">
                <a16:creationId xmlns:a16="http://schemas.microsoft.com/office/drawing/2014/main" id="{1B067FF2-4565-45F0-9194-B6E4CC025AB0}"/>
              </a:ext>
            </a:extLst>
          </p:cNvPr>
          <p:cNvCxnSpPr>
            <a:cxnSpLocks/>
          </p:cNvCxnSpPr>
          <p:nvPr/>
        </p:nvCxnSpPr>
        <p:spPr>
          <a:xfrm flipH="1" flipV="1">
            <a:off x="6768803" y="8231542"/>
            <a:ext cx="272958" cy="10608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9" name="Straight Connector 452">
            <a:extLst>
              <a:ext uri="{FF2B5EF4-FFF2-40B4-BE49-F238E27FC236}">
                <a16:creationId xmlns:a16="http://schemas.microsoft.com/office/drawing/2014/main" id="{9063A028-D394-43A2-B5E0-9081F3046C26}"/>
              </a:ext>
            </a:extLst>
          </p:cNvPr>
          <p:cNvCxnSpPr>
            <a:cxnSpLocks/>
          </p:cNvCxnSpPr>
          <p:nvPr/>
        </p:nvCxnSpPr>
        <p:spPr>
          <a:xfrm flipV="1">
            <a:off x="6097785" y="8226227"/>
            <a:ext cx="252835" cy="11671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0" name="Straight Connector 452">
            <a:extLst>
              <a:ext uri="{FF2B5EF4-FFF2-40B4-BE49-F238E27FC236}">
                <a16:creationId xmlns:a16="http://schemas.microsoft.com/office/drawing/2014/main" id="{5CC66218-B72B-4250-B8D7-8E2A529CEF0A}"/>
              </a:ext>
            </a:extLst>
          </p:cNvPr>
          <p:cNvCxnSpPr>
            <a:cxnSpLocks/>
          </p:cNvCxnSpPr>
          <p:nvPr/>
        </p:nvCxnSpPr>
        <p:spPr>
          <a:xfrm flipV="1">
            <a:off x="7020115" y="8138637"/>
            <a:ext cx="449422" cy="197359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1" name="Straight Connector 452">
            <a:extLst>
              <a:ext uri="{FF2B5EF4-FFF2-40B4-BE49-F238E27FC236}">
                <a16:creationId xmlns:a16="http://schemas.microsoft.com/office/drawing/2014/main" id="{51B19C05-4C5F-4390-B316-8D62C49AB264}"/>
              </a:ext>
            </a:extLst>
          </p:cNvPr>
          <p:cNvCxnSpPr>
            <a:cxnSpLocks/>
          </p:cNvCxnSpPr>
          <p:nvPr/>
        </p:nvCxnSpPr>
        <p:spPr>
          <a:xfrm flipV="1">
            <a:off x="7451011" y="7798880"/>
            <a:ext cx="0" cy="33754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2" name="Straight Connector 452">
            <a:extLst>
              <a:ext uri="{FF2B5EF4-FFF2-40B4-BE49-F238E27FC236}">
                <a16:creationId xmlns:a16="http://schemas.microsoft.com/office/drawing/2014/main" id="{4A1207CA-DB80-41D1-8424-F6815B67EB7B}"/>
              </a:ext>
            </a:extLst>
          </p:cNvPr>
          <p:cNvCxnSpPr>
            <a:cxnSpLocks/>
          </p:cNvCxnSpPr>
          <p:nvPr/>
        </p:nvCxnSpPr>
        <p:spPr>
          <a:xfrm flipV="1">
            <a:off x="7467628" y="7685419"/>
            <a:ext cx="252835" cy="11671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3" name="Straight Connector 452">
            <a:extLst>
              <a:ext uri="{FF2B5EF4-FFF2-40B4-BE49-F238E27FC236}">
                <a16:creationId xmlns:a16="http://schemas.microsoft.com/office/drawing/2014/main" id="{7E7B67B3-48E4-4886-A657-EE1953D19528}"/>
              </a:ext>
            </a:extLst>
          </p:cNvPr>
          <p:cNvCxnSpPr>
            <a:cxnSpLocks/>
          </p:cNvCxnSpPr>
          <p:nvPr/>
        </p:nvCxnSpPr>
        <p:spPr>
          <a:xfrm flipV="1">
            <a:off x="7716620" y="7358036"/>
            <a:ext cx="0" cy="33754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4" name="Straight Connector 452">
            <a:extLst>
              <a:ext uri="{FF2B5EF4-FFF2-40B4-BE49-F238E27FC236}">
                <a16:creationId xmlns:a16="http://schemas.microsoft.com/office/drawing/2014/main" id="{6DA12D6D-72D2-42FB-86FE-DBFE174FD625}"/>
              </a:ext>
            </a:extLst>
          </p:cNvPr>
          <p:cNvCxnSpPr>
            <a:cxnSpLocks/>
          </p:cNvCxnSpPr>
          <p:nvPr/>
        </p:nvCxnSpPr>
        <p:spPr>
          <a:xfrm flipV="1">
            <a:off x="7459943" y="7343599"/>
            <a:ext cx="252835" cy="11671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5" name="Straight Connector 452">
            <a:extLst>
              <a:ext uri="{FF2B5EF4-FFF2-40B4-BE49-F238E27FC236}">
                <a16:creationId xmlns:a16="http://schemas.microsoft.com/office/drawing/2014/main" id="{571CABAA-D46D-44A9-8097-DD0D6D39E1A9}"/>
              </a:ext>
            </a:extLst>
          </p:cNvPr>
          <p:cNvCxnSpPr>
            <a:cxnSpLocks/>
          </p:cNvCxnSpPr>
          <p:nvPr/>
        </p:nvCxnSpPr>
        <p:spPr>
          <a:xfrm flipH="1" flipV="1">
            <a:off x="7221161" y="7339841"/>
            <a:ext cx="272958" cy="10608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6" name="Straight Connector 452">
            <a:extLst>
              <a:ext uri="{FF2B5EF4-FFF2-40B4-BE49-F238E27FC236}">
                <a16:creationId xmlns:a16="http://schemas.microsoft.com/office/drawing/2014/main" id="{3662B90C-260B-4741-A505-0E1CF1025D89}"/>
              </a:ext>
            </a:extLst>
          </p:cNvPr>
          <p:cNvCxnSpPr>
            <a:cxnSpLocks/>
          </p:cNvCxnSpPr>
          <p:nvPr/>
        </p:nvCxnSpPr>
        <p:spPr>
          <a:xfrm flipV="1">
            <a:off x="7220466" y="7251911"/>
            <a:ext cx="252835" cy="11671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7" name="Straight Connector 452">
            <a:extLst>
              <a:ext uri="{FF2B5EF4-FFF2-40B4-BE49-F238E27FC236}">
                <a16:creationId xmlns:a16="http://schemas.microsoft.com/office/drawing/2014/main" id="{771DBD88-3742-464C-907A-FDD843DB1E62}"/>
              </a:ext>
            </a:extLst>
          </p:cNvPr>
          <p:cNvCxnSpPr>
            <a:cxnSpLocks/>
          </p:cNvCxnSpPr>
          <p:nvPr/>
        </p:nvCxnSpPr>
        <p:spPr>
          <a:xfrm flipV="1">
            <a:off x="7475318" y="6907419"/>
            <a:ext cx="0" cy="33754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8" name="Straight Connector 452">
            <a:extLst>
              <a:ext uri="{FF2B5EF4-FFF2-40B4-BE49-F238E27FC236}">
                <a16:creationId xmlns:a16="http://schemas.microsoft.com/office/drawing/2014/main" id="{89C3DC4D-362C-4007-8442-D4BFB60B7B14}"/>
              </a:ext>
            </a:extLst>
          </p:cNvPr>
          <p:cNvCxnSpPr>
            <a:cxnSpLocks/>
          </p:cNvCxnSpPr>
          <p:nvPr/>
        </p:nvCxnSpPr>
        <p:spPr>
          <a:xfrm flipH="1" flipV="1">
            <a:off x="7487326" y="6905927"/>
            <a:ext cx="272958" cy="10608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9" name="Straight Connector 452">
            <a:extLst>
              <a:ext uri="{FF2B5EF4-FFF2-40B4-BE49-F238E27FC236}">
                <a16:creationId xmlns:a16="http://schemas.microsoft.com/office/drawing/2014/main" id="{64746759-7758-43E3-9CA6-4E015051072F}"/>
              </a:ext>
            </a:extLst>
          </p:cNvPr>
          <p:cNvCxnSpPr>
            <a:cxnSpLocks/>
          </p:cNvCxnSpPr>
          <p:nvPr/>
        </p:nvCxnSpPr>
        <p:spPr>
          <a:xfrm flipV="1">
            <a:off x="7722043" y="6991223"/>
            <a:ext cx="0" cy="15396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0" name="Straight Connector 452">
            <a:extLst>
              <a:ext uri="{FF2B5EF4-FFF2-40B4-BE49-F238E27FC236}">
                <a16:creationId xmlns:a16="http://schemas.microsoft.com/office/drawing/2014/main" id="{9F59B177-99EC-4498-872E-6BAF159BAF27}"/>
              </a:ext>
            </a:extLst>
          </p:cNvPr>
          <p:cNvCxnSpPr>
            <a:cxnSpLocks/>
          </p:cNvCxnSpPr>
          <p:nvPr/>
        </p:nvCxnSpPr>
        <p:spPr>
          <a:xfrm flipV="1">
            <a:off x="7728414" y="6899719"/>
            <a:ext cx="660604" cy="266496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1" name="Straight Connector 452">
            <a:extLst>
              <a:ext uri="{FF2B5EF4-FFF2-40B4-BE49-F238E27FC236}">
                <a16:creationId xmlns:a16="http://schemas.microsoft.com/office/drawing/2014/main" id="{A3E58D99-D458-4307-96AD-CF525D456243}"/>
              </a:ext>
            </a:extLst>
          </p:cNvPr>
          <p:cNvCxnSpPr>
            <a:cxnSpLocks/>
          </p:cNvCxnSpPr>
          <p:nvPr/>
        </p:nvCxnSpPr>
        <p:spPr>
          <a:xfrm flipH="1" flipV="1">
            <a:off x="8368032" y="6898218"/>
            <a:ext cx="272958" cy="10608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2" name="Straight Connector 452">
            <a:extLst>
              <a:ext uri="{FF2B5EF4-FFF2-40B4-BE49-F238E27FC236}">
                <a16:creationId xmlns:a16="http://schemas.microsoft.com/office/drawing/2014/main" id="{4CC01547-46F5-46FD-B318-5FA05AA53C56}"/>
              </a:ext>
            </a:extLst>
          </p:cNvPr>
          <p:cNvCxnSpPr>
            <a:cxnSpLocks/>
          </p:cNvCxnSpPr>
          <p:nvPr/>
        </p:nvCxnSpPr>
        <p:spPr>
          <a:xfrm flipV="1">
            <a:off x="8161881" y="7006392"/>
            <a:ext cx="428476" cy="16300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3" name="Straight Connector 452">
            <a:extLst>
              <a:ext uri="{FF2B5EF4-FFF2-40B4-BE49-F238E27FC236}">
                <a16:creationId xmlns:a16="http://schemas.microsoft.com/office/drawing/2014/main" id="{4E797069-DCA7-4329-8570-B7A22B135461}"/>
              </a:ext>
            </a:extLst>
          </p:cNvPr>
          <p:cNvCxnSpPr>
            <a:cxnSpLocks/>
          </p:cNvCxnSpPr>
          <p:nvPr/>
        </p:nvCxnSpPr>
        <p:spPr>
          <a:xfrm flipH="1" flipV="1">
            <a:off x="8154191" y="7154299"/>
            <a:ext cx="272958" cy="10608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4" name="Straight Connector 452">
            <a:extLst>
              <a:ext uri="{FF2B5EF4-FFF2-40B4-BE49-F238E27FC236}">
                <a16:creationId xmlns:a16="http://schemas.microsoft.com/office/drawing/2014/main" id="{DC8A07E4-AF04-460C-927B-2BC923C25BB4}"/>
              </a:ext>
            </a:extLst>
          </p:cNvPr>
          <p:cNvCxnSpPr>
            <a:cxnSpLocks/>
          </p:cNvCxnSpPr>
          <p:nvPr/>
        </p:nvCxnSpPr>
        <p:spPr>
          <a:xfrm flipV="1">
            <a:off x="8165308" y="7244778"/>
            <a:ext cx="252835" cy="11671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5" name="Straight Connector 452">
            <a:extLst>
              <a:ext uri="{FF2B5EF4-FFF2-40B4-BE49-F238E27FC236}">
                <a16:creationId xmlns:a16="http://schemas.microsoft.com/office/drawing/2014/main" id="{D38A8BEC-4441-4C5F-826B-2F027EF10E1B}"/>
              </a:ext>
            </a:extLst>
          </p:cNvPr>
          <p:cNvCxnSpPr>
            <a:cxnSpLocks/>
          </p:cNvCxnSpPr>
          <p:nvPr/>
        </p:nvCxnSpPr>
        <p:spPr>
          <a:xfrm flipH="1" flipV="1">
            <a:off x="7885675" y="7238599"/>
            <a:ext cx="272958" cy="10608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6" name="Straight Connector 452">
            <a:extLst>
              <a:ext uri="{FF2B5EF4-FFF2-40B4-BE49-F238E27FC236}">
                <a16:creationId xmlns:a16="http://schemas.microsoft.com/office/drawing/2014/main" id="{3B522B3C-E484-413B-BD92-9F9DF81E62BA}"/>
              </a:ext>
            </a:extLst>
          </p:cNvPr>
          <p:cNvCxnSpPr>
            <a:cxnSpLocks/>
          </p:cNvCxnSpPr>
          <p:nvPr/>
        </p:nvCxnSpPr>
        <p:spPr>
          <a:xfrm flipV="1">
            <a:off x="7911578" y="7244967"/>
            <a:ext cx="0" cy="15396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7" name="Straight Connector 452">
            <a:extLst>
              <a:ext uri="{FF2B5EF4-FFF2-40B4-BE49-F238E27FC236}">
                <a16:creationId xmlns:a16="http://schemas.microsoft.com/office/drawing/2014/main" id="{99BAB579-82DE-4D8B-832D-68FE43E6D503}"/>
              </a:ext>
            </a:extLst>
          </p:cNvPr>
          <p:cNvCxnSpPr>
            <a:cxnSpLocks/>
          </p:cNvCxnSpPr>
          <p:nvPr/>
        </p:nvCxnSpPr>
        <p:spPr>
          <a:xfrm flipH="1" flipV="1">
            <a:off x="7919369" y="7425206"/>
            <a:ext cx="272958" cy="10608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8" name="Straight Connector 452">
            <a:extLst>
              <a:ext uri="{FF2B5EF4-FFF2-40B4-BE49-F238E27FC236}">
                <a16:creationId xmlns:a16="http://schemas.microsoft.com/office/drawing/2014/main" id="{23117D65-6EB1-4552-A1BD-94339EAC9150}"/>
              </a:ext>
            </a:extLst>
          </p:cNvPr>
          <p:cNvCxnSpPr>
            <a:cxnSpLocks/>
          </p:cNvCxnSpPr>
          <p:nvPr/>
        </p:nvCxnSpPr>
        <p:spPr>
          <a:xfrm flipV="1">
            <a:off x="8165308" y="7515289"/>
            <a:ext cx="0" cy="15396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9" name="Straight Connector 452">
            <a:extLst>
              <a:ext uri="{FF2B5EF4-FFF2-40B4-BE49-F238E27FC236}">
                <a16:creationId xmlns:a16="http://schemas.microsoft.com/office/drawing/2014/main" id="{A811A476-5304-4192-8588-43510D00FCF8}"/>
              </a:ext>
            </a:extLst>
          </p:cNvPr>
          <p:cNvCxnSpPr>
            <a:cxnSpLocks/>
          </p:cNvCxnSpPr>
          <p:nvPr/>
        </p:nvCxnSpPr>
        <p:spPr>
          <a:xfrm flipH="1" flipV="1">
            <a:off x="7894416" y="7574136"/>
            <a:ext cx="272958" cy="10608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0" name="Straight Connector 452">
            <a:extLst>
              <a:ext uri="{FF2B5EF4-FFF2-40B4-BE49-F238E27FC236}">
                <a16:creationId xmlns:a16="http://schemas.microsoft.com/office/drawing/2014/main" id="{5288DAB7-69FB-48DD-B015-A9CE302D9E24}"/>
              </a:ext>
            </a:extLst>
          </p:cNvPr>
          <p:cNvCxnSpPr>
            <a:cxnSpLocks/>
          </p:cNvCxnSpPr>
          <p:nvPr/>
        </p:nvCxnSpPr>
        <p:spPr>
          <a:xfrm flipV="1">
            <a:off x="7919564" y="7588065"/>
            <a:ext cx="0" cy="15396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1" name="Straight Connector 452">
            <a:extLst>
              <a:ext uri="{FF2B5EF4-FFF2-40B4-BE49-F238E27FC236}">
                <a16:creationId xmlns:a16="http://schemas.microsoft.com/office/drawing/2014/main" id="{2BCF926D-663E-4D3E-98D4-0A520F049D1C}"/>
              </a:ext>
            </a:extLst>
          </p:cNvPr>
          <p:cNvCxnSpPr>
            <a:cxnSpLocks/>
          </p:cNvCxnSpPr>
          <p:nvPr/>
        </p:nvCxnSpPr>
        <p:spPr>
          <a:xfrm flipH="1" flipV="1">
            <a:off x="7913380" y="7749370"/>
            <a:ext cx="272958" cy="10608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2" name="Straight Connector 452">
            <a:extLst>
              <a:ext uri="{FF2B5EF4-FFF2-40B4-BE49-F238E27FC236}">
                <a16:creationId xmlns:a16="http://schemas.microsoft.com/office/drawing/2014/main" id="{338828A1-E3D6-4632-92ED-4CF30A343532}"/>
              </a:ext>
            </a:extLst>
          </p:cNvPr>
          <p:cNvCxnSpPr>
            <a:cxnSpLocks/>
          </p:cNvCxnSpPr>
          <p:nvPr/>
        </p:nvCxnSpPr>
        <p:spPr>
          <a:xfrm flipV="1">
            <a:off x="7917454" y="7855098"/>
            <a:ext cx="252835" cy="11671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3" name="Straight Connector 452">
            <a:extLst>
              <a:ext uri="{FF2B5EF4-FFF2-40B4-BE49-F238E27FC236}">
                <a16:creationId xmlns:a16="http://schemas.microsoft.com/office/drawing/2014/main" id="{059DBFE2-4ADA-4B27-AE90-D417B5608E77}"/>
              </a:ext>
            </a:extLst>
          </p:cNvPr>
          <p:cNvCxnSpPr>
            <a:cxnSpLocks/>
          </p:cNvCxnSpPr>
          <p:nvPr/>
        </p:nvCxnSpPr>
        <p:spPr>
          <a:xfrm flipH="1" flipV="1">
            <a:off x="7683291" y="7885408"/>
            <a:ext cx="272958" cy="10608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4" name="Straight Connector 452">
            <a:extLst>
              <a:ext uri="{FF2B5EF4-FFF2-40B4-BE49-F238E27FC236}">
                <a16:creationId xmlns:a16="http://schemas.microsoft.com/office/drawing/2014/main" id="{F26B226C-A133-4B75-9422-4F296D86C86C}"/>
              </a:ext>
            </a:extLst>
          </p:cNvPr>
          <p:cNvCxnSpPr>
            <a:cxnSpLocks/>
          </p:cNvCxnSpPr>
          <p:nvPr/>
        </p:nvCxnSpPr>
        <p:spPr>
          <a:xfrm flipH="1" flipV="1">
            <a:off x="7694111" y="7900582"/>
            <a:ext cx="8520" cy="52272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5" name="Straight Connector 452">
            <a:extLst>
              <a:ext uri="{FF2B5EF4-FFF2-40B4-BE49-F238E27FC236}">
                <a16:creationId xmlns:a16="http://schemas.microsoft.com/office/drawing/2014/main" id="{B8F0D63B-9AE0-4E6B-ADBC-1D157F8150C9}"/>
              </a:ext>
            </a:extLst>
          </p:cNvPr>
          <p:cNvCxnSpPr>
            <a:cxnSpLocks/>
          </p:cNvCxnSpPr>
          <p:nvPr/>
        </p:nvCxnSpPr>
        <p:spPr>
          <a:xfrm flipH="1" flipV="1">
            <a:off x="7425412" y="8305696"/>
            <a:ext cx="272958" cy="10608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6" name="Straight Connector 452">
            <a:extLst>
              <a:ext uri="{FF2B5EF4-FFF2-40B4-BE49-F238E27FC236}">
                <a16:creationId xmlns:a16="http://schemas.microsoft.com/office/drawing/2014/main" id="{E4962335-0A74-4191-BC23-C416EFB2A469}"/>
              </a:ext>
            </a:extLst>
          </p:cNvPr>
          <p:cNvCxnSpPr>
            <a:cxnSpLocks/>
          </p:cNvCxnSpPr>
          <p:nvPr/>
        </p:nvCxnSpPr>
        <p:spPr>
          <a:xfrm flipV="1">
            <a:off x="7451011" y="8346326"/>
            <a:ext cx="0" cy="15396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7" name="Straight Connector 452">
            <a:extLst>
              <a:ext uri="{FF2B5EF4-FFF2-40B4-BE49-F238E27FC236}">
                <a16:creationId xmlns:a16="http://schemas.microsoft.com/office/drawing/2014/main" id="{FCF1C092-BF10-4D72-921F-D096242CEDB6}"/>
              </a:ext>
            </a:extLst>
          </p:cNvPr>
          <p:cNvCxnSpPr>
            <a:cxnSpLocks/>
          </p:cNvCxnSpPr>
          <p:nvPr/>
        </p:nvCxnSpPr>
        <p:spPr>
          <a:xfrm flipH="1" flipV="1">
            <a:off x="7211697" y="8417906"/>
            <a:ext cx="272958" cy="10608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8" name="Straight Connector 452">
            <a:extLst>
              <a:ext uri="{FF2B5EF4-FFF2-40B4-BE49-F238E27FC236}">
                <a16:creationId xmlns:a16="http://schemas.microsoft.com/office/drawing/2014/main" id="{9E3F03F0-79E0-4E83-A470-4DF83AAFFC1E}"/>
              </a:ext>
            </a:extLst>
          </p:cNvPr>
          <p:cNvCxnSpPr>
            <a:cxnSpLocks/>
          </p:cNvCxnSpPr>
          <p:nvPr/>
        </p:nvCxnSpPr>
        <p:spPr>
          <a:xfrm flipV="1">
            <a:off x="7231389" y="8418370"/>
            <a:ext cx="17941" cy="743313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9" name="Straight Connector 452">
            <a:extLst>
              <a:ext uri="{FF2B5EF4-FFF2-40B4-BE49-F238E27FC236}">
                <a16:creationId xmlns:a16="http://schemas.microsoft.com/office/drawing/2014/main" id="{5D214F42-5699-4E37-AA13-3311B5FA6A9A}"/>
              </a:ext>
            </a:extLst>
          </p:cNvPr>
          <p:cNvCxnSpPr>
            <a:cxnSpLocks/>
          </p:cNvCxnSpPr>
          <p:nvPr/>
        </p:nvCxnSpPr>
        <p:spPr>
          <a:xfrm flipH="1" flipV="1">
            <a:off x="6964763" y="9038057"/>
            <a:ext cx="272958" cy="10608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0" name="Straight Connector 452">
            <a:extLst>
              <a:ext uri="{FF2B5EF4-FFF2-40B4-BE49-F238E27FC236}">
                <a16:creationId xmlns:a16="http://schemas.microsoft.com/office/drawing/2014/main" id="{B46E2A9A-492F-472A-BD82-A7984E376CED}"/>
              </a:ext>
            </a:extLst>
          </p:cNvPr>
          <p:cNvCxnSpPr>
            <a:cxnSpLocks/>
          </p:cNvCxnSpPr>
          <p:nvPr/>
        </p:nvCxnSpPr>
        <p:spPr>
          <a:xfrm flipV="1">
            <a:off x="7009964" y="8483023"/>
            <a:ext cx="6961" cy="555034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1" name="Straight Connector 452">
            <a:extLst>
              <a:ext uri="{FF2B5EF4-FFF2-40B4-BE49-F238E27FC236}">
                <a16:creationId xmlns:a16="http://schemas.microsoft.com/office/drawing/2014/main" id="{D24703DB-F197-4A45-89AD-2DA80BFF6558}"/>
              </a:ext>
            </a:extLst>
          </p:cNvPr>
          <p:cNvCxnSpPr>
            <a:cxnSpLocks/>
          </p:cNvCxnSpPr>
          <p:nvPr/>
        </p:nvCxnSpPr>
        <p:spPr>
          <a:xfrm flipV="1">
            <a:off x="6535269" y="8952397"/>
            <a:ext cx="252835" cy="11671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2" name="Straight Connector 452">
            <a:extLst>
              <a:ext uri="{FF2B5EF4-FFF2-40B4-BE49-F238E27FC236}">
                <a16:creationId xmlns:a16="http://schemas.microsoft.com/office/drawing/2014/main" id="{00D2027C-A55D-4ACA-B353-4202D99FB078}"/>
              </a:ext>
            </a:extLst>
          </p:cNvPr>
          <p:cNvCxnSpPr>
            <a:cxnSpLocks/>
          </p:cNvCxnSpPr>
          <p:nvPr/>
        </p:nvCxnSpPr>
        <p:spPr>
          <a:xfrm flipH="1" flipV="1">
            <a:off x="6762268" y="8417905"/>
            <a:ext cx="272958" cy="10608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3" name="Straight Connector 452">
            <a:extLst>
              <a:ext uri="{FF2B5EF4-FFF2-40B4-BE49-F238E27FC236}">
                <a16:creationId xmlns:a16="http://schemas.microsoft.com/office/drawing/2014/main" id="{DBC81A60-E6B6-4218-8205-FF5C15EF263E}"/>
              </a:ext>
            </a:extLst>
          </p:cNvPr>
          <p:cNvCxnSpPr>
            <a:cxnSpLocks/>
          </p:cNvCxnSpPr>
          <p:nvPr/>
        </p:nvCxnSpPr>
        <p:spPr>
          <a:xfrm flipH="1" flipV="1">
            <a:off x="6770121" y="8403798"/>
            <a:ext cx="16212" cy="555034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4" name="Straight Connector 452">
            <a:extLst>
              <a:ext uri="{FF2B5EF4-FFF2-40B4-BE49-F238E27FC236}">
                <a16:creationId xmlns:a16="http://schemas.microsoft.com/office/drawing/2014/main" id="{19D5E5DB-6B4B-430C-B29E-EBD78E1F6272}"/>
              </a:ext>
            </a:extLst>
          </p:cNvPr>
          <p:cNvCxnSpPr>
            <a:cxnSpLocks/>
          </p:cNvCxnSpPr>
          <p:nvPr/>
        </p:nvCxnSpPr>
        <p:spPr>
          <a:xfrm flipH="1" flipV="1">
            <a:off x="6539120" y="8507636"/>
            <a:ext cx="3452" cy="53821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5" name="Straight Connector 452">
            <a:extLst>
              <a:ext uri="{FF2B5EF4-FFF2-40B4-BE49-F238E27FC236}">
                <a16:creationId xmlns:a16="http://schemas.microsoft.com/office/drawing/2014/main" id="{19E0D6CD-750F-48D3-8E8A-B5E9910687DC}"/>
              </a:ext>
            </a:extLst>
          </p:cNvPr>
          <p:cNvCxnSpPr>
            <a:cxnSpLocks/>
          </p:cNvCxnSpPr>
          <p:nvPr/>
        </p:nvCxnSpPr>
        <p:spPr>
          <a:xfrm flipV="1">
            <a:off x="6291286" y="8509607"/>
            <a:ext cx="252835" cy="11671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6" name="Straight Connector 452">
            <a:extLst>
              <a:ext uri="{FF2B5EF4-FFF2-40B4-BE49-F238E27FC236}">
                <a16:creationId xmlns:a16="http://schemas.microsoft.com/office/drawing/2014/main" id="{6C665E56-7A77-4138-BB17-29E02EBE7084}"/>
              </a:ext>
            </a:extLst>
          </p:cNvPr>
          <p:cNvCxnSpPr>
            <a:cxnSpLocks/>
          </p:cNvCxnSpPr>
          <p:nvPr/>
        </p:nvCxnSpPr>
        <p:spPr>
          <a:xfrm flipH="1" flipV="1">
            <a:off x="6307195" y="8594023"/>
            <a:ext cx="11305" cy="378565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7" name="Straight Connector 452">
            <a:extLst>
              <a:ext uri="{FF2B5EF4-FFF2-40B4-BE49-F238E27FC236}">
                <a16:creationId xmlns:a16="http://schemas.microsoft.com/office/drawing/2014/main" id="{79F73389-C288-4E3A-BB4B-2B3B4527B8F0}"/>
              </a:ext>
            </a:extLst>
          </p:cNvPr>
          <p:cNvCxnSpPr>
            <a:cxnSpLocks/>
          </p:cNvCxnSpPr>
          <p:nvPr/>
        </p:nvCxnSpPr>
        <p:spPr>
          <a:xfrm flipH="1" flipV="1">
            <a:off x="6121855" y="8861268"/>
            <a:ext cx="201365" cy="90597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8" name="Straight Connector 452">
            <a:extLst>
              <a:ext uri="{FF2B5EF4-FFF2-40B4-BE49-F238E27FC236}">
                <a16:creationId xmlns:a16="http://schemas.microsoft.com/office/drawing/2014/main" id="{1824622D-B914-41A8-9698-D485A7EF2434}"/>
              </a:ext>
            </a:extLst>
          </p:cNvPr>
          <p:cNvCxnSpPr>
            <a:cxnSpLocks/>
          </p:cNvCxnSpPr>
          <p:nvPr/>
        </p:nvCxnSpPr>
        <p:spPr>
          <a:xfrm flipH="1" flipV="1">
            <a:off x="3829543" y="7812875"/>
            <a:ext cx="465875" cy="178615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9" name="Straight Connector 452">
            <a:extLst>
              <a:ext uri="{FF2B5EF4-FFF2-40B4-BE49-F238E27FC236}">
                <a16:creationId xmlns:a16="http://schemas.microsoft.com/office/drawing/2014/main" id="{5E81D6BB-C64E-4A40-9853-BA64D5FB6F4B}"/>
              </a:ext>
            </a:extLst>
          </p:cNvPr>
          <p:cNvCxnSpPr>
            <a:cxnSpLocks/>
          </p:cNvCxnSpPr>
          <p:nvPr/>
        </p:nvCxnSpPr>
        <p:spPr>
          <a:xfrm flipV="1">
            <a:off x="3842504" y="7657882"/>
            <a:ext cx="0" cy="153968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0" name="Straight Connector 452">
            <a:extLst>
              <a:ext uri="{FF2B5EF4-FFF2-40B4-BE49-F238E27FC236}">
                <a16:creationId xmlns:a16="http://schemas.microsoft.com/office/drawing/2014/main" id="{777512C7-4E88-48B8-A694-DBC26217F437}"/>
              </a:ext>
            </a:extLst>
          </p:cNvPr>
          <p:cNvCxnSpPr>
            <a:cxnSpLocks/>
          </p:cNvCxnSpPr>
          <p:nvPr/>
        </p:nvCxnSpPr>
        <p:spPr>
          <a:xfrm flipH="1" flipV="1">
            <a:off x="3833245" y="7641175"/>
            <a:ext cx="682134" cy="275096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1" name="Straight Connector 452">
            <a:extLst>
              <a:ext uri="{FF2B5EF4-FFF2-40B4-BE49-F238E27FC236}">
                <a16:creationId xmlns:a16="http://schemas.microsoft.com/office/drawing/2014/main" id="{86C4DA8F-7E20-4604-961E-AD7150C318AF}"/>
              </a:ext>
            </a:extLst>
          </p:cNvPr>
          <p:cNvCxnSpPr>
            <a:cxnSpLocks/>
          </p:cNvCxnSpPr>
          <p:nvPr/>
        </p:nvCxnSpPr>
        <p:spPr>
          <a:xfrm flipV="1">
            <a:off x="4500584" y="7910711"/>
            <a:ext cx="7876" cy="18608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42" name="Arrow: Down 2741">
            <a:extLst>
              <a:ext uri="{FF2B5EF4-FFF2-40B4-BE49-F238E27FC236}">
                <a16:creationId xmlns:a16="http://schemas.microsoft.com/office/drawing/2014/main" id="{2E296A43-D2F2-45C6-9D4B-B65650C2D47D}"/>
              </a:ext>
            </a:extLst>
          </p:cNvPr>
          <p:cNvSpPr/>
          <p:nvPr/>
        </p:nvSpPr>
        <p:spPr>
          <a:xfrm rot="15329951">
            <a:off x="1649336" y="962932"/>
            <a:ext cx="302947" cy="873563"/>
          </a:xfrm>
          <a:prstGeom prst="downArrow">
            <a:avLst>
              <a:gd name="adj1" fmla="val 50000"/>
              <a:gd name="adj2" fmla="val 170138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43" name="Straight Connector 452">
            <a:extLst>
              <a:ext uri="{FF2B5EF4-FFF2-40B4-BE49-F238E27FC236}">
                <a16:creationId xmlns:a16="http://schemas.microsoft.com/office/drawing/2014/main" id="{0FD1CEEE-66E4-408B-AA7D-47DDD17CD848}"/>
              </a:ext>
            </a:extLst>
          </p:cNvPr>
          <p:cNvCxnSpPr>
            <a:cxnSpLocks/>
          </p:cNvCxnSpPr>
          <p:nvPr/>
        </p:nvCxnSpPr>
        <p:spPr>
          <a:xfrm flipV="1">
            <a:off x="6329615" y="2721685"/>
            <a:ext cx="3273" cy="210153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4" name="Straight Connector 452">
            <a:extLst>
              <a:ext uri="{FF2B5EF4-FFF2-40B4-BE49-F238E27FC236}">
                <a16:creationId xmlns:a16="http://schemas.microsoft.com/office/drawing/2014/main" id="{47DB3C9C-2B98-44BD-9D05-D32CCD1DBD93}"/>
              </a:ext>
            </a:extLst>
          </p:cNvPr>
          <p:cNvCxnSpPr>
            <a:cxnSpLocks/>
          </p:cNvCxnSpPr>
          <p:nvPr/>
        </p:nvCxnSpPr>
        <p:spPr>
          <a:xfrm flipH="1" flipV="1">
            <a:off x="4516619" y="5769423"/>
            <a:ext cx="473693" cy="196433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4021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452">
            <a:extLst>
              <a:ext uri="{FF2B5EF4-FFF2-40B4-BE49-F238E27FC236}">
                <a16:creationId xmlns:a16="http://schemas.microsoft.com/office/drawing/2014/main" id="{E53D6C18-3B93-4E5E-8AE3-D5114435BC06}"/>
              </a:ext>
            </a:extLst>
          </p:cNvPr>
          <p:cNvCxnSpPr>
            <a:cxnSpLocks/>
          </p:cNvCxnSpPr>
          <p:nvPr/>
        </p:nvCxnSpPr>
        <p:spPr>
          <a:xfrm>
            <a:off x="1282700" y="744220"/>
            <a:ext cx="0" cy="54356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452">
            <a:extLst>
              <a:ext uri="{FF2B5EF4-FFF2-40B4-BE49-F238E27FC236}">
                <a16:creationId xmlns:a16="http://schemas.microsoft.com/office/drawing/2014/main" id="{A46C148A-A729-40EF-8628-74D872196A05}"/>
              </a:ext>
            </a:extLst>
          </p:cNvPr>
          <p:cNvCxnSpPr>
            <a:cxnSpLocks/>
          </p:cNvCxnSpPr>
          <p:nvPr/>
        </p:nvCxnSpPr>
        <p:spPr>
          <a:xfrm flipV="1">
            <a:off x="2214880" y="1651001"/>
            <a:ext cx="4809" cy="2362199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452">
            <a:extLst>
              <a:ext uri="{FF2B5EF4-FFF2-40B4-BE49-F238E27FC236}">
                <a16:creationId xmlns:a16="http://schemas.microsoft.com/office/drawing/2014/main" id="{6F2E9BA9-EC94-45DD-BE38-95D8ABBA9E71}"/>
              </a:ext>
            </a:extLst>
          </p:cNvPr>
          <p:cNvCxnSpPr>
            <a:cxnSpLocks/>
          </p:cNvCxnSpPr>
          <p:nvPr/>
        </p:nvCxnSpPr>
        <p:spPr>
          <a:xfrm flipV="1">
            <a:off x="437554" y="2695849"/>
            <a:ext cx="987386" cy="436274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52">
            <a:extLst>
              <a:ext uri="{FF2B5EF4-FFF2-40B4-BE49-F238E27FC236}">
                <a16:creationId xmlns:a16="http://schemas.microsoft.com/office/drawing/2014/main" id="{0D725DEE-6514-4579-858D-6B858DC28FE8}"/>
              </a:ext>
            </a:extLst>
          </p:cNvPr>
          <p:cNvCxnSpPr>
            <a:cxnSpLocks/>
          </p:cNvCxnSpPr>
          <p:nvPr/>
        </p:nvCxnSpPr>
        <p:spPr>
          <a:xfrm>
            <a:off x="1282700" y="1259840"/>
            <a:ext cx="932180" cy="39116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452">
            <a:extLst>
              <a:ext uri="{FF2B5EF4-FFF2-40B4-BE49-F238E27FC236}">
                <a16:creationId xmlns:a16="http://schemas.microsoft.com/office/drawing/2014/main" id="{F010C3B7-6247-4050-88EE-8C91C57C7C34}"/>
              </a:ext>
            </a:extLst>
          </p:cNvPr>
          <p:cNvCxnSpPr>
            <a:cxnSpLocks/>
          </p:cNvCxnSpPr>
          <p:nvPr/>
        </p:nvCxnSpPr>
        <p:spPr>
          <a:xfrm flipV="1">
            <a:off x="2214880" y="1198880"/>
            <a:ext cx="1163320" cy="45212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452">
            <a:extLst>
              <a:ext uri="{FF2B5EF4-FFF2-40B4-BE49-F238E27FC236}">
                <a16:creationId xmlns:a16="http://schemas.microsoft.com/office/drawing/2014/main" id="{4A8A9477-26D6-4F3F-B7F9-4253E7836892}"/>
              </a:ext>
            </a:extLst>
          </p:cNvPr>
          <p:cNvCxnSpPr>
            <a:cxnSpLocks/>
          </p:cNvCxnSpPr>
          <p:nvPr/>
        </p:nvCxnSpPr>
        <p:spPr>
          <a:xfrm>
            <a:off x="3375659" y="1196340"/>
            <a:ext cx="464821" cy="18034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452">
            <a:extLst>
              <a:ext uri="{FF2B5EF4-FFF2-40B4-BE49-F238E27FC236}">
                <a16:creationId xmlns:a16="http://schemas.microsoft.com/office/drawing/2014/main" id="{F47F66A7-EB76-433C-A64D-B501E241851B}"/>
              </a:ext>
            </a:extLst>
          </p:cNvPr>
          <p:cNvCxnSpPr>
            <a:cxnSpLocks/>
          </p:cNvCxnSpPr>
          <p:nvPr/>
        </p:nvCxnSpPr>
        <p:spPr>
          <a:xfrm flipV="1">
            <a:off x="3843017" y="1196340"/>
            <a:ext cx="464821" cy="18034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452">
            <a:extLst>
              <a:ext uri="{FF2B5EF4-FFF2-40B4-BE49-F238E27FC236}">
                <a16:creationId xmlns:a16="http://schemas.microsoft.com/office/drawing/2014/main" id="{91C9A534-8791-444A-B597-A4C6D961443F}"/>
              </a:ext>
            </a:extLst>
          </p:cNvPr>
          <p:cNvCxnSpPr>
            <a:cxnSpLocks/>
          </p:cNvCxnSpPr>
          <p:nvPr/>
        </p:nvCxnSpPr>
        <p:spPr>
          <a:xfrm>
            <a:off x="4307838" y="853440"/>
            <a:ext cx="0" cy="34290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452">
            <a:extLst>
              <a:ext uri="{FF2B5EF4-FFF2-40B4-BE49-F238E27FC236}">
                <a16:creationId xmlns:a16="http://schemas.microsoft.com/office/drawing/2014/main" id="{E3C4E7F9-D02C-44BC-B2EB-A169DFF22DA3}"/>
              </a:ext>
            </a:extLst>
          </p:cNvPr>
          <p:cNvCxnSpPr>
            <a:cxnSpLocks/>
          </p:cNvCxnSpPr>
          <p:nvPr/>
        </p:nvCxnSpPr>
        <p:spPr>
          <a:xfrm flipH="1">
            <a:off x="1986280" y="4013200"/>
            <a:ext cx="228600" cy="9144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452">
            <a:extLst>
              <a:ext uri="{FF2B5EF4-FFF2-40B4-BE49-F238E27FC236}">
                <a16:creationId xmlns:a16="http://schemas.microsoft.com/office/drawing/2014/main" id="{1F94D7F4-C8E7-4D3A-BADA-86E2E57A2D1E}"/>
              </a:ext>
            </a:extLst>
          </p:cNvPr>
          <p:cNvCxnSpPr>
            <a:cxnSpLocks/>
          </p:cNvCxnSpPr>
          <p:nvPr/>
        </p:nvCxnSpPr>
        <p:spPr>
          <a:xfrm flipH="1" flipV="1">
            <a:off x="1748790" y="4516120"/>
            <a:ext cx="279400" cy="9144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452">
            <a:extLst>
              <a:ext uri="{FF2B5EF4-FFF2-40B4-BE49-F238E27FC236}">
                <a16:creationId xmlns:a16="http://schemas.microsoft.com/office/drawing/2014/main" id="{71EED9CD-C1BC-4C3D-A15B-17923185A20B}"/>
              </a:ext>
            </a:extLst>
          </p:cNvPr>
          <p:cNvCxnSpPr>
            <a:cxnSpLocks/>
          </p:cNvCxnSpPr>
          <p:nvPr/>
        </p:nvCxnSpPr>
        <p:spPr>
          <a:xfrm flipV="1">
            <a:off x="2002790" y="4607560"/>
            <a:ext cx="0" cy="266192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452">
            <a:extLst>
              <a:ext uri="{FF2B5EF4-FFF2-40B4-BE49-F238E27FC236}">
                <a16:creationId xmlns:a16="http://schemas.microsoft.com/office/drawing/2014/main" id="{195D147F-C941-4247-8D1C-B5ADE7D78B0A}"/>
              </a:ext>
            </a:extLst>
          </p:cNvPr>
          <p:cNvCxnSpPr>
            <a:cxnSpLocks/>
          </p:cNvCxnSpPr>
          <p:nvPr/>
        </p:nvCxnSpPr>
        <p:spPr>
          <a:xfrm flipH="1">
            <a:off x="2002790" y="6116320"/>
            <a:ext cx="1156970" cy="44704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452">
            <a:extLst>
              <a:ext uri="{FF2B5EF4-FFF2-40B4-BE49-F238E27FC236}">
                <a16:creationId xmlns:a16="http://schemas.microsoft.com/office/drawing/2014/main" id="{75E52E81-8571-49EC-A277-193248529533}"/>
              </a:ext>
            </a:extLst>
          </p:cNvPr>
          <p:cNvCxnSpPr>
            <a:cxnSpLocks/>
          </p:cNvCxnSpPr>
          <p:nvPr/>
        </p:nvCxnSpPr>
        <p:spPr>
          <a:xfrm flipH="1" flipV="1">
            <a:off x="3159760" y="6116320"/>
            <a:ext cx="215899" cy="9652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452">
            <a:extLst>
              <a:ext uri="{FF2B5EF4-FFF2-40B4-BE49-F238E27FC236}">
                <a16:creationId xmlns:a16="http://schemas.microsoft.com/office/drawing/2014/main" id="{BAC255FD-6D34-4FD9-B018-269327E9EF9B}"/>
              </a:ext>
            </a:extLst>
          </p:cNvPr>
          <p:cNvCxnSpPr>
            <a:cxnSpLocks/>
          </p:cNvCxnSpPr>
          <p:nvPr/>
        </p:nvCxnSpPr>
        <p:spPr>
          <a:xfrm flipH="1">
            <a:off x="3392171" y="5938520"/>
            <a:ext cx="683256" cy="26924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452">
            <a:extLst>
              <a:ext uri="{FF2B5EF4-FFF2-40B4-BE49-F238E27FC236}">
                <a16:creationId xmlns:a16="http://schemas.microsoft.com/office/drawing/2014/main" id="{6A2187F7-814F-43D3-8358-98E37533F4B5}"/>
              </a:ext>
            </a:extLst>
          </p:cNvPr>
          <p:cNvCxnSpPr>
            <a:cxnSpLocks/>
          </p:cNvCxnSpPr>
          <p:nvPr/>
        </p:nvCxnSpPr>
        <p:spPr>
          <a:xfrm flipH="1" flipV="1">
            <a:off x="4075427" y="5938520"/>
            <a:ext cx="435613" cy="17780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52">
            <a:extLst>
              <a:ext uri="{FF2B5EF4-FFF2-40B4-BE49-F238E27FC236}">
                <a16:creationId xmlns:a16="http://schemas.microsoft.com/office/drawing/2014/main" id="{C4206847-62EE-4D7C-8647-C85FBA3A1B26}"/>
              </a:ext>
            </a:extLst>
          </p:cNvPr>
          <p:cNvCxnSpPr>
            <a:cxnSpLocks/>
          </p:cNvCxnSpPr>
          <p:nvPr/>
        </p:nvCxnSpPr>
        <p:spPr>
          <a:xfrm flipV="1">
            <a:off x="4511040" y="6116320"/>
            <a:ext cx="1" cy="88900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52">
            <a:extLst>
              <a:ext uri="{FF2B5EF4-FFF2-40B4-BE49-F238E27FC236}">
                <a16:creationId xmlns:a16="http://schemas.microsoft.com/office/drawing/2014/main" id="{80F2ACD4-ED7D-465C-909C-2F7EA3C0306A}"/>
              </a:ext>
            </a:extLst>
          </p:cNvPr>
          <p:cNvCxnSpPr>
            <a:cxnSpLocks/>
          </p:cNvCxnSpPr>
          <p:nvPr/>
        </p:nvCxnSpPr>
        <p:spPr>
          <a:xfrm flipV="1">
            <a:off x="4018277" y="7005320"/>
            <a:ext cx="477521" cy="18796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2">
            <a:extLst>
              <a:ext uri="{FF2B5EF4-FFF2-40B4-BE49-F238E27FC236}">
                <a16:creationId xmlns:a16="http://schemas.microsoft.com/office/drawing/2014/main" id="{D850F52E-A339-47EB-AD0D-6721CE60AC76}"/>
              </a:ext>
            </a:extLst>
          </p:cNvPr>
          <p:cNvCxnSpPr>
            <a:cxnSpLocks/>
          </p:cNvCxnSpPr>
          <p:nvPr/>
        </p:nvCxnSpPr>
        <p:spPr>
          <a:xfrm flipH="1">
            <a:off x="4942838" y="599440"/>
            <a:ext cx="472442" cy="22606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52">
            <a:extLst>
              <a:ext uri="{FF2B5EF4-FFF2-40B4-BE49-F238E27FC236}">
                <a16:creationId xmlns:a16="http://schemas.microsoft.com/office/drawing/2014/main" id="{21FCCD85-B03E-40C7-8AB0-2C3A0B31CD15}"/>
              </a:ext>
            </a:extLst>
          </p:cNvPr>
          <p:cNvCxnSpPr>
            <a:cxnSpLocks/>
          </p:cNvCxnSpPr>
          <p:nvPr/>
        </p:nvCxnSpPr>
        <p:spPr>
          <a:xfrm flipH="1" flipV="1">
            <a:off x="5415280" y="599440"/>
            <a:ext cx="1623057" cy="66040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452">
            <a:extLst>
              <a:ext uri="{FF2B5EF4-FFF2-40B4-BE49-F238E27FC236}">
                <a16:creationId xmlns:a16="http://schemas.microsoft.com/office/drawing/2014/main" id="{85FEEE43-B66A-4E3A-9D51-E8C555D28DC0}"/>
              </a:ext>
            </a:extLst>
          </p:cNvPr>
          <p:cNvCxnSpPr>
            <a:cxnSpLocks/>
          </p:cNvCxnSpPr>
          <p:nvPr/>
        </p:nvCxnSpPr>
        <p:spPr>
          <a:xfrm flipH="1">
            <a:off x="7038337" y="1137920"/>
            <a:ext cx="205743" cy="9652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452">
            <a:extLst>
              <a:ext uri="{FF2B5EF4-FFF2-40B4-BE49-F238E27FC236}">
                <a16:creationId xmlns:a16="http://schemas.microsoft.com/office/drawing/2014/main" id="{6C1F74DA-EC2C-498A-8BC5-88216BD95CDB}"/>
              </a:ext>
            </a:extLst>
          </p:cNvPr>
          <p:cNvCxnSpPr>
            <a:cxnSpLocks/>
          </p:cNvCxnSpPr>
          <p:nvPr/>
        </p:nvCxnSpPr>
        <p:spPr>
          <a:xfrm flipH="1">
            <a:off x="6995160" y="1244600"/>
            <a:ext cx="1" cy="194056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452">
            <a:extLst>
              <a:ext uri="{FF2B5EF4-FFF2-40B4-BE49-F238E27FC236}">
                <a16:creationId xmlns:a16="http://schemas.microsoft.com/office/drawing/2014/main" id="{6FEB80B1-2883-4A92-95A1-2D069E54CBE8}"/>
              </a:ext>
            </a:extLst>
          </p:cNvPr>
          <p:cNvCxnSpPr>
            <a:cxnSpLocks/>
          </p:cNvCxnSpPr>
          <p:nvPr/>
        </p:nvCxnSpPr>
        <p:spPr>
          <a:xfrm flipH="1" flipV="1">
            <a:off x="6995161" y="3185160"/>
            <a:ext cx="248919" cy="10160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452">
            <a:extLst>
              <a:ext uri="{FF2B5EF4-FFF2-40B4-BE49-F238E27FC236}">
                <a16:creationId xmlns:a16="http://schemas.microsoft.com/office/drawing/2014/main" id="{A4CBD49B-25F9-4B89-86BE-1F224A0F1F12}"/>
              </a:ext>
            </a:extLst>
          </p:cNvPr>
          <p:cNvCxnSpPr>
            <a:cxnSpLocks/>
          </p:cNvCxnSpPr>
          <p:nvPr/>
        </p:nvCxnSpPr>
        <p:spPr>
          <a:xfrm flipH="1">
            <a:off x="7244081" y="3159760"/>
            <a:ext cx="243839" cy="12700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452">
            <a:extLst>
              <a:ext uri="{FF2B5EF4-FFF2-40B4-BE49-F238E27FC236}">
                <a16:creationId xmlns:a16="http://schemas.microsoft.com/office/drawing/2014/main" id="{3C799C1B-7A04-431F-9FF8-5A6912872725}"/>
              </a:ext>
            </a:extLst>
          </p:cNvPr>
          <p:cNvCxnSpPr>
            <a:cxnSpLocks/>
          </p:cNvCxnSpPr>
          <p:nvPr/>
        </p:nvCxnSpPr>
        <p:spPr>
          <a:xfrm flipH="1" flipV="1">
            <a:off x="6324600" y="2900680"/>
            <a:ext cx="670560" cy="28448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452">
            <a:extLst>
              <a:ext uri="{FF2B5EF4-FFF2-40B4-BE49-F238E27FC236}">
                <a16:creationId xmlns:a16="http://schemas.microsoft.com/office/drawing/2014/main" id="{1B10698C-555F-4838-9EFC-02781428D6E6}"/>
              </a:ext>
            </a:extLst>
          </p:cNvPr>
          <p:cNvCxnSpPr>
            <a:cxnSpLocks/>
          </p:cNvCxnSpPr>
          <p:nvPr/>
        </p:nvCxnSpPr>
        <p:spPr>
          <a:xfrm flipH="1">
            <a:off x="5643880" y="2900680"/>
            <a:ext cx="704848" cy="27178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452">
            <a:extLst>
              <a:ext uri="{FF2B5EF4-FFF2-40B4-BE49-F238E27FC236}">
                <a16:creationId xmlns:a16="http://schemas.microsoft.com/office/drawing/2014/main" id="{28FF9D67-2FD9-42A0-8933-5504A2E9C7DD}"/>
              </a:ext>
            </a:extLst>
          </p:cNvPr>
          <p:cNvCxnSpPr>
            <a:cxnSpLocks/>
          </p:cNvCxnSpPr>
          <p:nvPr/>
        </p:nvCxnSpPr>
        <p:spPr>
          <a:xfrm>
            <a:off x="5647688" y="3159760"/>
            <a:ext cx="0" cy="21336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452">
            <a:extLst>
              <a:ext uri="{FF2B5EF4-FFF2-40B4-BE49-F238E27FC236}">
                <a16:creationId xmlns:a16="http://schemas.microsoft.com/office/drawing/2014/main" id="{7DB71C70-B4E8-46FA-ADB9-3FAED5DEE8EA}"/>
              </a:ext>
            </a:extLst>
          </p:cNvPr>
          <p:cNvCxnSpPr>
            <a:cxnSpLocks/>
          </p:cNvCxnSpPr>
          <p:nvPr/>
        </p:nvCxnSpPr>
        <p:spPr>
          <a:xfrm>
            <a:off x="7239000" y="3309620"/>
            <a:ext cx="5080" cy="244602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E09A12E0-0D84-47DD-AE6B-C502FEE46D7B}"/>
              </a:ext>
            </a:extLst>
          </p:cNvPr>
          <p:cNvSpPr txBox="1"/>
          <p:nvPr/>
        </p:nvSpPr>
        <p:spPr>
          <a:xfrm>
            <a:off x="284916" y="23010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满满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5158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452">
            <a:extLst>
              <a:ext uri="{FF2B5EF4-FFF2-40B4-BE49-F238E27FC236}">
                <a16:creationId xmlns:a16="http://schemas.microsoft.com/office/drawing/2014/main" id="{A46C148A-A729-40EF-8628-74D872196A05}"/>
              </a:ext>
            </a:extLst>
          </p:cNvPr>
          <p:cNvCxnSpPr>
            <a:cxnSpLocks/>
          </p:cNvCxnSpPr>
          <p:nvPr/>
        </p:nvCxnSpPr>
        <p:spPr>
          <a:xfrm flipV="1">
            <a:off x="2214880" y="1286510"/>
            <a:ext cx="0" cy="2726691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452">
            <a:extLst>
              <a:ext uri="{FF2B5EF4-FFF2-40B4-BE49-F238E27FC236}">
                <a16:creationId xmlns:a16="http://schemas.microsoft.com/office/drawing/2014/main" id="{6F2E9BA9-EC94-45DD-BE38-95D8ABBA9E71}"/>
              </a:ext>
            </a:extLst>
          </p:cNvPr>
          <p:cNvCxnSpPr>
            <a:cxnSpLocks/>
          </p:cNvCxnSpPr>
          <p:nvPr/>
        </p:nvCxnSpPr>
        <p:spPr>
          <a:xfrm flipV="1">
            <a:off x="437554" y="2695849"/>
            <a:ext cx="987386" cy="436274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452">
            <a:extLst>
              <a:ext uri="{FF2B5EF4-FFF2-40B4-BE49-F238E27FC236}">
                <a16:creationId xmlns:a16="http://schemas.microsoft.com/office/drawing/2014/main" id="{F010C3B7-6247-4050-88EE-8C91C57C7C34}"/>
              </a:ext>
            </a:extLst>
          </p:cNvPr>
          <p:cNvCxnSpPr>
            <a:cxnSpLocks/>
          </p:cNvCxnSpPr>
          <p:nvPr/>
        </p:nvCxnSpPr>
        <p:spPr>
          <a:xfrm>
            <a:off x="24892" y="2557380"/>
            <a:ext cx="1400048" cy="54864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452">
            <a:extLst>
              <a:ext uri="{FF2B5EF4-FFF2-40B4-BE49-F238E27FC236}">
                <a16:creationId xmlns:a16="http://schemas.microsoft.com/office/drawing/2014/main" id="{E3C4E7F9-D02C-44BC-B2EB-A169DFF22DA3}"/>
              </a:ext>
            </a:extLst>
          </p:cNvPr>
          <p:cNvCxnSpPr>
            <a:cxnSpLocks/>
          </p:cNvCxnSpPr>
          <p:nvPr/>
        </p:nvCxnSpPr>
        <p:spPr>
          <a:xfrm flipH="1">
            <a:off x="1986280" y="4013200"/>
            <a:ext cx="228600" cy="9144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452">
            <a:extLst>
              <a:ext uri="{FF2B5EF4-FFF2-40B4-BE49-F238E27FC236}">
                <a16:creationId xmlns:a16="http://schemas.microsoft.com/office/drawing/2014/main" id="{1F94D7F4-C8E7-4D3A-BADA-86E2E57A2D1E}"/>
              </a:ext>
            </a:extLst>
          </p:cNvPr>
          <p:cNvCxnSpPr>
            <a:cxnSpLocks/>
          </p:cNvCxnSpPr>
          <p:nvPr/>
        </p:nvCxnSpPr>
        <p:spPr>
          <a:xfrm flipH="1" flipV="1">
            <a:off x="1748790" y="4516120"/>
            <a:ext cx="279400" cy="9144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452">
            <a:extLst>
              <a:ext uri="{FF2B5EF4-FFF2-40B4-BE49-F238E27FC236}">
                <a16:creationId xmlns:a16="http://schemas.microsoft.com/office/drawing/2014/main" id="{71EED9CD-C1BC-4C3D-A15B-17923185A20B}"/>
              </a:ext>
            </a:extLst>
          </p:cNvPr>
          <p:cNvCxnSpPr>
            <a:cxnSpLocks/>
          </p:cNvCxnSpPr>
          <p:nvPr/>
        </p:nvCxnSpPr>
        <p:spPr>
          <a:xfrm flipV="1">
            <a:off x="2002790" y="4607560"/>
            <a:ext cx="0" cy="266192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452">
            <a:extLst>
              <a:ext uri="{FF2B5EF4-FFF2-40B4-BE49-F238E27FC236}">
                <a16:creationId xmlns:a16="http://schemas.microsoft.com/office/drawing/2014/main" id="{195D147F-C941-4247-8D1C-B5ADE7D78B0A}"/>
              </a:ext>
            </a:extLst>
          </p:cNvPr>
          <p:cNvCxnSpPr>
            <a:cxnSpLocks/>
          </p:cNvCxnSpPr>
          <p:nvPr/>
        </p:nvCxnSpPr>
        <p:spPr>
          <a:xfrm flipH="1">
            <a:off x="1986280" y="6278880"/>
            <a:ext cx="2524760" cy="99060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52">
            <a:extLst>
              <a:ext uri="{FF2B5EF4-FFF2-40B4-BE49-F238E27FC236}">
                <a16:creationId xmlns:a16="http://schemas.microsoft.com/office/drawing/2014/main" id="{C4206847-62EE-4D7C-8647-C85FBA3A1B26}"/>
              </a:ext>
            </a:extLst>
          </p:cNvPr>
          <p:cNvCxnSpPr>
            <a:cxnSpLocks/>
          </p:cNvCxnSpPr>
          <p:nvPr/>
        </p:nvCxnSpPr>
        <p:spPr>
          <a:xfrm flipV="1">
            <a:off x="4511040" y="6116320"/>
            <a:ext cx="1" cy="88900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52">
            <a:extLst>
              <a:ext uri="{FF2B5EF4-FFF2-40B4-BE49-F238E27FC236}">
                <a16:creationId xmlns:a16="http://schemas.microsoft.com/office/drawing/2014/main" id="{80F2ACD4-ED7D-465C-909C-2F7EA3C0306A}"/>
              </a:ext>
            </a:extLst>
          </p:cNvPr>
          <p:cNvCxnSpPr>
            <a:cxnSpLocks/>
          </p:cNvCxnSpPr>
          <p:nvPr/>
        </p:nvCxnSpPr>
        <p:spPr>
          <a:xfrm flipV="1">
            <a:off x="4018277" y="7005320"/>
            <a:ext cx="477521" cy="18796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86DB61D-DCBB-458A-86D4-C36B906901B7}"/>
              </a:ext>
            </a:extLst>
          </p:cNvPr>
          <p:cNvSpPr txBox="1"/>
          <p:nvPr/>
        </p:nvSpPr>
        <p:spPr>
          <a:xfrm>
            <a:off x="284916" y="23010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一条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32" name="Straight Connector 452">
            <a:extLst>
              <a:ext uri="{FF2B5EF4-FFF2-40B4-BE49-F238E27FC236}">
                <a16:creationId xmlns:a16="http://schemas.microsoft.com/office/drawing/2014/main" id="{5F1178A2-9548-4EA5-A443-26780D035179}"/>
              </a:ext>
            </a:extLst>
          </p:cNvPr>
          <p:cNvCxnSpPr>
            <a:cxnSpLocks/>
          </p:cNvCxnSpPr>
          <p:nvPr/>
        </p:nvCxnSpPr>
        <p:spPr>
          <a:xfrm>
            <a:off x="1280589" y="712470"/>
            <a:ext cx="0" cy="21717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452">
            <a:extLst>
              <a:ext uri="{FF2B5EF4-FFF2-40B4-BE49-F238E27FC236}">
                <a16:creationId xmlns:a16="http://schemas.microsoft.com/office/drawing/2014/main" id="{6C449778-C375-42A0-AB66-F75CB18F2590}"/>
              </a:ext>
            </a:extLst>
          </p:cNvPr>
          <p:cNvCxnSpPr>
            <a:cxnSpLocks/>
          </p:cNvCxnSpPr>
          <p:nvPr/>
        </p:nvCxnSpPr>
        <p:spPr>
          <a:xfrm>
            <a:off x="1280589" y="929640"/>
            <a:ext cx="934291" cy="356870"/>
          </a:xfrm>
          <a:prstGeom prst="line">
            <a:avLst/>
          </a:prstGeom>
          <a:ln w="38100">
            <a:solidFill>
              <a:srgbClr val="00B0F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3054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17306</TotalTime>
  <Words>200</Words>
  <Application>Microsoft Office PowerPoint</Application>
  <PresentationFormat>Custom</PresentationFormat>
  <Paragraphs>36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Jiang, Ruoli</dc:creator>
  <cp:lastModifiedBy>Jiang, Ruoli</cp:lastModifiedBy>
  <cp:revision>467</cp:revision>
  <cp:lastPrinted>2021-06-19T15:20:22Z</cp:lastPrinted>
  <dcterms:created xsi:type="dcterms:W3CDTF">2021-03-25T22:26:05Z</dcterms:created>
  <dcterms:modified xsi:type="dcterms:W3CDTF">2021-09-20T05:05:38Z</dcterms:modified>
</cp:coreProperties>
</file>