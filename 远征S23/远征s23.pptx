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33" r:id="rId1"/>
  </p:sldMasterIdLst>
  <p:notesMasterIdLst>
    <p:notesMasterId r:id="rId11"/>
  </p:notesMasterIdLst>
  <p:sldIdLst>
    <p:sldId id="362" r:id="rId2"/>
    <p:sldId id="363" r:id="rId3"/>
    <p:sldId id="361" r:id="rId4"/>
    <p:sldId id="360" r:id="rId5"/>
    <p:sldId id="355" r:id="rId6"/>
    <p:sldId id="357" r:id="rId7"/>
    <p:sldId id="358" r:id="rId8"/>
    <p:sldId id="364" r:id="rId9"/>
    <p:sldId id="365" r:id="rId10"/>
  </p:sldIdLst>
  <p:sldSz cx="9936163" cy="74517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FFCC"/>
    <a:srgbClr val="464352"/>
    <a:srgbClr val="FFFF00"/>
    <a:srgbClr val="4472C4"/>
    <a:srgbClr val="FFC000"/>
    <a:srgbClr val="FF99CC"/>
    <a:srgbClr val="D0CFD5"/>
    <a:srgbClr val="1E242D"/>
    <a:srgbClr val="000000"/>
    <a:srgbClr val="4171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5956" autoAdjust="0"/>
    <p:restoredTop sz="96723" autoAdjust="0"/>
  </p:normalViewPr>
  <p:slideViewPr>
    <p:cSldViewPr snapToGrid="0">
      <p:cViewPr>
        <p:scale>
          <a:sx n="75" d="100"/>
          <a:sy n="75" d="100"/>
        </p:scale>
        <p:origin x="3006" y="720"/>
      </p:cViewPr>
      <p:guideLst/>
    </p:cSldViewPr>
  </p:slideViewPr>
  <p:notesTextViewPr>
    <p:cViewPr>
      <p:scale>
        <a:sx n="200" d="100"/>
        <a:sy n="200" d="100"/>
      </p:scale>
      <p:origin x="0" y="0"/>
    </p:cViewPr>
  </p:notesTextViewPr>
  <p:sorterViewPr>
    <p:cViewPr>
      <p:scale>
        <a:sx n="200" d="100"/>
        <a:sy n="200" d="100"/>
      </p:scale>
      <p:origin x="0" y="-1195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646032-165F-4113-8ACD-0D0C937A1FE5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6BC739-174B-4662-B691-F353BB10E0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5617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342900" rtl="0" eaLnBrk="1" latinLnBrk="0" hangingPunct="1">
      <a:defRPr sz="450" kern="1200">
        <a:solidFill>
          <a:schemeClr val="tx1"/>
        </a:solidFill>
        <a:latin typeface="+mn-lt"/>
        <a:ea typeface="+mn-ea"/>
        <a:cs typeface="+mn-cs"/>
      </a:defRPr>
    </a:lvl1pPr>
    <a:lvl2pPr marL="171450" algn="l" defTabSz="342900" rtl="0" eaLnBrk="1" latinLnBrk="0" hangingPunct="1">
      <a:defRPr sz="450" kern="1200">
        <a:solidFill>
          <a:schemeClr val="tx1"/>
        </a:solidFill>
        <a:latin typeface="+mn-lt"/>
        <a:ea typeface="+mn-ea"/>
        <a:cs typeface="+mn-cs"/>
      </a:defRPr>
    </a:lvl2pPr>
    <a:lvl3pPr marL="342900" algn="l" defTabSz="342900" rtl="0" eaLnBrk="1" latinLnBrk="0" hangingPunct="1">
      <a:defRPr sz="450" kern="1200">
        <a:solidFill>
          <a:schemeClr val="tx1"/>
        </a:solidFill>
        <a:latin typeface="+mn-lt"/>
        <a:ea typeface="+mn-ea"/>
        <a:cs typeface="+mn-cs"/>
      </a:defRPr>
    </a:lvl3pPr>
    <a:lvl4pPr marL="514350" algn="l" defTabSz="342900" rtl="0" eaLnBrk="1" latinLnBrk="0" hangingPunct="1">
      <a:defRPr sz="450" kern="1200">
        <a:solidFill>
          <a:schemeClr val="tx1"/>
        </a:solidFill>
        <a:latin typeface="+mn-lt"/>
        <a:ea typeface="+mn-ea"/>
        <a:cs typeface="+mn-cs"/>
      </a:defRPr>
    </a:lvl4pPr>
    <a:lvl5pPr marL="685800" algn="l" defTabSz="342900" rtl="0" eaLnBrk="1" latinLnBrk="0" hangingPunct="1">
      <a:defRPr sz="450" kern="1200">
        <a:solidFill>
          <a:schemeClr val="tx1"/>
        </a:solidFill>
        <a:latin typeface="+mn-lt"/>
        <a:ea typeface="+mn-ea"/>
        <a:cs typeface="+mn-cs"/>
      </a:defRPr>
    </a:lvl5pPr>
    <a:lvl6pPr marL="857250" algn="l" defTabSz="342900" rtl="0" eaLnBrk="1" latinLnBrk="0" hangingPunct="1">
      <a:defRPr sz="450" kern="1200">
        <a:solidFill>
          <a:schemeClr val="tx1"/>
        </a:solidFill>
        <a:latin typeface="+mn-lt"/>
        <a:ea typeface="+mn-ea"/>
        <a:cs typeface="+mn-cs"/>
      </a:defRPr>
    </a:lvl6pPr>
    <a:lvl7pPr marL="1028700" algn="l" defTabSz="342900" rtl="0" eaLnBrk="1" latinLnBrk="0" hangingPunct="1">
      <a:defRPr sz="450" kern="1200">
        <a:solidFill>
          <a:schemeClr val="tx1"/>
        </a:solidFill>
        <a:latin typeface="+mn-lt"/>
        <a:ea typeface="+mn-ea"/>
        <a:cs typeface="+mn-cs"/>
      </a:defRPr>
    </a:lvl7pPr>
    <a:lvl8pPr marL="1200150" algn="l" defTabSz="342900" rtl="0" eaLnBrk="1" latinLnBrk="0" hangingPunct="1">
      <a:defRPr sz="450" kern="1200">
        <a:solidFill>
          <a:schemeClr val="tx1"/>
        </a:solidFill>
        <a:latin typeface="+mn-lt"/>
        <a:ea typeface="+mn-ea"/>
        <a:cs typeface="+mn-cs"/>
      </a:defRPr>
    </a:lvl8pPr>
    <a:lvl9pPr marL="1371600" algn="l" defTabSz="342900" rtl="0" eaLnBrk="1" latinLnBrk="0" hangingPunct="1">
      <a:defRPr sz="45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5212" y="1219531"/>
            <a:ext cx="8445739" cy="2594304"/>
          </a:xfrm>
        </p:spPr>
        <p:txBody>
          <a:bodyPr anchor="b"/>
          <a:lstStyle>
            <a:lvl1pPr algn="ctr">
              <a:defRPr sz="6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42021" y="3913881"/>
            <a:ext cx="7452122" cy="1799108"/>
          </a:xfrm>
        </p:spPr>
        <p:txBody>
          <a:bodyPr/>
          <a:lstStyle>
            <a:lvl1pPr marL="0" indent="0" algn="ctr">
              <a:buNone/>
              <a:defRPr sz="2608"/>
            </a:lvl1pPr>
            <a:lvl2pPr marL="496794" indent="0" algn="ctr">
              <a:buNone/>
              <a:defRPr sz="2173"/>
            </a:lvl2pPr>
            <a:lvl3pPr marL="993587" indent="0" algn="ctr">
              <a:buNone/>
              <a:defRPr sz="1956"/>
            </a:lvl3pPr>
            <a:lvl4pPr marL="1490381" indent="0" algn="ctr">
              <a:buNone/>
              <a:defRPr sz="1739"/>
            </a:lvl4pPr>
            <a:lvl5pPr marL="1987174" indent="0" algn="ctr">
              <a:buNone/>
              <a:defRPr sz="1739"/>
            </a:lvl5pPr>
            <a:lvl6pPr marL="2483968" indent="0" algn="ctr">
              <a:buNone/>
              <a:defRPr sz="1739"/>
            </a:lvl6pPr>
            <a:lvl7pPr marL="2980761" indent="0" algn="ctr">
              <a:buNone/>
              <a:defRPr sz="1739"/>
            </a:lvl7pPr>
            <a:lvl8pPr marL="3477555" indent="0" algn="ctr">
              <a:buNone/>
              <a:defRPr sz="1739"/>
            </a:lvl8pPr>
            <a:lvl9pPr marL="3974348" indent="0" algn="ctr">
              <a:buNone/>
              <a:defRPr sz="1739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468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2100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936" y="1857759"/>
            <a:ext cx="8569941" cy="3099710"/>
          </a:xfrm>
        </p:spPr>
        <p:txBody>
          <a:bodyPr anchor="b"/>
          <a:lstStyle>
            <a:lvl1pPr>
              <a:defRPr sz="6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936" y="4986793"/>
            <a:ext cx="8569941" cy="1630064"/>
          </a:xfrm>
        </p:spPr>
        <p:txBody>
          <a:bodyPr/>
          <a:lstStyle>
            <a:lvl1pPr marL="0" indent="0">
              <a:buNone/>
              <a:defRPr sz="2608">
                <a:solidFill>
                  <a:schemeClr val="tx1"/>
                </a:solidFill>
              </a:defRPr>
            </a:lvl1pPr>
            <a:lvl2pPr marL="496794" indent="0">
              <a:buNone/>
              <a:defRPr sz="2173">
                <a:solidFill>
                  <a:schemeClr val="tx1">
                    <a:tint val="75000"/>
                  </a:schemeClr>
                </a:solidFill>
              </a:defRPr>
            </a:lvl2pPr>
            <a:lvl3pPr marL="993587" indent="0">
              <a:buNone/>
              <a:defRPr sz="1956">
                <a:solidFill>
                  <a:schemeClr val="tx1">
                    <a:tint val="75000"/>
                  </a:schemeClr>
                </a:solidFill>
              </a:defRPr>
            </a:lvl3pPr>
            <a:lvl4pPr marL="1490381" indent="0">
              <a:buNone/>
              <a:defRPr sz="1739">
                <a:solidFill>
                  <a:schemeClr val="tx1">
                    <a:tint val="75000"/>
                  </a:schemeClr>
                </a:solidFill>
              </a:defRPr>
            </a:lvl4pPr>
            <a:lvl5pPr marL="1987174" indent="0">
              <a:buNone/>
              <a:defRPr sz="1739">
                <a:solidFill>
                  <a:schemeClr val="tx1">
                    <a:tint val="75000"/>
                  </a:schemeClr>
                </a:solidFill>
              </a:defRPr>
            </a:lvl5pPr>
            <a:lvl6pPr marL="2483968" indent="0">
              <a:buNone/>
              <a:defRPr sz="1739">
                <a:solidFill>
                  <a:schemeClr val="tx1">
                    <a:tint val="75000"/>
                  </a:schemeClr>
                </a:solidFill>
              </a:defRPr>
            </a:lvl6pPr>
            <a:lvl7pPr marL="2980761" indent="0">
              <a:buNone/>
              <a:defRPr sz="1739">
                <a:solidFill>
                  <a:schemeClr val="tx1">
                    <a:tint val="75000"/>
                  </a:schemeClr>
                </a:solidFill>
              </a:defRPr>
            </a:lvl7pPr>
            <a:lvl8pPr marL="3477555" indent="0">
              <a:buNone/>
              <a:defRPr sz="1739">
                <a:solidFill>
                  <a:schemeClr val="tx1">
                    <a:tint val="75000"/>
                  </a:schemeClr>
                </a:solidFill>
              </a:defRPr>
            </a:lvl8pPr>
            <a:lvl9pPr marL="3974348" indent="0">
              <a:buNone/>
              <a:defRPr sz="173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8711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3111" y="1983677"/>
            <a:ext cx="4222869" cy="47280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30183" y="1983677"/>
            <a:ext cx="4222869" cy="47280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9305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405" y="396737"/>
            <a:ext cx="8569941" cy="14403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406" y="1826708"/>
            <a:ext cx="4203462" cy="895241"/>
          </a:xfrm>
        </p:spPr>
        <p:txBody>
          <a:bodyPr anchor="b"/>
          <a:lstStyle>
            <a:lvl1pPr marL="0" indent="0">
              <a:buNone/>
              <a:defRPr sz="2608" b="1"/>
            </a:lvl1pPr>
            <a:lvl2pPr marL="496794" indent="0">
              <a:buNone/>
              <a:defRPr sz="2173" b="1"/>
            </a:lvl2pPr>
            <a:lvl3pPr marL="993587" indent="0">
              <a:buNone/>
              <a:defRPr sz="1956" b="1"/>
            </a:lvl3pPr>
            <a:lvl4pPr marL="1490381" indent="0">
              <a:buNone/>
              <a:defRPr sz="1739" b="1"/>
            </a:lvl4pPr>
            <a:lvl5pPr marL="1987174" indent="0">
              <a:buNone/>
              <a:defRPr sz="1739" b="1"/>
            </a:lvl5pPr>
            <a:lvl6pPr marL="2483968" indent="0">
              <a:buNone/>
              <a:defRPr sz="1739" b="1"/>
            </a:lvl6pPr>
            <a:lvl7pPr marL="2980761" indent="0">
              <a:buNone/>
              <a:defRPr sz="1739" b="1"/>
            </a:lvl7pPr>
            <a:lvl8pPr marL="3477555" indent="0">
              <a:buNone/>
              <a:defRPr sz="1739" b="1"/>
            </a:lvl8pPr>
            <a:lvl9pPr marL="3974348" indent="0">
              <a:buNone/>
              <a:defRPr sz="173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406" y="2721949"/>
            <a:ext cx="4203462" cy="400357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30183" y="1826708"/>
            <a:ext cx="4224163" cy="895241"/>
          </a:xfrm>
        </p:spPr>
        <p:txBody>
          <a:bodyPr anchor="b"/>
          <a:lstStyle>
            <a:lvl1pPr marL="0" indent="0">
              <a:buNone/>
              <a:defRPr sz="2608" b="1"/>
            </a:lvl1pPr>
            <a:lvl2pPr marL="496794" indent="0">
              <a:buNone/>
              <a:defRPr sz="2173" b="1"/>
            </a:lvl2pPr>
            <a:lvl3pPr marL="993587" indent="0">
              <a:buNone/>
              <a:defRPr sz="1956" b="1"/>
            </a:lvl3pPr>
            <a:lvl4pPr marL="1490381" indent="0">
              <a:buNone/>
              <a:defRPr sz="1739" b="1"/>
            </a:lvl4pPr>
            <a:lvl5pPr marL="1987174" indent="0">
              <a:buNone/>
              <a:defRPr sz="1739" b="1"/>
            </a:lvl5pPr>
            <a:lvl6pPr marL="2483968" indent="0">
              <a:buNone/>
              <a:defRPr sz="1739" b="1"/>
            </a:lvl6pPr>
            <a:lvl7pPr marL="2980761" indent="0">
              <a:buNone/>
              <a:defRPr sz="1739" b="1"/>
            </a:lvl7pPr>
            <a:lvl8pPr marL="3477555" indent="0">
              <a:buNone/>
              <a:defRPr sz="1739" b="1"/>
            </a:lvl8pPr>
            <a:lvl9pPr marL="3974348" indent="0">
              <a:buNone/>
              <a:defRPr sz="173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30183" y="2721949"/>
            <a:ext cx="4224163" cy="400357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0596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3657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722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405" y="496782"/>
            <a:ext cx="3204671" cy="1738736"/>
          </a:xfrm>
        </p:spPr>
        <p:txBody>
          <a:bodyPr anchor="b"/>
          <a:lstStyle>
            <a:lvl1pPr>
              <a:defRPr sz="347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24163" y="1072912"/>
            <a:ext cx="5030183" cy="5295555"/>
          </a:xfrm>
        </p:spPr>
        <p:txBody>
          <a:bodyPr/>
          <a:lstStyle>
            <a:lvl1pPr>
              <a:defRPr sz="3477"/>
            </a:lvl1pPr>
            <a:lvl2pPr>
              <a:defRPr sz="3042"/>
            </a:lvl2pPr>
            <a:lvl3pPr>
              <a:defRPr sz="2608"/>
            </a:lvl3pPr>
            <a:lvl4pPr>
              <a:defRPr sz="2173"/>
            </a:lvl4pPr>
            <a:lvl5pPr>
              <a:defRPr sz="2173"/>
            </a:lvl5pPr>
            <a:lvl6pPr>
              <a:defRPr sz="2173"/>
            </a:lvl6pPr>
            <a:lvl7pPr>
              <a:defRPr sz="2173"/>
            </a:lvl7pPr>
            <a:lvl8pPr>
              <a:defRPr sz="2173"/>
            </a:lvl8pPr>
            <a:lvl9pPr>
              <a:defRPr sz="217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4405" y="2235517"/>
            <a:ext cx="3204671" cy="4141573"/>
          </a:xfrm>
        </p:spPr>
        <p:txBody>
          <a:bodyPr/>
          <a:lstStyle>
            <a:lvl1pPr marL="0" indent="0">
              <a:buNone/>
              <a:defRPr sz="1739"/>
            </a:lvl1pPr>
            <a:lvl2pPr marL="496794" indent="0">
              <a:buNone/>
              <a:defRPr sz="1521"/>
            </a:lvl2pPr>
            <a:lvl3pPr marL="993587" indent="0">
              <a:buNone/>
              <a:defRPr sz="1304"/>
            </a:lvl3pPr>
            <a:lvl4pPr marL="1490381" indent="0">
              <a:buNone/>
              <a:defRPr sz="1087"/>
            </a:lvl4pPr>
            <a:lvl5pPr marL="1987174" indent="0">
              <a:buNone/>
              <a:defRPr sz="1087"/>
            </a:lvl5pPr>
            <a:lvl6pPr marL="2483968" indent="0">
              <a:buNone/>
              <a:defRPr sz="1087"/>
            </a:lvl6pPr>
            <a:lvl7pPr marL="2980761" indent="0">
              <a:buNone/>
              <a:defRPr sz="1087"/>
            </a:lvl7pPr>
            <a:lvl8pPr marL="3477555" indent="0">
              <a:buNone/>
              <a:defRPr sz="1087"/>
            </a:lvl8pPr>
            <a:lvl9pPr marL="3974348" indent="0">
              <a:buNone/>
              <a:defRPr sz="108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7143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405" y="496782"/>
            <a:ext cx="3204671" cy="1738736"/>
          </a:xfrm>
        </p:spPr>
        <p:txBody>
          <a:bodyPr anchor="b"/>
          <a:lstStyle>
            <a:lvl1pPr>
              <a:defRPr sz="347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24163" y="1072912"/>
            <a:ext cx="5030183" cy="5295555"/>
          </a:xfrm>
        </p:spPr>
        <p:txBody>
          <a:bodyPr anchor="t"/>
          <a:lstStyle>
            <a:lvl1pPr marL="0" indent="0">
              <a:buNone/>
              <a:defRPr sz="3477"/>
            </a:lvl1pPr>
            <a:lvl2pPr marL="496794" indent="0">
              <a:buNone/>
              <a:defRPr sz="3042"/>
            </a:lvl2pPr>
            <a:lvl3pPr marL="993587" indent="0">
              <a:buNone/>
              <a:defRPr sz="2608"/>
            </a:lvl3pPr>
            <a:lvl4pPr marL="1490381" indent="0">
              <a:buNone/>
              <a:defRPr sz="2173"/>
            </a:lvl4pPr>
            <a:lvl5pPr marL="1987174" indent="0">
              <a:buNone/>
              <a:defRPr sz="2173"/>
            </a:lvl5pPr>
            <a:lvl6pPr marL="2483968" indent="0">
              <a:buNone/>
              <a:defRPr sz="2173"/>
            </a:lvl6pPr>
            <a:lvl7pPr marL="2980761" indent="0">
              <a:buNone/>
              <a:defRPr sz="2173"/>
            </a:lvl7pPr>
            <a:lvl8pPr marL="3477555" indent="0">
              <a:buNone/>
              <a:defRPr sz="2173"/>
            </a:lvl8pPr>
            <a:lvl9pPr marL="3974348" indent="0">
              <a:buNone/>
              <a:defRPr sz="217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4405" y="2235517"/>
            <a:ext cx="3204671" cy="4141573"/>
          </a:xfrm>
        </p:spPr>
        <p:txBody>
          <a:bodyPr/>
          <a:lstStyle>
            <a:lvl1pPr marL="0" indent="0">
              <a:buNone/>
              <a:defRPr sz="1739"/>
            </a:lvl1pPr>
            <a:lvl2pPr marL="496794" indent="0">
              <a:buNone/>
              <a:defRPr sz="1521"/>
            </a:lvl2pPr>
            <a:lvl3pPr marL="993587" indent="0">
              <a:buNone/>
              <a:defRPr sz="1304"/>
            </a:lvl3pPr>
            <a:lvl4pPr marL="1490381" indent="0">
              <a:buNone/>
              <a:defRPr sz="1087"/>
            </a:lvl4pPr>
            <a:lvl5pPr marL="1987174" indent="0">
              <a:buNone/>
              <a:defRPr sz="1087"/>
            </a:lvl5pPr>
            <a:lvl6pPr marL="2483968" indent="0">
              <a:buNone/>
              <a:defRPr sz="1087"/>
            </a:lvl6pPr>
            <a:lvl7pPr marL="2980761" indent="0">
              <a:buNone/>
              <a:defRPr sz="1087"/>
            </a:lvl7pPr>
            <a:lvl8pPr marL="3477555" indent="0">
              <a:buNone/>
              <a:defRPr sz="1087"/>
            </a:lvl8pPr>
            <a:lvl9pPr marL="3974348" indent="0">
              <a:buNone/>
              <a:defRPr sz="108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2885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7500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10567" y="396736"/>
            <a:ext cx="2142485" cy="631499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3112" y="396736"/>
            <a:ext cx="6303253" cy="631499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3910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3111" y="396737"/>
            <a:ext cx="8569941" cy="14403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3111" y="1983677"/>
            <a:ext cx="8569941" cy="47280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3111" y="6906647"/>
            <a:ext cx="2235637" cy="39673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0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4A4187-90BA-4F65-8FAF-58A0B2AD8431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91354" y="6906647"/>
            <a:ext cx="3353455" cy="39673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0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17415" y="6906647"/>
            <a:ext cx="2235637" cy="39673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0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3851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4" r:id="rId1"/>
    <p:sldLayoutId id="2147483835" r:id="rId2"/>
    <p:sldLayoutId id="2147483836" r:id="rId3"/>
    <p:sldLayoutId id="2147483837" r:id="rId4"/>
    <p:sldLayoutId id="2147483838" r:id="rId5"/>
    <p:sldLayoutId id="2147483839" r:id="rId6"/>
    <p:sldLayoutId id="2147483840" r:id="rId7"/>
    <p:sldLayoutId id="2147483841" r:id="rId8"/>
    <p:sldLayoutId id="2147483842" r:id="rId9"/>
    <p:sldLayoutId id="2147483843" r:id="rId10"/>
    <p:sldLayoutId id="2147483844" r:id="rId11"/>
  </p:sldLayoutIdLst>
  <p:txStyles>
    <p:titleStyle>
      <a:lvl1pPr algn="l" defTabSz="993587" rtl="0" eaLnBrk="1" latinLnBrk="0" hangingPunct="1">
        <a:lnSpc>
          <a:spcPct val="90000"/>
        </a:lnSpc>
        <a:spcBef>
          <a:spcPct val="0"/>
        </a:spcBef>
        <a:buNone/>
        <a:defRPr sz="478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8397" indent="-248397" algn="l" defTabSz="993587" rtl="0" eaLnBrk="1" latinLnBrk="0" hangingPunct="1">
        <a:lnSpc>
          <a:spcPct val="90000"/>
        </a:lnSpc>
        <a:spcBef>
          <a:spcPts val="1087"/>
        </a:spcBef>
        <a:buFont typeface="Arial" panose="020B0604020202020204" pitchFamily="34" charset="0"/>
        <a:buChar char="•"/>
        <a:defRPr sz="3042" kern="1200">
          <a:solidFill>
            <a:schemeClr val="tx1"/>
          </a:solidFill>
          <a:latin typeface="+mn-lt"/>
          <a:ea typeface="+mn-ea"/>
          <a:cs typeface="+mn-cs"/>
        </a:defRPr>
      </a:lvl1pPr>
      <a:lvl2pPr marL="745190" indent="-248397" algn="l" defTabSz="993587" rtl="0" eaLnBrk="1" latinLnBrk="0" hangingPunct="1">
        <a:lnSpc>
          <a:spcPct val="90000"/>
        </a:lnSpc>
        <a:spcBef>
          <a:spcPts val="543"/>
        </a:spcBef>
        <a:buFont typeface="Arial" panose="020B0604020202020204" pitchFamily="34" charset="0"/>
        <a:buChar char="•"/>
        <a:defRPr sz="2608" kern="1200">
          <a:solidFill>
            <a:schemeClr val="tx1"/>
          </a:solidFill>
          <a:latin typeface="+mn-lt"/>
          <a:ea typeface="+mn-ea"/>
          <a:cs typeface="+mn-cs"/>
        </a:defRPr>
      </a:lvl2pPr>
      <a:lvl3pPr marL="1241984" indent="-248397" algn="l" defTabSz="993587" rtl="0" eaLnBrk="1" latinLnBrk="0" hangingPunct="1">
        <a:lnSpc>
          <a:spcPct val="90000"/>
        </a:lnSpc>
        <a:spcBef>
          <a:spcPts val="543"/>
        </a:spcBef>
        <a:buFont typeface="Arial" panose="020B0604020202020204" pitchFamily="34" charset="0"/>
        <a:buChar char="•"/>
        <a:defRPr sz="2173" kern="1200">
          <a:solidFill>
            <a:schemeClr val="tx1"/>
          </a:solidFill>
          <a:latin typeface="+mn-lt"/>
          <a:ea typeface="+mn-ea"/>
          <a:cs typeface="+mn-cs"/>
        </a:defRPr>
      </a:lvl3pPr>
      <a:lvl4pPr marL="1738777" indent="-248397" algn="l" defTabSz="993587" rtl="0" eaLnBrk="1" latinLnBrk="0" hangingPunct="1">
        <a:lnSpc>
          <a:spcPct val="90000"/>
        </a:lnSpc>
        <a:spcBef>
          <a:spcPts val="543"/>
        </a:spcBef>
        <a:buFont typeface="Arial" panose="020B0604020202020204" pitchFamily="34" charset="0"/>
        <a:buChar char="•"/>
        <a:defRPr sz="1956" kern="1200">
          <a:solidFill>
            <a:schemeClr val="tx1"/>
          </a:solidFill>
          <a:latin typeface="+mn-lt"/>
          <a:ea typeface="+mn-ea"/>
          <a:cs typeface="+mn-cs"/>
        </a:defRPr>
      </a:lvl4pPr>
      <a:lvl5pPr marL="2235571" indent="-248397" algn="l" defTabSz="993587" rtl="0" eaLnBrk="1" latinLnBrk="0" hangingPunct="1">
        <a:lnSpc>
          <a:spcPct val="90000"/>
        </a:lnSpc>
        <a:spcBef>
          <a:spcPts val="543"/>
        </a:spcBef>
        <a:buFont typeface="Arial" panose="020B0604020202020204" pitchFamily="34" charset="0"/>
        <a:buChar char="•"/>
        <a:defRPr sz="1956" kern="1200">
          <a:solidFill>
            <a:schemeClr val="tx1"/>
          </a:solidFill>
          <a:latin typeface="+mn-lt"/>
          <a:ea typeface="+mn-ea"/>
          <a:cs typeface="+mn-cs"/>
        </a:defRPr>
      </a:lvl5pPr>
      <a:lvl6pPr marL="2732364" indent="-248397" algn="l" defTabSz="993587" rtl="0" eaLnBrk="1" latinLnBrk="0" hangingPunct="1">
        <a:lnSpc>
          <a:spcPct val="90000"/>
        </a:lnSpc>
        <a:spcBef>
          <a:spcPts val="543"/>
        </a:spcBef>
        <a:buFont typeface="Arial" panose="020B0604020202020204" pitchFamily="34" charset="0"/>
        <a:buChar char="•"/>
        <a:defRPr sz="1956" kern="1200">
          <a:solidFill>
            <a:schemeClr val="tx1"/>
          </a:solidFill>
          <a:latin typeface="+mn-lt"/>
          <a:ea typeface="+mn-ea"/>
          <a:cs typeface="+mn-cs"/>
        </a:defRPr>
      </a:lvl6pPr>
      <a:lvl7pPr marL="3229158" indent="-248397" algn="l" defTabSz="993587" rtl="0" eaLnBrk="1" latinLnBrk="0" hangingPunct="1">
        <a:lnSpc>
          <a:spcPct val="90000"/>
        </a:lnSpc>
        <a:spcBef>
          <a:spcPts val="543"/>
        </a:spcBef>
        <a:buFont typeface="Arial" panose="020B0604020202020204" pitchFamily="34" charset="0"/>
        <a:buChar char="•"/>
        <a:defRPr sz="1956" kern="1200">
          <a:solidFill>
            <a:schemeClr val="tx1"/>
          </a:solidFill>
          <a:latin typeface="+mn-lt"/>
          <a:ea typeface="+mn-ea"/>
          <a:cs typeface="+mn-cs"/>
        </a:defRPr>
      </a:lvl7pPr>
      <a:lvl8pPr marL="3725951" indent="-248397" algn="l" defTabSz="993587" rtl="0" eaLnBrk="1" latinLnBrk="0" hangingPunct="1">
        <a:lnSpc>
          <a:spcPct val="90000"/>
        </a:lnSpc>
        <a:spcBef>
          <a:spcPts val="543"/>
        </a:spcBef>
        <a:buFont typeface="Arial" panose="020B0604020202020204" pitchFamily="34" charset="0"/>
        <a:buChar char="•"/>
        <a:defRPr sz="1956" kern="1200">
          <a:solidFill>
            <a:schemeClr val="tx1"/>
          </a:solidFill>
          <a:latin typeface="+mn-lt"/>
          <a:ea typeface="+mn-ea"/>
          <a:cs typeface="+mn-cs"/>
        </a:defRPr>
      </a:lvl8pPr>
      <a:lvl9pPr marL="4222745" indent="-248397" algn="l" defTabSz="993587" rtl="0" eaLnBrk="1" latinLnBrk="0" hangingPunct="1">
        <a:lnSpc>
          <a:spcPct val="90000"/>
        </a:lnSpc>
        <a:spcBef>
          <a:spcPts val="543"/>
        </a:spcBef>
        <a:buFont typeface="Arial" panose="020B0604020202020204" pitchFamily="34" charset="0"/>
        <a:buChar char="•"/>
        <a:defRPr sz="195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93587" rtl="0" eaLnBrk="1" latinLnBrk="0" hangingPunct="1">
        <a:defRPr sz="1956" kern="1200">
          <a:solidFill>
            <a:schemeClr val="tx1"/>
          </a:solidFill>
          <a:latin typeface="+mn-lt"/>
          <a:ea typeface="+mn-ea"/>
          <a:cs typeface="+mn-cs"/>
        </a:defRPr>
      </a:lvl1pPr>
      <a:lvl2pPr marL="496794" algn="l" defTabSz="993587" rtl="0" eaLnBrk="1" latinLnBrk="0" hangingPunct="1">
        <a:defRPr sz="1956" kern="1200">
          <a:solidFill>
            <a:schemeClr val="tx1"/>
          </a:solidFill>
          <a:latin typeface="+mn-lt"/>
          <a:ea typeface="+mn-ea"/>
          <a:cs typeface="+mn-cs"/>
        </a:defRPr>
      </a:lvl2pPr>
      <a:lvl3pPr marL="993587" algn="l" defTabSz="993587" rtl="0" eaLnBrk="1" latinLnBrk="0" hangingPunct="1">
        <a:defRPr sz="1956" kern="1200">
          <a:solidFill>
            <a:schemeClr val="tx1"/>
          </a:solidFill>
          <a:latin typeface="+mn-lt"/>
          <a:ea typeface="+mn-ea"/>
          <a:cs typeface="+mn-cs"/>
        </a:defRPr>
      </a:lvl3pPr>
      <a:lvl4pPr marL="1490381" algn="l" defTabSz="993587" rtl="0" eaLnBrk="1" latinLnBrk="0" hangingPunct="1">
        <a:defRPr sz="1956" kern="1200">
          <a:solidFill>
            <a:schemeClr val="tx1"/>
          </a:solidFill>
          <a:latin typeface="+mn-lt"/>
          <a:ea typeface="+mn-ea"/>
          <a:cs typeface="+mn-cs"/>
        </a:defRPr>
      </a:lvl4pPr>
      <a:lvl5pPr marL="1987174" algn="l" defTabSz="993587" rtl="0" eaLnBrk="1" latinLnBrk="0" hangingPunct="1">
        <a:defRPr sz="1956" kern="1200">
          <a:solidFill>
            <a:schemeClr val="tx1"/>
          </a:solidFill>
          <a:latin typeface="+mn-lt"/>
          <a:ea typeface="+mn-ea"/>
          <a:cs typeface="+mn-cs"/>
        </a:defRPr>
      </a:lvl5pPr>
      <a:lvl6pPr marL="2483968" algn="l" defTabSz="993587" rtl="0" eaLnBrk="1" latinLnBrk="0" hangingPunct="1">
        <a:defRPr sz="1956" kern="1200">
          <a:solidFill>
            <a:schemeClr val="tx1"/>
          </a:solidFill>
          <a:latin typeface="+mn-lt"/>
          <a:ea typeface="+mn-ea"/>
          <a:cs typeface="+mn-cs"/>
        </a:defRPr>
      </a:lvl6pPr>
      <a:lvl7pPr marL="2980761" algn="l" defTabSz="993587" rtl="0" eaLnBrk="1" latinLnBrk="0" hangingPunct="1">
        <a:defRPr sz="1956" kern="1200">
          <a:solidFill>
            <a:schemeClr val="tx1"/>
          </a:solidFill>
          <a:latin typeface="+mn-lt"/>
          <a:ea typeface="+mn-ea"/>
          <a:cs typeface="+mn-cs"/>
        </a:defRPr>
      </a:lvl7pPr>
      <a:lvl8pPr marL="3477555" algn="l" defTabSz="993587" rtl="0" eaLnBrk="1" latinLnBrk="0" hangingPunct="1">
        <a:defRPr sz="1956" kern="1200">
          <a:solidFill>
            <a:schemeClr val="tx1"/>
          </a:solidFill>
          <a:latin typeface="+mn-lt"/>
          <a:ea typeface="+mn-ea"/>
          <a:cs typeface="+mn-cs"/>
        </a:defRPr>
      </a:lvl8pPr>
      <a:lvl9pPr marL="3974348" algn="l" defTabSz="993587" rtl="0" eaLnBrk="1" latinLnBrk="0" hangingPunct="1">
        <a:defRPr sz="195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3000" r="-3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A4AC9F-BDB3-A09E-1F6B-EEAA5831E8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7E2F1F55-A5D2-E2EC-2AC6-8A07E6EAD26B}"/>
              </a:ext>
            </a:extLst>
          </p:cNvPr>
          <p:cNvGrpSpPr/>
          <p:nvPr/>
        </p:nvGrpSpPr>
        <p:grpSpPr>
          <a:xfrm>
            <a:off x="5541913" y="915674"/>
            <a:ext cx="967680" cy="260664"/>
            <a:chOff x="5541913" y="915674"/>
            <a:chExt cx="967680" cy="260664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C3621EC4-F2A3-BA16-7643-092FC33FAF5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43650" y="1111172"/>
              <a:ext cx="165943" cy="6516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30F21163-2E69-AA6F-5E0F-B8A43E451E31}"/>
                </a:ext>
              </a:extLst>
            </p:cNvPr>
            <p:cNvCxnSpPr>
              <a:cxnSpLocks/>
            </p:cNvCxnSpPr>
            <p:nvPr/>
          </p:nvCxnSpPr>
          <p:spPr>
            <a:xfrm>
              <a:off x="5707856" y="915674"/>
              <a:ext cx="635794" cy="26066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37D0BE4C-4FB5-5B0A-4230-1A8E8FCD573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41913" y="915674"/>
              <a:ext cx="165943" cy="6516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69E15F8-C0DE-F377-1B66-CD58BF293F18}"/>
              </a:ext>
            </a:extLst>
          </p:cNvPr>
          <p:cNvGrpSpPr/>
          <p:nvPr/>
        </p:nvGrpSpPr>
        <p:grpSpPr>
          <a:xfrm>
            <a:off x="3123023" y="980840"/>
            <a:ext cx="1451776" cy="2202951"/>
            <a:chOff x="3123023" y="980840"/>
            <a:chExt cx="1451776" cy="2202951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A6EBAD72-B7A2-EC6F-5387-2044736F64B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74799" y="1271130"/>
              <a:ext cx="0" cy="88564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D09A49F5-CD5B-AFDD-0923-5B721514BBC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60056" y="2121694"/>
              <a:ext cx="0" cy="359569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B6DE02BF-CC4A-47EB-27A6-BED2DA07C75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94768" y="2469356"/>
              <a:ext cx="162906" cy="8096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78DEFE87-EF6E-24DA-C3AF-D70F6456F4C2}"/>
                </a:ext>
              </a:extLst>
            </p:cNvPr>
            <p:cNvCxnSpPr>
              <a:cxnSpLocks/>
            </p:cNvCxnSpPr>
            <p:nvPr/>
          </p:nvCxnSpPr>
          <p:spPr>
            <a:xfrm>
              <a:off x="3123023" y="2932509"/>
              <a:ext cx="645332" cy="251282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5F81BAA9-8B4B-F3D2-332F-3BBE89FA14F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32548" y="2818448"/>
              <a:ext cx="0" cy="117871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74A1E4FB-A63C-93EE-EBA2-7DA70F22B70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613560" y="980840"/>
              <a:ext cx="322646" cy="13834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8" name="Straight Connector 427">
              <a:extLst>
                <a:ext uri="{FF2B5EF4-FFF2-40B4-BE49-F238E27FC236}">
                  <a16:creationId xmlns:a16="http://schemas.microsoft.com/office/drawing/2014/main" id="{7035BD97-1FFB-D97F-0B29-7C7B177E702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23318" y="2662238"/>
              <a:ext cx="162906" cy="8096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9" name="Straight Connector 428">
              <a:extLst>
                <a:ext uri="{FF2B5EF4-FFF2-40B4-BE49-F238E27FC236}">
                  <a16:creationId xmlns:a16="http://schemas.microsoft.com/office/drawing/2014/main" id="{012C41CD-C972-46D1-8E85-460F48B3DBA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86225" y="2552700"/>
              <a:ext cx="0" cy="12382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8CEF3AC6-89E9-2081-09C9-A232CC183761}"/>
              </a:ext>
            </a:extLst>
          </p:cNvPr>
          <p:cNvGrpSpPr/>
          <p:nvPr/>
        </p:nvGrpSpPr>
        <p:grpSpPr>
          <a:xfrm>
            <a:off x="3774280" y="983735"/>
            <a:ext cx="1767633" cy="2445265"/>
            <a:chOff x="3774280" y="983735"/>
            <a:chExt cx="1767633" cy="2445265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4B7E3A4B-B073-8A84-2074-B97FCC0FA87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83906" y="983735"/>
              <a:ext cx="958007" cy="37119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BCEB7BF4-C263-AE9E-A22C-02EF71571EA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088606" y="1173956"/>
              <a:ext cx="481013" cy="1809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2" name="Straight Connector 401">
              <a:extLst>
                <a:ext uri="{FF2B5EF4-FFF2-40B4-BE49-F238E27FC236}">
                  <a16:creationId xmlns:a16="http://schemas.microsoft.com/office/drawing/2014/main" id="{5A0FE751-4611-24ED-71C7-E78D643437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36205" y="2855119"/>
              <a:ext cx="0" cy="2571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1" name="Straight Connector 430">
              <a:extLst>
                <a:ext uri="{FF2B5EF4-FFF2-40B4-BE49-F238E27FC236}">
                  <a16:creationId xmlns:a16="http://schemas.microsoft.com/office/drawing/2014/main" id="{E6CE95EF-226A-F1E2-1811-F5EA7A7204F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74280" y="3302794"/>
              <a:ext cx="0" cy="12620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0AF32130-B3AC-F82F-3572-E0F075779AF3}"/>
              </a:ext>
            </a:extLst>
          </p:cNvPr>
          <p:cNvGrpSpPr/>
          <p:nvPr/>
        </p:nvGrpSpPr>
        <p:grpSpPr>
          <a:xfrm>
            <a:off x="1995201" y="4174331"/>
            <a:ext cx="7399574" cy="2899569"/>
            <a:chOff x="1995201" y="4174331"/>
            <a:chExt cx="7399574" cy="2899569"/>
          </a:xfrm>
        </p:grpSpPr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7AC70C8B-7A1F-D9C2-85C0-D538B907C94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85433" y="5817393"/>
              <a:ext cx="165295" cy="7382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FF6DB69D-1CB1-1CA8-EFB4-E8B3689287B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10075" y="5674519"/>
              <a:ext cx="489585" cy="208121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907FA1F5-AD3A-043D-1F13-7B729FAC0051}"/>
                </a:ext>
              </a:extLst>
            </p:cNvPr>
            <p:cNvCxnSpPr>
              <a:cxnSpLocks/>
            </p:cNvCxnSpPr>
            <p:nvPr/>
          </p:nvCxnSpPr>
          <p:spPr>
            <a:xfrm>
              <a:off x="4422031" y="5560218"/>
              <a:ext cx="0" cy="126206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4CEBA732-2681-A055-CF35-005C7A2D5B67}"/>
                </a:ext>
              </a:extLst>
            </p:cNvPr>
            <p:cNvCxnSpPr>
              <a:cxnSpLocks/>
            </p:cNvCxnSpPr>
            <p:nvPr/>
          </p:nvCxnSpPr>
          <p:spPr>
            <a:xfrm>
              <a:off x="4098131" y="5434013"/>
              <a:ext cx="323900" cy="129237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2EF81AB0-44C7-0B3B-AA9A-7EDB4A90563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67164" y="5681663"/>
              <a:ext cx="333349" cy="119712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249F3AAE-D658-AB47-2A68-FF75BC6E03D5}"/>
                </a:ext>
              </a:extLst>
            </p:cNvPr>
            <p:cNvCxnSpPr>
              <a:cxnSpLocks/>
            </p:cNvCxnSpPr>
            <p:nvPr/>
          </p:nvCxnSpPr>
          <p:spPr>
            <a:xfrm>
              <a:off x="3767164" y="5805487"/>
              <a:ext cx="161803" cy="6310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9DC132BF-47B9-057E-B355-9450B3BEB4B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36377" y="5813425"/>
              <a:ext cx="165723" cy="4853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A84D60B0-C498-5194-43F6-0A467F4858A3}"/>
                </a:ext>
              </a:extLst>
            </p:cNvPr>
            <p:cNvCxnSpPr>
              <a:cxnSpLocks/>
            </p:cNvCxnSpPr>
            <p:nvPr/>
          </p:nvCxnSpPr>
          <p:spPr>
            <a:xfrm>
              <a:off x="4088656" y="5813425"/>
              <a:ext cx="0" cy="489744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9B935179-8E74-E927-A757-14704ECC348B}"/>
                </a:ext>
              </a:extLst>
            </p:cNvPr>
            <p:cNvCxnSpPr>
              <a:cxnSpLocks/>
            </p:cNvCxnSpPr>
            <p:nvPr/>
          </p:nvCxnSpPr>
          <p:spPr>
            <a:xfrm>
              <a:off x="2974181" y="6493669"/>
              <a:ext cx="318966" cy="126856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2BD77A32-9EB7-D3F3-646E-CEC151A6797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14492" y="6493994"/>
              <a:ext cx="159689" cy="6310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09DFDE54-FDD1-625C-1C49-24726391C708}"/>
                </a:ext>
              </a:extLst>
            </p:cNvPr>
            <p:cNvCxnSpPr>
              <a:cxnSpLocks/>
            </p:cNvCxnSpPr>
            <p:nvPr/>
          </p:nvCxnSpPr>
          <p:spPr>
            <a:xfrm>
              <a:off x="2655094" y="6493669"/>
              <a:ext cx="159398" cy="6375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Connector 149">
              <a:extLst>
                <a:ext uri="{FF2B5EF4-FFF2-40B4-BE49-F238E27FC236}">
                  <a16:creationId xmlns:a16="http://schemas.microsoft.com/office/drawing/2014/main" id="{6CA18586-9177-C6FB-1D6F-3D238EDA4EC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95405" y="6496970"/>
              <a:ext cx="159689" cy="6310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150">
              <a:extLst>
                <a:ext uri="{FF2B5EF4-FFF2-40B4-BE49-F238E27FC236}">
                  <a16:creationId xmlns:a16="http://schemas.microsoft.com/office/drawing/2014/main" id="{7B9B2B95-F209-92AD-FA92-2C9EB5318A26}"/>
                </a:ext>
              </a:extLst>
            </p:cNvPr>
            <p:cNvCxnSpPr>
              <a:cxnSpLocks/>
            </p:cNvCxnSpPr>
            <p:nvPr/>
          </p:nvCxnSpPr>
          <p:spPr>
            <a:xfrm>
              <a:off x="1997869" y="6372225"/>
              <a:ext cx="497536" cy="185197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152">
              <a:extLst>
                <a:ext uri="{FF2B5EF4-FFF2-40B4-BE49-F238E27FC236}">
                  <a16:creationId xmlns:a16="http://schemas.microsoft.com/office/drawing/2014/main" id="{5A7F4B6F-6597-7D24-5844-81D730E7382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97871" y="6306470"/>
              <a:ext cx="159689" cy="6310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154">
              <a:extLst>
                <a:ext uri="{FF2B5EF4-FFF2-40B4-BE49-F238E27FC236}">
                  <a16:creationId xmlns:a16="http://schemas.microsoft.com/office/drawing/2014/main" id="{00FC81AD-D5BB-BD5C-99C3-E7449B1C2523}"/>
                </a:ext>
              </a:extLst>
            </p:cNvPr>
            <p:cNvCxnSpPr>
              <a:cxnSpLocks/>
            </p:cNvCxnSpPr>
            <p:nvPr/>
          </p:nvCxnSpPr>
          <p:spPr>
            <a:xfrm>
              <a:off x="1999965" y="6122194"/>
              <a:ext cx="0" cy="117871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156">
              <a:extLst>
                <a:ext uri="{FF2B5EF4-FFF2-40B4-BE49-F238E27FC236}">
                  <a16:creationId xmlns:a16="http://schemas.microsoft.com/office/drawing/2014/main" id="{DBF9500F-1516-16D4-5708-834D74797BC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95201" y="5927725"/>
              <a:ext cx="497174" cy="19855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Connector 160">
              <a:extLst>
                <a:ext uri="{FF2B5EF4-FFF2-40B4-BE49-F238E27FC236}">
                  <a16:creationId xmlns:a16="http://schemas.microsoft.com/office/drawing/2014/main" id="{3AFB0B17-1DAF-AA88-5C24-F0D1EB35C6B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06700" y="5995988"/>
              <a:ext cx="165177" cy="71437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Straight Connector 161">
              <a:extLst>
                <a:ext uri="{FF2B5EF4-FFF2-40B4-BE49-F238E27FC236}">
                  <a16:creationId xmlns:a16="http://schemas.microsoft.com/office/drawing/2014/main" id="{FAC38B9F-E7DC-3240-1FED-2D1716D7310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74799" y="4681199"/>
              <a:ext cx="159689" cy="6310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162">
              <a:extLst>
                <a:ext uri="{FF2B5EF4-FFF2-40B4-BE49-F238E27FC236}">
                  <a16:creationId xmlns:a16="http://schemas.microsoft.com/office/drawing/2014/main" id="{A1D2A4AE-537E-E78B-BD78-22B555B4689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30983" y="4426744"/>
              <a:ext cx="1074" cy="25045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>
              <a:extLst>
                <a:ext uri="{FF2B5EF4-FFF2-40B4-BE49-F238E27FC236}">
                  <a16:creationId xmlns:a16="http://schemas.microsoft.com/office/drawing/2014/main" id="{B456F24E-5F11-F3A2-CC67-8A4E7ACCD1C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574799" y="4365571"/>
              <a:ext cx="159689" cy="6049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>
              <a:extLst>
                <a:ext uri="{FF2B5EF4-FFF2-40B4-BE49-F238E27FC236}">
                  <a16:creationId xmlns:a16="http://schemas.microsoft.com/office/drawing/2014/main" id="{EC14252E-CB8F-E05C-D653-A591441F6842}"/>
                </a:ext>
              </a:extLst>
            </p:cNvPr>
            <p:cNvCxnSpPr>
              <a:cxnSpLocks/>
            </p:cNvCxnSpPr>
            <p:nvPr/>
          </p:nvCxnSpPr>
          <p:spPr>
            <a:xfrm>
              <a:off x="4573312" y="4242074"/>
              <a:ext cx="2944" cy="13984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>
              <a:extLst>
                <a:ext uri="{FF2B5EF4-FFF2-40B4-BE49-F238E27FC236}">
                  <a16:creationId xmlns:a16="http://schemas.microsoft.com/office/drawing/2014/main" id="{008E901C-21AE-DC44-EA53-9FDAC6D3DB7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83761" y="4178631"/>
              <a:ext cx="159689" cy="6310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2B95014B-AC30-82F4-5D57-BAD0D4B19151}"/>
                </a:ext>
              </a:extLst>
            </p:cNvPr>
            <p:cNvCxnSpPr>
              <a:cxnSpLocks/>
            </p:cNvCxnSpPr>
            <p:nvPr/>
          </p:nvCxnSpPr>
          <p:spPr>
            <a:xfrm>
              <a:off x="4737634" y="4174331"/>
              <a:ext cx="2944" cy="13984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170">
              <a:extLst>
                <a:ext uri="{FF2B5EF4-FFF2-40B4-BE49-F238E27FC236}">
                  <a16:creationId xmlns:a16="http://schemas.microsoft.com/office/drawing/2014/main" id="{BFC85D45-B822-4DC1-21EA-6B70FA8DA27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42267" y="4307686"/>
              <a:ext cx="159689" cy="6049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2005DACA-8217-0F93-60DC-655E3C61A22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92818" y="4364345"/>
              <a:ext cx="1074" cy="25045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355BCBE0-1581-90A0-1E23-5E19077B48F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98136" y="4551695"/>
              <a:ext cx="159689" cy="6310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7E57BA39-28DC-61E5-CBD6-BA07A6E3B99E}"/>
                </a:ext>
              </a:extLst>
            </p:cNvPr>
            <p:cNvCxnSpPr>
              <a:cxnSpLocks/>
            </p:cNvCxnSpPr>
            <p:nvPr/>
          </p:nvCxnSpPr>
          <p:spPr>
            <a:xfrm>
              <a:off x="5057233" y="4551695"/>
              <a:ext cx="0" cy="12150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A5917A4C-2E4E-C3F4-37CD-C7E4751E7A4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56207" y="4677197"/>
              <a:ext cx="159689" cy="6049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D725B679-038A-0EF6-6C06-C0CC3B5B4201}"/>
                </a:ext>
              </a:extLst>
            </p:cNvPr>
            <p:cNvCxnSpPr>
              <a:cxnSpLocks/>
            </p:cNvCxnSpPr>
            <p:nvPr/>
          </p:nvCxnSpPr>
          <p:spPr>
            <a:xfrm>
              <a:off x="5215354" y="4737690"/>
              <a:ext cx="0" cy="12150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587A35BB-9147-9448-E4AF-164F641C991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214045" y="4863755"/>
              <a:ext cx="167262" cy="7899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Straight Connector 178">
              <a:extLst>
                <a:ext uri="{FF2B5EF4-FFF2-40B4-BE49-F238E27FC236}">
                  <a16:creationId xmlns:a16="http://schemas.microsoft.com/office/drawing/2014/main" id="{92CDE129-2C34-F70A-90E9-B654372DEF75}"/>
                </a:ext>
              </a:extLst>
            </p:cNvPr>
            <p:cNvCxnSpPr>
              <a:cxnSpLocks/>
            </p:cNvCxnSpPr>
            <p:nvPr/>
          </p:nvCxnSpPr>
          <p:spPr>
            <a:xfrm>
              <a:off x="5373734" y="4930807"/>
              <a:ext cx="0" cy="12150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Straight Connector 179">
              <a:extLst>
                <a:ext uri="{FF2B5EF4-FFF2-40B4-BE49-F238E27FC236}">
                  <a16:creationId xmlns:a16="http://schemas.microsoft.com/office/drawing/2014/main" id="{9881C4E8-98EC-4187-67A2-73F0A9B86B2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374792" y="5054604"/>
              <a:ext cx="159689" cy="6049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Straight Connector 181">
              <a:extLst>
                <a:ext uri="{FF2B5EF4-FFF2-40B4-BE49-F238E27FC236}">
                  <a16:creationId xmlns:a16="http://schemas.microsoft.com/office/drawing/2014/main" id="{707761D6-B30B-7826-AC5B-B1471E5F1189}"/>
                </a:ext>
              </a:extLst>
            </p:cNvPr>
            <p:cNvCxnSpPr>
              <a:cxnSpLocks/>
            </p:cNvCxnSpPr>
            <p:nvPr/>
          </p:nvCxnSpPr>
          <p:spPr>
            <a:xfrm>
              <a:off x="5541913" y="5109457"/>
              <a:ext cx="0" cy="12150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Straight Connector 182">
              <a:extLst>
                <a:ext uri="{FF2B5EF4-FFF2-40B4-BE49-F238E27FC236}">
                  <a16:creationId xmlns:a16="http://schemas.microsoft.com/office/drawing/2014/main" id="{08CDED8C-D7DE-9E6C-F9D1-05652DB6A9E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543860" y="5233198"/>
              <a:ext cx="163996" cy="69846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Connector 184">
              <a:extLst>
                <a:ext uri="{FF2B5EF4-FFF2-40B4-BE49-F238E27FC236}">
                  <a16:creationId xmlns:a16="http://schemas.microsoft.com/office/drawing/2014/main" id="{664BAD29-C96C-66C1-F2FA-6C4621B861A9}"/>
                </a:ext>
              </a:extLst>
            </p:cNvPr>
            <p:cNvCxnSpPr>
              <a:cxnSpLocks/>
            </p:cNvCxnSpPr>
            <p:nvPr/>
          </p:nvCxnSpPr>
          <p:spPr>
            <a:xfrm>
              <a:off x="5701457" y="5299957"/>
              <a:ext cx="0" cy="12150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AD751592-B08C-036F-713B-2AA0FDA99DB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96260" y="5418936"/>
              <a:ext cx="161615" cy="7937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Straight Connector 187">
              <a:extLst>
                <a:ext uri="{FF2B5EF4-FFF2-40B4-BE49-F238E27FC236}">
                  <a16:creationId xmlns:a16="http://schemas.microsoft.com/office/drawing/2014/main" id="{90B2A672-8287-12F7-423E-717CCCE3E970}"/>
                </a:ext>
              </a:extLst>
            </p:cNvPr>
            <p:cNvCxnSpPr>
              <a:cxnSpLocks/>
            </p:cNvCxnSpPr>
            <p:nvPr/>
          </p:nvCxnSpPr>
          <p:spPr>
            <a:xfrm>
              <a:off x="5863382" y="5492839"/>
              <a:ext cx="0" cy="12150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188">
              <a:extLst>
                <a:ext uri="{FF2B5EF4-FFF2-40B4-BE49-F238E27FC236}">
                  <a16:creationId xmlns:a16="http://schemas.microsoft.com/office/drawing/2014/main" id="{BDE9A19D-5764-37B9-86E5-3FB4FB9E16D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865329" y="5611817"/>
              <a:ext cx="323540" cy="138902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Connector 190">
              <a:extLst>
                <a:ext uri="{FF2B5EF4-FFF2-40B4-BE49-F238E27FC236}">
                  <a16:creationId xmlns:a16="http://schemas.microsoft.com/office/drawing/2014/main" id="{ACCAEF7A-CA73-14D8-ADBE-CAC8EB7C909B}"/>
                </a:ext>
              </a:extLst>
            </p:cNvPr>
            <p:cNvCxnSpPr>
              <a:cxnSpLocks/>
            </p:cNvCxnSpPr>
            <p:nvPr/>
          </p:nvCxnSpPr>
          <p:spPr>
            <a:xfrm>
              <a:off x="6182470" y="5745251"/>
              <a:ext cx="0" cy="38170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Straight Connector 193">
              <a:extLst>
                <a:ext uri="{FF2B5EF4-FFF2-40B4-BE49-F238E27FC236}">
                  <a16:creationId xmlns:a16="http://schemas.microsoft.com/office/drawing/2014/main" id="{B0E1D839-7BF7-8BFC-5E73-0CE94CB7EC8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79654" y="6119023"/>
              <a:ext cx="647390" cy="253202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Straight Connector 195">
              <a:extLst>
                <a:ext uri="{FF2B5EF4-FFF2-40B4-BE49-F238E27FC236}">
                  <a16:creationId xmlns:a16="http://schemas.microsoft.com/office/drawing/2014/main" id="{4B4EB22E-1C99-41F3-32F7-54E8A8B8E1B4}"/>
                </a:ext>
              </a:extLst>
            </p:cNvPr>
            <p:cNvCxnSpPr>
              <a:cxnSpLocks/>
            </p:cNvCxnSpPr>
            <p:nvPr/>
          </p:nvCxnSpPr>
          <p:spPr>
            <a:xfrm>
              <a:off x="6825407" y="6376282"/>
              <a:ext cx="0" cy="36424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AE9100DF-DA38-FC59-9A97-5371713C3E2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33704" y="6748467"/>
              <a:ext cx="147327" cy="72227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B6EB4C1A-0AC7-B085-08C3-B8990855ACEA}"/>
                </a:ext>
              </a:extLst>
            </p:cNvPr>
            <p:cNvCxnSpPr>
              <a:cxnSpLocks/>
            </p:cNvCxnSpPr>
            <p:nvPr/>
          </p:nvCxnSpPr>
          <p:spPr>
            <a:xfrm>
              <a:off x="9234488" y="6810375"/>
              <a:ext cx="160287" cy="69056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217271F5-3A60-3FD0-5CB1-61551C94AB1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37179" y="6557173"/>
              <a:ext cx="147327" cy="72227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7DC245C4-D7F7-C1F9-A2E6-FF7643A9477F}"/>
                </a:ext>
              </a:extLst>
            </p:cNvPr>
            <p:cNvCxnSpPr>
              <a:cxnSpLocks/>
            </p:cNvCxnSpPr>
            <p:nvPr/>
          </p:nvCxnSpPr>
          <p:spPr>
            <a:xfrm>
              <a:off x="9235232" y="6186488"/>
              <a:ext cx="0" cy="383381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AF66CBAD-6187-301D-9A80-D45B499EFD5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079706" y="6124575"/>
              <a:ext cx="145257" cy="64294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C4CF9530-94CD-BB67-29ED-0D727375FEDA}"/>
                </a:ext>
              </a:extLst>
            </p:cNvPr>
            <p:cNvCxnSpPr>
              <a:cxnSpLocks/>
            </p:cNvCxnSpPr>
            <p:nvPr/>
          </p:nvCxnSpPr>
          <p:spPr>
            <a:xfrm>
              <a:off x="9073307" y="5364956"/>
              <a:ext cx="0" cy="769144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01D3CF35-8062-0A59-BBCD-349486DD091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27144" y="5362575"/>
              <a:ext cx="1447801" cy="583406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7500D3EF-22C9-763B-2547-C6DC7DD4BFB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27144" y="5938838"/>
              <a:ext cx="0" cy="126206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5" name="Straight Connector 464">
              <a:extLst>
                <a:ext uri="{FF2B5EF4-FFF2-40B4-BE49-F238E27FC236}">
                  <a16:creationId xmlns:a16="http://schemas.microsoft.com/office/drawing/2014/main" id="{895F9E12-F363-8E75-173C-3674DF025525}"/>
                </a:ext>
              </a:extLst>
            </p:cNvPr>
            <p:cNvCxnSpPr>
              <a:cxnSpLocks/>
            </p:cNvCxnSpPr>
            <p:nvPr/>
          </p:nvCxnSpPr>
          <p:spPr>
            <a:xfrm>
              <a:off x="4098181" y="5422106"/>
              <a:ext cx="0" cy="25717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0" name="Straight Connector 469">
              <a:extLst>
                <a:ext uri="{FF2B5EF4-FFF2-40B4-BE49-F238E27FC236}">
                  <a16:creationId xmlns:a16="http://schemas.microsoft.com/office/drawing/2014/main" id="{5E424EC3-C860-071E-3BCC-67B40BFCD26B}"/>
                </a:ext>
              </a:extLst>
            </p:cNvPr>
            <p:cNvCxnSpPr>
              <a:cxnSpLocks/>
            </p:cNvCxnSpPr>
            <p:nvPr/>
          </p:nvCxnSpPr>
          <p:spPr>
            <a:xfrm>
              <a:off x="2495550" y="5937250"/>
              <a:ext cx="318008" cy="12580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5" name="Straight Connector 474">
              <a:extLst>
                <a:ext uri="{FF2B5EF4-FFF2-40B4-BE49-F238E27FC236}">
                  <a16:creationId xmlns:a16="http://schemas.microsoft.com/office/drawing/2014/main" id="{A14ECB96-1A52-3F50-DE48-0081E77D82CA}"/>
                </a:ext>
              </a:extLst>
            </p:cNvPr>
            <p:cNvCxnSpPr>
              <a:cxnSpLocks/>
            </p:cNvCxnSpPr>
            <p:nvPr/>
          </p:nvCxnSpPr>
          <p:spPr>
            <a:xfrm>
              <a:off x="1997874" y="6243773"/>
              <a:ext cx="159398" cy="6375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9" name="Straight Connector 478">
              <a:extLst>
                <a:ext uri="{FF2B5EF4-FFF2-40B4-BE49-F238E27FC236}">
                  <a16:creationId xmlns:a16="http://schemas.microsoft.com/office/drawing/2014/main" id="{B994B6C0-972E-2FF4-C026-55A054DF86DA}"/>
                </a:ext>
              </a:extLst>
            </p:cNvPr>
            <p:cNvCxnSpPr>
              <a:cxnSpLocks/>
            </p:cNvCxnSpPr>
            <p:nvPr/>
          </p:nvCxnSpPr>
          <p:spPr>
            <a:xfrm>
              <a:off x="9237613" y="6691313"/>
              <a:ext cx="0" cy="12382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0" name="Straight Connector 479">
              <a:extLst>
                <a:ext uri="{FF2B5EF4-FFF2-40B4-BE49-F238E27FC236}">
                  <a16:creationId xmlns:a16="http://schemas.microsoft.com/office/drawing/2014/main" id="{A937316F-282E-E540-B590-C9FA47D62787}"/>
                </a:ext>
              </a:extLst>
            </p:cNvPr>
            <p:cNvCxnSpPr>
              <a:cxnSpLocks/>
            </p:cNvCxnSpPr>
            <p:nvPr/>
          </p:nvCxnSpPr>
          <p:spPr>
            <a:xfrm>
              <a:off x="9227345" y="6688931"/>
              <a:ext cx="160287" cy="69056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1" name="Straight Connector 480">
              <a:extLst>
                <a:ext uri="{FF2B5EF4-FFF2-40B4-BE49-F238E27FC236}">
                  <a16:creationId xmlns:a16="http://schemas.microsoft.com/office/drawing/2014/main" id="{2D670F61-0EED-9E53-E1BA-412522B5E6EF}"/>
                </a:ext>
              </a:extLst>
            </p:cNvPr>
            <p:cNvCxnSpPr>
              <a:cxnSpLocks/>
            </p:cNvCxnSpPr>
            <p:nvPr/>
          </p:nvCxnSpPr>
          <p:spPr>
            <a:xfrm>
              <a:off x="9387632" y="6638926"/>
              <a:ext cx="0" cy="12382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6625E56-C307-7519-8AE8-EAEFA40EFAF9}"/>
                </a:ext>
              </a:extLst>
            </p:cNvPr>
            <p:cNvCxnSpPr>
              <a:cxnSpLocks/>
            </p:cNvCxnSpPr>
            <p:nvPr/>
          </p:nvCxnSpPr>
          <p:spPr>
            <a:xfrm>
              <a:off x="6987332" y="6819900"/>
              <a:ext cx="0" cy="127939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B438B2A3-814E-7691-A892-D9A464F92C1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59079" y="6802442"/>
              <a:ext cx="170346" cy="7460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A30E7746-9052-75E0-A368-4FDFB39AC5C1}"/>
                </a:ext>
              </a:extLst>
            </p:cNvPr>
            <p:cNvCxnSpPr>
              <a:cxnSpLocks/>
            </p:cNvCxnSpPr>
            <p:nvPr/>
          </p:nvCxnSpPr>
          <p:spPr>
            <a:xfrm>
              <a:off x="6660307" y="6667500"/>
              <a:ext cx="0" cy="40640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1EEAA9E4-3618-7AB7-E8F6-5276096E68A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59079" y="6997700"/>
              <a:ext cx="173521" cy="65092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2" name="Group 221">
            <a:extLst>
              <a:ext uri="{FF2B5EF4-FFF2-40B4-BE49-F238E27FC236}">
                <a16:creationId xmlns:a16="http://schemas.microsoft.com/office/drawing/2014/main" id="{742970EA-FE19-B23A-B194-A96D8BE3537E}"/>
              </a:ext>
            </a:extLst>
          </p:cNvPr>
          <p:cNvGrpSpPr/>
          <p:nvPr/>
        </p:nvGrpSpPr>
        <p:grpSpPr>
          <a:xfrm>
            <a:off x="6022180" y="481467"/>
            <a:ext cx="3212307" cy="4835073"/>
            <a:chOff x="6010275" y="476705"/>
            <a:chExt cx="3212307" cy="4835073"/>
          </a:xfrm>
        </p:grpSpPr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CE8EC507-4595-AB07-E581-923D26E0923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72200" y="5234445"/>
              <a:ext cx="154827" cy="7733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41252D8D-ECEB-7387-B502-051A3F08ACA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74581" y="5124450"/>
              <a:ext cx="0" cy="10999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7936170C-223D-7BF6-7AAA-20DE3B57C69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015037" y="5046326"/>
              <a:ext cx="154827" cy="7733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5AC2F9D1-6FA4-6E44-A5CE-AAF7AA6FDE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10275" y="4168458"/>
              <a:ext cx="0" cy="87786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30A5BCBA-7644-5B19-8A92-AB2FB11231E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317773" y="4044136"/>
              <a:ext cx="175262" cy="6336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DBF466AD-1614-C67B-0D95-A39A45F74A2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83985" y="4043363"/>
              <a:ext cx="165260" cy="6443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Straight Connector 230">
              <a:extLst>
                <a:ext uri="{FF2B5EF4-FFF2-40B4-BE49-F238E27FC236}">
                  <a16:creationId xmlns:a16="http://schemas.microsoft.com/office/drawing/2014/main" id="{88E2354E-5B69-5F3C-C0F4-BAAAEBD3480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58770" y="4046538"/>
              <a:ext cx="323850" cy="1270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Straight Connector 235">
              <a:extLst>
                <a:ext uri="{FF2B5EF4-FFF2-40B4-BE49-F238E27FC236}">
                  <a16:creationId xmlns:a16="http://schemas.microsoft.com/office/drawing/2014/main" id="{184F8DD1-4414-2101-82F9-BD03B59D3A5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289005" y="4046200"/>
              <a:ext cx="490540" cy="19004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Connector 237">
              <a:extLst>
                <a:ext uri="{FF2B5EF4-FFF2-40B4-BE49-F238E27FC236}">
                  <a16:creationId xmlns:a16="http://schemas.microsoft.com/office/drawing/2014/main" id="{0A9587A5-AB5C-718D-E0D5-F93D24BF144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779544" y="4174332"/>
              <a:ext cx="152401" cy="6236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Connector 239">
              <a:extLst>
                <a:ext uri="{FF2B5EF4-FFF2-40B4-BE49-F238E27FC236}">
                  <a16:creationId xmlns:a16="http://schemas.microsoft.com/office/drawing/2014/main" id="{8FD0462B-BF68-2BBA-149C-3304644DBD7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929561" y="4174787"/>
              <a:ext cx="164309" cy="6622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Straight Connector 240">
              <a:extLst>
                <a:ext uri="{FF2B5EF4-FFF2-40B4-BE49-F238E27FC236}">
                  <a16:creationId xmlns:a16="http://schemas.microsoft.com/office/drawing/2014/main" id="{9DAD70CD-9AA9-1EC0-B063-077F005CB6E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91487" y="4048125"/>
              <a:ext cx="495301" cy="19333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Straight Connector 241">
              <a:extLst>
                <a:ext uri="{FF2B5EF4-FFF2-40B4-BE49-F238E27FC236}">
                  <a16:creationId xmlns:a16="http://schemas.microsoft.com/office/drawing/2014/main" id="{5369B2FC-7556-ADC3-99FF-48F93CAF1833}"/>
                </a:ext>
              </a:extLst>
            </p:cNvPr>
            <p:cNvCxnSpPr>
              <a:cxnSpLocks/>
            </p:cNvCxnSpPr>
            <p:nvPr/>
          </p:nvCxnSpPr>
          <p:spPr>
            <a:xfrm>
              <a:off x="8582025" y="3917157"/>
              <a:ext cx="0" cy="1361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Straight Connector 243">
              <a:extLst>
                <a:ext uri="{FF2B5EF4-FFF2-40B4-BE49-F238E27FC236}">
                  <a16:creationId xmlns:a16="http://schemas.microsoft.com/office/drawing/2014/main" id="{9D4CD24C-E0D8-D33E-A4F4-59FEB65496F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572498" y="3917612"/>
              <a:ext cx="164309" cy="6622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Straight Connector 244">
              <a:extLst>
                <a:ext uri="{FF2B5EF4-FFF2-40B4-BE49-F238E27FC236}">
                  <a16:creationId xmlns:a16="http://schemas.microsoft.com/office/drawing/2014/main" id="{7BED5392-0550-B42F-6E32-D7DA4C65E5E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36806" y="3864769"/>
              <a:ext cx="328614" cy="12189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9" name="Straight Connector 288">
              <a:extLst>
                <a:ext uri="{FF2B5EF4-FFF2-40B4-BE49-F238E27FC236}">
                  <a16:creationId xmlns:a16="http://schemas.microsoft.com/office/drawing/2014/main" id="{03935DB6-8F8B-AC78-79FA-E2F285227AD0}"/>
                </a:ext>
              </a:extLst>
            </p:cNvPr>
            <p:cNvCxnSpPr>
              <a:cxnSpLocks/>
            </p:cNvCxnSpPr>
            <p:nvPr/>
          </p:nvCxnSpPr>
          <p:spPr>
            <a:xfrm>
              <a:off x="9060656" y="3725862"/>
              <a:ext cx="0" cy="1361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Straight Connector 289">
              <a:extLst>
                <a:ext uri="{FF2B5EF4-FFF2-40B4-BE49-F238E27FC236}">
                  <a16:creationId xmlns:a16="http://schemas.microsoft.com/office/drawing/2014/main" id="{BCF753C7-AE99-DBAB-0D9B-CF178C0948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060656" y="3673018"/>
              <a:ext cx="152401" cy="6236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" name="Straight Connector 290">
              <a:extLst>
                <a:ext uri="{FF2B5EF4-FFF2-40B4-BE49-F238E27FC236}">
                  <a16:creationId xmlns:a16="http://schemas.microsoft.com/office/drawing/2014/main" id="{536AF026-3909-730F-E9E5-A134E8BE1D8B}"/>
                </a:ext>
              </a:extLst>
            </p:cNvPr>
            <p:cNvCxnSpPr>
              <a:cxnSpLocks/>
            </p:cNvCxnSpPr>
            <p:nvPr/>
          </p:nvCxnSpPr>
          <p:spPr>
            <a:xfrm>
              <a:off x="9217818" y="3176588"/>
              <a:ext cx="0" cy="50448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" name="Straight Connector 292">
              <a:extLst>
                <a:ext uri="{FF2B5EF4-FFF2-40B4-BE49-F238E27FC236}">
                  <a16:creationId xmlns:a16="http://schemas.microsoft.com/office/drawing/2014/main" id="{B65671B4-BB84-C85E-0EFB-15B0F5D5552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058273" y="3112749"/>
              <a:ext cx="164309" cy="6622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Straight Connector 293">
              <a:extLst>
                <a:ext uri="{FF2B5EF4-FFF2-40B4-BE49-F238E27FC236}">
                  <a16:creationId xmlns:a16="http://schemas.microsoft.com/office/drawing/2014/main" id="{E66E4536-8928-5824-9E4E-5585E85AFD5B}"/>
                </a:ext>
              </a:extLst>
            </p:cNvPr>
            <p:cNvCxnSpPr>
              <a:cxnSpLocks/>
            </p:cNvCxnSpPr>
            <p:nvPr/>
          </p:nvCxnSpPr>
          <p:spPr>
            <a:xfrm>
              <a:off x="9060656" y="2743201"/>
              <a:ext cx="0" cy="37589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Straight Connector 295">
              <a:extLst>
                <a:ext uri="{FF2B5EF4-FFF2-40B4-BE49-F238E27FC236}">
                  <a16:creationId xmlns:a16="http://schemas.microsoft.com/office/drawing/2014/main" id="{5F67B7D0-7442-3E41-1A15-9CA3984FE20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898730" y="2676980"/>
              <a:ext cx="164309" cy="6622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7" name="Straight Connector 296">
              <a:extLst>
                <a:ext uri="{FF2B5EF4-FFF2-40B4-BE49-F238E27FC236}">
                  <a16:creationId xmlns:a16="http://schemas.microsoft.com/office/drawing/2014/main" id="{AC76C5CE-3268-E109-E4A3-732DA7867B6D}"/>
                </a:ext>
              </a:extLst>
            </p:cNvPr>
            <p:cNvCxnSpPr>
              <a:cxnSpLocks/>
            </p:cNvCxnSpPr>
            <p:nvPr/>
          </p:nvCxnSpPr>
          <p:spPr>
            <a:xfrm>
              <a:off x="8901112" y="2293145"/>
              <a:ext cx="0" cy="37589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Straight Connector 297">
              <a:extLst>
                <a:ext uri="{FF2B5EF4-FFF2-40B4-BE49-F238E27FC236}">
                  <a16:creationId xmlns:a16="http://schemas.microsoft.com/office/drawing/2014/main" id="{7D4C6A01-1779-F30B-0E18-01E26BE0CAC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739187" y="2236449"/>
              <a:ext cx="164309" cy="6622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9" name="Straight Connector 298">
              <a:extLst>
                <a:ext uri="{FF2B5EF4-FFF2-40B4-BE49-F238E27FC236}">
                  <a16:creationId xmlns:a16="http://schemas.microsoft.com/office/drawing/2014/main" id="{37015C1D-8A35-55BC-ECAB-BEDD74A39936}"/>
                </a:ext>
              </a:extLst>
            </p:cNvPr>
            <p:cNvCxnSpPr>
              <a:cxnSpLocks/>
            </p:cNvCxnSpPr>
            <p:nvPr/>
          </p:nvCxnSpPr>
          <p:spPr>
            <a:xfrm>
              <a:off x="8739187" y="1981201"/>
              <a:ext cx="0" cy="26159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1" name="Straight Connector 300">
              <a:extLst>
                <a:ext uri="{FF2B5EF4-FFF2-40B4-BE49-F238E27FC236}">
                  <a16:creationId xmlns:a16="http://schemas.microsoft.com/office/drawing/2014/main" id="{C32BB7C0-8347-A157-A829-341EA49AE9D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582025" y="1919742"/>
              <a:ext cx="164309" cy="6622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Straight Connector 301">
              <a:extLst>
                <a:ext uri="{FF2B5EF4-FFF2-40B4-BE49-F238E27FC236}">
                  <a16:creationId xmlns:a16="http://schemas.microsoft.com/office/drawing/2014/main" id="{ADBFB888-3611-337E-51C2-A86557968113}"/>
                </a:ext>
              </a:extLst>
            </p:cNvPr>
            <p:cNvCxnSpPr>
              <a:cxnSpLocks/>
            </p:cNvCxnSpPr>
            <p:nvPr/>
          </p:nvCxnSpPr>
          <p:spPr>
            <a:xfrm>
              <a:off x="8586787" y="1554957"/>
              <a:ext cx="0" cy="35684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Straight Connector 303">
              <a:extLst>
                <a:ext uri="{FF2B5EF4-FFF2-40B4-BE49-F238E27FC236}">
                  <a16:creationId xmlns:a16="http://schemas.microsoft.com/office/drawing/2014/main" id="{47E33FD5-DEA9-0D05-FA13-5BBDF98BDA0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60555" y="1543505"/>
              <a:ext cx="164309" cy="6622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5" name="Straight Connector 304">
              <a:extLst>
                <a:ext uri="{FF2B5EF4-FFF2-40B4-BE49-F238E27FC236}">
                  <a16:creationId xmlns:a16="http://schemas.microsoft.com/office/drawing/2014/main" id="{FDCE79E2-98BA-B19F-0222-65F61CCAE8A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22483" y="1545432"/>
              <a:ext cx="169068" cy="619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Straight Connector 307">
              <a:extLst>
                <a:ext uri="{FF2B5EF4-FFF2-40B4-BE49-F238E27FC236}">
                  <a16:creationId xmlns:a16="http://schemas.microsoft.com/office/drawing/2014/main" id="{63494704-0A02-181F-4FEF-E445377D0915}"/>
                </a:ext>
              </a:extLst>
            </p:cNvPr>
            <p:cNvCxnSpPr>
              <a:cxnSpLocks/>
            </p:cNvCxnSpPr>
            <p:nvPr/>
          </p:nvCxnSpPr>
          <p:spPr>
            <a:xfrm>
              <a:off x="8258174" y="533401"/>
              <a:ext cx="0" cy="101407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Straight Connector 309">
              <a:extLst>
                <a:ext uri="{FF2B5EF4-FFF2-40B4-BE49-F238E27FC236}">
                  <a16:creationId xmlns:a16="http://schemas.microsoft.com/office/drawing/2014/main" id="{851CA744-BD5F-B92E-717B-CFD859AB583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098630" y="476705"/>
              <a:ext cx="164309" cy="6622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1" name="Group 250">
            <a:extLst>
              <a:ext uri="{FF2B5EF4-FFF2-40B4-BE49-F238E27FC236}">
                <a16:creationId xmlns:a16="http://schemas.microsoft.com/office/drawing/2014/main" id="{D50FF132-EA39-6BE7-329C-F93343636D0C}"/>
              </a:ext>
            </a:extLst>
          </p:cNvPr>
          <p:cNvGrpSpPr/>
          <p:nvPr/>
        </p:nvGrpSpPr>
        <p:grpSpPr>
          <a:xfrm>
            <a:off x="1032510" y="486251"/>
            <a:ext cx="4163378" cy="5197317"/>
            <a:chOff x="1032510" y="486251"/>
            <a:chExt cx="4163378" cy="5197317"/>
          </a:xfrm>
        </p:grpSpPr>
        <p:cxnSp>
          <p:nvCxnSpPr>
            <p:cNvPr id="247" name="Straight Connector 246">
              <a:extLst>
                <a:ext uri="{FF2B5EF4-FFF2-40B4-BE49-F238E27FC236}">
                  <a16:creationId xmlns:a16="http://schemas.microsoft.com/office/drawing/2014/main" id="{E4D8502E-EAB5-3989-7CE2-C3958461DB3A}"/>
                </a:ext>
              </a:extLst>
            </p:cNvPr>
            <p:cNvCxnSpPr>
              <a:cxnSpLocks/>
            </p:cNvCxnSpPr>
            <p:nvPr/>
          </p:nvCxnSpPr>
          <p:spPr>
            <a:xfrm>
              <a:off x="5053756" y="1042753"/>
              <a:ext cx="142132" cy="6691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Straight Connector 248">
              <a:extLst>
                <a:ext uri="{FF2B5EF4-FFF2-40B4-BE49-F238E27FC236}">
                  <a16:creationId xmlns:a16="http://schemas.microsoft.com/office/drawing/2014/main" id="{6DE90ABB-042F-2723-AB48-B127F0A1617A}"/>
                </a:ext>
              </a:extLst>
            </p:cNvPr>
            <p:cNvCxnSpPr>
              <a:cxnSpLocks/>
            </p:cNvCxnSpPr>
            <p:nvPr/>
          </p:nvCxnSpPr>
          <p:spPr>
            <a:xfrm>
              <a:off x="4897015" y="1371366"/>
              <a:ext cx="0" cy="24312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Straight Connector 251">
              <a:extLst>
                <a:ext uri="{FF2B5EF4-FFF2-40B4-BE49-F238E27FC236}">
                  <a16:creationId xmlns:a16="http://schemas.microsoft.com/office/drawing/2014/main" id="{649EE8CC-124F-D428-9659-51D911086CC4}"/>
                </a:ext>
              </a:extLst>
            </p:cNvPr>
            <p:cNvCxnSpPr>
              <a:cxnSpLocks/>
            </p:cNvCxnSpPr>
            <p:nvPr/>
          </p:nvCxnSpPr>
          <p:spPr>
            <a:xfrm>
              <a:off x="4602956" y="1373981"/>
              <a:ext cx="288131" cy="10239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Straight Connector 253">
              <a:extLst>
                <a:ext uri="{FF2B5EF4-FFF2-40B4-BE49-F238E27FC236}">
                  <a16:creationId xmlns:a16="http://schemas.microsoft.com/office/drawing/2014/main" id="{C2CBC49D-73C3-3859-CFF0-3775663A5EBA}"/>
                </a:ext>
              </a:extLst>
            </p:cNvPr>
            <p:cNvCxnSpPr>
              <a:cxnSpLocks/>
            </p:cNvCxnSpPr>
            <p:nvPr/>
          </p:nvCxnSpPr>
          <p:spPr>
            <a:xfrm>
              <a:off x="3932188" y="987984"/>
              <a:ext cx="0" cy="10977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Straight Connector 255">
              <a:extLst>
                <a:ext uri="{FF2B5EF4-FFF2-40B4-BE49-F238E27FC236}">
                  <a16:creationId xmlns:a16="http://schemas.microsoft.com/office/drawing/2014/main" id="{E0D8BFCD-486F-04ED-C449-1560CF6187ED}"/>
                </a:ext>
              </a:extLst>
            </p:cNvPr>
            <p:cNvCxnSpPr>
              <a:cxnSpLocks/>
            </p:cNvCxnSpPr>
            <p:nvPr/>
          </p:nvCxnSpPr>
          <p:spPr>
            <a:xfrm>
              <a:off x="4410076" y="2176463"/>
              <a:ext cx="0" cy="24526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Straight Connector 259">
              <a:extLst>
                <a:ext uri="{FF2B5EF4-FFF2-40B4-BE49-F238E27FC236}">
                  <a16:creationId xmlns:a16="http://schemas.microsoft.com/office/drawing/2014/main" id="{8D977427-422B-EA04-6AA6-AC9E3979A13F}"/>
                </a:ext>
              </a:extLst>
            </p:cNvPr>
            <p:cNvCxnSpPr>
              <a:cxnSpLocks/>
            </p:cNvCxnSpPr>
            <p:nvPr/>
          </p:nvCxnSpPr>
          <p:spPr>
            <a:xfrm>
              <a:off x="3612357" y="2112169"/>
              <a:ext cx="0" cy="51435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Straight Connector 261">
              <a:extLst>
                <a:ext uri="{FF2B5EF4-FFF2-40B4-BE49-F238E27FC236}">
                  <a16:creationId xmlns:a16="http://schemas.microsoft.com/office/drawing/2014/main" id="{0ECB7FE3-E482-ED8E-40E4-7D534DAFFF4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128963" y="1931194"/>
              <a:ext cx="490538" cy="18097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Straight Connector 263">
              <a:extLst>
                <a:ext uri="{FF2B5EF4-FFF2-40B4-BE49-F238E27FC236}">
                  <a16:creationId xmlns:a16="http://schemas.microsoft.com/office/drawing/2014/main" id="{387AA22F-D66E-2CB8-5D22-E19CA4ACDA2A}"/>
                </a:ext>
              </a:extLst>
            </p:cNvPr>
            <p:cNvCxnSpPr>
              <a:cxnSpLocks/>
            </p:cNvCxnSpPr>
            <p:nvPr/>
          </p:nvCxnSpPr>
          <p:spPr>
            <a:xfrm>
              <a:off x="3131345" y="1552575"/>
              <a:ext cx="0" cy="38338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Straight Connector 265">
              <a:extLst>
                <a:ext uri="{FF2B5EF4-FFF2-40B4-BE49-F238E27FC236}">
                  <a16:creationId xmlns:a16="http://schemas.microsoft.com/office/drawing/2014/main" id="{94D7FD9D-11A9-43AC-AE92-6F59E1CF53D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43188" y="1743076"/>
              <a:ext cx="328613" cy="11906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Straight Connector 267">
              <a:extLst>
                <a:ext uri="{FF2B5EF4-FFF2-40B4-BE49-F238E27FC236}">
                  <a16:creationId xmlns:a16="http://schemas.microsoft.com/office/drawing/2014/main" id="{2F445E4D-AB2B-6334-129C-29E76EDD97FF}"/>
                </a:ext>
              </a:extLst>
            </p:cNvPr>
            <p:cNvCxnSpPr>
              <a:cxnSpLocks/>
            </p:cNvCxnSpPr>
            <p:nvPr/>
          </p:nvCxnSpPr>
          <p:spPr>
            <a:xfrm>
              <a:off x="2647951" y="1609725"/>
              <a:ext cx="0" cy="25479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Straight Connector 269">
              <a:extLst>
                <a:ext uri="{FF2B5EF4-FFF2-40B4-BE49-F238E27FC236}">
                  <a16:creationId xmlns:a16="http://schemas.microsoft.com/office/drawing/2014/main" id="{39B127E7-3C06-AEA5-6E1A-4F5E08EF68E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324100" y="1488281"/>
              <a:ext cx="328613" cy="12144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Straight Connector 271">
              <a:extLst>
                <a:ext uri="{FF2B5EF4-FFF2-40B4-BE49-F238E27FC236}">
                  <a16:creationId xmlns:a16="http://schemas.microsoft.com/office/drawing/2014/main" id="{413CF5FB-BAF9-097C-E5A4-FFC58EA2DFD2}"/>
                </a:ext>
              </a:extLst>
            </p:cNvPr>
            <p:cNvCxnSpPr>
              <a:cxnSpLocks/>
            </p:cNvCxnSpPr>
            <p:nvPr/>
          </p:nvCxnSpPr>
          <p:spPr>
            <a:xfrm>
              <a:off x="2326482" y="1247775"/>
              <a:ext cx="0" cy="25479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Straight Connector 272">
              <a:extLst>
                <a:ext uri="{FF2B5EF4-FFF2-40B4-BE49-F238E27FC236}">
                  <a16:creationId xmlns:a16="http://schemas.microsoft.com/office/drawing/2014/main" id="{3D041FE4-F316-0BB6-F50C-BF715FCA8A5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009775" y="1119188"/>
              <a:ext cx="311944" cy="12858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Straight Connector 274">
              <a:extLst>
                <a:ext uri="{FF2B5EF4-FFF2-40B4-BE49-F238E27FC236}">
                  <a16:creationId xmlns:a16="http://schemas.microsoft.com/office/drawing/2014/main" id="{381E1594-9B8F-E6A8-08FF-FC5E67019B4F}"/>
                </a:ext>
              </a:extLst>
            </p:cNvPr>
            <p:cNvCxnSpPr>
              <a:cxnSpLocks/>
            </p:cNvCxnSpPr>
            <p:nvPr/>
          </p:nvCxnSpPr>
          <p:spPr>
            <a:xfrm>
              <a:off x="2009776" y="981075"/>
              <a:ext cx="0" cy="13811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" name="Straight Connector 278">
              <a:extLst>
                <a:ext uri="{FF2B5EF4-FFF2-40B4-BE49-F238E27FC236}">
                  <a16:creationId xmlns:a16="http://schemas.microsoft.com/office/drawing/2014/main" id="{FC0FBB3F-B87D-F1BA-C37D-9C02B95C17B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92530" y="676275"/>
              <a:ext cx="819150" cy="30861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3" name="Straight Connector 282">
              <a:extLst>
                <a:ext uri="{FF2B5EF4-FFF2-40B4-BE49-F238E27FC236}">
                  <a16:creationId xmlns:a16="http://schemas.microsoft.com/office/drawing/2014/main" id="{F964CEAA-47DC-6187-2888-C155522B38E9}"/>
                </a:ext>
              </a:extLst>
            </p:cNvPr>
            <p:cNvCxnSpPr>
              <a:cxnSpLocks/>
            </p:cNvCxnSpPr>
            <p:nvPr/>
          </p:nvCxnSpPr>
          <p:spPr>
            <a:xfrm>
              <a:off x="1193483" y="547211"/>
              <a:ext cx="0" cy="12858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0" name="Straight Connector 329">
              <a:extLst>
                <a:ext uri="{FF2B5EF4-FFF2-40B4-BE49-F238E27FC236}">
                  <a16:creationId xmlns:a16="http://schemas.microsoft.com/office/drawing/2014/main" id="{9FCB5C88-21D8-A866-B933-7B02CD439AA2}"/>
                </a:ext>
              </a:extLst>
            </p:cNvPr>
            <p:cNvCxnSpPr>
              <a:cxnSpLocks/>
            </p:cNvCxnSpPr>
            <p:nvPr/>
          </p:nvCxnSpPr>
          <p:spPr>
            <a:xfrm>
              <a:off x="1683545" y="981075"/>
              <a:ext cx="0" cy="25479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1" name="Straight Connector 330">
              <a:extLst>
                <a:ext uri="{FF2B5EF4-FFF2-40B4-BE49-F238E27FC236}">
                  <a16:creationId xmlns:a16="http://schemas.microsoft.com/office/drawing/2014/main" id="{CE862577-2A0B-0F14-432D-D95B1CA2D55E}"/>
                </a:ext>
              </a:extLst>
            </p:cNvPr>
            <p:cNvCxnSpPr>
              <a:cxnSpLocks/>
            </p:cNvCxnSpPr>
            <p:nvPr/>
          </p:nvCxnSpPr>
          <p:spPr>
            <a:xfrm>
              <a:off x="1685926" y="1226344"/>
              <a:ext cx="326230" cy="1452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3" name="Straight Connector 332">
              <a:extLst>
                <a:ext uri="{FF2B5EF4-FFF2-40B4-BE49-F238E27FC236}">
                  <a16:creationId xmlns:a16="http://schemas.microsoft.com/office/drawing/2014/main" id="{9573F9F9-710C-7631-E883-C84FBD0C0C9C}"/>
                </a:ext>
              </a:extLst>
            </p:cNvPr>
            <p:cNvCxnSpPr>
              <a:cxnSpLocks/>
            </p:cNvCxnSpPr>
            <p:nvPr/>
          </p:nvCxnSpPr>
          <p:spPr>
            <a:xfrm>
              <a:off x="2005013" y="1369219"/>
              <a:ext cx="0" cy="12144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4" name="Straight Connector 333">
              <a:extLst>
                <a:ext uri="{FF2B5EF4-FFF2-40B4-BE49-F238E27FC236}">
                  <a16:creationId xmlns:a16="http://schemas.microsoft.com/office/drawing/2014/main" id="{78570CC0-6760-1DA3-291C-E771CB2EB88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57313" y="1481138"/>
              <a:ext cx="645318" cy="24526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7" name="Straight Connector 336">
              <a:extLst>
                <a:ext uri="{FF2B5EF4-FFF2-40B4-BE49-F238E27FC236}">
                  <a16:creationId xmlns:a16="http://schemas.microsoft.com/office/drawing/2014/main" id="{510E79FF-462E-2D1A-18DE-DB6CB5200FA7}"/>
                </a:ext>
              </a:extLst>
            </p:cNvPr>
            <p:cNvCxnSpPr>
              <a:cxnSpLocks/>
            </p:cNvCxnSpPr>
            <p:nvPr/>
          </p:nvCxnSpPr>
          <p:spPr>
            <a:xfrm>
              <a:off x="1202531" y="1664494"/>
              <a:ext cx="164306" cy="6191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9" name="Straight Connector 338">
              <a:extLst>
                <a:ext uri="{FF2B5EF4-FFF2-40B4-BE49-F238E27FC236}">
                  <a16:creationId xmlns:a16="http://schemas.microsoft.com/office/drawing/2014/main" id="{A55D544C-42CE-5C45-4317-EA914D411270}"/>
                </a:ext>
              </a:extLst>
            </p:cNvPr>
            <p:cNvCxnSpPr>
              <a:cxnSpLocks/>
            </p:cNvCxnSpPr>
            <p:nvPr/>
          </p:nvCxnSpPr>
          <p:spPr>
            <a:xfrm>
              <a:off x="1204913" y="1545431"/>
              <a:ext cx="0" cy="12144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0" name="Straight Connector 339">
              <a:extLst>
                <a:ext uri="{FF2B5EF4-FFF2-40B4-BE49-F238E27FC236}">
                  <a16:creationId xmlns:a16="http://schemas.microsoft.com/office/drawing/2014/main" id="{A60B2A5D-C2E6-EDF3-0E3B-30DEF02CBF4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50332" y="5438299"/>
              <a:ext cx="162401" cy="6000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2" name="Straight Connector 341">
              <a:extLst>
                <a:ext uri="{FF2B5EF4-FFF2-40B4-BE49-F238E27FC236}">
                  <a16:creationId xmlns:a16="http://schemas.microsoft.com/office/drawing/2014/main" id="{BC13FD69-278A-B6CF-83D7-7E692EEB966F}"/>
                </a:ext>
              </a:extLst>
            </p:cNvPr>
            <p:cNvCxnSpPr>
              <a:cxnSpLocks/>
            </p:cNvCxnSpPr>
            <p:nvPr/>
          </p:nvCxnSpPr>
          <p:spPr>
            <a:xfrm>
              <a:off x="2650808" y="5500212"/>
              <a:ext cx="0" cy="12191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4" name="Straight Connector 343">
              <a:extLst>
                <a:ext uri="{FF2B5EF4-FFF2-40B4-BE49-F238E27FC236}">
                  <a16:creationId xmlns:a16="http://schemas.microsoft.com/office/drawing/2014/main" id="{79EE77D3-E17F-7D85-1692-F1333277DBE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486025" y="5553075"/>
              <a:ext cx="164783" cy="7096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6" name="Straight Connector 345">
              <a:extLst>
                <a:ext uri="{FF2B5EF4-FFF2-40B4-BE49-F238E27FC236}">
                  <a16:creationId xmlns:a16="http://schemas.microsoft.com/office/drawing/2014/main" id="{EE5FFE88-82F5-64FC-CFAC-25259C09875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66938" y="5559742"/>
              <a:ext cx="324327" cy="12192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8" name="Straight Connector 347">
              <a:extLst>
                <a:ext uri="{FF2B5EF4-FFF2-40B4-BE49-F238E27FC236}">
                  <a16:creationId xmlns:a16="http://schemas.microsoft.com/office/drawing/2014/main" id="{82E64723-1C1D-22D4-4DFA-81260D36F0C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35844" y="5245894"/>
              <a:ext cx="1133952" cy="43767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0" name="Straight Connector 349">
              <a:extLst>
                <a:ext uri="{FF2B5EF4-FFF2-40B4-BE49-F238E27FC236}">
                  <a16:creationId xmlns:a16="http://schemas.microsoft.com/office/drawing/2014/main" id="{02C4A3CC-9C97-4128-0FDE-226E0983401C}"/>
                </a:ext>
              </a:extLst>
            </p:cNvPr>
            <p:cNvCxnSpPr>
              <a:cxnSpLocks/>
            </p:cNvCxnSpPr>
            <p:nvPr/>
          </p:nvCxnSpPr>
          <p:spPr>
            <a:xfrm>
              <a:off x="1041083" y="5123975"/>
              <a:ext cx="0" cy="12191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1" name="Straight Connector 350">
              <a:extLst>
                <a:ext uri="{FF2B5EF4-FFF2-40B4-BE49-F238E27FC236}">
                  <a16:creationId xmlns:a16="http://schemas.microsoft.com/office/drawing/2014/main" id="{6B21AE66-1656-19A3-D46F-97ECC311AB6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45369" y="5055394"/>
              <a:ext cx="157162" cy="6429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3" name="Straight Connector 352">
              <a:extLst>
                <a:ext uri="{FF2B5EF4-FFF2-40B4-BE49-F238E27FC236}">
                  <a16:creationId xmlns:a16="http://schemas.microsoft.com/office/drawing/2014/main" id="{96D6C5CC-0F50-B416-9F0B-E4F5256630E1}"/>
                </a:ext>
              </a:extLst>
            </p:cNvPr>
            <p:cNvCxnSpPr>
              <a:cxnSpLocks/>
            </p:cNvCxnSpPr>
            <p:nvPr/>
          </p:nvCxnSpPr>
          <p:spPr>
            <a:xfrm>
              <a:off x="1198246" y="4814888"/>
              <a:ext cx="0" cy="23098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5" name="Straight Connector 354">
              <a:extLst>
                <a:ext uri="{FF2B5EF4-FFF2-40B4-BE49-F238E27FC236}">
                  <a16:creationId xmlns:a16="http://schemas.microsoft.com/office/drawing/2014/main" id="{0B5BAA3F-8F0B-ED9A-6ECD-AD3D57EC50F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00151" y="4807744"/>
              <a:ext cx="319087" cy="12144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8" name="Straight Connector 357">
              <a:extLst>
                <a:ext uri="{FF2B5EF4-FFF2-40B4-BE49-F238E27FC236}">
                  <a16:creationId xmlns:a16="http://schemas.microsoft.com/office/drawing/2014/main" id="{D7C02945-6545-E810-2987-4CC5FBE14C2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14475" y="4805363"/>
              <a:ext cx="333375" cy="12620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0" name="Straight Connector 359">
              <a:extLst>
                <a:ext uri="{FF2B5EF4-FFF2-40B4-BE49-F238E27FC236}">
                  <a16:creationId xmlns:a16="http://schemas.microsoft.com/office/drawing/2014/main" id="{1DE8ABD0-F506-249F-0AAB-81F5F97DD3BA}"/>
                </a:ext>
              </a:extLst>
            </p:cNvPr>
            <p:cNvCxnSpPr>
              <a:cxnSpLocks/>
            </p:cNvCxnSpPr>
            <p:nvPr/>
          </p:nvCxnSpPr>
          <p:spPr>
            <a:xfrm>
              <a:off x="1845946" y="4424363"/>
              <a:ext cx="0" cy="39290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2" name="Straight Connector 361">
              <a:extLst>
                <a:ext uri="{FF2B5EF4-FFF2-40B4-BE49-F238E27FC236}">
                  <a16:creationId xmlns:a16="http://schemas.microsoft.com/office/drawing/2014/main" id="{FA3B9FB8-9394-4E64-9D54-CDCCCC509D1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43087" y="4360069"/>
              <a:ext cx="164307" cy="6429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4" name="Straight Connector 363">
              <a:extLst>
                <a:ext uri="{FF2B5EF4-FFF2-40B4-BE49-F238E27FC236}">
                  <a16:creationId xmlns:a16="http://schemas.microsoft.com/office/drawing/2014/main" id="{69FADDA0-5F50-9A32-E278-598C3689F306}"/>
                </a:ext>
              </a:extLst>
            </p:cNvPr>
            <p:cNvCxnSpPr>
              <a:cxnSpLocks/>
            </p:cNvCxnSpPr>
            <p:nvPr/>
          </p:nvCxnSpPr>
          <p:spPr>
            <a:xfrm>
              <a:off x="2010253" y="3983831"/>
              <a:ext cx="0" cy="37385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6" name="Straight Connector 365">
              <a:extLst>
                <a:ext uri="{FF2B5EF4-FFF2-40B4-BE49-F238E27FC236}">
                  <a16:creationId xmlns:a16="http://schemas.microsoft.com/office/drawing/2014/main" id="{C63DD0D7-D84F-3CC6-A69F-E47E6AD72B0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05012" y="3924300"/>
              <a:ext cx="164307" cy="6429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" name="Straight Connector 366">
              <a:extLst>
                <a:ext uri="{FF2B5EF4-FFF2-40B4-BE49-F238E27FC236}">
                  <a16:creationId xmlns:a16="http://schemas.microsoft.com/office/drawing/2014/main" id="{DF949B13-9B74-3BBA-17CB-CF3815F5DACE}"/>
                </a:ext>
              </a:extLst>
            </p:cNvPr>
            <p:cNvCxnSpPr>
              <a:cxnSpLocks/>
            </p:cNvCxnSpPr>
            <p:nvPr/>
          </p:nvCxnSpPr>
          <p:spPr>
            <a:xfrm>
              <a:off x="2169797" y="3557588"/>
              <a:ext cx="0" cy="36472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0" name="Straight Connector 369">
              <a:extLst>
                <a:ext uri="{FF2B5EF4-FFF2-40B4-BE49-F238E27FC236}">
                  <a16:creationId xmlns:a16="http://schemas.microsoft.com/office/drawing/2014/main" id="{4BF3E5BF-ADA0-DFCD-1A8F-D95C798F02C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9793" y="3486150"/>
              <a:ext cx="164307" cy="6429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1" name="Straight Connector 370">
              <a:extLst>
                <a:ext uri="{FF2B5EF4-FFF2-40B4-BE49-F238E27FC236}">
                  <a16:creationId xmlns:a16="http://schemas.microsoft.com/office/drawing/2014/main" id="{0F69B0C2-2C90-E3B2-DC0B-A78AA2789EB9}"/>
                </a:ext>
              </a:extLst>
            </p:cNvPr>
            <p:cNvCxnSpPr>
              <a:cxnSpLocks/>
            </p:cNvCxnSpPr>
            <p:nvPr/>
          </p:nvCxnSpPr>
          <p:spPr>
            <a:xfrm>
              <a:off x="2331722" y="3231356"/>
              <a:ext cx="0" cy="25757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3" name="Straight Connector 372">
              <a:extLst>
                <a:ext uri="{FF2B5EF4-FFF2-40B4-BE49-F238E27FC236}">
                  <a16:creationId xmlns:a16="http://schemas.microsoft.com/office/drawing/2014/main" id="{D2AA33C9-F203-671D-D3F5-E7596932B14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678781" y="2990850"/>
              <a:ext cx="657225" cy="2476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1" name="Straight Connector 390">
              <a:extLst>
                <a:ext uri="{FF2B5EF4-FFF2-40B4-BE49-F238E27FC236}">
                  <a16:creationId xmlns:a16="http://schemas.microsoft.com/office/drawing/2014/main" id="{00A89B86-0AFC-9626-71C8-43F450D86F19}"/>
                </a:ext>
              </a:extLst>
            </p:cNvPr>
            <p:cNvCxnSpPr>
              <a:cxnSpLocks/>
            </p:cNvCxnSpPr>
            <p:nvPr/>
          </p:nvCxnSpPr>
          <p:spPr>
            <a:xfrm>
              <a:off x="4256038" y="1247540"/>
              <a:ext cx="0" cy="10977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2" name="Straight Connector 391">
              <a:extLst>
                <a:ext uri="{FF2B5EF4-FFF2-40B4-BE49-F238E27FC236}">
                  <a16:creationId xmlns:a16="http://schemas.microsoft.com/office/drawing/2014/main" id="{CA18985D-7C0E-B8B2-F089-574A082E47B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48150" y="1285640"/>
              <a:ext cx="157907" cy="8119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4" name="Straight Connector 393">
              <a:extLst>
                <a:ext uri="{FF2B5EF4-FFF2-40B4-BE49-F238E27FC236}">
                  <a16:creationId xmlns:a16="http://schemas.microsoft.com/office/drawing/2014/main" id="{E2AD648F-EA69-9532-BE95-549F90CDF21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76663" y="973696"/>
              <a:ext cx="157907" cy="8119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" name="Straight Connector 403">
              <a:extLst>
                <a:ext uri="{FF2B5EF4-FFF2-40B4-BE49-F238E27FC236}">
                  <a16:creationId xmlns:a16="http://schemas.microsoft.com/office/drawing/2014/main" id="{A02897FD-202F-EF9D-3C5E-6C9BDB7574B4}"/>
                </a:ext>
              </a:extLst>
            </p:cNvPr>
            <p:cNvCxnSpPr>
              <a:cxnSpLocks/>
            </p:cNvCxnSpPr>
            <p:nvPr/>
          </p:nvCxnSpPr>
          <p:spPr>
            <a:xfrm>
              <a:off x="4252913" y="2757488"/>
              <a:ext cx="0" cy="6096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9" name="Straight Connector 418">
              <a:extLst>
                <a:ext uri="{FF2B5EF4-FFF2-40B4-BE49-F238E27FC236}">
                  <a16:creationId xmlns:a16="http://schemas.microsoft.com/office/drawing/2014/main" id="{CAC7FED8-8710-694F-6FFA-C210DF9BED8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088607" y="3167063"/>
              <a:ext cx="169068" cy="833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" name="Straight Connector 420">
              <a:extLst>
                <a:ext uri="{FF2B5EF4-FFF2-40B4-BE49-F238E27FC236}">
                  <a16:creationId xmlns:a16="http://schemas.microsoft.com/office/drawing/2014/main" id="{2543A8D9-76BE-BFCB-E9F2-7D31DA91D59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450431" y="2800350"/>
              <a:ext cx="314325" cy="1238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3" name="Straight Connector 422">
              <a:extLst>
                <a:ext uri="{FF2B5EF4-FFF2-40B4-BE49-F238E27FC236}">
                  <a16:creationId xmlns:a16="http://schemas.microsoft.com/office/drawing/2014/main" id="{485323D0-4601-50F3-8F4A-42C337FE58F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52812" y="2674144"/>
              <a:ext cx="0" cy="13811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5" name="Straight Connector 424">
              <a:extLst>
                <a:ext uri="{FF2B5EF4-FFF2-40B4-BE49-F238E27FC236}">
                  <a16:creationId xmlns:a16="http://schemas.microsoft.com/office/drawing/2014/main" id="{1527B54E-FC4B-C27C-B17D-B597A114F11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450431" y="2616994"/>
              <a:ext cx="164307" cy="5953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D72C94A6-89B5-0755-36F7-F3471D06D22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32510" y="486251"/>
              <a:ext cx="813435" cy="30241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1DB6197-5472-6A7D-CD2F-0AC07EC2D42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39278" y="735330"/>
              <a:ext cx="155257" cy="5429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9" name="TextBox 378">
            <a:extLst>
              <a:ext uri="{FF2B5EF4-FFF2-40B4-BE49-F238E27FC236}">
                <a16:creationId xmlns:a16="http://schemas.microsoft.com/office/drawing/2014/main" id="{D857A15B-A08F-4917-4938-B9B246CDFA9C}"/>
              </a:ext>
            </a:extLst>
          </p:cNvPr>
          <p:cNvSpPr txBox="1"/>
          <p:nvPr/>
        </p:nvSpPr>
        <p:spPr>
          <a:xfrm>
            <a:off x="5585460" y="2590800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23.5</a:t>
            </a:r>
          </a:p>
        </p:txBody>
      </p:sp>
      <p:grpSp>
        <p:nvGrpSpPr>
          <p:cNvPr id="447" name="Group 446">
            <a:extLst>
              <a:ext uri="{FF2B5EF4-FFF2-40B4-BE49-F238E27FC236}">
                <a16:creationId xmlns:a16="http://schemas.microsoft.com/office/drawing/2014/main" id="{3F88D54F-A53E-93C6-9913-3C815FA49DA8}"/>
              </a:ext>
            </a:extLst>
          </p:cNvPr>
          <p:cNvGrpSpPr/>
          <p:nvPr/>
        </p:nvGrpSpPr>
        <p:grpSpPr>
          <a:xfrm>
            <a:off x="3779044" y="3236119"/>
            <a:ext cx="3690937" cy="2068372"/>
            <a:chOff x="3779044" y="3236119"/>
            <a:chExt cx="3690937" cy="2068372"/>
          </a:xfrm>
        </p:grpSpPr>
        <p:cxnSp>
          <p:nvCxnSpPr>
            <p:cNvPr id="433" name="Straight Connector 432">
              <a:extLst>
                <a:ext uri="{FF2B5EF4-FFF2-40B4-BE49-F238E27FC236}">
                  <a16:creationId xmlns:a16="http://schemas.microsoft.com/office/drawing/2014/main" id="{B31BD04D-00DD-5359-9ECA-92E59692D56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779044" y="3426619"/>
              <a:ext cx="481012" cy="20002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4" name="Straight Connector 433">
              <a:extLst>
                <a:ext uri="{FF2B5EF4-FFF2-40B4-BE49-F238E27FC236}">
                  <a16:creationId xmlns:a16="http://schemas.microsoft.com/office/drawing/2014/main" id="{9B087E76-E987-6DAC-E908-7F93C82423E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60082" y="3420209"/>
              <a:ext cx="483368" cy="20643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5" name="Straight Connector 434">
              <a:extLst>
                <a:ext uri="{FF2B5EF4-FFF2-40B4-BE49-F238E27FC236}">
                  <a16:creationId xmlns:a16="http://schemas.microsoft.com/office/drawing/2014/main" id="{CB7668E1-97B5-1F7B-C00A-AB19015A0B0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43450" y="3414539"/>
              <a:ext cx="964406" cy="39619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6" name="Straight Connector 435">
              <a:extLst>
                <a:ext uri="{FF2B5EF4-FFF2-40B4-BE49-F238E27FC236}">
                  <a16:creationId xmlns:a16="http://schemas.microsoft.com/office/drawing/2014/main" id="{CC371E16-4AB6-C5E1-8061-61B8F35E90A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07856" y="3489265"/>
              <a:ext cx="801737" cy="32271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7" name="Straight Connector 436">
              <a:extLst>
                <a:ext uri="{FF2B5EF4-FFF2-40B4-BE49-F238E27FC236}">
                  <a16:creationId xmlns:a16="http://schemas.microsoft.com/office/drawing/2014/main" id="{6A00A813-E52C-3723-7E36-A261F6356461}"/>
                </a:ext>
              </a:extLst>
            </p:cNvPr>
            <p:cNvCxnSpPr>
              <a:cxnSpLocks/>
            </p:cNvCxnSpPr>
            <p:nvPr/>
          </p:nvCxnSpPr>
          <p:spPr>
            <a:xfrm>
              <a:off x="6502450" y="3236119"/>
              <a:ext cx="0" cy="25314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8" name="Straight Connector 437">
              <a:extLst>
                <a:ext uri="{FF2B5EF4-FFF2-40B4-BE49-F238E27FC236}">
                  <a16:creationId xmlns:a16="http://schemas.microsoft.com/office/drawing/2014/main" id="{701AE524-AF67-3668-1F1B-631EB8C86151}"/>
                </a:ext>
              </a:extLst>
            </p:cNvPr>
            <p:cNvCxnSpPr>
              <a:cxnSpLocks/>
            </p:cNvCxnSpPr>
            <p:nvPr/>
          </p:nvCxnSpPr>
          <p:spPr>
            <a:xfrm>
              <a:off x="6506468" y="3599289"/>
              <a:ext cx="0" cy="25314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9" name="Straight Connector 438">
              <a:extLst>
                <a:ext uri="{FF2B5EF4-FFF2-40B4-BE49-F238E27FC236}">
                  <a16:creationId xmlns:a16="http://schemas.microsoft.com/office/drawing/2014/main" id="{73FBD7C5-570D-CA53-4BE1-66EFB431B40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09593" y="3860373"/>
              <a:ext cx="641301" cy="25919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0" name="Straight Connector 439">
              <a:extLst>
                <a:ext uri="{FF2B5EF4-FFF2-40B4-BE49-F238E27FC236}">
                  <a16:creationId xmlns:a16="http://schemas.microsoft.com/office/drawing/2014/main" id="{0568B4E0-7132-FB65-B996-7FB882DC7D05}"/>
                </a:ext>
              </a:extLst>
            </p:cNvPr>
            <p:cNvCxnSpPr>
              <a:cxnSpLocks/>
            </p:cNvCxnSpPr>
            <p:nvPr/>
          </p:nvCxnSpPr>
          <p:spPr>
            <a:xfrm>
              <a:off x="7149406" y="4119563"/>
              <a:ext cx="0" cy="10953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1" name="Straight Connector 440">
              <a:extLst>
                <a:ext uri="{FF2B5EF4-FFF2-40B4-BE49-F238E27FC236}">
                  <a16:creationId xmlns:a16="http://schemas.microsoft.com/office/drawing/2014/main" id="{C71BC2CA-5D7D-A77E-2A9B-98780E6B6FF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49406" y="4229100"/>
              <a:ext cx="320575" cy="14965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2" name="Straight Connector 441">
              <a:extLst>
                <a:ext uri="{FF2B5EF4-FFF2-40B4-BE49-F238E27FC236}">
                  <a16:creationId xmlns:a16="http://schemas.microsoft.com/office/drawing/2014/main" id="{0CD1B1DA-192A-1BC0-50CE-2642A96C39BB}"/>
                </a:ext>
              </a:extLst>
            </p:cNvPr>
            <p:cNvCxnSpPr>
              <a:cxnSpLocks/>
            </p:cNvCxnSpPr>
            <p:nvPr/>
          </p:nvCxnSpPr>
          <p:spPr>
            <a:xfrm>
              <a:off x="7468493" y="4383882"/>
              <a:ext cx="0" cy="10953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3" name="Straight Connector 442">
              <a:extLst>
                <a:ext uri="{FF2B5EF4-FFF2-40B4-BE49-F238E27FC236}">
                  <a16:creationId xmlns:a16="http://schemas.microsoft.com/office/drawing/2014/main" id="{ADF09CC0-4D40-5773-6191-0D0D56ED63D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1725" y="3929063"/>
              <a:ext cx="155675" cy="6090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4" name="Straight Connector 443">
              <a:extLst>
                <a:ext uri="{FF2B5EF4-FFF2-40B4-BE49-F238E27FC236}">
                  <a16:creationId xmlns:a16="http://schemas.microsoft.com/office/drawing/2014/main" id="{B3380DAD-8611-CB0E-96EA-2E3C1FBED340}"/>
                </a:ext>
              </a:extLst>
            </p:cNvPr>
            <p:cNvCxnSpPr>
              <a:cxnSpLocks/>
            </p:cNvCxnSpPr>
            <p:nvPr/>
          </p:nvCxnSpPr>
          <p:spPr>
            <a:xfrm>
              <a:off x="6181725" y="3989968"/>
              <a:ext cx="0" cy="99920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5" name="Straight Connector 444">
              <a:extLst>
                <a:ext uri="{FF2B5EF4-FFF2-40B4-BE49-F238E27FC236}">
                  <a16:creationId xmlns:a16="http://schemas.microsoft.com/office/drawing/2014/main" id="{994DE6E0-6E33-9195-A90D-899F3627442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81725" y="4984414"/>
              <a:ext cx="154827" cy="7733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6" name="Straight Connector 445">
              <a:extLst>
                <a:ext uri="{FF2B5EF4-FFF2-40B4-BE49-F238E27FC236}">
                  <a16:creationId xmlns:a16="http://schemas.microsoft.com/office/drawing/2014/main" id="{C95086BD-D299-348B-837E-4821FC2EB28A}"/>
                </a:ext>
              </a:extLst>
            </p:cNvPr>
            <p:cNvCxnSpPr>
              <a:cxnSpLocks/>
            </p:cNvCxnSpPr>
            <p:nvPr/>
          </p:nvCxnSpPr>
          <p:spPr>
            <a:xfrm>
              <a:off x="6341314" y="5072063"/>
              <a:ext cx="0" cy="23242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61" name="Group 460">
            <a:extLst>
              <a:ext uri="{FF2B5EF4-FFF2-40B4-BE49-F238E27FC236}">
                <a16:creationId xmlns:a16="http://schemas.microsoft.com/office/drawing/2014/main" id="{76A17D04-DE92-D4A1-651C-596B7E162EE0}"/>
              </a:ext>
            </a:extLst>
          </p:cNvPr>
          <p:cNvGrpSpPr/>
          <p:nvPr/>
        </p:nvGrpSpPr>
        <p:grpSpPr>
          <a:xfrm>
            <a:off x="2974181" y="3521869"/>
            <a:ext cx="2243138" cy="2347912"/>
            <a:chOff x="2974181" y="3521869"/>
            <a:chExt cx="2243138" cy="2347912"/>
          </a:xfrm>
        </p:grpSpPr>
        <p:cxnSp>
          <p:nvCxnSpPr>
            <p:cNvPr id="449" name="Straight Connector 448">
              <a:extLst>
                <a:ext uri="{FF2B5EF4-FFF2-40B4-BE49-F238E27FC236}">
                  <a16:creationId xmlns:a16="http://schemas.microsoft.com/office/drawing/2014/main" id="{F0981604-3C71-EFDC-5084-9701E603BD1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31344" y="3725862"/>
              <a:ext cx="482216" cy="203201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0" name="Straight Connector 449">
              <a:extLst>
                <a:ext uri="{FF2B5EF4-FFF2-40B4-BE49-F238E27FC236}">
                  <a16:creationId xmlns:a16="http://schemas.microsoft.com/office/drawing/2014/main" id="{3A4415A4-D6D0-7B4A-776E-8C221DCDDFA0}"/>
                </a:ext>
              </a:extLst>
            </p:cNvPr>
            <p:cNvCxnSpPr>
              <a:cxnSpLocks/>
            </p:cNvCxnSpPr>
            <p:nvPr/>
          </p:nvCxnSpPr>
          <p:spPr>
            <a:xfrm>
              <a:off x="2974181" y="3857625"/>
              <a:ext cx="148842" cy="7143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1" name="Straight Connector 450">
              <a:extLst>
                <a:ext uri="{FF2B5EF4-FFF2-40B4-BE49-F238E27FC236}">
                  <a16:creationId xmlns:a16="http://schemas.microsoft.com/office/drawing/2014/main" id="{454693D6-6C9D-43E3-60A8-67BE65087BFA}"/>
                </a:ext>
              </a:extLst>
            </p:cNvPr>
            <p:cNvCxnSpPr>
              <a:cxnSpLocks/>
            </p:cNvCxnSpPr>
            <p:nvPr/>
          </p:nvCxnSpPr>
          <p:spPr>
            <a:xfrm>
              <a:off x="3131344" y="3929063"/>
              <a:ext cx="0" cy="497681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2" name="Straight Connector 451">
              <a:extLst>
                <a:ext uri="{FF2B5EF4-FFF2-40B4-BE49-F238E27FC236}">
                  <a16:creationId xmlns:a16="http://schemas.microsoft.com/office/drawing/2014/main" id="{711E7D0D-9CA7-C9E0-3304-7293BC52C658}"/>
                </a:ext>
              </a:extLst>
            </p:cNvPr>
            <p:cNvCxnSpPr>
              <a:cxnSpLocks/>
            </p:cNvCxnSpPr>
            <p:nvPr/>
          </p:nvCxnSpPr>
          <p:spPr>
            <a:xfrm>
              <a:off x="3131344" y="4426744"/>
              <a:ext cx="482216" cy="203201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3" name="Straight Connector 452">
              <a:extLst>
                <a:ext uri="{FF2B5EF4-FFF2-40B4-BE49-F238E27FC236}">
                  <a16:creationId xmlns:a16="http://schemas.microsoft.com/office/drawing/2014/main" id="{5075428B-92D1-050A-EEF0-ECB45A1C564B}"/>
                </a:ext>
              </a:extLst>
            </p:cNvPr>
            <p:cNvCxnSpPr>
              <a:cxnSpLocks/>
            </p:cNvCxnSpPr>
            <p:nvPr/>
          </p:nvCxnSpPr>
          <p:spPr>
            <a:xfrm>
              <a:off x="3613560" y="4629945"/>
              <a:ext cx="0" cy="359231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4" name="Straight Connector 453">
              <a:extLst>
                <a:ext uri="{FF2B5EF4-FFF2-40B4-BE49-F238E27FC236}">
                  <a16:creationId xmlns:a16="http://schemas.microsoft.com/office/drawing/2014/main" id="{D33558AD-C5FA-AC48-BC09-54224F542BED}"/>
                </a:ext>
              </a:extLst>
            </p:cNvPr>
            <p:cNvCxnSpPr>
              <a:cxnSpLocks/>
            </p:cNvCxnSpPr>
            <p:nvPr/>
          </p:nvCxnSpPr>
          <p:spPr>
            <a:xfrm>
              <a:off x="3615988" y="4989176"/>
              <a:ext cx="470237" cy="19004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5" name="Straight Connector 454">
              <a:extLst>
                <a:ext uri="{FF2B5EF4-FFF2-40B4-BE49-F238E27FC236}">
                  <a16:creationId xmlns:a16="http://schemas.microsoft.com/office/drawing/2014/main" id="{8C96A648-262F-B028-7E93-5507F25A296D}"/>
                </a:ext>
              </a:extLst>
            </p:cNvPr>
            <p:cNvCxnSpPr>
              <a:cxnSpLocks/>
            </p:cNvCxnSpPr>
            <p:nvPr/>
          </p:nvCxnSpPr>
          <p:spPr>
            <a:xfrm>
              <a:off x="4091014" y="5185571"/>
              <a:ext cx="0" cy="117472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6" name="Straight Connector 455">
              <a:extLst>
                <a:ext uri="{FF2B5EF4-FFF2-40B4-BE49-F238E27FC236}">
                  <a16:creationId xmlns:a16="http://schemas.microsoft.com/office/drawing/2014/main" id="{33683F89-9FCF-B85A-02BF-9B240D8A4D87}"/>
                </a:ext>
              </a:extLst>
            </p:cNvPr>
            <p:cNvCxnSpPr>
              <a:cxnSpLocks/>
            </p:cNvCxnSpPr>
            <p:nvPr/>
          </p:nvCxnSpPr>
          <p:spPr>
            <a:xfrm>
              <a:off x="4095750" y="5305425"/>
              <a:ext cx="321495" cy="138112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7" name="Straight Connector 456">
              <a:extLst>
                <a:ext uri="{FF2B5EF4-FFF2-40B4-BE49-F238E27FC236}">
                  <a16:creationId xmlns:a16="http://schemas.microsoft.com/office/drawing/2014/main" id="{DEC884A8-EC15-E1F8-B325-976D97A398F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17245" y="5372100"/>
              <a:ext cx="157554" cy="71437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8" name="Straight Connector 457">
              <a:extLst>
                <a:ext uri="{FF2B5EF4-FFF2-40B4-BE49-F238E27FC236}">
                  <a16:creationId xmlns:a16="http://schemas.microsoft.com/office/drawing/2014/main" id="{CB402CD3-A010-A7A5-885F-1681E2EE6F2E}"/>
                </a:ext>
              </a:extLst>
            </p:cNvPr>
            <p:cNvCxnSpPr>
              <a:cxnSpLocks/>
            </p:cNvCxnSpPr>
            <p:nvPr/>
          </p:nvCxnSpPr>
          <p:spPr>
            <a:xfrm>
              <a:off x="4574799" y="5384801"/>
              <a:ext cx="0" cy="23256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9" name="Straight Connector 458">
              <a:extLst>
                <a:ext uri="{FF2B5EF4-FFF2-40B4-BE49-F238E27FC236}">
                  <a16:creationId xmlns:a16="http://schemas.microsoft.com/office/drawing/2014/main" id="{8896A342-1B05-7EB2-D177-97DD2360365D}"/>
                </a:ext>
              </a:extLst>
            </p:cNvPr>
            <p:cNvCxnSpPr>
              <a:cxnSpLocks/>
            </p:cNvCxnSpPr>
            <p:nvPr/>
          </p:nvCxnSpPr>
          <p:spPr>
            <a:xfrm>
              <a:off x="4576442" y="5606763"/>
              <a:ext cx="640877" cy="26301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0" name="Straight Connector 459">
              <a:extLst>
                <a:ext uri="{FF2B5EF4-FFF2-40B4-BE49-F238E27FC236}">
                  <a16:creationId xmlns:a16="http://schemas.microsoft.com/office/drawing/2014/main" id="{944A5AE8-706D-C852-1F5F-90E1DD39CCF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12355" y="3521869"/>
              <a:ext cx="0" cy="20399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72336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3000" r="-3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F70A9B-6877-2DC0-8000-79BF1247B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112FFBD7-1324-F5AB-CC88-95B7B67DEE7B}"/>
              </a:ext>
            </a:extLst>
          </p:cNvPr>
          <p:cNvGrpSpPr/>
          <p:nvPr/>
        </p:nvGrpSpPr>
        <p:grpSpPr>
          <a:xfrm>
            <a:off x="5541913" y="915674"/>
            <a:ext cx="967680" cy="260664"/>
            <a:chOff x="5541913" y="915674"/>
            <a:chExt cx="967680" cy="260664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F83370CF-EF7E-A75D-B779-071A566C7C8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43650" y="1111172"/>
              <a:ext cx="165943" cy="6516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2808A97E-4D00-EB7D-C076-13A0C73D3E21}"/>
                </a:ext>
              </a:extLst>
            </p:cNvPr>
            <p:cNvCxnSpPr>
              <a:cxnSpLocks/>
            </p:cNvCxnSpPr>
            <p:nvPr/>
          </p:nvCxnSpPr>
          <p:spPr>
            <a:xfrm>
              <a:off x="5707856" y="915674"/>
              <a:ext cx="635794" cy="26066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03E36A6D-E721-8C90-A81E-188F108ED49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41913" y="915674"/>
              <a:ext cx="165943" cy="6516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54C724B-73A4-9953-F203-0CFD9043D152}"/>
              </a:ext>
            </a:extLst>
          </p:cNvPr>
          <p:cNvGrpSpPr/>
          <p:nvPr/>
        </p:nvGrpSpPr>
        <p:grpSpPr>
          <a:xfrm>
            <a:off x="3123023" y="980840"/>
            <a:ext cx="1451776" cy="2202951"/>
            <a:chOff x="3123023" y="980840"/>
            <a:chExt cx="1451776" cy="2202951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F9C5A4E4-BF9D-80B5-CA8F-3B359F01D9F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74799" y="1271130"/>
              <a:ext cx="0" cy="88564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A8626F6-570A-B334-3EE1-506C1B47C81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60056" y="2121694"/>
              <a:ext cx="0" cy="359569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3EBD320-A252-4E24-0D33-3240E8096CD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94768" y="2469356"/>
              <a:ext cx="162906" cy="8096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7E3C8D4A-F5CF-27B7-AFCE-021829F4CDC6}"/>
                </a:ext>
              </a:extLst>
            </p:cNvPr>
            <p:cNvCxnSpPr>
              <a:cxnSpLocks/>
            </p:cNvCxnSpPr>
            <p:nvPr/>
          </p:nvCxnSpPr>
          <p:spPr>
            <a:xfrm>
              <a:off x="3123023" y="2932509"/>
              <a:ext cx="645332" cy="251282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11A22DB2-225E-F7B7-2720-7BE1B79CB8A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32548" y="2818448"/>
              <a:ext cx="0" cy="117871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DD2F1C0D-A794-A1AE-7A06-70F72384354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613560" y="980840"/>
              <a:ext cx="322646" cy="13834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8" name="Straight Connector 427">
              <a:extLst>
                <a:ext uri="{FF2B5EF4-FFF2-40B4-BE49-F238E27FC236}">
                  <a16:creationId xmlns:a16="http://schemas.microsoft.com/office/drawing/2014/main" id="{299D2225-8116-A6C6-F561-C142E80F5A7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23318" y="2662238"/>
              <a:ext cx="162906" cy="8096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9" name="Straight Connector 428">
              <a:extLst>
                <a:ext uri="{FF2B5EF4-FFF2-40B4-BE49-F238E27FC236}">
                  <a16:creationId xmlns:a16="http://schemas.microsoft.com/office/drawing/2014/main" id="{73249D83-285D-8A88-33D6-3524D4890A5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86225" y="2552700"/>
              <a:ext cx="0" cy="12382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CB7054E-335A-3FB2-9454-65DF838FB32F}"/>
              </a:ext>
            </a:extLst>
          </p:cNvPr>
          <p:cNvGrpSpPr/>
          <p:nvPr/>
        </p:nvGrpSpPr>
        <p:grpSpPr>
          <a:xfrm>
            <a:off x="3774280" y="983735"/>
            <a:ext cx="1767633" cy="2445265"/>
            <a:chOff x="3774280" y="983735"/>
            <a:chExt cx="1767633" cy="2445265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DBB1DA61-B668-F9A6-B7F2-7F1A8A30EDD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83906" y="983735"/>
              <a:ext cx="958007" cy="37119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2ABB6FC1-2A19-02CC-CA43-613FBEE79F7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088606" y="1173956"/>
              <a:ext cx="481013" cy="1809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2" name="Straight Connector 401">
              <a:extLst>
                <a:ext uri="{FF2B5EF4-FFF2-40B4-BE49-F238E27FC236}">
                  <a16:creationId xmlns:a16="http://schemas.microsoft.com/office/drawing/2014/main" id="{8184F35B-504D-07D5-236C-9D5BFDE53CB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36205" y="2855119"/>
              <a:ext cx="0" cy="2571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1" name="Straight Connector 430">
              <a:extLst>
                <a:ext uri="{FF2B5EF4-FFF2-40B4-BE49-F238E27FC236}">
                  <a16:creationId xmlns:a16="http://schemas.microsoft.com/office/drawing/2014/main" id="{5512DF81-0554-B66D-6E59-3A4E2D483AD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74280" y="3302794"/>
              <a:ext cx="0" cy="12620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85EEF38A-F3F8-6B12-DCF0-311AF4AF2730}"/>
              </a:ext>
            </a:extLst>
          </p:cNvPr>
          <p:cNvGrpSpPr/>
          <p:nvPr/>
        </p:nvGrpSpPr>
        <p:grpSpPr>
          <a:xfrm>
            <a:off x="1995201" y="4174331"/>
            <a:ext cx="7399574" cy="2767013"/>
            <a:chOff x="1995201" y="4174331"/>
            <a:chExt cx="7399574" cy="2767013"/>
          </a:xfrm>
        </p:grpSpPr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236ACBE7-B06A-4952-EB12-11DB57B3729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85433" y="5817393"/>
              <a:ext cx="165295" cy="7382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2CA56B90-57AF-5FDB-0F5F-9E6F3FE8B33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10075" y="5674519"/>
              <a:ext cx="489585" cy="208121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E5B5E94B-638A-3D16-524E-86E4E2AB210D}"/>
                </a:ext>
              </a:extLst>
            </p:cNvPr>
            <p:cNvCxnSpPr>
              <a:cxnSpLocks/>
            </p:cNvCxnSpPr>
            <p:nvPr/>
          </p:nvCxnSpPr>
          <p:spPr>
            <a:xfrm>
              <a:off x="4422031" y="5560218"/>
              <a:ext cx="0" cy="126206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A476AA98-6261-515D-B6D6-46FA3AFCAAD0}"/>
                </a:ext>
              </a:extLst>
            </p:cNvPr>
            <p:cNvCxnSpPr>
              <a:cxnSpLocks/>
            </p:cNvCxnSpPr>
            <p:nvPr/>
          </p:nvCxnSpPr>
          <p:spPr>
            <a:xfrm>
              <a:off x="4098131" y="5434013"/>
              <a:ext cx="323900" cy="129237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4AC91B42-27EB-C37B-9934-BD413A63C6E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67164" y="5681663"/>
              <a:ext cx="333349" cy="119712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FD38FF06-0947-16A7-6EB0-83CD300C54D5}"/>
                </a:ext>
              </a:extLst>
            </p:cNvPr>
            <p:cNvCxnSpPr>
              <a:cxnSpLocks/>
            </p:cNvCxnSpPr>
            <p:nvPr/>
          </p:nvCxnSpPr>
          <p:spPr>
            <a:xfrm>
              <a:off x="3767164" y="5805487"/>
              <a:ext cx="161803" cy="6310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7EDCB14C-07C3-AE72-5E41-19563D9E983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36377" y="5813425"/>
              <a:ext cx="165723" cy="4853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AA5F9699-562C-A122-FF4B-9DAF549B592F}"/>
                </a:ext>
              </a:extLst>
            </p:cNvPr>
            <p:cNvCxnSpPr>
              <a:cxnSpLocks/>
            </p:cNvCxnSpPr>
            <p:nvPr/>
          </p:nvCxnSpPr>
          <p:spPr>
            <a:xfrm>
              <a:off x="4088656" y="5813425"/>
              <a:ext cx="0" cy="489744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9D9F8014-6D29-3062-4DA7-61558CFB216B}"/>
                </a:ext>
              </a:extLst>
            </p:cNvPr>
            <p:cNvCxnSpPr>
              <a:cxnSpLocks/>
            </p:cNvCxnSpPr>
            <p:nvPr/>
          </p:nvCxnSpPr>
          <p:spPr>
            <a:xfrm>
              <a:off x="2974181" y="6493669"/>
              <a:ext cx="318966" cy="126856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F77D5B6B-A65C-3A6A-77EE-E6E1FAE0CF6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14492" y="6493994"/>
              <a:ext cx="159689" cy="6310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131FB82E-26F5-CFD0-272B-8F215C883460}"/>
                </a:ext>
              </a:extLst>
            </p:cNvPr>
            <p:cNvCxnSpPr>
              <a:cxnSpLocks/>
            </p:cNvCxnSpPr>
            <p:nvPr/>
          </p:nvCxnSpPr>
          <p:spPr>
            <a:xfrm>
              <a:off x="2655094" y="6493669"/>
              <a:ext cx="159398" cy="6375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Connector 149">
              <a:extLst>
                <a:ext uri="{FF2B5EF4-FFF2-40B4-BE49-F238E27FC236}">
                  <a16:creationId xmlns:a16="http://schemas.microsoft.com/office/drawing/2014/main" id="{22BBC475-1B42-63C0-1379-5F259C2C148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95405" y="6496970"/>
              <a:ext cx="159689" cy="6310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150">
              <a:extLst>
                <a:ext uri="{FF2B5EF4-FFF2-40B4-BE49-F238E27FC236}">
                  <a16:creationId xmlns:a16="http://schemas.microsoft.com/office/drawing/2014/main" id="{46A28937-3B56-F765-2E85-ECFCE8FA6E66}"/>
                </a:ext>
              </a:extLst>
            </p:cNvPr>
            <p:cNvCxnSpPr>
              <a:cxnSpLocks/>
            </p:cNvCxnSpPr>
            <p:nvPr/>
          </p:nvCxnSpPr>
          <p:spPr>
            <a:xfrm>
              <a:off x="1997869" y="6372225"/>
              <a:ext cx="497536" cy="185197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152">
              <a:extLst>
                <a:ext uri="{FF2B5EF4-FFF2-40B4-BE49-F238E27FC236}">
                  <a16:creationId xmlns:a16="http://schemas.microsoft.com/office/drawing/2014/main" id="{16E8A321-CC54-821C-3238-5712BB0E837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97871" y="6306470"/>
              <a:ext cx="159689" cy="6310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Connector 153">
              <a:extLst>
                <a:ext uri="{FF2B5EF4-FFF2-40B4-BE49-F238E27FC236}">
                  <a16:creationId xmlns:a16="http://schemas.microsoft.com/office/drawing/2014/main" id="{3C71B937-E081-2F9E-83F6-1D282C694062}"/>
                </a:ext>
              </a:extLst>
            </p:cNvPr>
            <p:cNvCxnSpPr>
              <a:cxnSpLocks/>
            </p:cNvCxnSpPr>
            <p:nvPr/>
          </p:nvCxnSpPr>
          <p:spPr>
            <a:xfrm>
              <a:off x="2481267" y="6181860"/>
              <a:ext cx="159398" cy="6375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154">
              <a:extLst>
                <a:ext uri="{FF2B5EF4-FFF2-40B4-BE49-F238E27FC236}">
                  <a16:creationId xmlns:a16="http://schemas.microsoft.com/office/drawing/2014/main" id="{80458A82-2A7E-5AC8-DCD8-E447CAFD0A4F}"/>
                </a:ext>
              </a:extLst>
            </p:cNvPr>
            <p:cNvCxnSpPr>
              <a:cxnSpLocks/>
            </p:cNvCxnSpPr>
            <p:nvPr/>
          </p:nvCxnSpPr>
          <p:spPr>
            <a:xfrm>
              <a:off x="1999965" y="6122194"/>
              <a:ext cx="0" cy="117871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156">
              <a:extLst>
                <a:ext uri="{FF2B5EF4-FFF2-40B4-BE49-F238E27FC236}">
                  <a16:creationId xmlns:a16="http://schemas.microsoft.com/office/drawing/2014/main" id="{6B639415-2A81-7229-9CA3-BDDF91DF997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95201" y="5984081"/>
              <a:ext cx="331280" cy="142197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traight Connector 158">
              <a:extLst>
                <a:ext uri="{FF2B5EF4-FFF2-40B4-BE49-F238E27FC236}">
                  <a16:creationId xmlns:a16="http://schemas.microsoft.com/office/drawing/2014/main" id="{7308DDF4-3F38-148A-0E5B-1849F6EBA64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14492" y="6053650"/>
              <a:ext cx="0" cy="120931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Connector 160">
              <a:extLst>
                <a:ext uri="{FF2B5EF4-FFF2-40B4-BE49-F238E27FC236}">
                  <a16:creationId xmlns:a16="http://schemas.microsoft.com/office/drawing/2014/main" id="{E5E18166-A98D-3C4A-8FFD-5BB58C2B304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12188" y="5995988"/>
              <a:ext cx="159689" cy="6310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Straight Connector 161">
              <a:extLst>
                <a:ext uri="{FF2B5EF4-FFF2-40B4-BE49-F238E27FC236}">
                  <a16:creationId xmlns:a16="http://schemas.microsoft.com/office/drawing/2014/main" id="{B768E46A-24EA-736C-D3C0-841B59F6D9F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74799" y="4681199"/>
              <a:ext cx="159689" cy="6310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162">
              <a:extLst>
                <a:ext uri="{FF2B5EF4-FFF2-40B4-BE49-F238E27FC236}">
                  <a16:creationId xmlns:a16="http://schemas.microsoft.com/office/drawing/2014/main" id="{A786A80F-DA5E-08F4-F2F4-FEB3B13A399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30983" y="4426744"/>
              <a:ext cx="1074" cy="25045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>
              <a:extLst>
                <a:ext uri="{FF2B5EF4-FFF2-40B4-BE49-F238E27FC236}">
                  <a16:creationId xmlns:a16="http://schemas.microsoft.com/office/drawing/2014/main" id="{8BC545EA-DBC7-708D-3044-16AFC1C2EF4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574799" y="4365571"/>
              <a:ext cx="159689" cy="6049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>
              <a:extLst>
                <a:ext uri="{FF2B5EF4-FFF2-40B4-BE49-F238E27FC236}">
                  <a16:creationId xmlns:a16="http://schemas.microsoft.com/office/drawing/2014/main" id="{8314041D-311C-8A65-7FB3-F63C1B074E47}"/>
                </a:ext>
              </a:extLst>
            </p:cNvPr>
            <p:cNvCxnSpPr>
              <a:cxnSpLocks/>
            </p:cNvCxnSpPr>
            <p:nvPr/>
          </p:nvCxnSpPr>
          <p:spPr>
            <a:xfrm>
              <a:off x="4573312" y="4242074"/>
              <a:ext cx="2944" cy="13984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>
              <a:extLst>
                <a:ext uri="{FF2B5EF4-FFF2-40B4-BE49-F238E27FC236}">
                  <a16:creationId xmlns:a16="http://schemas.microsoft.com/office/drawing/2014/main" id="{0E9094C6-6691-2CA9-541A-52EFC274D22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83761" y="4178631"/>
              <a:ext cx="159689" cy="6310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A8C7D6BF-65BA-4EE3-E61D-0354471B121F}"/>
                </a:ext>
              </a:extLst>
            </p:cNvPr>
            <p:cNvCxnSpPr>
              <a:cxnSpLocks/>
            </p:cNvCxnSpPr>
            <p:nvPr/>
          </p:nvCxnSpPr>
          <p:spPr>
            <a:xfrm>
              <a:off x="4737634" y="4174331"/>
              <a:ext cx="2944" cy="13984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170">
              <a:extLst>
                <a:ext uri="{FF2B5EF4-FFF2-40B4-BE49-F238E27FC236}">
                  <a16:creationId xmlns:a16="http://schemas.microsoft.com/office/drawing/2014/main" id="{9C0E939A-FF17-6735-10CA-E5B21D2B987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42267" y="4307686"/>
              <a:ext cx="159689" cy="6049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8EDBCE7F-BAC4-E6D9-601A-0BDECD79EB6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92818" y="4364345"/>
              <a:ext cx="1074" cy="25045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647A09B4-95BE-1633-14FC-7971045E587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98136" y="4551695"/>
              <a:ext cx="159689" cy="6310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C306FC25-9553-2B3E-C5B2-40844378ECFC}"/>
                </a:ext>
              </a:extLst>
            </p:cNvPr>
            <p:cNvCxnSpPr>
              <a:cxnSpLocks/>
            </p:cNvCxnSpPr>
            <p:nvPr/>
          </p:nvCxnSpPr>
          <p:spPr>
            <a:xfrm>
              <a:off x="5057233" y="4551695"/>
              <a:ext cx="0" cy="12150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E58EB9C2-96B7-BA83-BD6C-DC3C5836912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56207" y="4677197"/>
              <a:ext cx="159689" cy="6049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405B9C96-18E3-1AC7-A95F-954262E1EE19}"/>
                </a:ext>
              </a:extLst>
            </p:cNvPr>
            <p:cNvCxnSpPr>
              <a:cxnSpLocks/>
            </p:cNvCxnSpPr>
            <p:nvPr/>
          </p:nvCxnSpPr>
          <p:spPr>
            <a:xfrm>
              <a:off x="5215354" y="4737690"/>
              <a:ext cx="0" cy="12150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A51E1AFB-75FB-C007-E728-B2230886347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214045" y="4863755"/>
              <a:ext cx="167262" cy="7899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Straight Connector 178">
              <a:extLst>
                <a:ext uri="{FF2B5EF4-FFF2-40B4-BE49-F238E27FC236}">
                  <a16:creationId xmlns:a16="http://schemas.microsoft.com/office/drawing/2014/main" id="{59D6B1AA-5744-654D-6980-CC45A7A4C11E}"/>
                </a:ext>
              </a:extLst>
            </p:cNvPr>
            <p:cNvCxnSpPr>
              <a:cxnSpLocks/>
            </p:cNvCxnSpPr>
            <p:nvPr/>
          </p:nvCxnSpPr>
          <p:spPr>
            <a:xfrm>
              <a:off x="5373734" y="4930807"/>
              <a:ext cx="0" cy="12150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Straight Connector 179">
              <a:extLst>
                <a:ext uri="{FF2B5EF4-FFF2-40B4-BE49-F238E27FC236}">
                  <a16:creationId xmlns:a16="http://schemas.microsoft.com/office/drawing/2014/main" id="{2BC3F075-598A-347D-4F50-5720B3DEEEE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374792" y="5054604"/>
              <a:ext cx="159689" cy="6049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Straight Connector 181">
              <a:extLst>
                <a:ext uri="{FF2B5EF4-FFF2-40B4-BE49-F238E27FC236}">
                  <a16:creationId xmlns:a16="http://schemas.microsoft.com/office/drawing/2014/main" id="{6115D3EA-91D5-694C-B1D4-776D27B0377E}"/>
                </a:ext>
              </a:extLst>
            </p:cNvPr>
            <p:cNvCxnSpPr>
              <a:cxnSpLocks/>
            </p:cNvCxnSpPr>
            <p:nvPr/>
          </p:nvCxnSpPr>
          <p:spPr>
            <a:xfrm>
              <a:off x="5541913" y="5109457"/>
              <a:ext cx="0" cy="12150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Straight Connector 182">
              <a:extLst>
                <a:ext uri="{FF2B5EF4-FFF2-40B4-BE49-F238E27FC236}">
                  <a16:creationId xmlns:a16="http://schemas.microsoft.com/office/drawing/2014/main" id="{5DFBD35B-FC7D-0D64-F20A-257193CD735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543860" y="5233198"/>
              <a:ext cx="163996" cy="69846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Connector 184">
              <a:extLst>
                <a:ext uri="{FF2B5EF4-FFF2-40B4-BE49-F238E27FC236}">
                  <a16:creationId xmlns:a16="http://schemas.microsoft.com/office/drawing/2014/main" id="{94D52BF6-87FD-B37A-A282-A1A934CAA375}"/>
                </a:ext>
              </a:extLst>
            </p:cNvPr>
            <p:cNvCxnSpPr>
              <a:cxnSpLocks/>
            </p:cNvCxnSpPr>
            <p:nvPr/>
          </p:nvCxnSpPr>
          <p:spPr>
            <a:xfrm>
              <a:off x="5701457" y="5299957"/>
              <a:ext cx="0" cy="12150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5B159CA2-7A11-0AAE-1E90-FCF943AF923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96260" y="5418936"/>
              <a:ext cx="161615" cy="7937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Straight Connector 187">
              <a:extLst>
                <a:ext uri="{FF2B5EF4-FFF2-40B4-BE49-F238E27FC236}">
                  <a16:creationId xmlns:a16="http://schemas.microsoft.com/office/drawing/2014/main" id="{AD6892F5-7ED0-8E14-551A-C7F677081C6E}"/>
                </a:ext>
              </a:extLst>
            </p:cNvPr>
            <p:cNvCxnSpPr>
              <a:cxnSpLocks/>
            </p:cNvCxnSpPr>
            <p:nvPr/>
          </p:nvCxnSpPr>
          <p:spPr>
            <a:xfrm>
              <a:off x="5863382" y="5492839"/>
              <a:ext cx="0" cy="12150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188">
              <a:extLst>
                <a:ext uri="{FF2B5EF4-FFF2-40B4-BE49-F238E27FC236}">
                  <a16:creationId xmlns:a16="http://schemas.microsoft.com/office/drawing/2014/main" id="{536D02F4-3E0A-CD3E-DBE1-EED70E3110E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865329" y="5611817"/>
              <a:ext cx="323540" cy="138902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Connector 190">
              <a:extLst>
                <a:ext uri="{FF2B5EF4-FFF2-40B4-BE49-F238E27FC236}">
                  <a16:creationId xmlns:a16="http://schemas.microsoft.com/office/drawing/2014/main" id="{FE86E7CD-9E70-02F7-73E4-55BC66BFA724}"/>
                </a:ext>
              </a:extLst>
            </p:cNvPr>
            <p:cNvCxnSpPr>
              <a:cxnSpLocks/>
            </p:cNvCxnSpPr>
            <p:nvPr/>
          </p:nvCxnSpPr>
          <p:spPr>
            <a:xfrm>
              <a:off x="6182470" y="5745251"/>
              <a:ext cx="0" cy="38170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Straight Connector 193">
              <a:extLst>
                <a:ext uri="{FF2B5EF4-FFF2-40B4-BE49-F238E27FC236}">
                  <a16:creationId xmlns:a16="http://schemas.microsoft.com/office/drawing/2014/main" id="{D244D12E-A903-5877-6F08-C8772AB9193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79654" y="6119023"/>
              <a:ext cx="647390" cy="253202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Straight Connector 195">
              <a:extLst>
                <a:ext uri="{FF2B5EF4-FFF2-40B4-BE49-F238E27FC236}">
                  <a16:creationId xmlns:a16="http://schemas.microsoft.com/office/drawing/2014/main" id="{3A2819DE-3599-3160-5550-4DF34659ED3B}"/>
                </a:ext>
              </a:extLst>
            </p:cNvPr>
            <p:cNvCxnSpPr>
              <a:cxnSpLocks/>
            </p:cNvCxnSpPr>
            <p:nvPr/>
          </p:nvCxnSpPr>
          <p:spPr>
            <a:xfrm>
              <a:off x="6825407" y="6376282"/>
              <a:ext cx="0" cy="503149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CBE82A57-2907-81BC-9E98-A082BF3AB36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27354" y="6869117"/>
              <a:ext cx="147327" cy="72227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589BD0D1-E6BB-DC87-793B-A927C9161266}"/>
                </a:ext>
              </a:extLst>
            </p:cNvPr>
            <p:cNvCxnSpPr>
              <a:cxnSpLocks/>
            </p:cNvCxnSpPr>
            <p:nvPr/>
          </p:nvCxnSpPr>
          <p:spPr>
            <a:xfrm>
              <a:off x="9234488" y="6810375"/>
              <a:ext cx="160287" cy="69056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07D2344E-512C-7E62-A0F0-948FECC11C0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37179" y="6557173"/>
              <a:ext cx="147327" cy="72227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293FB4E8-AFB9-AFCA-2CC2-F4A5F27EB6DD}"/>
                </a:ext>
              </a:extLst>
            </p:cNvPr>
            <p:cNvCxnSpPr>
              <a:cxnSpLocks/>
            </p:cNvCxnSpPr>
            <p:nvPr/>
          </p:nvCxnSpPr>
          <p:spPr>
            <a:xfrm>
              <a:off x="9235232" y="6186488"/>
              <a:ext cx="0" cy="383381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0D89C094-9389-C157-03CE-25145A552E9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079706" y="6124575"/>
              <a:ext cx="145257" cy="64294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C8A30C35-A0AC-5743-15F8-5319E0D6F24E}"/>
                </a:ext>
              </a:extLst>
            </p:cNvPr>
            <p:cNvCxnSpPr>
              <a:cxnSpLocks/>
            </p:cNvCxnSpPr>
            <p:nvPr/>
          </p:nvCxnSpPr>
          <p:spPr>
            <a:xfrm>
              <a:off x="9073307" y="5364956"/>
              <a:ext cx="0" cy="769144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19CF13D7-23E4-F4FE-B7CA-BEB39912ED4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27144" y="5362575"/>
              <a:ext cx="1447801" cy="583406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5AFAC7D8-BA60-5397-D36C-E32CC600554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27144" y="5938838"/>
              <a:ext cx="0" cy="126206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5" name="Straight Connector 464">
              <a:extLst>
                <a:ext uri="{FF2B5EF4-FFF2-40B4-BE49-F238E27FC236}">
                  <a16:creationId xmlns:a16="http://schemas.microsoft.com/office/drawing/2014/main" id="{98A9CEAB-9AB4-BD70-F877-44547B81AE61}"/>
                </a:ext>
              </a:extLst>
            </p:cNvPr>
            <p:cNvCxnSpPr>
              <a:cxnSpLocks/>
            </p:cNvCxnSpPr>
            <p:nvPr/>
          </p:nvCxnSpPr>
          <p:spPr>
            <a:xfrm>
              <a:off x="4098181" y="5422106"/>
              <a:ext cx="0" cy="25717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0" name="Straight Connector 469">
              <a:extLst>
                <a:ext uri="{FF2B5EF4-FFF2-40B4-BE49-F238E27FC236}">
                  <a16:creationId xmlns:a16="http://schemas.microsoft.com/office/drawing/2014/main" id="{FAEDF986-13D1-130C-07B2-E78BADC9648F}"/>
                </a:ext>
              </a:extLst>
            </p:cNvPr>
            <p:cNvCxnSpPr>
              <a:cxnSpLocks/>
            </p:cNvCxnSpPr>
            <p:nvPr/>
          </p:nvCxnSpPr>
          <p:spPr>
            <a:xfrm>
              <a:off x="2483358" y="6062662"/>
              <a:ext cx="0" cy="117871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2" name="Straight Connector 471">
              <a:extLst>
                <a:ext uri="{FF2B5EF4-FFF2-40B4-BE49-F238E27FC236}">
                  <a16:creationId xmlns:a16="http://schemas.microsoft.com/office/drawing/2014/main" id="{56FCEBDA-0BAA-D9BE-3794-BC7CD4AF8E3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26483" y="6054058"/>
              <a:ext cx="159689" cy="6310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3" name="Straight Connector 472">
              <a:extLst>
                <a:ext uri="{FF2B5EF4-FFF2-40B4-BE49-F238E27FC236}">
                  <a16:creationId xmlns:a16="http://schemas.microsoft.com/office/drawing/2014/main" id="{78423CBF-06C0-7D61-83CB-8008B2EFB856}"/>
                </a:ext>
              </a:extLst>
            </p:cNvPr>
            <p:cNvCxnSpPr>
              <a:cxnSpLocks/>
            </p:cNvCxnSpPr>
            <p:nvPr/>
          </p:nvCxnSpPr>
          <p:spPr>
            <a:xfrm>
              <a:off x="2321433" y="5995987"/>
              <a:ext cx="0" cy="117871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4" name="Straight Connector 473">
              <a:extLst>
                <a:ext uri="{FF2B5EF4-FFF2-40B4-BE49-F238E27FC236}">
                  <a16:creationId xmlns:a16="http://schemas.microsoft.com/office/drawing/2014/main" id="{D237340C-D411-7436-A1D5-F1493E482FC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43189" y="6180265"/>
              <a:ext cx="159689" cy="6310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5" name="Straight Connector 474">
              <a:extLst>
                <a:ext uri="{FF2B5EF4-FFF2-40B4-BE49-F238E27FC236}">
                  <a16:creationId xmlns:a16="http://schemas.microsoft.com/office/drawing/2014/main" id="{671ABF1A-AEE0-7D76-C3AC-4384E3C9F42B}"/>
                </a:ext>
              </a:extLst>
            </p:cNvPr>
            <p:cNvCxnSpPr>
              <a:cxnSpLocks/>
            </p:cNvCxnSpPr>
            <p:nvPr/>
          </p:nvCxnSpPr>
          <p:spPr>
            <a:xfrm>
              <a:off x="1997874" y="6243773"/>
              <a:ext cx="159398" cy="6375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9" name="Straight Connector 478">
              <a:extLst>
                <a:ext uri="{FF2B5EF4-FFF2-40B4-BE49-F238E27FC236}">
                  <a16:creationId xmlns:a16="http://schemas.microsoft.com/office/drawing/2014/main" id="{1A5B81FA-0337-AFF4-58EA-01A5F334BF2D}"/>
                </a:ext>
              </a:extLst>
            </p:cNvPr>
            <p:cNvCxnSpPr>
              <a:cxnSpLocks/>
            </p:cNvCxnSpPr>
            <p:nvPr/>
          </p:nvCxnSpPr>
          <p:spPr>
            <a:xfrm>
              <a:off x="9237613" y="6691313"/>
              <a:ext cx="0" cy="12382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0" name="Straight Connector 479">
              <a:extLst>
                <a:ext uri="{FF2B5EF4-FFF2-40B4-BE49-F238E27FC236}">
                  <a16:creationId xmlns:a16="http://schemas.microsoft.com/office/drawing/2014/main" id="{FB99777F-0F17-30E5-7AD6-CCB2323E346B}"/>
                </a:ext>
              </a:extLst>
            </p:cNvPr>
            <p:cNvCxnSpPr>
              <a:cxnSpLocks/>
            </p:cNvCxnSpPr>
            <p:nvPr/>
          </p:nvCxnSpPr>
          <p:spPr>
            <a:xfrm>
              <a:off x="9227345" y="6688931"/>
              <a:ext cx="160287" cy="69056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1" name="Straight Connector 480">
              <a:extLst>
                <a:ext uri="{FF2B5EF4-FFF2-40B4-BE49-F238E27FC236}">
                  <a16:creationId xmlns:a16="http://schemas.microsoft.com/office/drawing/2014/main" id="{08668429-6F63-D103-E1CF-7DEC2F461EE3}"/>
                </a:ext>
              </a:extLst>
            </p:cNvPr>
            <p:cNvCxnSpPr>
              <a:cxnSpLocks/>
            </p:cNvCxnSpPr>
            <p:nvPr/>
          </p:nvCxnSpPr>
          <p:spPr>
            <a:xfrm>
              <a:off x="9387632" y="6638926"/>
              <a:ext cx="0" cy="12382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2" name="Group 221">
            <a:extLst>
              <a:ext uri="{FF2B5EF4-FFF2-40B4-BE49-F238E27FC236}">
                <a16:creationId xmlns:a16="http://schemas.microsoft.com/office/drawing/2014/main" id="{F8EA58D0-FC70-E725-8B9D-2D3689A25A86}"/>
              </a:ext>
            </a:extLst>
          </p:cNvPr>
          <p:cNvGrpSpPr/>
          <p:nvPr/>
        </p:nvGrpSpPr>
        <p:grpSpPr>
          <a:xfrm>
            <a:off x="6022180" y="481467"/>
            <a:ext cx="3212307" cy="4835073"/>
            <a:chOff x="6010275" y="476705"/>
            <a:chExt cx="3212307" cy="4835073"/>
          </a:xfrm>
        </p:grpSpPr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ABAF8BDE-4B81-6C2B-068F-41A320DB76F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72200" y="5234445"/>
              <a:ext cx="154827" cy="7733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E3BF50B5-746C-A5E7-E786-2C356D00BFE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74581" y="5124450"/>
              <a:ext cx="0" cy="10999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A33B6D6E-41DD-23CE-5BA9-6698DAB9D32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015037" y="5046326"/>
              <a:ext cx="154827" cy="7733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677AA8E0-4243-4EDB-27F9-BC19AC5CD41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10275" y="4168458"/>
              <a:ext cx="0" cy="87786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5E09FB1C-008A-AC4D-16D5-1B186CC9549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317773" y="4044136"/>
              <a:ext cx="175262" cy="6336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6CF1F059-C235-3ED7-3C55-C758E163B8E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83985" y="4043363"/>
              <a:ext cx="165260" cy="6443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Straight Connector 230">
              <a:extLst>
                <a:ext uri="{FF2B5EF4-FFF2-40B4-BE49-F238E27FC236}">
                  <a16:creationId xmlns:a16="http://schemas.microsoft.com/office/drawing/2014/main" id="{19954388-C51F-519E-01B6-B83BF531E11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58770" y="4046538"/>
              <a:ext cx="323850" cy="1270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Straight Connector 235">
              <a:extLst>
                <a:ext uri="{FF2B5EF4-FFF2-40B4-BE49-F238E27FC236}">
                  <a16:creationId xmlns:a16="http://schemas.microsoft.com/office/drawing/2014/main" id="{C0698613-928A-C496-36FF-F2BDBD52531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289005" y="4046200"/>
              <a:ext cx="490540" cy="19004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Connector 237">
              <a:extLst>
                <a:ext uri="{FF2B5EF4-FFF2-40B4-BE49-F238E27FC236}">
                  <a16:creationId xmlns:a16="http://schemas.microsoft.com/office/drawing/2014/main" id="{76D9389B-E287-359B-A47A-6CEECF93035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779544" y="4174332"/>
              <a:ext cx="152401" cy="6236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Connector 239">
              <a:extLst>
                <a:ext uri="{FF2B5EF4-FFF2-40B4-BE49-F238E27FC236}">
                  <a16:creationId xmlns:a16="http://schemas.microsoft.com/office/drawing/2014/main" id="{59B28A30-B244-4FCC-B304-7F65F5AC6F6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929561" y="4174787"/>
              <a:ext cx="164309" cy="6622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Straight Connector 240">
              <a:extLst>
                <a:ext uri="{FF2B5EF4-FFF2-40B4-BE49-F238E27FC236}">
                  <a16:creationId xmlns:a16="http://schemas.microsoft.com/office/drawing/2014/main" id="{81923F3F-513D-B066-4DED-DFF475B4244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91487" y="4048125"/>
              <a:ext cx="495301" cy="19333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Straight Connector 241">
              <a:extLst>
                <a:ext uri="{FF2B5EF4-FFF2-40B4-BE49-F238E27FC236}">
                  <a16:creationId xmlns:a16="http://schemas.microsoft.com/office/drawing/2014/main" id="{9CAD3A8E-7EA0-27F3-D9CF-D965CBEB0D61}"/>
                </a:ext>
              </a:extLst>
            </p:cNvPr>
            <p:cNvCxnSpPr>
              <a:cxnSpLocks/>
            </p:cNvCxnSpPr>
            <p:nvPr/>
          </p:nvCxnSpPr>
          <p:spPr>
            <a:xfrm>
              <a:off x="8582025" y="3917157"/>
              <a:ext cx="0" cy="1361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Straight Connector 243">
              <a:extLst>
                <a:ext uri="{FF2B5EF4-FFF2-40B4-BE49-F238E27FC236}">
                  <a16:creationId xmlns:a16="http://schemas.microsoft.com/office/drawing/2014/main" id="{FDB2649E-C7C1-8ECF-99EB-895AD873926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572498" y="3917612"/>
              <a:ext cx="164309" cy="6622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Straight Connector 244">
              <a:extLst>
                <a:ext uri="{FF2B5EF4-FFF2-40B4-BE49-F238E27FC236}">
                  <a16:creationId xmlns:a16="http://schemas.microsoft.com/office/drawing/2014/main" id="{B9BD5999-F6E9-64CF-49AF-D3F822FC508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36806" y="3864769"/>
              <a:ext cx="328614" cy="12189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9" name="Straight Connector 288">
              <a:extLst>
                <a:ext uri="{FF2B5EF4-FFF2-40B4-BE49-F238E27FC236}">
                  <a16:creationId xmlns:a16="http://schemas.microsoft.com/office/drawing/2014/main" id="{08BF6744-9B76-4B2B-4B63-61927325FFD4}"/>
                </a:ext>
              </a:extLst>
            </p:cNvPr>
            <p:cNvCxnSpPr>
              <a:cxnSpLocks/>
            </p:cNvCxnSpPr>
            <p:nvPr/>
          </p:nvCxnSpPr>
          <p:spPr>
            <a:xfrm>
              <a:off x="9060656" y="3725862"/>
              <a:ext cx="0" cy="1361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Straight Connector 289">
              <a:extLst>
                <a:ext uri="{FF2B5EF4-FFF2-40B4-BE49-F238E27FC236}">
                  <a16:creationId xmlns:a16="http://schemas.microsoft.com/office/drawing/2014/main" id="{758DB5FD-902F-B74B-4C67-5F09EC17A97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060656" y="3673018"/>
              <a:ext cx="152401" cy="6236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" name="Straight Connector 290">
              <a:extLst>
                <a:ext uri="{FF2B5EF4-FFF2-40B4-BE49-F238E27FC236}">
                  <a16:creationId xmlns:a16="http://schemas.microsoft.com/office/drawing/2014/main" id="{06F2E932-77A7-4BC5-DFED-999AC9D6DD57}"/>
                </a:ext>
              </a:extLst>
            </p:cNvPr>
            <p:cNvCxnSpPr>
              <a:cxnSpLocks/>
            </p:cNvCxnSpPr>
            <p:nvPr/>
          </p:nvCxnSpPr>
          <p:spPr>
            <a:xfrm>
              <a:off x="9217818" y="3176588"/>
              <a:ext cx="0" cy="50448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" name="Straight Connector 292">
              <a:extLst>
                <a:ext uri="{FF2B5EF4-FFF2-40B4-BE49-F238E27FC236}">
                  <a16:creationId xmlns:a16="http://schemas.microsoft.com/office/drawing/2014/main" id="{B434F1DE-19CB-F2B2-25E5-6A416C846A1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058273" y="3112749"/>
              <a:ext cx="164309" cy="6622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Straight Connector 293">
              <a:extLst>
                <a:ext uri="{FF2B5EF4-FFF2-40B4-BE49-F238E27FC236}">
                  <a16:creationId xmlns:a16="http://schemas.microsoft.com/office/drawing/2014/main" id="{E86B52E7-1E19-FF91-50F5-D6BA4B91CC36}"/>
                </a:ext>
              </a:extLst>
            </p:cNvPr>
            <p:cNvCxnSpPr>
              <a:cxnSpLocks/>
            </p:cNvCxnSpPr>
            <p:nvPr/>
          </p:nvCxnSpPr>
          <p:spPr>
            <a:xfrm>
              <a:off x="9060656" y="2743201"/>
              <a:ext cx="0" cy="37589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Straight Connector 295">
              <a:extLst>
                <a:ext uri="{FF2B5EF4-FFF2-40B4-BE49-F238E27FC236}">
                  <a16:creationId xmlns:a16="http://schemas.microsoft.com/office/drawing/2014/main" id="{389D5646-B17A-F287-1B04-3D045C2809F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898730" y="2676980"/>
              <a:ext cx="164309" cy="6622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7" name="Straight Connector 296">
              <a:extLst>
                <a:ext uri="{FF2B5EF4-FFF2-40B4-BE49-F238E27FC236}">
                  <a16:creationId xmlns:a16="http://schemas.microsoft.com/office/drawing/2014/main" id="{014560E8-1B79-C55F-3C34-B7975AE9CFAB}"/>
                </a:ext>
              </a:extLst>
            </p:cNvPr>
            <p:cNvCxnSpPr>
              <a:cxnSpLocks/>
            </p:cNvCxnSpPr>
            <p:nvPr/>
          </p:nvCxnSpPr>
          <p:spPr>
            <a:xfrm>
              <a:off x="8901112" y="2293145"/>
              <a:ext cx="0" cy="37589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Straight Connector 297">
              <a:extLst>
                <a:ext uri="{FF2B5EF4-FFF2-40B4-BE49-F238E27FC236}">
                  <a16:creationId xmlns:a16="http://schemas.microsoft.com/office/drawing/2014/main" id="{18B73FE3-5CB9-D449-A174-3E2040959B4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739187" y="2236449"/>
              <a:ext cx="164309" cy="6622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9" name="Straight Connector 298">
              <a:extLst>
                <a:ext uri="{FF2B5EF4-FFF2-40B4-BE49-F238E27FC236}">
                  <a16:creationId xmlns:a16="http://schemas.microsoft.com/office/drawing/2014/main" id="{37A1F9DD-6CE3-6A20-0C1F-BA444A100621}"/>
                </a:ext>
              </a:extLst>
            </p:cNvPr>
            <p:cNvCxnSpPr>
              <a:cxnSpLocks/>
            </p:cNvCxnSpPr>
            <p:nvPr/>
          </p:nvCxnSpPr>
          <p:spPr>
            <a:xfrm>
              <a:off x="8739187" y="1981201"/>
              <a:ext cx="0" cy="26159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1" name="Straight Connector 300">
              <a:extLst>
                <a:ext uri="{FF2B5EF4-FFF2-40B4-BE49-F238E27FC236}">
                  <a16:creationId xmlns:a16="http://schemas.microsoft.com/office/drawing/2014/main" id="{4836141B-85A2-0867-7486-4E38DBD21C7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582025" y="1919742"/>
              <a:ext cx="164309" cy="6622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Straight Connector 301">
              <a:extLst>
                <a:ext uri="{FF2B5EF4-FFF2-40B4-BE49-F238E27FC236}">
                  <a16:creationId xmlns:a16="http://schemas.microsoft.com/office/drawing/2014/main" id="{06C3ED61-CCB3-D4B5-6142-1995059B46C9}"/>
                </a:ext>
              </a:extLst>
            </p:cNvPr>
            <p:cNvCxnSpPr>
              <a:cxnSpLocks/>
            </p:cNvCxnSpPr>
            <p:nvPr/>
          </p:nvCxnSpPr>
          <p:spPr>
            <a:xfrm>
              <a:off x="8586787" y="1554957"/>
              <a:ext cx="0" cy="35684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Straight Connector 303">
              <a:extLst>
                <a:ext uri="{FF2B5EF4-FFF2-40B4-BE49-F238E27FC236}">
                  <a16:creationId xmlns:a16="http://schemas.microsoft.com/office/drawing/2014/main" id="{0810EF43-BB05-D8DC-0F42-AA457AE63D7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60555" y="1543505"/>
              <a:ext cx="164309" cy="6622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5" name="Straight Connector 304">
              <a:extLst>
                <a:ext uri="{FF2B5EF4-FFF2-40B4-BE49-F238E27FC236}">
                  <a16:creationId xmlns:a16="http://schemas.microsoft.com/office/drawing/2014/main" id="{D2C47B20-23BC-5788-E06D-F24C8AAFFCE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22483" y="1545432"/>
              <a:ext cx="169068" cy="619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Straight Connector 307">
              <a:extLst>
                <a:ext uri="{FF2B5EF4-FFF2-40B4-BE49-F238E27FC236}">
                  <a16:creationId xmlns:a16="http://schemas.microsoft.com/office/drawing/2014/main" id="{592527F8-7946-32F0-1F29-F2CD689BD274}"/>
                </a:ext>
              </a:extLst>
            </p:cNvPr>
            <p:cNvCxnSpPr>
              <a:cxnSpLocks/>
            </p:cNvCxnSpPr>
            <p:nvPr/>
          </p:nvCxnSpPr>
          <p:spPr>
            <a:xfrm>
              <a:off x="8258174" y="533401"/>
              <a:ext cx="0" cy="101407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Straight Connector 309">
              <a:extLst>
                <a:ext uri="{FF2B5EF4-FFF2-40B4-BE49-F238E27FC236}">
                  <a16:creationId xmlns:a16="http://schemas.microsoft.com/office/drawing/2014/main" id="{2D719836-B952-D50A-C330-D5570F2BD0B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098630" y="476705"/>
              <a:ext cx="164309" cy="6622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1" name="Group 250">
            <a:extLst>
              <a:ext uri="{FF2B5EF4-FFF2-40B4-BE49-F238E27FC236}">
                <a16:creationId xmlns:a16="http://schemas.microsoft.com/office/drawing/2014/main" id="{690307FF-A8B6-5FD9-9C99-DBA85F52F6F9}"/>
              </a:ext>
            </a:extLst>
          </p:cNvPr>
          <p:cNvGrpSpPr/>
          <p:nvPr/>
        </p:nvGrpSpPr>
        <p:grpSpPr>
          <a:xfrm>
            <a:off x="1032510" y="486251"/>
            <a:ext cx="4163378" cy="5197317"/>
            <a:chOff x="1032510" y="486251"/>
            <a:chExt cx="4163378" cy="5197317"/>
          </a:xfrm>
        </p:grpSpPr>
        <p:cxnSp>
          <p:nvCxnSpPr>
            <p:cNvPr id="247" name="Straight Connector 246">
              <a:extLst>
                <a:ext uri="{FF2B5EF4-FFF2-40B4-BE49-F238E27FC236}">
                  <a16:creationId xmlns:a16="http://schemas.microsoft.com/office/drawing/2014/main" id="{41856D45-D338-D9D7-4AB8-B8836FC1F96C}"/>
                </a:ext>
              </a:extLst>
            </p:cNvPr>
            <p:cNvCxnSpPr>
              <a:cxnSpLocks/>
            </p:cNvCxnSpPr>
            <p:nvPr/>
          </p:nvCxnSpPr>
          <p:spPr>
            <a:xfrm>
              <a:off x="5053756" y="1042753"/>
              <a:ext cx="142132" cy="6691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Straight Connector 248">
              <a:extLst>
                <a:ext uri="{FF2B5EF4-FFF2-40B4-BE49-F238E27FC236}">
                  <a16:creationId xmlns:a16="http://schemas.microsoft.com/office/drawing/2014/main" id="{6676030F-C0BE-88C1-0500-964E6A83CA81}"/>
                </a:ext>
              </a:extLst>
            </p:cNvPr>
            <p:cNvCxnSpPr>
              <a:cxnSpLocks/>
            </p:cNvCxnSpPr>
            <p:nvPr/>
          </p:nvCxnSpPr>
          <p:spPr>
            <a:xfrm>
              <a:off x="4897015" y="1371366"/>
              <a:ext cx="0" cy="24312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Straight Connector 251">
              <a:extLst>
                <a:ext uri="{FF2B5EF4-FFF2-40B4-BE49-F238E27FC236}">
                  <a16:creationId xmlns:a16="http://schemas.microsoft.com/office/drawing/2014/main" id="{146BBA99-3291-1676-DB87-457368B5589A}"/>
                </a:ext>
              </a:extLst>
            </p:cNvPr>
            <p:cNvCxnSpPr>
              <a:cxnSpLocks/>
            </p:cNvCxnSpPr>
            <p:nvPr/>
          </p:nvCxnSpPr>
          <p:spPr>
            <a:xfrm>
              <a:off x="4602956" y="1373981"/>
              <a:ext cx="288131" cy="10239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Straight Connector 253">
              <a:extLst>
                <a:ext uri="{FF2B5EF4-FFF2-40B4-BE49-F238E27FC236}">
                  <a16:creationId xmlns:a16="http://schemas.microsoft.com/office/drawing/2014/main" id="{ACA085CF-0027-1C3C-C36F-B1CBD151C979}"/>
                </a:ext>
              </a:extLst>
            </p:cNvPr>
            <p:cNvCxnSpPr>
              <a:cxnSpLocks/>
            </p:cNvCxnSpPr>
            <p:nvPr/>
          </p:nvCxnSpPr>
          <p:spPr>
            <a:xfrm>
              <a:off x="3932188" y="987984"/>
              <a:ext cx="0" cy="10977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Straight Connector 255">
              <a:extLst>
                <a:ext uri="{FF2B5EF4-FFF2-40B4-BE49-F238E27FC236}">
                  <a16:creationId xmlns:a16="http://schemas.microsoft.com/office/drawing/2014/main" id="{C7E352B8-1A4A-567D-6437-F00E52624F99}"/>
                </a:ext>
              </a:extLst>
            </p:cNvPr>
            <p:cNvCxnSpPr>
              <a:cxnSpLocks/>
            </p:cNvCxnSpPr>
            <p:nvPr/>
          </p:nvCxnSpPr>
          <p:spPr>
            <a:xfrm>
              <a:off x="4410076" y="2176463"/>
              <a:ext cx="0" cy="24526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Straight Connector 259">
              <a:extLst>
                <a:ext uri="{FF2B5EF4-FFF2-40B4-BE49-F238E27FC236}">
                  <a16:creationId xmlns:a16="http://schemas.microsoft.com/office/drawing/2014/main" id="{E98248F5-31E4-B962-B8AA-215031076A2E}"/>
                </a:ext>
              </a:extLst>
            </p:cNvPr>
            <p:cNvCxnSpPr>
              <a:cxnSpLocks/>
            </p:cNvCxnSpPr>
            <p:nvPr/>
          </p:nvCxnSpPr>
          <p:spPr>
            <a:xfrm>
              <a:off x="3612357" y="2112169"/>
              <a:ext cx="0" cy="51435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Straight Connector 261">
              <a:extLst>
                <a:ext uri="{FF2B5EF4-FFF2-40B4-BE49-F238E27FC236}">
                  <a16:creationId xmlns:a16="http://schemas.microsoft.com/office/drawing/2014/main" id="{978BF8CA-E73E-215E-1C9B-3E0D08D0D3E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128963" y="1931194"/>
              <a:ext cx="490538" cy="18097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Straight Connector 263">
              <a:extLst>
                <a:ext uri="{FF2B5EF4-FFF2-40B4-BE49-F238E27FC236}">
                  <a16:creationId xmlns:a16="http://schemas.microsoft.com/office/drawing/2014/main" id="{96532D5C-C4CB-AEEB-1AD1-108C3A651779}"/>
                </a:ext>
              </a:extLst>
            </p:cNvPr>
            <p:cNvCxnSpPr>
              <a:cxnSpLocks/>
            </p:cNvCxnSpPr>
            <p:nvPr/>
          </p:nvCxnSpPr>
          <p:spPr>
            <a:xfrm>
              <a:off x="3131345" y="1552575"/>
              <a:ext cx="0" cy="38338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Straight Connector 265">
              <a:extLst>
                <a:ext uri="{FF2B5EF4-FFF2-40B4-BE49-F238E27FC236}">
                  <a16:creationId xmlns:a16="http://schemas.microsoft.com/office/drawing/2014/main" id="{212687E1-F019-ADA7-1CFE-DD960B7632E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43188" y="1743076"/>
              <a:ext cx="328613" cy="11906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Straight Connector 267">
              <a:extLst>
                <a:ext uri="{FF2B5EF4-FFF2-40B4-BE49-F238E27FC236}">
                  <a16:creationId xmlns:a16="http://schemas.microsoft.com/office/drawing/2014/main" id="{86EB8FBA-2FFC-4D8A-0D9F-2C7C6F53486F}"/>
                </a:ext>
              </a:extLst>
            </p:cNvPr>
            <p:cNvCxnSpPr>
              <a:cxnSpLocks/>
            </p:cNvCxnSpPr>
            <p:nvPr/>
          </p:nvCxnSpPr>
          <p:spPr>
            <a:xfrm>
              <a:off x="2647951" y="1609725"/>
              <a:ext cx="0" cy="25479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Straight Connector 269">
              <a:extLst>
                <a:ext uri="{FF2B5EF4-FFF2-40B4-BE49-F238E27FC236}">
                  <a16:creationId xmlns:a16="http://schemas.microsoft.com/office/drawing/2014/main" id="{AF097A3C-CDDC-1816-9D79-8A85F461F16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324100" y="1488281"/>
              <a:ext cx="328613" cy="12144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Straight Connector 271">
              <a:extLst>
                <a:ext uri="{FF2B5EF4-FFF2-40B4-BE49-F238E27FC236}">
                  <a16:creationId xmlns:a16="http://schemas.microsoft.com/office/drawing/2014/main" id="{7901B417-1A84-CDE5-25E8-86DCB7926D7C}"/>
                </a:ext>
              </a:extLst>
            </p:cNvPr>
            <p:cNvCxnSpPr>
              <a:cxnSpLocks/>
            </p:cNvCxnSpPr>
            <p:nvPr/>
          </p:nvCxnSpPr>
          <p:spPr>
            <a:xfrm>
              <a:off x="2326482" y="1247775"/>
              <a:ext cx="0" cy="25479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Straight Connector 272">
              <a:extLst>
                <a:ext uri="{FF2B5EF4-FFF2-40B4-BE49-F238E27FC236}">
                  <a16:creationId xmlns:a16="http://schemas.microsoft.com/office/drawing/2014/main" id="{966B4C68-19CC-E2BF-58C8-DC4F1281E6B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009775" y="1119188"/>
              <a:ext cx="311944" cy="12858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Straight Connector 274">
              <a:extLst>
                <a:ext uri="{FF2B5EF4-FFF2-40B4-BE49-F238E27FC236}">
                  <a16:creationId xmlns:a16="http://schemas.microsoft.com/office/drawing/2014/main" id="{FB3C310B-1BB3-9993-3BDF-C742E5CE6F76}"/>
                </a:ext>
              </a:extLst>
            </p:cNvPr>
            <p:cNvCxnSpPr>
              <a:cxnSpLocks/>
            </p:cNvCxnSpPr>
            <p:nvPr/>
          </p:nvCxnSpPr>
          <p:spPr>
            <a:xfrm>
              <a:off x="2009776" y="981075"/>
              <a:ext cx="0" cy="13811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" name="Straight Connector 278">
              <a:extLst>
                <a:ext uri="{FF2B5EF4-FFF2-40B4-BE49-F238E27FC236}">
                  <a16:creationId xmlns:a16="http://schemas.microsoft.com/office/drawing/2014/main" id="{88531258-F8EA-9735-25AB-C06062A54B6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92530" y="676275"/>
              <a:ext cx="819150" cy="30861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3" name="Straight Connector 282">
              <a:extLst>
                <a:ext uri="{FF2B5EF4-FFF2-40B4-BE49-F238E27FC236}">
                  <a16:creationId xmlns:a16="http://schemas.microsoft.com/office/drawing/2014/main" id="{C51BE61B-C3D1-BF46-57F8-CE2552B7934A}"/>
                </a:ext>
              </a:extLst>
            </p:cNvPr>
            <p:cNvCxnSpPr>
              <a:cxnSpLocks/>
            </p:cNvCxnSpPr>
            <p:nvPr/>
          </p:nvCxnSpPr>
          <p:spPr>
            <a:xfrm>
              <a:off x="1193483" y="547211"/>
              <a:ext cx="0" cy="12858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0" name="Straight Connector 329">
              <a:extLst>
                <a:ext uri="{FF2B5EF4-FFF2-40B4-BE49-F238E27FC236}">
                  <a16:creationId xmlns:a16="http://schemas.microsoft.com/office/drawing/2014/main" id="{3A8DFDCA-7960-D5A8-C5D1-2168563C2BC0}"/>
                </a:ext>
              </a:extLst>
            </p:cNvPr>
            <p:cNvCxnSpPr>
              <a:cxnSpLocks/>
            </p:cNvCxnSpPr>
            <p:nvPr/>
          </p:nvCxnSpPr>
          <p:spPr>
            <a:xfrm>
              <a:off x="1683545" y="981075"/>
              <a:ext cx="0" cy="25479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1" name="Straight Connector 330">
              <a:extLst>
                <a:ext uri="{FF2B5EF4-FFF2-40B4-BE49-F238E27FC236}">
                  <a16:creationId xmlns:a16="http://schemas.microsoft.com/office/drawing/2014/main" id="{44055BD0-9F93-9F83-8E39-633519F55088}"/>
                </a:ext>
              </a:extLst>
            </p:cNvPr>
            <p:cNvCxnSpPr>
              <a:cxnSpLocks/>
            </p:cNvCxnSpPr>
            <p:nvPr/>
          </p:nvCxnSpPr>
          <p:spPr>
            <a:xfrm>
              <a:off x="1685926" y="1226344"/>
              <a:ext cx="326230" cy="1452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3" name="Straight Connector 332">
              <a:extLst>
                <a:ext uri="{FF2B5EF4-FFF2-40B4-BE49-F238E27FC236}">
                  <a16:creationId xmlns:a16="http://schemas.microsoft.com/office/drawing/2014/main" id="{8514BABD-31EE-E949-DAA3-47E85DDB5F45}"/>
                </a:ext>
              </a:extLst>
            </p:cNvPr>
            <p:cNvCxnSpPr>
              <a:cxnSpLocks/>
            </p:cNvCxnSpPr>
            <p:nvPr/>
          </p:nvCxnSpPr>
          <p:spPr>
            <a:xfrm>
              <a:off x="2005013" y="1369219"/>
              <a:ext cx="0" cy="12144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4" name="Straight Connector 333">
              <a:extLst>
                <a:ext uri="{FF2B5EF4-FFF2-40B4-BE49-F238E27FC236}">
                  <a16:creationId xmlns:a16="http://schemas.microsoft.com/office/drawing/2014/main" id="{28DF560A-08D6-273E-06B2-B3DC6D6CFF1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57313" y="1481138"/>
              <a:ext cx="645318" cy="24526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7" name="Straight Connector 336">
              <a:extLst>
                <a:ext uri="{FF2B5EF4-FFF2-40B4-BE49-F238E27FC236}">
                  <a16:creationId xmlns:a16="http://schemas.microsoft.com/office/drawing/2014/main" id="{E932C920-A120-9F30-1E85-2C7874E67691}"/>
                </a:ext>
              </a:extLst>
            </p:cNvPr>
            <p:cNvCxnSpPr>
              <a:cxnSpLocks/>
            </p:cNvCxnSpPr>
            <p:nvPr/>
          </p:nvCxnSpPr>
          <p:spPr>
            <a:xfrm>
              <a:off x="1202531" y="1664494"/>
              <a:ext cx="164306" cy="6191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9" name="Straight Connector 338">
              <a:extLst>
                <a:ext uri="{FF2B5EF4-FFF2-40B4-BE49-F238E27FC236}">
                  <a16:creationId xmlns:a16="http://schemas.microsoft.com/office/drawing/2014/main" id="{81EB6C85-F817-0832-BF62-AF559A297E48}"/>
                </a:ext>
              </a:extLst>
            </p:cNvPr>
            <p:cNvCxnSpPr>
              <a:cxnSpLocks/>
            </p:cNvCxnSpPr>
            <p:nvPr/>
          </p:nvCxnSpPr>
          <p:spPr>
            <a:xfrm>
              <a:off x="1204913" y="1545431"/>
              <a:ext cx="0" cy="12144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0" name="Straight Connector 339">
              <a:extLst>
                <a:ext uri="{FF2B5EF4-FFF2-40B4-BE49-F238E27FC236}">
                  <a16:creationId xmlns:a16="http://schemas.microsoft.com/office/drawing/2014/main" id="{963718E7-4BE1-F5AC-0665-2D40EDE20F9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50332" y="5438299"/>
              <a:ext cx="162401" cy="6000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2" name="Straight Connector 341">
              <a:extLst>
                <a:ext uri="{FF2B5EF4-FFF2-40B4-BE49-F238E27FC236}">
                  <a16:creationId xmlns:a16="http://schemas.microsoft.com/office/drawing/2014/main" id="{8C9DCC0E-6B41-5DEC-FFB5-0C737C4EBF4C}"/>
                </a:ext>
              </a:extLst>
            </p:cNvPr>
            <p:cNvCxnSpPr>
              <a:cxnSpLocks/>
            </p:cNvCxnSpPr>
            <p:nvPr/>
          </p:nvCxnSpPr>
          <p:spPr>
            <a:xfrm>
              <a:off x="2650808" y="5500212"/>
              <a:ext cx="0" cy="12191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4" name="Straight Connector 343">
              <a:extLst>
                <a:ext uri="{FF2B5EF4-FFF2-40B4-BE49-F238E27FC236}">
                  <a16:creationId xmlns:a16="http://schemas.microsoft.com/office/drawing/2014/main" id="{73B581E7-BE59-3635-7BFD-7312F2083A4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486025" y="5553075"/>
              <a:ext cx="164783" cy="7096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6" name="Straight Connector 345">
              <a:extLst>
                <a:ext uri="{FF2B5EF4-FFF2-40B4-BE49-F238E27FC236}">
                  <a16:creationId xmlns:a16="http://schemas.microsoft.com/office/drawing/2014/main" id="{C0B601E7-9D3A-4D43-E15D-FFEB988518A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66938" y="5559742"/>
              <a:ext cx="324327" cy="12192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8" name="Straight Connector 347">
              <a:extLst>
                <a:ext uri="{FF2B5EF4-FFF2-40B4-BE49-F238E27FC236}">
                  <a16:creationId xmlns:a16="http://schemas.microsoft.com/office/drawing/2014/main" id="{C83C1D03-1FEE-8F80-96F1-E183AC898B0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35844" y="5245894"/>
              <a:ext cx="1133952" cy="43767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0" name="Straight Connector 349">
              <a:extLst>
                <a:ext uri="{FF2B5EF4-FFF2-40B4-BE49-F238E27FC236}">
                  <a16:creationId xmlns:a16="http://schemas.microsoft.com/office/drawing/2014/main" id="{D15401E8-6C7E-A8DC-25AE-3E648F7DC48C}"/>
                </a:ext>
              </a:extLst>
            </p:cNvPr>
            <p:cNvCxnSpPr>
              <a:cxnSpLocks/>
            </p:cNvCxnSpPr>
            <p:nvPr/>
          </p:nvCxnSpPr>
          <p:spPr>
            <a:xfrm>
              <a:off x="1041083" y="5123975"/>
              <a:ext cx="0" cy="12191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1" name="Straight Connector 350">
              <a:extLst>
                <a:ext uri="{FF2B5EF4-FFF2-40B4-BE49-F238E27FC236}">
                  <a16:creationId xmlns:a16="http://schemas.microsoft.com/office/drawing/2014/main" id="{962F820E-E3EA-BE0A-A408-E854239040B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45369" y="5055394"/>
              <a:ext cx="157162" cy="6429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3" name="Straight Connector 352">
              <a:extLst>
                <a:ext uri="{FF2B5EF4-FFF2-40B4-BE49-F238E27FC236}">
                  <a16:creationId xmlns:a16="http://schemas.microsoft.com/office/drawing/2014/main" id="{5F2350D0-C5A5-077C-566F-524DEF6DF2D5}"/>
                </a:ext>
              </a:extLst>
            </p:cNvPr>
            <p:cNvCxnSpPr>
              <a:cxnSpLocks/>
            </p:cNvCxnSpPr>
            <p:nvPr/>
          </p:nvCxnSpPr>
          <p:spPr>
            <a:xfrm>
              <a:off x="1198246" y="4814888"/>
              <a:ext cx="0" cy="23098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5" name="Straight Connector 354">
              <a:extLst>
                <a:ext uri="{FF2B5EF4-FFF2-40B4-BE49-F238E27FC236}">
                  <a16:creationId xmlns:a16="http://schemas.microsoft.com/office/drawing/2014/main" id="{0444C2D2-FBF2-E600-9CA6-FAA958BA865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00151" y="4807744"/>
              <a:ext cx="319087" cy="12144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8" name="Straight Connector 357">
              <a:extLst>
                <a:ext uri="{FF2B5EF4-FFF2-40B4-BE49-F238E27FC236}">
                  <a16:creationId xmlns:a16="http://schemas.microsoft.com/office/drawing/2014/main" id="{94F9C5CD-605D-84E0-F2F5-CFF73634A12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14475" y="4805363"/>
              <a:ext cx="333375" cy="12620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0" name="Straight Connector 359">
              <a:extLst>
                <a:ext uri="{FF2B5EF4-FFF2-40B4-BE49-F238E27FC236}">
                  <a16:creationId xmlns:a16="http://schemas.microsoft.com/office/drawing/2014/main" id="{5A1981CF-2E1B-ED09-CD30-FB5012911868}"/>
                </a:ext>
              </a:extLst>
            </p:cNvPr>
            <p:cNvCxnSpPr>
              <a:cxnSpLocks/>
            </p:cNvCxnSpPr>
            <p:nvPr/>
          </p:nvCxnSpPr>
          <p:spPr>
            <a:xfrm>
              <a:off x="1845946" y="4424363"/>
              <a:ext cx="0" cy="39290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2" name="Straight Connector 361">
              <a:extLst>
                <a:ext uri="{FF2B5EF4-FFF2-40B4-BE49-F238E27FC236}">
                  <a16:creationId xmlns:a16="http://schemas.microsoft.com/office/drawing/2014/main" id="{8686B85F-D50D-CC8B-4FD9-4CB4F8861C0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43087" y="4360069"/>
              <a:ext cx="164307" cy="6429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4" name="Straight Connector 363">
              <a:extLst>
                <a:ext uri="{FF2B5EF4-FFF2-40B4-BE49-F238E27FC236}">
                  <a16:creationId xmlns:a16="http://schemas.microsoft.com/office/drawing/2014/main" id="{E1074384-3477-218D-5FEA-CCF5E2BE513A}"/>
                </a:ext>
              </a:extLst>
            </p:cNvPr>
            <p:cNvCxnSpPr>
              <a:cxnSpLocks/>
            </p:cNvCxnSpPr>
            <p:nvPr/>
          </p:nvCxnSpPr>
          <p:spPr>
            <a:xfrm>
              <a:off x="2010253" y="3983831"/>
              <a:ext cx="0" cy="37385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6" name="Straight Connector 365">
              <a:extLst>
                <a:ext uri="{FF2B5EF4-FFF2-40B4-BE49-F238E27FC236}">
                  <a16:creationId xmlns:a16="http://schemas.microsoft.com/office/drawing/2014/main" id="{08D65688-58D5-A951-DDF7-137D57BB52F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05012" y="3924300"/>
              <a:ext cx="164307" cy="6429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" name="Straight Connector 366">
              <a:extLst>
                <a:ext uri="{FF2B5EF4-FFF2-40B4-BE49-F238E27FC236}">
                  <a16:creationId xmlns:a16="http://schemas.microsoft.com/office/drawing/2014/main" id="{21DEE568-E36F-78C0-0713-316718508FF4}"/>
                </a:ext>
              </a:extLst>
            </p:cNvPr>
            <p:cNvCxnSpPr>
              <a:cxnSpLocks/>
            </p:cNvCxnSpPr>
            <p:nvPr/>
          </p:nvCxnSpPr>
          <p:spPr>
            <a:xfrm>
              <a:off x="2169797" y="3557588"/>
              <a:ext cx="0" cy="36472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0" name="Straight Connector 369">
              <a:extLst>
                <a:ext uri="{FF2B5EF4-FFF2-40B4-BE49-F238E27FC236}">
                  <a16:creationId xmlns:a16="http://schemas.microsoft.com/office/drawing/2014/main" id="{A74ACA0F-F730-A46D-1BC5-DA2912EA28D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9793" y="3486150"/>
              <a:ext cx="164307" cy="6429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1" name="Straight Connector 370">
              <a:extLst>
                <a:ext uri="{FF2B5EF4-FFF2-40B4-BE49-F238E27FC236}">
                  <a16:creationId xmlns:a16="http://schemas.microsoft.com/office/drawing/2014/main" id="{046F53A5-6BC5-8B17-807B-890FF1256941}"/>
                </a:ext>
              </a:extLst>
            </p:cNvPr>
            <p:cNvCxnSpPr>
              <a:cxnSpLocks/>
            </p:cNvCxnSpPr>
            <p:nvPr/>
          </p:nvCxnSpPr>
          <p:spPr>
            <a:xfrm>
              <a:off x="2331722" y="3231356"/>
              <a:ext cx="0" cy="25757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3" name="Straight Connector 372">
              <a:extLst>
                <a:ext uri="{FF2B5EF4-FFF2-40B4-BE49-F238E27FC236}">
                  <a16:creationId xmlns:a16="http://schemas.microsoft.com/office/drawing/2014/main" id="{3D247AB9-FA88-8EDC-3311-38F2E76FFBB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678781" y="2990850"/>
              <a:ext cx="657225" cy="2476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1" name="Straight Connector 390">
              <a:extLst>
                <a:ext uri="{FF2B5EF4-FFF2-40B4-BE49-F238E27FC236}">
                  <a16:creationId xmlns:a16="http://schemas.microsoft.com/office/drawing/2014/main" id="{F7EA51A5-A2E9-33F7-18BC-1A57A1974B04}"/>
                </a:ext>
              </a:extLst>
            </p:cNvPr>
            <p:cNvCxnSpPr>
              <a:cxnSpLocks/>
            </p:cNvCxnSpPr>
            <p:nvPr/>
          </p:nvCxnSpPr>
          <p:spPr>
            <a:xfrm>
              <a:off x="4256038" y="1247540"/>
              <a:ext cx="0" cy="10977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2" name="Straight Connector 391">
              <a:extLst>
                <a:ext uri="{FF2B5EF4-FFF2-40B4-BE49-F238E27FC236}">
                  <a16:creationId xmlns:a16="http://schemas.microsoft.com/office/drawing/2014/main" id="{3063E53C-C239-5770-87B6-0FCCBEA27D3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48150" y="1285640"/>
              <a:ext cx="157907" cy="8119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4" name="Straight Connector 393">
              <a:extLst>
                <a:ext uri="{FF2B5EF4-FFF2-40B4-BE49-F238E27FC236}">
                  <a16:creationId xmlns:a16="http://schemas.microsoft.com/office/drawing/2014/main" id="{A637B0ED-729C-62B3-9EF3-368A400FD8F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76663" y="973696"/>
              <a:ext cx="157907" cy="8119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" name="Straight Connector 403">
              <a:extLst>
                <a:ext uri="{FF2B5EF4-FFF2-40B4-BE49-F238E27FC236}">
                  <a16:creationId xmlns:a16="http://schemas.microsoft.com/office/drawing/2014/main" id="{CB36279D-4612-07A3-2608-D416DF8AC6A7}"/>
                </a:ext>
              </a:extLst>
            </p:cNvPr>
            <p:cNvCxnSpPr>
              <a:cxnSpLocks/>
            </p:cNvCxnSpPr>
            <p:nvPr/>
          </p:nvCxnSpPr>
          <p:spPr>
            <a:xfrm>
              <a:off x="4252913" y="2757488"/>
              <a:ext cx="0" cy="6096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9" name="Straight Connector 418">
              <a:extLst>
                <a:ext uri="{FF2B5EF4-FFF2-40B4-BE49-F238E27FC236}">
                  <a16:creationId xmlns:a16="http://schemas.microsoft.com/office/drawing/2014/main" id="{66754E6F-9762-3976-BC1D-A0FC68F4A75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088607" y="3167063"/>
              <a:ext cx="169068" cy="833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" name="Straight Connector 420">
              <a:extLst>
                <a:ext uri="{FF2B5EF4-FFF2-40B4-BE49-F238E27FC236}">
                  <a16:creationId xmlns:a16="http://schemas.microsoft.com/office/drawing/2014/main" id="{C1ABA219-0D76-D2D8-D1D5-0E06B33155A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450431" y="2800350"/>
              <a:ext cx="314325" cy="1238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3" name="Straight Connector 422">
              <a:extLst>
                <a:ext uri="{FF2B5EF4-FFF2-40B4-BE49-F238E27FC236}">
                  <a16:creationId xmlns:a16="http://schemas.microsoft.com/office/drawing/2014/main" id="{8A9D1182-B2C4-8FD2-6366-3C1CD5A6649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52812" y="2674144"/>
              <a:ext cx="0" cy="13811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5" name="Straight Connector 424">
              <a:extLst>
                <a:ext uri="{FF2B5EF4-FFF2-40B4-BE49-F238E27FC236}">
                  <a16:creationId xmlns:a16="http://schemas.microsoft.com/office/drawing/2014/main" id="{74B359C8-BC42-2829-2CF8-AAC0BB69A02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450431" y="2616994"/>
              <a:ext cx="164307" cy="5953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0D6DDDE7-1DB2-584A-4824-AD6EE401C97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32510" y="486251"/>
              <a:ext cx="813435" cy="30241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68DDF76-6D38-3496-9CE7-2CB097EA02F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39278" y="735330"/>
              <a:ext cx="155257" cy="5429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9" name="TextBox 378">
            <a:extLst>
              <a:ext uri="{FF2B5EF4-FFF2-40B4-BE49-F238E27FC236}">
                <a16:creationId xmlns:a16="http://schemas.microsoft.com/office/drawing/2014/main" id="{992D1D5D-3095-B325-F548-E01A0E873F51}"/>
              </a:ext>
            </a:extLst>
          </p:cNvPr>
          <p:cNvSpPr txBox="1"/>
          <p:nvPr/>
        </p:nvSpPr>
        <p:spPr>
          <a:xfrm>
            <a:off x="5585460" y="2590800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23.3</a:t>
            </a:r>
          </a:p>
        </p:txBody>
      </p:sp>
      <p:grpSp>
        <p:nvGrpSpPr>
          <p:cNvPr id="447" name="Group 446">
            <a:extLst>
              <a:ext uri="{FF2B5EF4-FFF2-40B4-BE49-F238E27FC236}">
                <a16:creationId xmlns:a16="http://schemas.microsoft.com/office/drawing/2014/main" id="{2E272878-87CE-CAEB-F97E-00CDEC63224B}"/>
              </a:ext>
            </a:extLst>
          </p:cNvPr>
          <p:cNvGrpSpPr/>
          <p:nvPr/>
        </p:nvGrpSpPr>
        <p:grpSpPr>
          <a:xfrm>
            <a:off x="3779044" y="3236119"/>
            <a:ext cx="3690937" cy="2068372"/>
            <a:chOff x="3779044" y="3236119"/>
            <a:chExt cx="3690937" cy="2068372"/>
          </a:xfrm>
        </p:grpSpPr>
        <p:cxnSp>
          <p:nvCxnSpPr>
            <p:cNvPr id="433" name="Straight Connector 432">
              <a:extLst>
                <a:ext uri="{FF2B5EF4-FFF2-40B4-BE49-F238E27FC236}">
                  <a16:creationId xmlns:a16="http://schemas.microsoft.com/office/drawing/2014/main" id="{964B7FEB-3DF6-5F9A-850A-5FA601F7C23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779044" y="3426619"/>
              <a:ext cx="481012" cy="20002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4" name="Straight Connector 433">
              <a:extLst>
                <a:ext uri="{FF2B5EF4-FFF2-40B4-BE49-F238E27FC236}">
                  <a16:creationId xmlns:a16="http://schemas.microsoft.com/office/drawing/2014/main" id="{E1531214-5D82-BC53-6B42-5E85B52B2B0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60082" y="3420209"/>
              <a:ext cx="483368" cy="20643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5" name="Straight Connector 434">
              <a:extLst>
                <a:ext uri="{FF2B5EF4-FFF2-40B4-BE49-F238E27FC236}">
                  <a16:creationId xmlns:a16="http://schemas.microsoft.com/office/drawing/2014/main" id="{A2A4B177-55A1-30E4-BCB1-8D2C1FCC111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43450" y="3414539"/>
              <a:ext cx="964406" cy="39619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6" name="Straight Connector 435">
              <a:extLst>
                <a:ext uri="{FF2B5EF4-FFF2-40B4-BE49-F238E27FC236}">
                  <a16:creationId xmlns:a16="http://schemas.microsoft.com/office/drawing/2014/main" id="{1F0B5DC0-E65E-2622-4CA6-4C141C8A4F7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07856" y="3489265"/>
              <a:ext cx="801737" cy="32271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7" name="Straight Connector 436">
              <a:extLst>
                <a:ext uri="{FF2B5EF4-FFF2-40B4-BE49-F238E27FC236}">
                  <a16:creationId xmlns:a16="http://schemas.microsoft.com/office/drawing/2014/main" id="{2201CA11-C9C7-62A4-0109-AE1886F619D6}"/>
                </a:ext>
              </a:extLst>
            </p:cNvPr>
            <p:cNvCxnSpPr>
              <a:cxnSpLocks/>
            </p:cNvCxnSpPr>
            <p:nvPr/>
          </p:nvCxnSpPr>
          <p:spPr>
            <a:xfrm>
              <a:off x="6502450" y="3236119"/>
              <a:ext cx="0" cy="25314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8" name="Straight Connector 437">
              <a:extLst>
                <a:ext uri="{FF2B5EF4-FFF2-40B4-BE49-F238E27FC236}">
                  <a16:creationId xmlns:a16="http://schemas.microsoft.com/office/drawing/2014/main" id="{E352B324-F5EB-7850-7EEE-B379B0E6CB49}"/>
                </a:ext>
              </a:extLst>
            </p:cNvPr>
            <p:cNvCxnSpPr>
              <a:cxnSpLocks/>
            </p:cNvCxnSpPr>
            <p:nvPr/>
          </p:nvCxnSpPr>
          <p:spPr>
            <a:xfrm>
              <a:off x="6506468" y="3599289"/>
              <a:ext cx="0" cy="25314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9" name="Straight Connector 438">
              <a:extLst>
                <a:ext uri="{FF2B5EF4-FFF2-40B4-BE49-F238E27FC236}">
                  <a16:creationId xmlns:a16="http://schemas.microsoft.com/office/drawing/2014/main" id="{39AFBAB8-B46B-CB6D-FD28-F6E88FF41A2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09593" y="3860373"/>
              <a:ext cx="641301" cy="25919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0" name="Straight Connector 439">
              <a:extLst>
                <a:ext uri="{FF2B5EF4-FFF2-40B4-BE49-F238E27FC236}">
                  <a16:creationId xmlns:a16="http://schemas.microsoft.com/office/drawing/2014/main" id="{81C63CAD-2CC7-18CD-7BF2-9FC7B05A3C5D}"/>
                </a:ext>
              </a:extLst>
            </p:cNvPr>
            <p:cNvCxnSpPr>
              <a:cxnSpLocks/>
            </p:cNvCxnSpPr>
            <p:nvPr/>
          </p:nvCxnSpPr>
          <p:spPr>
            <a:xfrm>
              <a:off x="7149406" y="4119563"/>
              <a:ext cx="0" cy="10953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1" name="Straight Connector 440">
              <a:extLst>
                <a:ext uri="{FF2B5EF4-FFF2-40B4-BE49-F238E27FC236}">
                  <a16:creationId xmlns:a16="http://schemas.microsoft.com/office/drawing/2014/main" id="{581E52B9-AEC9-0D64-3EE0-B102E287878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49406" y="4229100"/>
              <a:ext cx="320575" cy="14965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2" name="Straight Connector 441">
              <a:extLst>
                <a:ext uri="{FF2B5EF4-FFF2-40B4-BE49-F238E27FC236}">
                  <a16:creationId xmlns:a16="http://schemas.microsoft.com/office/drawing/2014/main" id="{29B0706D-E147-DFC1-8F44-3391E180ED34}"/>
                </a:ext>
              </a:extLst>
            </p:cNvPr>
            <p:cNvCxnSpPr>
              <a:cxnSpLocks/>
            </p:cNvCxnSpPr>
            <p:nvPr/>
          </p:nvCxnSpPr>
          <p:spPr>
            <a:xfrm>
              <a:off x="7468493" y="4383882"/>
              <a:ext cx="0" cy="10953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3" name="Straight Connector 442">
              <a:extLst>
                <a:ext uri="{FF2B5EF4-FFF2-40B4-BE49-F238E27FC236}">
                  <a16:creationId xmlns:a16="http://schemas.microsoft.com/office/drawing/2014/main" id="{591FCED3-B0C4-4B6B-886E-69A841C8958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1725" y="3929063"/>
              <a:ext cx="155675" cy="6090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4" name="Straight Connector 443">
              <a:extLst>
                <a:ext uri="{FF2B5EF4-FFF2-40B4-BE49-F238E27FC236}">
                  <a16:creationId xmlns:a16="http://schemas.microsoft.com/office/drawing/2014/main" id="{E8BAAA63-DD88-57E5-C5D0-9B269789728C}"/>
                </a:ext>
              </a:extLst>
            </p:cNvPr>
            <p:cNvCxnSpPr>
              <a:cxnSpLocks/>
            </p:cNvCxnSpPr>
            <p:nvPr/>
          </p:nvCxnSpPr>
          <p:spPr>
            <a:xfrm>
              <a:off x="6181725" y="3989968"/>
              <a:ext cx="0" cy="99920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5" name="Straight Connector 444">
              <a:extLst>
                <a:ext uri="{FF2B5EF4-FFF2-40B4-BE49-F238E27FC236}">
                  <a16:creationId xmlns:a16="http://schemas.microsoft.com/office/drawing/2014/main" id="{4503E463-1E8E-80F2-11A5-20E04836B88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81725" y="4984414"/>
              <a:ext cx="154827" cy="7733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6" name="Straight Connector 445">
              <a:extLst>
                <a:ext uri="{FF2B5EF4-FFF2-40B4-BE49-F238E27FC236}">
                  <a16:creationId xmlns:a16="http://schemas.microsoft.com/office/drawing/2014/main" id="{162D7915-9706-05CE-73CE-4A1703D85807}"/>
                </a:ext>
              </a:extLst>
            </p:cNvPr>
            <p:cNvCxnSpPr>
              <a:cxnSpLocks/>
            </p:cNvCxnSpPr>
            <p:nvPr/>
          </p:nvCxnSpPr>
          <p:spPr>
            <a:xfrm>
              <a:off x="6341314" y="5072063"/>
              <a:ext cx="0" cy="23242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61" name="Group 460">
            <a:extLst>
              <a:ext uri="{FF2B5EF4-FFF2-40B4-BE49-F238E27FC236}">
                <a16:creationId xmlns:a16="http://schemas.microsoft.com/office/drawing/2014/main" id="{7BAA7073-3208-7FA5-5E6A-E048258F5C83}"/>
              </a:ext>
            </a:extLst>
          </p:cNvPr>
          <p:cNvGrpSpPr/>
          <p:nvPr/>
        </p:nvGrpSpPr>
        <p:grpSpPr>
          <a:xfrm>
            <a:off x="2974181" y="3521869"/>
            <a:ext cx="2243138" cy="2347912"/>
            <a:chOff x="2974181" y="3521869"/>
            <a:chExt cx="2243138" cy="2347912"/>
          </a:xfrm>
        </p:grpSpPr>
        <p:cxnSp>
          <p:nvCxnSpPr>
            <p:cNvPr id="449" name="Straight Connector 448">
              <a:extLst>
                <a:ext uri="{FF2B5EF4-FFF2-40B4-BE49-F238E27FC236}">
                  <a16:creationId xmlns:a16="http://schemas.microsoft.com/office/drawing/2014/main" id="{90CDE440-5F8E-502A-41D6-DF7673D8342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31344" y="3725862"/>
              <a:ext cx="482216" cy="203201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0" name="Straight Connector 449">
              <a:extLst>
                <a:ext uri="{FF2B5EF4-FFF2-40B4-BE49-F238E27FC236}">
                  <a16:creationId xmlns:a16="http://schemas.microsoft.com/office/drawing/2014/main" id="{98038A3D-EEC4-5C36-8448-A50E4A7CE3D7}"/>
                </a:ext>
              </a:extLst>
            </p:cNvPr>
            <p:cNvCxnSpPr>
              <a:cxnSpLocks/>
            </p:cNvCxnSpPr>
            <p:nvPr/>
          </p:nvCxnSpPr>
          <p:spPr>
            <a:xfrm>
              <a:off x="2974181" y="3857625"/>
              <a:ext cx="148842" cy="7143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1" name="Straight Connector 450">
              <a:extLst>
                <a:ext uri="{FF2B5EF4-FFF2-40B4-BE49-F238E27FC236}">
                  <a16:creationId xmlns:a16="http://schemas.microsoft.com/office/drawing/2014/main" id="{5334DF6F-6AA5-D36E-A1A3-AB99C9036673}"/>
                </a:ext>
              </a:extLst>
            </p:cNvPr>
            <p:cNvCxnSpPr>
              <a:cxnSpLocks/>
            </p:cNvCxnSpPr>
            <p:nvPr/>
          </p:nvCxnSpPr>
          <p:spPr>
            <a:xfrm>
              <a:off x="3131344" y="3929063"/>
              <a:ext cx="0" cy="497681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2" name="Straight Connector 451">
              <a:extLst>
                <a:ext uri="{FF2B5EF4-FFF2-40B4-BE49-F238E27FC236}">
                  <a16:creationId xmlns:a16="http://schemas.microsoft.com/office/drawing/2014/main" id="{676A7730-6BD4-E9FC-CC4C-C1F39E3A264F}"/>
                </a:ext>
              </a:extLst>
            </p:cNvPr>
            <p:cNvCxnSpPr>
              <a:cxnSpLocks/>
            </p:cNvCxnSpPr>
            <p:nvPr/>
          </p:nvCxnSpPr>
          <p:spPr>
            <a:xfrm>
              <a:off x="3131344" y="4426744"/>
              <a:ext cx="482216" cy="203201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3" name="Straight Connector 452">
              <a:extLst>
                <a:ext uri="{FF2B5EF4-FFF2-40B4-BE49-F238E27FC236}">
                  <a16:creationId xmlns:a16="http://schemas.microsoft.com/office/drawing/2014/main" id="{0AD05DF8-F893-139B-5C4B-07E4C494F8D3}"/>
                </a:ext>
              </a:extLst>
            </p:cNvPr>
            <p:cNvCxnSpPr>
              <a:cxnSpLocks/>
            </p:cNvCxnSpPr>
            <p:nvPr/>
          </p:nvCxnSpPr>
          <p:spPr>
            <a:xfrm>
              <a:off x="3613560" y="4629945"/>
              <a:ext cx="0" cy="359231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4" name="Straight Connector 453">
              <a:extLst>
                <a:ext uri="{FF2B5EF4-FFF2-40B4-BE49-F238E27FC236}">
                  <a16:creationId xmlns:a16="http://schemas.microsoft.com/office/drawing/2014/main" id="{8670A7DE-A418-040D-CC06-7757361FF640}"/>
                </a:ext>
              </a:extLst>
            </p:cNvPr>
            <p:cNvCxnSpPr>
              <a:cxnSpLocks/>
            </p:cNvCxnSpPr>
            <p:nvPr/>
          </p:nvCxnSpPr>
          <p:spPr>
            <a:xfrm>
              <a:off x="3615988" y="4989176"/>
              <a:ext cx="470237" cy="19004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5" name="Straight Connector 454">
              <a:extLst>
                <a:ext uri="{FF2B5EF4-FFF2-40B4-BE49-F238E27FC236}">
                  <a16:creationId xmlns:a16="http://schemas.microsoft.com/office/drawing/2014/main" id="{9D8E4E72-CC51-DD66-C516-7A194E88E933}"/>
                </a:ext>
              </a:extLst>
            </p:cNvPr>
            <p:cNvCxnSpPr>
              <a:cxnSpLocks/>
            </p:cNvCxnSpPr>
            <p:nvPr/>
          </p:nvCxnSpPr>
          <p:spPr>
            <a:xfrm>
              <a:off x="4091014" y="5185571"/>
              <a:ext cx="0" cy="117472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6" name="Straight Connector 455">
              <a:extLst>
                <a:ext uri="{FF2B5EF4-FFF2-40B4-BE49-F238E27FC236}">
                  <a16:creationId xmlns:a16="http://schemas.microsoft.com/office/drawing/2014/main" id="{EDEFD765-C928-E5C4-8E70-A435CC174D9E}"/>
                </a:ext>
              </a:extLst>
            </p:cNvPr>
            <p:cNvCxnSpPr>
              <a:cxnSpLocks/>
            </p:cNvCxnSpPr>
            <p:nvPr/>
          </p:nvCxnSpPr>
          <p:spPr>
            <a:xfrm>
              <a:off x="4095750" y="5305425"/>
              <a:ext cx="321495" cy="138112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7" name="Straight Connector 456">
              <a:extLst>
                <a:ext uri="{FF2B5EF4-FFF2-40B4-BE49-F238E27FC236}">
                  <a16:creationId xmlns:a16="http://schemas.microsoft.com/office/drawing/2014/main" id="{C651BD99-5108-3BB1-3349-96A0EE2F0A9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17245" y="5372100"/>
              <a:ext cx="157554" cy="71437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8" name="Straight Connector 457">
              <a:extLst>
                <a:ext uri="{FF2B5EF4-FFF2-40B4-BE49-F238E27FC236}">
                  <a16:creationId xmlns:a16="http://schemas.microsoft.com/office/drawing/2014/main" id="{395CEE93-8E80-8D3B-7B9A-92DAB52B48F4}"/>
                </a:ext>
              </a:extLst>
            </p:cNvPr>
            <p:cNvCxnSpPr>
              <a:cxnSpLocks/>
            </p:cNvCxnSpPr>
            <p:nvPr/>
          </p:nvCxnSpPr>
          <p:spPr>
            <a:xfrm>
              <a:off x="4574799" y="5384801"/>
              <a:ext cx="0" cy="23256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9" name="Straight Connector 458">
              <a:extLst>
                <a:ext uri="{FF2B5EF4-FFF2-40B4-BE49-F238E27FC236}">
                  <a16:creationId xmlns:a16="http://schemas.microsoft.com/office/drawing/2014/main" id="{6CE16166-92A1-2392-6C79-9F5F8203B057}"/>
                </a:ext>
              </a:extLst>
            </p:cNvPr>
            <p:cNvCxnSpPr>
              <a:cxnSpLocks/>
            </p:cNvCxnSpPr>
            <p:nvPr/>
          </p:nvCxnSpPr>
          <p:spPr>
            <a:xfrm>
              <a:off x="4576442" y="5606763"/>
              <a:ext cx="640877" cy="26301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0" name="Straight Connector 459">
              <a:extLst>
                <a:ext uri="{FF2B5EF4-FFF2-40B4-BE49-F238E27FC236}">
                  <a16:creationId xmlns:a16="http://schemas.microsoft.com/office/drawing/2014/main" id="{564FCBA0-38EC-CDD3-7509-DDF314CA7E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12355" y="3521869"/>
              <a:ext cx="0" cy="20399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0607620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3000" r="-3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05C852-6BB0-71D4-44D6-9B966D5CD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A039A49F-8B61-D1F0-0D61-7254CFF99890}"/>
              </a:ext>
            </a:extLst>
          </p:cNvPr>
          <p:cNvGrpSpPr/>
          <p:nvPr/>
        </p:nvGrpSpPr>
        <p:grpSpPr>
          <a:xfrm>
            <a:off x="5541913" y="915674"/>
            <a:ext cx="967680" cy="260664"/>
            <a:chOff x="5541913" y="915674"/>
            <a:chExt cx="967680" cy="260664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43C3F615-7F10-28ED-26C2-B5C7BC9CB92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43650" y="1111172"/>
              <a:ext cx="165943" cy="6516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6B1D2B1E-65A9-3CA9-0028-3C770FC37D62}"/>
                </a:ext>
              </a:extLst>
            </p:cNvPr>
            <p:cNvCxnSpPr>
              <a:cxnSpLocks/>
            </p:cNvCxnSpPr>
            <p:nvPr/>
          </p:nvCxnSpPr>
          <p:spPr>
            <a:xfrm>
              <a:off x="5707856" y="915674"/>
              <a:ext cx="635794" cy="26066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7B3ECB02-7899-2B23-B607-0B8136B24A7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41913" y="915674"/>
              <a:ext cx="165943" cy="6516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E9169E54-E948-6C03-289D-F7EA4CBD1610}"/>
              </a:ext>
            </a:extLst>
          </p:cNvPr>
          <p:cNvGrpSpPr/>
          <p:nvPr/>
        </p:nvGrpSpPr>
        <p:grpSpPr>
          <a:xfrm>
            <a:off x="3123023" y="980840"/>
            <a:ext cx="4346958" cy="4323651"/>
            <a:chOff x="3123023" y="980840"/>
            <a:chExt cx="4346958" cy="4323651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167E66D2-BC67-23BE-C90E-359FE09A0E7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74799" y="1271130"/>
              <a:ext cx="0" cy="88564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0214B851-8E23-49B7-6DA2-83A6939FE6C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60056" y="2121694"/>
              <a:ext cx="0" cy="359569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DF9E8720-698F-E0EC-58D7-EC9D063F3D1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94768" y="2469356"/>
              <a:ext cx="162906" cy="8096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E6C73C21-7E44-4387-8ADE-B6276F86E028}"/>
                </a:ext>
              </a:extLst>
            </p:cNvPr>
            <p:cNvCxnSpPr>
              <a:cxnSpLocks/>
            </p:cNvCxnSpPr>
            <p:nvPr/>
          </p:nvCxnSpPr>
          <p:spPr>
            <a:xfrm>
              <a:off x="3123023" y="2932509"/>
              <a:ext cx="645332" cy="251282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C912203E-EB8B-1E96-3C30-AC06EADDD0F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23023" y="2814638"/>
              <a:ext cx="0" cy="117871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AB63888D-8E8C-146B-5F62-EC1E05CB50A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71926" y="3312914"/>
              <a:ext cx="0" cy="117871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0C31C4EA-D084-7AE0-DF70-5C49021BBF7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13560" y="3434824"/>
              <a:ext cx="153604" cy="79901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634D42E5-79C8-F6DD-6880-BEDEC5099C1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926853" y="3489265"/>
              <a:ext cx="333203" cy="137379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E4B87564-8482-3D60-3549-53F3705EDAB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60082" y="3420209"/>
              <a:ext cx="483368" cy="20643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7B5AF64D-EE9C-586F-0154-9E42953A024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43450" y="3414539"/>
              <a:ext cx="964406" cy="39619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0C94B66A-A4DE-C9DD-4D3C-59C7C5A22A5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07856" y="3489265"/>
              <a:ext cx="801737" cy="32271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21F5D33D-ABF7-3FA4-4885-78581DD96A98}"/>
                </a:ext>
              </a:extLst>
            </p:cNvPr>
            <p:cNvCxnSpPr>
              <a:cxnSpLocks/>
            </p:cNvCxnSpPr>
            <p:nvPr/>
          </p:nvCxnSpPr>
          <p:spPr>
            <a:xfrm>
              <a:off x="6502450" y="3236119"/>
              <a:ext cx="0" cy="253146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1667917C-3A1E-E68D-09DD-AE643F0B26C7}"/>
                </a:ext>
              </a:extLst>
            </p:cNvPr>
            <p:cNvCxnSpPr>
              <a:cxnSpLocks/>
            </p:cNvCxnSpPr>
            <p:nvPr/>
          </p:nvCxnSpPr>
          <p:spPr>
            <a:xfrm>
              <a:off x="6506468" y="3599289"/>
              <a:ext cx="0" cy="253146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86AD612B-3BC7-B97C-277D-4C63DBB5BA4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09593" y="3860373"/>
              <a:ext cx="641301" cy="25919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61CF3144-78A8-5FED-1A35-A673D8E716D1}"/>
                </a:ext>
              </a:extLst>
            </p:cNvPr>
            <p:cNvCxnSpPr>
              <a:cxnSpLocks/>
            </p:cNvCxnSpPr>
            <p:nvPr/>
          </p:nvCxnSpPr>
          <p:spPr>
            <a:xfrm>
              <a:off x="7149406" y="4119563"/>
              <a:ext cx="0" cy="109537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33A4C00E-E511-A223-2F7B-64671E1D3F4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49406" y="4229100"/>
              <a:ext cx="320575" cy="14965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B60BE6DC-5E03-B8B6-11C1-1F8C15F335E5}"/>
                </a:ext>
              </a:extLst>
            </p:cNvPr>
            <p:cNvCxnSpPr>
              <a:cxnSpLocks/>
            </p:cNvCxnSpPr>
            <p:nvPr/>
          </p:nvCxnSpPr>
          <p:spPr>
            <a:xfrm>
              <a:off x="7468493" y="4383882"/>
              <a:ext cx="0" cy="109537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049DAF9E-4FD3-A883-DFB2-C2A38FCE423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1725" y="3929063"/>
              <a:ext cx="155675" cy="6090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20DEABD3-2913-F563-14D7-4F7A0039FCAD}"/>
                </a:ext>
              </a:extLst>
            </p:cNvPr>
            <p:cNvCxnSpPr>
              <a:cxnSpLocks/>
            </p:cNvCxnSpPr>
            <p:nvPr/>
          </p:nvCxnSpPr>
          <p:spPr>
            <a:xfrm>
              <a:off x="6181725" y="3989968"/>
              <a:ext cx="0" cy="99920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F6B1AAF6-B8ED-E872-41FD-CE447FDA951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81725" y="4984414"/>
              <a:ext cx="154827" cy="7733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A8E735F0-5ADF-BB73-A855-15AB847AB914}"/>
                </a:ext>
              </a:extLst>
            </p:cNvPr>
            <p:cNvCxnSpPr>
              <a:cxnSpLocks/>
            </p:cNvCxnSpPr>
            <p:nvPr/>
          </p:nvCxnSpPr>
          <p:spPr>
            <a:xfrm>
              <a:off x="6341314" y="5072063"/>
              <a:ext cx="0" cy="23242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5E7490B4-3985-BFC3-A7D1-4AFB8B2081E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613560" y="980840"/>
              <a:ext cx="70234" cy="31191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19A78EE8-8E4C-8705-1D54-2AAB080B49E9}"/>
              </a:ext>
            </a:extLst>
          </p:cNvPr>
          <p:cNvGrpSpPr/>
          <p:nvPr/>
        </p:nvGrpSpPr>
        <p:grpSpPr>
          <a:xfrm>
            <a:off x="2974181" y="983735"/>
            <a:ext cx="2567732" cy="4886046"/>
            <a:chOff x="2974181" y="983735"/>
            <a:chExt cx="2567732" cy="4886046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AD92E9F5-D0BA-18F3-5EE1-C3A15B586F3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83906" y="983735"/>
              <a:ext cx="958007" cy="37119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6285DCCB-7B8B-1EDB-B8C4-9B8C04C7442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094768" y="2677437"/>
              <a:ext cx="162906" cy="6814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307B2D5C-3D4B-31DA-073C-07D1F8F0539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252665" y="2745581"/>
              <a:ext cx="5009" cy="6286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ED568CE6-5029-44FB-A43E-1CB745641BC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931862" y="3117969"/>
              <a:ext cx="320803" cy="1181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6425EEE6-5366-D6F9-7C5F-EC5A11B362B4}"/>
                </a:ext>
              </a:extLst>
            </p:cNvPr>
            <p:cNvCxnSpPr>
              <a:cxnSpLocks/>
            </p:cNvCxnSpPr>
            <p:nvPr/>
          </p:nvCxnSpPr>
          <p:spPr>
            <a:xfrm>
              <a:off x="3613560" y="3612636"/>
              <a:ext cx="0" cy="11322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B8A24511-36B1-3637-4CCF-6838BF0C16B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31344" y="3725862"/>
              <a:ext cx="482216" cy="20320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B96B8EB3-2FAA-DFE8-99B3-CF79C64B393E}"/>
                </a:ext>
              </a:extLst>
            </p:cNvPr>
            <p:cNvCxnSpPr>
              <a:cxnSpLocks/>
            </p:cNvCxnSpPr>
            <p:nvPr/>
          </p:nvCxnSpPr>
          <p:spPr>
            <a:xfrm>
              <a:off x="2974181" y="3857625"/>
              <a:ext cx="148842" cy="7143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8FFF64A2-DA97-DAE7-3168-67D56F23451E}"/>
                </a:ext>
              </a:extLst>
            </p:cNvPr>
            <p:cNvCxnSpPr>
              <a:cxnSpLocks/>
            </p:cNvCxnSpPr>
            <p:nvPr/>
          </p:nvCxnSpPr>
          <p:spPr>
            <a:xfrm>
              <a:off x="3131344" y="3929063"/>
              <a:ext cx="0" cy="49768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0A459285-CD8B-2008-E1FC-72D6FB140AF7}"/>
                </a:ext>
              </a:extLst>
            </p:cNvPr>
            <p:cNvCxnSpPr>
              <a:cxnSpLocks/>
            </p:cNvCxnSpPr>
            <p:nvPr/>
          </p:nvCxnSpPr>
          <p:spPr>
            <a:xfrm>
              <a:off x="3131344" y="4426744"/>
              <a:ext cx="482216" cy="20320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78732305-2E6C-84D4-17B2-B2CF54D7180F}"/>
                </a:ext>
              </a:extLst>
            </p:cNvPr>
            <p:cNvCxnSpPr>
              <a:cxnSpLocks/>
            </p:cNvCxnSpPr>
            <p:nvPr/>
          </p:nvCxnSpPr>
          <p:spPr>
            <a:xfrm>
              <a:off x="3613560" y="4629945"/>
              <a:ext cx="0" cy="35923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25B8D9C4-20C9-884C-80B1-E81CA64BC5D8}"/>
                </a:ext>
              </a:extLst>
            </p:cNvPr>
            <p:cNvCxnSpPr>
              <a:cxnSpLocks/>
            </p:cNvCxnSpPr>
            <p:nvPr/>
          </p:nvCxnSpPr>
          <p:spPr>
            <a:xfrm>
              <a:off x="3615988" y="4989176"/>
              <a:ext cx="152400" cy="7733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148D957C-BF75-61F0-C2E7-DF3B890A8679}"/>
                </a:ext>
              </a:extLst>
            </p:cNvPr>
            <p:cNvCxnSpPr>
              <a:cxnSpLocks/>
            </p:cNvCxnSpPr>
            <p:nvPr/>
          </p:nvCxnSpPr>
          <p:spPr>
            <a:xfrm>
              <a:off x="3767164" y="5066509"/>
              <a:ext cx="0" cy="11747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AEFAAC31-3542-35C1-2CFA-E995670051F6}"/>
                </a:ext>
              </a:extLst>
            </p:cNvPr>
            <p:cNvCxnSpPr>
              <a:cxnSpLocks/>
            </p:cNvCxnSpPr>
            <p:nvPr/>
          </p:nvCxnSpPr>
          <p:spPr>
            <a:xfrm>
              <a:off x="3760067" y="5170207"/>
              <a:ext cx="657178" cy="27333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9FF12E06-8DF4-3B21-EA71-20FE16CDEAF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17245" y="5372100"/>
              <a:ext cx="157554" cy="7143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6B8D85B1-1820-3649-52FD-FCCBACB35DD2}"/>
                </a:ext>
              </a:extLst>
            </p:cNvPr>
            <p:cNvCxnSpPr>
              <a:cxnSpLocks/>
            </p:cNvCxnSpPr>
            <p:nvPr/>
          </p:nvCxnSpPr>
          <p:spPr>
            <a:xfrm>
              <a:off x="4574799" y="5384801"/>
              <a:ext cx="0" cy="23256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60059EA3-172A-69B0-B6BA-73324249A778}"/>
                </a:ext>
              </a:extLst>
            </p:cNvPr>
            <p:cNvCxnSpPr>
              <a:cxnSpLocks/>
            </p:cNvCxnSpPr>
            <p:nvPr/>
          </p:nvCxnSpPr>
          <p:spPr>
            <a:xfrm>
              <a:off x="4576442" y="5606763"/>
              <a:ext cx="640877" cy="26301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07E3FDAC-CCA4-8FAF-D7B8-B114366B17A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774281" y="1045369"/>
              <a:ext cx="795338" cy="30956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C54F73B8-C458-A75F-6099-D005F2311CA3}"/>
              </a:ext>
            </a:extLst>
          </p:cNvPr>
          <p:cNvGrpSpPr/>
          <p:nvPr/>
        </p:nvGrpSpPr>
        <p:grpSpPr>
          <a:xfrm>
            <a:off x="1995201" y="4174331"/>
            <a:ext cx="7399574" cy="2767013"/>
            <a:chOff x="1995201" y="4174331"/>
            <a:chExt cx="7399574" cy="2767013"/>
          </a:xfrm>
        </p:grpSpPr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72B68C34-6FD7-4633-D999-DC46580B34E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74799" y="5931693"/>
              <a:ext cx="472059" cy="19050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8D43D1DD-2CEA-8FEA-3B2C-A843A4E1E08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088656" y="5925063"/>
              <a:ext cx="505765" cy="19713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C1FB72C7-43F2-8592-796E-A58A88B449F6}"/>
                </a:ext>
              </a:extLst>
            </p:cNvPr>
            <p:cNvCxnSpPr>
              <a:cxnSpLocks/>
            </p:cNvCxnSpPr>
            <p:nvPr/>
          </p:nvCxnSpPr>
          <p:spPr>
            <a:xfrm>
              <a:off x="4088656" y="5805487"/>
              <a:ext cx="0" cy="12620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328813F6-0419-70D4-A8A3-8D2763B84E9A}"/>
                </a:ext>
              </a:extLst>
            </p:cNvPr>
            <p:cNvCxnSpPr>
              <a:cxnSpLocks/>
            </p:cNvCxnSpPr>
            <p:nvPr/>
          </p:nvCxnSpPr>
          <p:spPr>
            <a:xfrm>
              <a:off x="3926853" y="5738272"/>
              <a:ext cx="161803" cy="6310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867AACB8-E3A2-5900-551F-B4014EA90B3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67164" y="5738272"/>
              <a:ext cx="159689" cy="6310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7132B64A-2590-6E6D-ECD0-E72E81ED96F6}"/>
                </a:ext>
              </a:extLst>
            </p:cNvPr>
            <p:cNvCxnSpPr>
              <a:cxnSpLocks/>
            </p:cNvCxnSpPr>
            <p:nvPr/>
          </p:nvCxnSpPr>
          <p:spPr>
            <a:xfrm>
              <a:off x="3767164" y="5805487"/>
              <a:ext cx="161803" cy="6310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B0B9EA61-6F1A-2D38-6613-6DA3F16722C7}"/>
                </a:ext>
              </a:extLst>
            </p:cNvPr>
            <p:cNvCxnSpPr>
              <a:cxnSpLocks/>
            </p:cNvCxnSpPr>
            <p:nvPr/>
          </p:nvCxnSpPr>
          <p:spPr>
            <a:xfrm>
              <a:off x="3936377" y="5861960"/>
              <a:ext cx="0" cy="12620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020AF1EC-4BFA-AF75-625A-0B34FFDCE266}"/>
                </a:ext>
              </a:extLst>
            </p:cNvPr>
            <p:cNvCxnSpPr>
              <a:cxnSpLocks/>
            </p:cNvCxnSpPr>
            <p:nvPr/>
          </p:nvCxnSpPr>
          <p:spPr>
            <a:xfrm>
              <a:off x="3929233" y="5990547"/>
              <a:ext cx="161803" cy="6310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291E54A9-A06E-4BDF-DEA3-91CF2FCB84BD}"/>
                </a:ext>
              </a:extLst>
            </p:cNvPr>
            <p:cNvCxnSpPr>
              <a:cxnSpLocks/>
            </p:cNvCxnSpPr>
            <p:nvPr/>
          </p:nvCxnSpPr>
          <p:spPr>
            <a:xfrm>
              <a:off x="4088656" y="6053650"/>
              <a:ext cx="0" cy="2495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68791C16-3357-26C2-21A7-5B1CBE783ECE}"/>
                </a:ext>
              </a:extLst>
            </p:cNvPr>
            <p:cNvCxnSpPr>
              <a:cxnSpLocks/>
            </p:cNvCxnSpPr>
            <p:nvPr/>
          </p:nvCxnSpPr>
          <p:spPr>
            <a:xfrm>
              <a:off x="2974181" y="6493669"/>
              <a:ext cx="318966" cy="12685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1DEE00E-F83C-C477-E372-034CF6F056F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14492" y="6493994"/>
              <a:ext cx="159689" cy="6310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EB72DB5B-D234-CC22-B5AF-0BD021AE5263}"/>
                </a:ext>
              </a:extLst>
            </p:cNvPr>
            <p:cNvCxnSpPr>
              <a:cxnSpLocks/>
            </p:cNvCxnSpPr>
            <p:nvPr/>
          </p:nvCxnSpPr>
          <p:spPr>
            <a:xfrm>
              <a:off x="2655094" y="6493669"/>
              <a:ext cx="159398" cy="6375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Connector 149">
              <a:extLst>
                <a:ext uri="{FF2B5EF4-FFF2-40B4-BE49-F238E27FC236}">
                  <a16:creationId xmlns:a16="http://schemas.microsoft.com/office/drawing/2014/main" id="{215B7E82-AB5E-BF59-C84E-43A5A569CE7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95405" y="6496970"/>
              <a:ext cx="159689" cy="6310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150">
              <a:extLst>
                <a:ext uri="{FF2B5EF4-FFF2-40B4-BE49-F238E27FC236}">
                  <a16:creationId xmlns:a16="http://schemas.microsoft.com/office/drawing/2014/main" id="{803F8C37-EA37-84E6-E5D7-31781ADBB110}"/>
                </a:ext>
              </a:extLst>
            </p:cNvPr>
            <p:cNvCxnSpPr>
              <a:cxnSpLocks/>
            </p:cNvCxnSpPr>
            <p:nvPr/>
          </p:nvCxnSpPr>
          <p:spPr>
            <a:xfrm>
              <a:off x="1997869" y="6372225"/>
              <a:ext cx="497536" cy="18519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152">
              <a:extLst>
                <a:ext uri="{FF2B5EF4-FFF2-40B4-BE49-F238E27FC236}">
                  <a16:creationId xmlns:a16="http://schemas.microsoft.com/office/drawing/2014/main" id="{2FEAAF5E-2D9C-83D5-6133-4676E1317B6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97871" y="6306470"/>
              <a:ext cx="159689" cy="6310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Connector 153">
              <a:extLst>
                <a:ext uri="{FF2B5EF4-FFF2-40B4-BE49-F238E27FC236}">
                  <a16:creationId xmlns:a16="http://schemas.microsoft.com/office/drawing/2014/main" id="{424C12A6-2F46-7C5B-F826-D60DF6137CD6}"/>
                </a:ext>
              </a:extLst>
            </p:cNvPr>
            <p:cNvCxnSpPr>
              <a:cxnSpLocks/>
            </p:cNvCxnSpPr>
            <p:nvPr/>
          </p:nvCxnSpPr>
          <p:spPr>
            <a:xfrm>
              <a:off x="1995492" y="6241391"/>
              <a:ext cx="159398" cy="6375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154">
              <a:extLst>
                <a:ext uri="{FF2B5EF4-FFF2-40B4-BE49-F238E27FC236}">
                  <a16:creationId xmlns:a16="http://schemas.microsoft.com/office/drawing/2014/main" id="{B3EBB23A-2DE1-F393-0113-2F349434C4DA}"/>
                </a:ext>
              </a:extLst>
            </p:cNvPr>
            <p:cNvCxnSpPr>
              <a:cxnSpLocks/>
            </p:cNvCxnSpPr>
            <p:nvPr/>
          </p:nvCxnSpPr>
          <p:spPr>
            <a:xfrm>
              <a:off x="1999965" y="6122194"/>
              <a:ext cx="0" cy="11787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156">
              <a:extLst>
                <a:ext uri="{FF2B5EF4-FFF2-40B4-BE49-F238E27FC236}">
                  <a16:creationId xmlns:a16="http://schemas.microsoft.com/office/drawing/2014/main" id="{7416A1BC-5CAD-A1AA-DA80-6ED20078461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95201" y="6054725"/>
              <a:ext cx="176499" cy="7155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traight Connector 158">
              <a:extLst>
                <a:ext uri="{FF2B5EF4-FFF2-40B4-BE49-F238E27FC236}">
                  <a16:creationId xmlns:a16="http://schemas.microsoft.com/office/drawing/2014/main" id="{9864578C-73C0-ABDA-44C8-F34A5E55701C}"/>
                </a:ext>
              </a:extLst>
            </p:cNvPr>
            <p:cNvCxnSpPr>
              <a:cxnSpLocks/>
            </p:cNvCxnSpPr>
            <p:nvPr/>
          </p:nvCxnSpPr>
          <p:spPr>
            <a:xfrm>
              <a:off x="2177905" y="6056825"/>
              <a:ext cx="146195" cy="645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Connector 160">
              <a:extLst>
                <a:ext uri="{FF2B5EF4-FFF2-40B4-BE49-F238E27FC236}">
                  <a16:creationId xmlns:a16="http://schemas.microsoft.com/office/drawing/2014/main" id="{0F735104-5794-2234-9E6A-D0D16812BB5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09875" y="5995988"/>
              <a:ext cx="162002" cy="619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Straight Connector 161">
              <a:extLst>
                <a:ext uri="{FF2B5EF4-FFF2-40B4-BE49-F238E27FC236}">
                  <a16:creationId xmlns:a16="http://schemas.microsoft.com/office/drawing/2014/main" id="{96C8E8EC-59AE-3FA5-8FBB-34F1BB3A133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74799" y="4681199"/>
              <a:ext cx="159689" cy="6310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162">
              <a:extLst>
                <a:ext uri="{FF2B5EF4-FFF2-40B4-BE49-F238E27FC236}">
                  <a16:creationId xmlns:a16="http://schemas.microsoft.com/office/drawing/2014/main" id="{66691986-DB40-FDA5-872B-29EB9C79FEE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30983" y="4426744"/>
              <a:ext cx="1074" cy="25045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>
              <a:extLst>
                <a:ext uri="{FF2B5EF4-FFF2-40B4-BE49-F238E27FC236}">
                  <a16:creationId xmlns:a16="http://schemas.microsoft.com/office/drawing/2014/main" id="{D4FB0967-CA38-EBF2-40C8-F4D9E3B8DF1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574799" y="4365571"/>
              <a:ext cx="159689" cy="6049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>
              <a:extLst>
                <a:ext uri="{FF2B5EF4-FFF2-40B4-BE49-F238E27FC236}">
                  <a16:creationId xmlns:a16="http://schemas.microsoft.com/office/drawing/2014/main" id="{95972D40-5DED-E8CF-F54D-D1CAF75F0EAA}"/>
                </a:ext>
              </a:extLst>
            </p:cNvPr>
            <p:cNvCxnSpPr>
              <a:cxnSpLocks/>
            </p:cNvCxnSpPr>
            <p:nvPr/>
          </p:nvCxnSpPr>
          <p:spPr>
            <a:xfrm>
              <a:off x="4573312" y="4242074"/>
              <a:ext cx="2944" cy="13984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>
              <a:extLst>
                <a:ext uri="{FF2B5EF4-FFF2-40B4-BE49-F238E27FC236}">
                  <a16:creationId xmlns:a16="http://schemas.microsoft.com/office/drawing/2014/main" id="{D6CEDD16-C2FD-2465-EBB3-296C4F27328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83761" y="4178631"/>
              <a:ext cx="159689" cy="6310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2D49B43D-EB83-2569-A3C4-E2398C9A1658}"/>
                </a:ext>
              </a:extLst>
            </p:cNvPr>
            <p:cNvCxnSpPr>
              <a:cxnSpLocks/>
            </p:cNvCxnSpPr>
            <p:nvPr/>
          </p:nvCxnSpPr>
          <p:spPr>
            <a:xfrm>
              <a:off x="4737634" y="4174331"/>
              <a:ext cx="2944" cy="13984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170">
              <a:extLst>
                <a:ext uri="{FF2B5EF4-FFF2-40B4-BE49-F238E27FC236}">
                  <a16:creationId xmlns:a16="http://schemas.microsoft.com/office/drawing/2014/main" id="{9EB7659F-024F-CB71-A11D-8A842CEDD2A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42267" y="4307686"/>
              <a:ext cx="159689" cy="6049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DB3AFDC5-0A61-FED4-0059-B63E6AE5AED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92818" y="4364345"/>
              <a:ext cx="1074" cy="25045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7A6B7F57-A814-D20F-EA63-25BC66AD8E6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98136" y="4551695"/>
              <a:ext cx="159689" cy="6310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2939DB93-D1CC-548C-690B-2AF172CD8319}"/>
                </a:ext>
              </a:extLst>
            </p:cNvPr>
            <p:cNvCxnSpPr>
              <a:cxnSpLocks/>
            </p:cNvCxnSpPr>
            <p:nvPr/>
          </p:nvCxnSpPr>
          <p:spPr>
            <a:xfrm>
              <a:off x="5057233" y="4551695"/>
              <a:ext cx="0" cy="1215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E382D80D-8D99-7876-DBFE-3EF29A6F6D4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56207" y="4677197"/>
              <a:ext cx="159689" cy="6049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061CCF53-54CE-CA3E-FC41-5A87FB70B4DB}"/>
                </a:ext>
              </a:extLst>
            </p:cNvPr>
            <p:cNvCxnSpPr>
              <a:cxnSpLocks/>
            </p:cNvCxnSpPr>
            <p:nvPr/>
          </p:nvCxnSpPr>
          <p:spPr>
            <a:xfrm>
              <a:off x="5215354" y="4737690"/>
              <a:ext cx="0" cy="1215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D0933799-8364-B75C-F72E-CEB024A8148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214045" y="4863755"/>
              <a:ext cx="167262" cy="7899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Straight Connector 178">
              <a:extLst>
                <a:ext uri="{FF2B5EF4-FFF2-40B4-BE49-F238E27FC236}">
                  <a16:creationId xmlns:a16="http://schemas.microsoft.com/office/drawing/2014/main" id="{C27989AB-6C2F-2ADF-1747-87C8E9333980}"/>
                </a:ext>
              </a:extLst>
            </p:cNvPr>
            <p:cNvCxnSpPr>
              <a:cxnSpLocks/>
            </p:cNvCxnSpPr>
            <p:nvPr/>
          </p:nvCxnSpPr>
          <p:spPr>
            <a:xfrm>
              <a:off x="5373734" y="4930807"/>
              <a:ext cx="0" cy="1215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Straight Connector 179">
              <a:extLst>
                <a:ext uri="{FF2B5EF4-FFF2-40B4-BE49-F238E27FC236}">
                  <a16:creationId xmlns:a16="http://schemas.microsoft.com/office/drawing/2014/main" id="{1F423EA3-E7AC-FBC4-F0FC-A71DEF4055E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374792" y="5054604"/>
              <a:ext cx="159689" cy="6049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Straight Connector 181">
              <a:extLst>
                <a:ext uri="{FF2B5EF4-FFF2-40B4-BE49-F238E27FC236}">
                  <a16:creationId xmlns:a16="http://schemas.microsoft.com/office/drawing/2014/main" id="{655D50F4-E40E-4DB2-C865-B632F242768B}"/>
                </a:ext>
              </a:extLst>
            </p:cNvPr>
            <p:cNvCxnSpPr>
              <a:cxnSpLocks/>
            </p:cNvCxnSpPr>
            <p:nvPr/>
          </p:nvCxnSpPr>
          <p:spPr>
            <a:xfrm>
              <a:off x="5541913" y="5109457"/>
              <a:ext cx="0" cy="1215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Straight Connector 182">
              <a:extLst>
                <a:ext uri="{FF2B5EF4-FFF2-40B4-BE49-F238E27FC236}">
                  <a16:creationId xmlns:a16="http://schemas.microsoft.com/office/drawing/2014/main" id="{177B00BE-0B81-F182-A076-1852C19AA66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543860" y="5233198"/>
              <a:ext cx="163996" cy="6984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Connector 184">
              <a:extLst>
                <a:ext uri="{FF2B5EF4-FFF2-40B4-BE49-F238E27FC236}">
                  <a16:creationId xmlns:a16="http://schemas.microsoft.com/office/drawing/2014/main" id="{426522D1-14DB-0397-6F59-F533CFA36FC8}"/>
                </a:ext>
              </a:extLst>
            </p:cNvPr>
            <p:cNvCxnSpPr>
              <a:cxnSpLocks/>
            </p:cNvCxnSpPr>
            <p:nvPr/>
          </p:nvCxnSpPr>
          <p:spPr>
            <a:xfrm>
              <a:off x="5701457" y="5299957"/>
              <a:ext cx="0" cy="1215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57544E95-3BCF-4A80-91DD-A42EA610B63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96260" y="5418936"/>
              <a:ext cx="161615" cy="7937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Straight Connector 187">
              <a:extLst>
                <a:ext uri="{FF2B5EF4-FFF2-40B4-BE49-F238E27FC236}">
                  <a16:creationId xmlns:a16="http://schemas.microsoft.com/office/drawing/2014/main" id="{4B11A683-4B10-1D7B-084F-BCEB00FAC9FD}"/>
                </a:ext>
              </a:extLst>
            </p:cNvPr>
            <p:cNvCxnSpPr>
              <a:cxnSpLocks/>
            </p:cNvCxnSpPr>
            <p:nvPr/>
          </p:nvCxnSpPr>
          <p:spPr>
            <a:xfrm>
              <a:off x="5863382" y="5492839"/>
              <a:ext cx="0" cy="1215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188">
              <a:extLst>
                <a:ext uri="{FF2B5EF4-FFF2-40B4-BE49-F238E27FC236}">
                  <a16:creationId xmlns:a16="http://schemas.microsoft.com/office/drawing/2014/main" id="{5C9AEEA7-817D-BF55-8B37-54FEFF4750F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865329" y="5611817"/>
              <a:ext cx="323540" cy="13890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Connector 190">
              <a:extLst>
                <a:ext uri="{FF2B5EF4-FFF2-40B4-BE49-F238E27FC236}">
                  <a16:creationId xmlns:a16="http://schemas.microsoft.com/office/drawing/2014/main" id="{9D6C5E77-44ED-5A80-8B24-5CD1293A8CA2}"/>
                </a:ext>
              </a:extLst>
            </p:cNvPr>
            <p:cNvCxnSpPr>
              <a:cxnSpLocks/>
            </p:cNvCxnSpPr>
            <p:nvPr/>
          </p:nvCxnSpPr>
          <p:spPr>
            <a:xfrm>
              <a:off x="6182470" y="5745251"/>
              <a:ext cx="0" cy="38170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Straight Connector 193">
              <a:extLst>
                <a:ext uri="{FF2B5EF4-FFF2-40B4-BE49-F238E27FC236}">
                  <a16:creationId xmlns:a16="http://schemas.microsoft.com/office/drawing/2014/main" id="{9E505375-9266-2AC6-DD30-C877C2C3109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79654" y="6119023"/>
              <a:ext cx="647390" cy="25320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Straight Connector 195">
              <a:extLst>
                <a:ext uri="{FF2B5EF4-FFF2-40B4-BE49-F238E27FC236}">
                  <a16:creationId xmlns:a16="http://schemas.microsoft.com/office/drawing/2014/main" id="{EB7E4117-CF9E-0820-435A-E57500E47C50}"/>
                </a:ext>
              </a:extLst>
            </p:cNvPr>
            <p:cNvCxnSpPr>
              <a:cxnSpLocks/>
            </p:cNvCxnSpPr>
            <p:nvPr/>
          </p:nvCxnSpPr>
          <p:spPr>
            <a:xfrm>
              <a:off x="6825407" y="6376282"/>
              <a:ext cx="0" cy="50314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89C76B9E-D958-D9FF-82A0-485BCC40EEF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27354" y="6869117"/>
              <a:ext cx="147327" cy="7222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FED9B45E-36FC-1963-F734-CFB05175E302}"/>
                </a:ext>
              </a:extLst>
            </p:cNvPr>
            <p:cNvCxnSpPr>
              <a:cxnSpLocks/>
            </p:cNvCxnSpPr>
            <p:nvPr/>
          </p:nvCxnSpPr>
          <p:spPr>
            <a:xfrm>
              <a:off x="9394775" y="6624638"/>
              <a:ext cx="0" cy="25479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12A73114-7E21-7EEA-206A-2F34D13716D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37179" y="6557173"/>
              <a:ext cx="147327" cy="7222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CF5A38EF-4563-E132-B932-1AE02662F5AB}"/>
                </a:ext>
              </a:extLst>
            </p:cNvPr>
            <p:cNvCxnSpPr>
              <a:cxnSpLocks/>
            </p:cNvCxnSpPr>
            <p:nvPr/>
          </p:nvCxnSpPr>
          <p:spPr>
            <a:xfrm>
              <a:off x="9235232" y="6186488"/>
              <a:ext cx="0" cy="38338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FE637D91-A761-D393-A247-34DF2026084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079706" y="6124575"/>
              <a:ext cx="145257" cy="6429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A0698763-83F7-AFFA-C9CC-3BC204008C47}"/>
                </a:ext>
              </a:extLst>
            </p:cNvPr>
            <p:cNvCxnSpPr>
              <a:cxnSpLocks/>
            </p:cNvCxnSpPr>
            <p:nvPr/>
          </p:nvCxnSpPr>
          <p:spPr>
            <a:xfrm>
              <a:off x="9073307" y="5364956"/>
              <a:ext cx="0" cy="76914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0FEDAFA2-252F-0858-A6E6-41BC0AFFD72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950994" y="5362575"/>
              <a:ext cx="1123951" cy="44291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0263B1F1-D6F3-F078-85D6-D45D5476EA0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793831" y="5745956"/>
              <a:ext cx="157163" cy="666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D6825830-05D5-3013-3259-A104676B776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69981" y="5738813"/>
              <a:ext cx="324594" cy="13573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82CC9932-CFAD-07AB-7D67-CD05E2639AD6}"/>
                </a:ext>
              </a:extLst>
            </p:cNvPr>
            <p:cNvCxnSpPr>
              <a:cxnSpLocks/>
            </p:cNvCxnSpPr>
            <p:nvPr/>
          </p:nvCxnSpPr>
          <p:spPr>
            <a:xfrm>
              <a:off x="7473107" y="5876925"/>
              <a:ext cx="0" cy="12382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9E0B31D0-90F2-2823-DB0B-7A6950C1A3E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469981" y="5998369"/>
              <a:ext cx="157163" cy="666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5670679-B056-8043-9BE0-915A0E6C94D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30450" y="5992145"/>
              <a:ext cx="316060" cy="12925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55E85903-4B79-5801-365C-5146AC3D9458}"/>
                </a:ext>
              </a:extLst>
            </p:cNvPr>
            <p:cNvCxnSpPr>
              <a:cxnSpLocks/>
            </p:cNvCxnSpPr>
            <p:nvPr/>
          </p:nvCxnSpPr>
          <p:spPr>
            <a:xfrm>
              <a:off x="2650980" y="5993325"/>
              <a:ext cx="146195" cy="645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2" name="Group 221">
            <a:extLst>
              <a:ext uri="{FF2B5EF4-FFF2-40B4-BE49-F238E27FC236}">
                <a16:creationId xmlns:a16="http://schemas.microsoft.com/office/drawing/2014/main" id="{05009088-11CD-2648-5281-E3C4968CF51C}"/>
              </a:ext>
            </a:extLst>
          </p:cNvPr>
          <p:cNvGrpSpPr/>
          <p:nvPr/>
        </p:nvGrpSpPr>
        <p:grpSpPr>
          <a:xfrm>
            <a:off x="6022180" y="481467"/>
            <a:ext cx="3212307" cy="4835073"/>
            <a:chOff x="6010275" y="476705"/>
            <a:chExt cx="3212307" cy="4835073"/>
          </a:xfrm>
        </p:grpSpPr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6F2F138A-C658-568C-DDA9-40F7572459B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72200" y="5234445"/>
              <a:ext cx="154827" cy="7733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F7B2BFA8-C487-66A7-2A1C-15B2F88BA62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74581" y="5124450"/>
              <a:ext cx="0" cy="10999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824C118A-1E48-5889-1E67-2484ED2F355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015037" y="5046326"/>
              <a:ext cx="154827" cy="7733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6481B7E5-6C0E-9388-2700-DF40BA7E56E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10275" y="4168458"/>
              <a:ext cx="0" cy="87786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7C704C5E-585B-91B1-1539-704CB79C1F1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317773" y="4044136"/>
              <a:ext cx="175262" cy="63362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900B79EF-4597-12F8-C469-D7F9DB706FD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83985" y="4043363"/>
              <a:ext cx="165260" cy="64432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Straight Connector 230">
              <a:extLst>
                <a:ext uri="{FF2B5EF4-FFF2-40B4-BE49-F238E27FC236}">
                  <a16:creationId xmlns:a16="http://schemas.microsoft.com/office/drawing/2014/main" id="{EB6705D1-5F7C-CBDB-D223-0E21ACBE07B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58770" y="4046538"/>
              <a:ext cx="323850" cy="12700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Straight Connector 235">
              <a:extLst>
                <a:ext uri="{FF2B5EF4-FFF2-40B4-BE49-F238E27FC236}">
                  <a16:creationId xmlns:a16="http://schemas.microsoft.com/office/drawing/2014/main" id="{95CEF94B-58B0-ABBB-72A4-3EE4922CEF4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289005" y="4046200"/>
              <a:ext cx="490540" cy="190044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Connector 237">
              <a:extLst>
                <a:ext uri="{FF2B5EF4-FFF2-40B4-BE49-F238E27FC236}">
                  <a16:creationId xmlns:a16="http://schemas.microsoft.com/office/drawing/2014/main" id="{07D8CC51-BEF9-6F64-AD73-42770911C9F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779544" y="4174332"/>
              <a:ext cx="152401" cy="6236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Connector 239">
              <a:extLst>
                <a:ext uri="{FF2B5EF4-FFF2-40B4-BE49-F238E27FC236}">
                  <a16:creationId xmlns:a16="http://schemas.microsoft.com/office/drawing/2014/main" id="{FFA7F113-5A44-CD3D-F763-E6C662D43AD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929561" y="4174787"/>
              <a:ext cx="164309" cy="6622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Straight Connector 240">
              <a:extLst>
                <a:ext uri="{FF2B5EF4-FFF2-40B4-BE49-F238E27FC236}">
                  <a16:creationId xmlns:a16="http://schemas.microsoft.com/office/drawing/2014/main" id="{8A2C1121-0840-F258-4679-3E77E7FFB6C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91487" y="4048125"/>
              <a:ext cx="495301" cy="193337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Straight Connector 241">
              <a:extLst>
                <a:ext uri="{FF2B5EF4-FFF2-40B4-BE49-F238E27FC236}">
                  <a16:creationId xmlns:a16="http://schemas.microsoft.com/office/drawing/2014/main" id="{A3228ED9-9E1A-E90B-6546-62E2EF7B5ADF}"/>
                </a:ext>
              </a:extLst>
            </p:cNvPr>
            <p:cNvCxnSpPr>
              <a:cxnSpLocks/>
            </p:cNvCxnSpPr>
            <p:nvPr/>
          </p:nvCxnSpPr>
          <p:spPr>
            <a:xfrm>
              <a:off x="8582025" y="3917157"/>
              <a:ext cx="0" cy="136187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Straight Connector 243">
              <a:extLst>
                <a:ext uri="{FF2B5EF4-FFF2-40B4-BE49-F238E27FC236}">
                  <a16:creationId xmlns:a16="http://schemas.microsoft.com/office/drawing/2014/main" id="{87F4442D-32D8-3439-1F58-0C547B869B5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572498" y="3917612"/>
              <a:ext cx="164309" cy="6622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Straight Connector 244">
              <a:extLst>
                <a:ext uri="{FF2B5EF4-FFF2-40B4-BE49-F238E27FC236}">
                  <a16:creationId xmlns:a16="http://schemas.microsoft.com/office/drawing/2014/main" id="{1F02D1D0-0C9C-8E8B-FC99-91EA39E4E44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36806" y="3864769"/>
              <a:ext cx="328614" cy="121899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9" name="Straight Connector 288">
              <a:extLst>
                <a:ext uri="{FF2B5EF4-FFF2-40B4-BE49-F238E27FC236}">
                  <a16:creationId xmlns:a16="http://schemas.microsoft.com/office/drawing/2014/main" id="{30EB914A-C83A-4FAE-0F83-ABCDC85D6478}"/>
                </a:ext>
              </a:extLst>
            </p:cNvPr>
            <p:cNvCxnSpPr>
              <a:cxnSpLocks/>
            </p:cNvCxnSpPr>
            <p:nvPr/>
          </p:nvCxnSpPr>
          <p:spPr>
            <a:xfrm>
              <a:off x="9060656" y="3725862"/>
              <a:ext cx="0" cy="136187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Straight Connector 289">
              <a:extLst>
                <a:ext uri="{FF2B5EF4-FFF2-40B4-BE49-F238E27FC236}">
                  <a16:creationId xmlns:a16="http://schemas.microsoft.com/office/drawing/2014/main" id="{8F25F828-D459-0A86-A0B7-33D2F94462A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060656" y="3673018"/>
              <a:ext cx="152401" cy="6236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" name="Straight Connector 290">
              <a:extLst>
                <a:ext uri="{FF2B5EF4-FFF2-40B4-BE49-F238E27FC236}">
                  <a16:creationId xmlns:a16="http://schemas.microsoft.com/office/drawing/2014/main" id="{353FA80C-4DCE-18D1-ED6D-6D4804A750DC}"/>
                </a:ext>
              </a:extLst>
            </p:cNvPr>
            <p:cNvCxnSpPr>
              <a:cxnSpLocks/>
            </p:cNvCxnSpPr>
            <p:nvPr/>
          </p:nvCxnSpPr>
          <p:spPr>
            <a:xfrm>
              <a:off x="9217818" y="3176588"/>
              <a:ext cx="0" cy="504486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" name="Straight Connector 292">
              <a:extLst>
                <a:ext uri="{FF2B5EF4-FFF2-40B4-BE49-F238E27FC236}">
                  <a16:creationId xmlns:a16="http://schemas.microsoft.com/office/drawing/2014/main" id="{77D7C2AB-50A4-4D08-AE1D-234A0B1AB31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058273" y="3112749"/>
              <a:ext cx="164309" cy="6622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Straight Connector 293">
              <a:extLst>
                <a:ext uri="{FF2B5EF4-FFF2-40B4-BE49-F238E27FC236}">
                  <a16:creationId xmlns:a16="http://schemas.microsoft.com/office/drawing/2014/main" id="{DEC0CB61-9C90-2633-AD11-2EAC0804F4E7}"/>
                </a:ext>
              </a:extLst>
            </p:cNvPr>
            <p:cNvCxnSpPr>
              <a:cxnSpLocks/>
            </p:cNvCxnSpPr>
            <p:nvPr/>
          </p:nvCxnSpPr>
          <p:spPr>
            <a:xfrm>
              <a:off x="9060656" y="2743201"/>
              <a:ext cx="0" cy="37589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Straight Connector 295">
              <a:extLst>
                <a:ext uri="{FF2B5EF4-FFF2-40B4-BE49-F238E27FC236}">
                  <a16:creationId xmlns:a16="http://schemas.microsoft.com/office/drawing/2014/main" id="{3C06B503-ABE7-E8F5-9F94-D3AF48D48F1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898730" y="2676980"/>
              <a:ext cx="164309" cy="6622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7" name="Straight Connector 296">
              <a:extLst>
                <a:ext uri="{FF2B5EF4-FFF2-40B4-BE49-F238E27FC236}">
                  <a16:creationId xmlns:a16="http://schemas.microsoft.com/office/drawing/2014/main" id="{16781893-8E8E-90B4-B99A-E57CD99C3A60}"/>
                </a:ext>
              </a:extLst>
            </p:cNvPr>
            <p:cNvCxnSpPr>
              <a:cxnSpLocks/>
            </p:cNvCxnSpPr>
            <p:nvPr/>
          </p:nvCxnSpPr>
          <p:spPr>
            <a:xfrm>
              <a:off x="8901112" y="2293145"/>
              <a:ext cx="0" cy="37589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Straight Connector 297">
              <a:extLst>
                <a:ext uri="{FF2B5EF4-FFF2-40B4-BE49-F238E27FC236}">
                  <a16:creationId xmlns:a16="http://schemas.microsoft.com/office/drawing/2014/main" id="{48EB4E61-E773-0643-879B-7CEE9995FEE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739187" y="2236449"/>
              <a:ext cx="164309" cy="6622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9" name="Straight Connector 298">
              <a:extLst>
                <a:ext uri="{FF2B5EF4-FFF2-40B4-BE49-F238E27FC236}">
                  <a16:creationId xmlns:a16="http://schemas.microsoft.com/office/drawing/2014/main" id="{33E971FC-4337-78E2-C4C5-FD70FC74D6C2}"/>
                </a:ext>
              </a:extLst>
            </p:cNvPr>
            <p:cNvCxnSpPr>
              <a:cxnSpLocks/>
            </p:cNvCxnSpPr>
            <p:nvPr/>
          </p:nvCxnSpPr>
          <p:spPr>
            <a:xfrm>
              <a:off x="8739187" y="1981201"/>
              <a:ext cx="0" cy="26159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1" name="Straight Connector 300">
              <a:extLst>
                <a:ext uri="{FF2B5EF4-FFF2-40B4-BE49-F238E27FC236}">
                  <a16:creationId xmlns:a16="http://schemas.microsoft.com/office/drawing/2014/main" id="{41225085-DA3E-96A9-AAC3-69373CD0AF6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582025" y="1919742"/>
              <a:ext cx="164309" cy="6622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Straight Connector 301">
              <a:extLst>
                <a:ext uri="{FF2B5EF4-FFF2-40B4-BE49-F238E27FC236}">
                  <a16:creationId xmlns:a16="http://schemas.microsoft.com/office/drawing/2014/main" id="{C1FD07AF-0B42-3125-2BBE-4E33D7732DE0}"/>
                </a:ext>
              </a:extLst>
            </p:cNvPr>
            <p:cNvCxnSpPr>
              <a:cxnSpLocks/>
            </p:cNvCxnSpPr>
            <p:nvPr/>
          </p:nvCxnSpPr>
          <p:spPr>
            <a:xfrm>
              <a:off x="8586787" y="1554957"/>
              <a:ext cx="0" cy="35684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Straight Connector 303">
              <a:extLst>
                <a:ext uri="{FF2B5EF4-FFF2-40B4-BE49-F238E27FC236}">
                  <a16:creationId xmlns:a16="http://schemas.microsoft.com/office/drawing/2014/main" id="{4710EA9C-A429-922F-8198-5F3D37C1B4B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60555" y="1543505"/>
              <a:ext cx="164309" cy="6622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5" name="Straight Connector 304">
              <a:extLst>
                <a:ext uri="{FF2B5EF4-FFF2-40B4-BE49-F238E27FC236}">
                  <a16:creationId xmlns:a16="http://schemas.microsoft.com/office/drawing/2014/main" id="{902656F8-FC9D-4116-83CF-152C6D71491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22483" y="1545432"/>
              <a:ext cx="169068" cy="61912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Straight Connector 307">
              <a:extLst>
                <a:ext uri="{FF2B5EF4-FFF2-40B4-BE49-F238E27FC236}">
                  <a16:creationId xmlns:a16="http://schemas.microsoft.com/office/drawing/2014/main" id="{9D81D47D-300E-FE1E-D089-632651FEA134}"/>
                </a:ext>
              </a:extLst>
            </p:cNvPr>
            <p:cNvCxnSpPr>
              <a:cxnSpLocks/>
            </p:cNvCxnSpPr>
            <p:nvPr/>
          </p:nvCxnSpPr>
          <p:spPr>
            <a:xfrm>
              <a:off x="8258174" y="533401"/>
              <a:ext cx="0" cy="101407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Straight Connector 309">
              <a:extLst>
                <a:ext uri="{FF2B5EF4-FFF2-40B4-BE49-F238E27FC236}">
                  <a16:creationId xmlns:a16="http://schemas.microsoft.com/office/drawing/2014/main" id="{2327E884-8827-94B8-5A80-E1240736220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098630" y="476705"/>
              <a:ext cx="164309" cy="6622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1" name="Group 250">
            <a:extLst>
              <a:ext uri="{FF2B5EF4-FFF2-40B4-BE49-F238E27FC236}">
                <a16:creationId xmlns:a16="http://schemas.microsoft.com/office/drawing/2014/main" id="{9D776D21-F79E-5A85-F83E-88EBE6B33E83}"/>
              </a:ext>
            </a:extLst>
          </p:cNvPr>
          <p:cNvGrpSpPr/>
          <p:nvPr/>
        </p:nvGrpSpPr>
        <p:grpSpPr>
          <a:xfrm>
            <a:off x="1035844" y="488156"/>
            <a:ext cx="4160044" cy="5195412"/>
            <a:chOff x="1035844" y="488156"/>
            <a:chExt cx="4160044" cy="5195412"/>
          </a:xfrm>
        </p:grpSpPr>
        <p:cxnSp>
          <p:nvCxnSpPr>
            <p:cNvPr id="247" name="Straight Connector 246">
              <a:extLst>
                <a:ext uri="{FF2B5EF4-FFF2-40B4-BE49-F238E27FC236}">
                  <a16:creationId xmlns:a16="http://schemas.microsoft.com/office/drawing/2014/main" id="{41B2D42C-6DA4-FB23-9AF5-3279EDDBF662}"/>
                </a:ext>
              </a:extLst>
            </p:cNvPr>
            <p:cNvCxnSpPr>
              <a:cxnSpLocks/>
            </p:cNvCxnSpPr>
            <p:nvPr/>
          </p:nvCxnSpPr>
          <p:spPr>
            <a:xfrm>
              <a:off x="5053756" y="1042753"/>
              <a:ext cx="142132" cy="6691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Straight Connector 248">
              <a:extLst>
                <a:ext uri="{FF2B5EF4-FFF2-40B4-BE49-F238E27FC236}">
                  <a16:creationId xmlns:a16="http://schemas.microsoft.com/office/drawing/2014/main" id="{A62B7E9E-B97D-8395-78B0-190B706468DD}"/>
                </a:ext>
              </a:extLst>
            </p:cNvPr>
            <p:cNvCxnSpPr>
              <a:cxnSpLocks/>
            </p:cNvCxnSpPr>
            <p:nvPr/>
          </p:nvCxnSpPr>
          <p:spPr>
            <a:xfrm>
              <a:off x="4897015" y="1371366"/>
              <a:ext cx="0" cy="24312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Straight Connector 251">
              <a:extLst>
                <a:ext uri="{FF2B5EF4-FFF2-40B4-BE49-F238E27FC236}">
                  <a16:creationId xmlns:a16="http://schemas.microsoft.com/office/drawing/2014/main" id="{C1E6FC33-41E2-8B5D-B980-010808780872}"/>
                </a:ext>
              </a:extLst>
            </p:cNvPr>
            <p:cNvCxnSpPr>
              <a:cxnSpLocks/>
            </p:cNvCxnSpPr>
            <p:nvPr/>
          </p:nvCxnSpPr>
          <p:spPr>
            <a:xfrm>
              <a:off x="4588669" y="1483519"/>
              <a:ext cx="309562" cy="12144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Straight Connector 253">
              <a:extLst>
                <a:ext uri="{FF2B5EF4-FFF2-40B4-BE49-F238E27FC236}">
                  <a16:creationId xmlns:a16="http://schemas.microsoft.com/office/drawing/2014/main" id="{BC314FF9-BBEB-CEAA-3866-C36123A154D7}"/>
                </a:ext>
              </a:extLst>
            </p:cNvPr>
            <p:cNvCxnSpPr>
              <a:cxnSpLocks/>
            </p:cNvCxnSpPr>
            <p:nvPr/>
          </p:nvCxnSpPr>
          <p:spPr>
            <a:xfrm>
              <a:off x="3932188" y="987984"/>
              <a:ext cx="0" cy="10977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Straight Connector 255">
              <a:extLst>
                <a:ext uri="{FF2B5EF4-FFF2-40B4-BE49-F238E27FC236}">
                  <a16:creationId xmlns:a16="http://schemas.microsoft.com/office/drawing/2014/main" id="{17811E14-03D0-E955-5DB6-D70EB97DC8A3}"/>
                </a:ext>
              </a:extLst>
            </p:cNvPr>
            <p:cNvCxnSpPr>
              <a:cxnSpLocks/>
            </p:cNvCxnSpPr>
            <p:nvPr/>
          </p:nvCxnSpPr>
          <p:spPr>
            <a:xfrm>
              <a:off x="4410076" y="2176463"/>
              <a:ext cx="0" cy="24526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Straight Connector 257">
              <a:extLst>
                <a:ext uri="{FF2B5EF4-FFF2-40B4-BE49-F238E27FC236}">
                  <a16:creationId xmlns:a16="http://schemas.microsoft.com/office/drawing/2014/main" id="{1B7AA52D-7FB1-CC5D-E367-9E2DF0A31B0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450431" y="2609851"/>
              <a:ext cx="488157" cy="19526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Straight Connector 259">
              <a:extLst>
                <a:ext uri="{FF2B5EF4-FFF2-40B4-BE49-F238E27FC236}">
                  <a16:creationId xmlns:a16="http://schemas.microsoft.com/office/drawing/2014/main" id="{79DCC0BD-C3A9-E7E1-E3EF-C06EB2453910}"/>
                </a:ext>
              </a:extLst>
            </p:cNvPr>
            <p:cNvCxnSpPr>
              <a:cxnSpLocks/>
            </p:cNvCxnSpPr>
            <p:nvPr/>
          </p:nvCxnSpPr>
          <p:spPr>
            <a:xfrm>
              <a:off x="3612357" y="2112169"/>
              <a:ext cx="0" cy="51435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Straight Connector 261">
              <a:extLst>
                <a:ext uri="{FF2B5EF4-FFF2-40B4-BE49-F238E27FC236}">
                  <a16:creationId xmlns:a16="http://schemas.microsoft.com/office/drawing/2014/main" id="{7154A940-5D91-63E8-E905-8B67DE3B6C1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128963" y="1931194"/>
              <a:ext cx="490538" cy="18097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Straight Connector 263">
              <a:extLst>
                <a:ext uri="{FF2B5EF4-FFF2-40B4-BE49-F238E27FC236}">
                  <a16:creationId xmlns:a16="http://schemas.microsoft.com/office/drawing/2014/main" id="{BA49B5EE-457A-1138-DF58-86822913E212}"/>
                </a:ext>
              </a:extLst>
            </p:cNvPr>
            <p:cNvCxnSpPr>
              <a:cxnSpLocks/>
            </p:cNvCxnSpPr>
            <p:nvPr/>
          </p:nvCxnSpPr>
          <p:spPr>
            <a:xfrm>
              <a:off x="3131345" y="1552575"/>
              <a:ext cx="0" cy="38338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Straight Connector 265">
              <a:extLst>
                <a:ext uri="{FF2B5EF4-FFF2-40B4-BE49-F238E27FC236}">
                  <a16:creationId xmlns:a16="http://schemas.microsoft.com/office/drawing/2014/main" id="{B911BC3C-842A-852C-6890-F07D273B080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43188" y="1743076"/>
              <a:ext cx="328613" cy="11906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Straight Connector 267">
              <a:extLst>
                <a:ext uri="{FF2B5EF4-FFF2-40B4-BE49-F238E27FC236}">
                  <a16:creationId xmlns:a16="http://schemas.microsoft.com/office/drawing/2014/main" id="{0E8AC9D4-12CA-87B1-4DE6-9BA0CD3F0920}"/>
                </a:ext>
              </a:extLst>
            </p:cNvPr>
            <p:cNvCxnSpPr>
              <a:cxnSpLocks/>
            </p:cNvCxnSpPr>
            <p:nvPr/>
          </p:nvCxnSpPr>
          <p:spPr>
            <a:xfrm>
              <a:off x="2647951" y="1609725"/>
              <a:ext cx="0" cy="25479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Straight Connector 269">
              <a:extLst>
                <a:ext uri="{FF2B5EF4-FFF2-40B4-BE49-F238E27FC236}">
                  <a16:creationId xmlns:a16="http://schemas.microsoft.com/office/drawing/2014/main" id="{7E4C922E-60F3-7566-6E2B-56177E2887F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324100" y="1488281"/>
              <a:ext cx="328613" cy="12144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Straight Connector 271">
              <a:extLst>
                <a:ext uri="{FF2B5EF4-FFF2-40B4-BE49-F238E27FC236}">
                  <a16:creationId xmlns:a16="http://schemas.microsoft.com/office/drawing/2014/main" id="{5DBAF6FB-1065-A2CB-3BFF-B6B9D4B86B93}"/>
                </a:ext>
              </a:extLst>
            </p:cNvPr>
            <p:cNvCxnSpPr>
              <a:cxnSpLocks/>
            </p:cNvCxnSpPr>
            <p:nvPr/>
          </p:nvCxnSpPr>
          <p:spPr>
            <a:xfrm>
              <a:off x="2326482" y="1247775"/>
              <a:ext cx="0" cy="25479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Straight Connector 272">
              <a:extLst>
                <a:ext uri="{FF2B5EF4-FFF2-40B4-BE49-F238E27FC236}">
                  <a16:creationId xmlns:a16="http://schemas.microsoft.com/office/drawing/2014/main" id="{F30B2FE2-8DDD-015E-1A6A-EFAE1436FD5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009775" y="1119188"/>
              <a:ext cx="311944" cy="12858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Straight Connector 274">
              <a:extLst>
                <a:ext uri="{FF2B5EF4-FFF2-40B4-BE49-F238E27FC236}">
                  <a16:creationId xmlns:a16="http://schemas.microsoft.com/office/drawing/2014/main" id="{7C756576-00F6-F724-B912-0E2EE0956C07}"/>
                </a:ext>
              </a:extLst>
            </p:cNvPr>
            <p:cNvCxnSpPr>
              <a:cxnSpLocks/>
            </p:cNvCxnSpPr>
            <p:nvPr/>
          </p:nvCxnSpPr>
          <p:spPr>
            <a:xfrm>
              <a:off x="2009776" y="733425"/>
              <a:ext cx="0" cy="38576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" name="Straight Connector 276">
              <a:extLst>
                <a:ext uri="{FF2B5EF4-FFF2-40B4-BE49-F238E27FC236}">
                  <a16:creationId xmlns:a16="http://schemas.microsoft.com/office/drawing/2014/main" id="{55D309CC-F4F3-E6DF-EBBC-CA342A1AA75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93069" y="728664"/>
              <a:ext cx="316707" cy="13096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" name="Straight Connector 278">
              <a:extLst>
                <a:ext uri="{FF2B5EF4-FFF2-40B4-BE49-F238E27FC236}">
                  <a16:creationId xmlns:a16="http://schemas.microsoft.com/office/drawing/2014/main" id="{1C758BE5-0564-8257-4A1C-4A959B893A1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40606" y="609600"/>
              <a:ext cx="650082" cy="25241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3" name="Straight Connector 282">
              <a:extLst>
                <a:ext uri="{FF2B5EF4-FFF2-40B4-BE49-F238E27FC236}">
                  <a16:creationId xmlns:a16="http://schemas.microsoft.com/office/drawing/2014/main" id="{CAC3FD2E-7002-DB61-4A2D-44D31246B8A8}"/>
                </a:ext>
              </a:extLst>
            </p:cNvPr>
            <p:cNvCxnSpPr>
              <a:cxnSpLocks/>
            </p:cNvCxnSpPr>
            <p:nvPr/>
          </p:nvCxnSpPr>
          <p:spPr>
            <a:xfrm>
              <a:off x="1042988" y="488156"/>
              <a:ext cx="0" cy="12858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0" name="Straight Connector 329">
              <a:extLst>
                <a:ext uri="{FF2B5EF4-FFF2-40B4-BE49-F238E27FC236}">
                  <a16:creationId xmlns:a16="http://schemas.microsoft.com/office/drawing/2014/main" id="{9B3EB587-9977-0748-8162-0BEC2F141424}"/>
                </a:ext>
              </a:extLst>
            </p:cNvPr>
            <p:cNvCxnSpPr>
              <a:cxnSpLocks/>
            </p:cNvCxnSpPr>
            <p:nvPr/>
          </p:nvCxnSpPr>
          <p:spPr>
            <a:xfrm>
              <a:off x="1683545" y="981075"/>
              <a:ext cx="0" cy="25479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1" name="Straight Connector 330">
              <a:extLst>
                <a:ext uri="{FF2B5EF4-FFF2-40B4-BE49-F238E27FC236}">
                  <a16:creationId xmlns:a16="http://schemas.microsoft.com/office/drawing/2014/main" id="{98CEF344-B272-CB0B-3636-2060CF33776C}"/>
                </a:ext>
              </a:extLst>
            </p:cNvPr>
            <p:cNvCxnSpPr>
              <a:cxnSpLocks/>
            </p:cNvCxnSpPr>
            <p:nvPr/>
          </p:nvCxnSpPr>
          <p:spPr>
            <a:xfrm>
              <a:off x="1685926" y="1226344"/>
              <a:ext cx="326230" cy="1452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3" name="Straight Connector 332">
              <a:extLst>
                <a:ext uri="{FF2B5EF4-FFF2-40B4-BE49-F238E27FC236}">
                  <a16:creationId xmlns:a16="http://schemas.microsoft.com/office/drawing/2014/main" id="{DC003A85-F4D5-283C-DA83-8BCD92D48B0B}"/>
                </a:ext>
              </a:extLst>
            </p:cNvPr>
            <p:cNvCxnSpPr>
              <a:cxnSpLocks/>
            </p:cNvCxnSpPr>
            <p:nvPr/>
          </p:nvCxnSpPr>
          <p:spPr>
            <a:xfrm>
              <a:off x="2005013" y="1369219"/>
              <a:ext cx="0" cy="12144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4" name="Straight Connector 333">
              <a:extLst>
                <a:ext uri="{FF2B5EF4-FFF2-40B4-BE49-F238E27FC236}">
                  <a16:creationId xmlns:a16="http://schemas.microsoft.com/office/drawing/2014/main" id="{A4F13ACD-EDCB-58FD-1276-E1097CC0A1D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57313" y="1481138"/>
              <a:ext cx="645318" cy="24526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7" name="Straight Connector 336">
              <a:extLst>
                <a:ext uri="{FF2B5EF4-FFF2-40B4-BE49-F238E27FC236}">
                  <a16:creationId xmlns:a16="http://schemas.microsoft.com/office/drawing/2014/main" id="{F422C000-FF46-5060-CFB2-F699EC2A4DFF}"/>
                </a:ext>
              </a:extLst>
            </p:cNvPr>
            <p:cNvCxnSpPr>
              <a:cxnSpLocks/>
            </p:cNvCxnSpPr>
            <p:nvPr/>
          </p:nvCxnSpPr>
          <p:spPr>
            <a:xfrm>
              <a:off x="1202531" y="1664494"/>
              <a:ext cx="164306" cy="6191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9" name="Straight Connector 338">
              <a:extLst>
                <a:ext uri="{FF2B5EF4-FFF2-40B4-BE49-F238E27FC236}">
                  <a16:creationId xmlns:a16="http://schemas.microsoft.com/office/drawing/2014/main" id="{EABF1441-B83B-1342-F20B-1EA0E7F23F77}"/>
                </a:ext>
              </a:extLst>
            </p:cNvPr>
            <p:cNvCxnSpPr>
              <a:cxnSpLocks/>
            </p:cNvCxnSpPr>
            <p:nvPr/>
          </p:nvCxnSpPr>
          <p:spPr>
            <a:xfrm>
              <a:off x="1204913" y="1545431"/>
              <a:ext cx="0" cy="12144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0" name="Straight Connector 339">
              <a:extLst>
                <a:ext uri="{FF2B5EF4-FFF2-40B4-BE49-F238E27FC236}">
                  <a16:creationId xmlns:a16="http://schemas.microsoft.com/office/drawing/2014/main" id="{A257FCAE-FCFE-6058-ED79-F67775A1A95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50332" y="5438299"/>
              <a:ext cx="162401" cy="6000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2" name="Straight Connector 341">
              <a:extLst>
                <a:ext uri="{FF2B5EF4-FFF2-40B4-BE49-F238E27FC236}">
                  <a16:creationId xmlns:a16="http://schemas.microsoft.com/office/drawing/2014/main" id="{5CDB0180-F51B-D822-BFD9-83AA9B9255A9}"/>
                </a:ext>
              </a:extLst>
            </p:cNvPr>
            <p:cNvCxnSpPr>
              <a:cxnSpLocks/>
            </p:cNvCxnSpPr>
            <p:nvPr/>
          </p:nvCxnSpPr>
          <p:spPr>
            <a:xfrm>
              <a:off x="2650808" y="5500212"/>
              <a:ext cx="0" cy="12191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4" name="Straight Connector 343">
              <a:extLst>
                <a:ext uri="{FF2B5EF4-FFF2-40B4-BE49-F238E27FC236}">
                  <a16:creationId xmlns:a16="http://schemas.microsoft.com/office/drawing/2014/main" id="{F2CE1D11-83B4-7B43-B638-12AC1A3BA84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486025" y="5553075"/>
              <a:ext cx="164783" cy="7096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6" name="Straight Connector 345">
              <a:extLst>
                <a:ext uri="{FF2B5EF4-FFF2-40B4-BE49-F238E27FC236}">
                  <a16:creationId xmlns:a16="http://schemas.microsoft.com/office/drawing/2014/main" id="{E1A20F59-769A-96E7-9C8F-D38B0A21562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66938" y="5559742"/>
              <a:ext cx="324327" cy="12192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8" name="Straight Connector 347">
              <a:extLst>
                <a:ext uri="{FF2B5EF4-FFF2-40B4-BE49-F238E27FC236}">
                  <a16:creationId xmlns:a16="http://schemas.microsoft.com/office/drawing/2014/main" id="{C761A948-10C4-AEC7-ABD5-5CFBF8D1514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35844" y="5245894"/>
              <a:ext cx="1133952" cy="43767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0" name="Straight Connector 349">
              <a:extLst>
                <a:ext uri="{FF2B5EF4-FFF2-40B4-BE49-F238E27FC236}">
                  <a16:creationId xmlns:a16="http://schemas.microsoft.com/office/drawing/2014/main" id="{B7BF47D9-F6F9-CF23-20B0-886D30F11E66}"/>
                </a:ext>
              </a:extLst>
            </p:cNvPr>
            <p:cNvCxnSpPr>
              <a:cxnSpLocks/>
            </p:cNvCxnSpPr>
            <p:nvPr/>
          </p:nvCxnSpPr>
          <p:spPr>
            <a:xfrm>
              <a:off x="1041083" y="5123975"/>
              <a:ext cx="0" cy="12191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1" name="Straight Connector 350">
              <a:extLst>
                <a:ext uri="{FF2B5EF4-FFF2-40B4-BE49-F238E27FC236}">
                  <a16:creationId xmlns:a16="http://schemas.microsoft.com/office/drawing/2014/main" id="{522AB118-110A-2016-D5A2-A8CB58701D1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45369" y="5055394"/>
              <a:ext cx="157162" cy="6429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3" name="Straight Connector 352">
              <a:extLst>
                <a:ext uri="{FF2B5EF4-FFF2-40B4-BE49-F238E27FC236}">
                  <a16:creationId xmlns:a16="http://schemas.microsoft.com/office/drawing/2014/main" id="{C0D8D610-1A63-673E-8D7B-5378B496E7C9}"/>
                </a:ext>
              </a:extLst>
            </p:cNvPr>
            <p:cNvCxnSpPr>
              <a:cxnSpLocks/>
            </p:cNvCxnSpPr>
            <p:nvPr/>
          </p:nvCxnSpPr>
          <p:spPr>
            <a:xfrm>
              <a:off x="1198246" y="4814888"/>
              <a:ext cx="0" cy="23098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5" name="Straight Connector 354">
              <a:extLst>
                <a:ext uri="{FF2B5EF4-FFF2-40B4-BE49-F238E27FC236}">
                  <a16:creationId xmlns:a16="http://schemas.microsoft.com/office/drawing/2014/main" id="{DA0E1154-7D5C-05A6-C2CC-026A41C98D9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00151" y="4807744"/>
              <a:ext cx="319087" cy="12144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8" name="Straight Connector 357">
              <a:extLst>
                <a:ext uri="{FF2B5EF4-FFF2-40B4-BE49-F238E27FC236}">
                  <a16:creationId xmlns:a16="http://schemas.microsoft.com/office/drawing/2014/main" id="{DD76D856-C792-6493-0B91-937E629F040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14475" y="4805363"/>
              <a:ext cx="333375" cy="12620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0" name="Straight Connector 359">
              <a:extLst>
                <a:ext uri="{FF2B5EF4-FFF2-40B4-BE49-F238E27FC236}">
                  <a16:creationId xmlns:a16="http://schemas.microsoft.com/office/drawing/2014/main" id="{9AC22CC9-154A-6594-417B-7F79135B0DA9}"/>
                </a:ext>
              </a:extLst>
            </p:cNvPr>
            <p:cNvCxnSpPr>
              <a:cxnSpLocks/>
            </p:cNvCxnSpPr>
            <p:nvPr/>
          </p:nvCxnSpPr>
          <p:spPr>
            <a:xfrm>
              <a:off x="1845946" y="4424363"/>
              <a:ext cx="0" cy="39290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2" name="Straight Connector 361">
              <a:extLst>
                <a:ext uri="{FF2B5EF4-FFF2-40B4-BE49-F238E27FC236}">
                  <a16:creationId xmlns:a16="http://schemas.microsoft.com/office/drawing/2014/main" id="{ADB91C29-27DA-E593-6D84-EF46793D5B9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43087" y="4360069"/>
              <a:ext cx="164307" cy="6429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4" name="Straight Connector 363">
              <a:extLst>
                <a:ext uri="{FF2B5EF4-FFF2-40B4-BE49-F238E27FC236}">
                  <a16:creationId xmlns:a16="http://schemas.microsoft.com/office/drawing/2014/main" id="{3B4DAE21-ADC6-BC66-9E81-F73F05F11633}"/>
                </a:ext>
              </a:extLst>
            </p:cNvPr>
            <p:cNvCxnSpPr>
              <a:cxnSpLocks/>
            </p:cNvCxnSpPr>
            <p:nvPr/>
          </p:nvCxnSpPr>
          <p:spPr>
            <a:xfrm>
              <a:off x="2010253" y="3983831"/>
              <a:ext cx="0" cy="37385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6" name="Straight Connector 365">
              <a:extLst>
                <a:ext uri="{FF2B5EF4-FFF2-40B4-BE49-F238E27FC236}">
                  <a16:creationId xmlns:a16="http://schemas.microsoft.com/office/drawing/2014/main" id="{A471FDB1-C6A0-E072-4F9A-C73DF0A7685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05012" y="3924300"/>
              <a:ext cx="164307" cy="6429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" name="Straight Connector 366">
              <a:extLst>
                <a:ext uri="{FF2B5EF4-FFF2-40B4-BE49-F238E27FC236}">
                  <a16:creationId xmlns:a16="http://schemas.microsoft.com/office/drawing/2014/main" id="{AC253F3A-2FF7-81DE-B154-95BA4E81DEFB}"/>
                </a:ext>
              </a:extLst>
            </p:cNvPr>
            <p:cNvCxnSpPr>
              <a:cxnSpLocks/>
            </p:cNvCxnSpPr>
            <p:nvPr/>
          </p:nvCxnSpPr>
          <p:spPr>
            <a:xfrm>
              <a:off x="2169797" y="3557588"/>
              <a:ext cx="0" cy="36472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0" name="Straight Connector 369">
              <a:extLst>
                <a:ext uri="{FF2B5EF4-FFF2-40B4-BE49-F238E27FC236}">
                  <a16:creationId xmlns:a16="http://schemas.microsoft.com/office/drawing/2014/main" id="{179393FC-41AB-A59B-4325-E822D58BE90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9793" y="3486150"/>
              <a:ext cx="164307" cy="6429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1" name="Straight Connector 370">
              <a:extLst>
                <a:ext uri="{FF2B5EF4-FFF2-40B4-BE49-F238E27FC236}">
                  <a16:creationId xmlns:a16="http://schemas.microsoft.com/office/drawing/2014/main" id="{3F97A497-8FAE-3DA7-19E2-A0DF6810836C}"/>
                </a:ext>
              </a:extLst>
            </p:cNvPr>
            <p:cNvCxnSpPr>
              <a:cxnSpLocks/>
            </p:cNvCxnSpPr>
            <p:nvPr/>
          </p:nvCxnSpPr>
          <p:spPr>
            <a:xfrm>
              <a:off x="2331722" y="3231356"/>
              <a:ext cx="0" cy="25757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3" name="Straight Connector 372">
              <a:extLst>
                <a:ext uri="{FF2B5EF4-FFF2-40B4-BE49-F238E27FC236}">
                  <a16:creationId xmlns:a16="http://schemas.microsoft.com/office/drawing/2014/main" id="{99C9911C-042E-3850-1D12-C07334304D0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678781" y="2990850"/>
              <a:ext cx="657225" cy="2476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1" name="Straight Connector 390">
              <a:extLst>
                <a:ext uri="{FF2B5EF4-FFF2-40B4-BE49-F238E27FC236}">
                  <a16:creationId xmlns:a16="http://schemas.microsoft.com/office/drawing/2014/main" id="{D2B018E5-452A-E372-AC43-9212C25B9191}"/>
                </a:ext>
              </a:extLst>
            </p:cNvPr>
            <p:cNvCxnSpPr>
              <a:cxnSpLocks/>
            </p:cNvCxnSpPr>
            <p:nvPr/>
          </p:nvCxnSpPr>
          <p:spPr>
            <a:xfrm>
              <a:off x="4256038" y="1247540"/>
              <a:ext cx="0" cy="10977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2" name="Straight Connector 391">
              <a:extLst>
                <a:ext uri="{FF2B5EF4-FFF2-40B4-BE49-F238E27FC236}">
                  <a16:creationId xmlns:a16="http://schemas.microsoft.com/office/drawing/2014/main" id="{6DBBC157-25C3-1F91-7816-8FDF877A00A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48150" y="1285640"/>
              <a:ext cx="157907" cy="8119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4" name="Straight Connector 393">
              <a:extLst>
                <a:ext uri="{FF2B5EF4-FFF2-40B4-BE49-F238E27FC236}">
                  <a16:creationId xmlns:a16="http://schemas.microsoft.com/office/drawing/2014/main" id="{DC237B45-50CB-42CF-6567-373666E52CD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76663" y="973696"/>
              <a:ext cx="157907" cy="8119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9" name="TextBox 378">
            <a:extLst>
              <a:ext uri="{FF2B5EF4-FFF2-40B4-BE49-F238E27FC236}">
                <a16:creationId xmlns:a16="http://schemas.microsoft.com/office/drawing/2014/main" id="{816E9CC5-B6B3-193B-584A-CD0723B878BD}"/>
              </a:ext>
            </a:extLst>
          </p:cNvPr>
          <p:cNvSpPr txBox="1"/>
          <p:nvPr/>
        </p:nvSpPr>
        <p:spPr>
          <a:xfrm>
            <a:off x="5585460" y="2590800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23.2</a:t>
            </a:r>
          </a:p>
        </p:txBody>
      </p:sp>
    </p:spTree>
    <p:extLst>
      <p:ext uri="{BB962C8B-B14F-4D97-AF65-F5344CB8AC3E}">
        <p14:creationId xmlns:p14="http://schemas.microsoft.com/office/powerpoint/2010/main" val="14197887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3000" r="-3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4D42D3-5E8B-1A74-3BC1-48F5613BCC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D084D680-CD51-DC0E-7BDE-50B7272200FB}"/>
              </a:ext>
            </a:extLst>
          </p:cNvPr>
          <p:cNvGrpSpPr/>
          <p:nvPr/>
        </p:nvGrpSpPr>
        <p:grpSpPr>
          <a:xfrm>
            <a:off x="5541913" y="915674"/>
            <a:ext cx="967680" cy="260664"/>
            <a:chOff x="5541913" y="915674"/>
            <a:chExt cx="967680" cy="260664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41B528AC-F744-0ED0-9BDE-755C81138ED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43650" y="1111172"/>
              <a:ext cx="165943" cy="6516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14408082-58EA-D47E-58C5-965705E0504D}"/>
                </a:ext>
              </a:extLst>
            </p:cNvPr>
            <p:cNvCxnSpPr>
              <a:cxnSpLocks/>
            </p:cNvCxnSpPr>
            <p:nvPr/>
          </p:nvCxnSpPr>
          <p:spPr>
            <a:xfrm>
              <a:off x="5707856" y="915674"/>
              <a:ext cx="635794" cy="26066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37DDD50A-2EFB-317B-8BD0-A17EAEA28BF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41913" y="915674"/>
              <a:ext cx="165943" cy="6516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0FBF0206-C2C8-4F80-5D84-EE35265A064A}"/>
              </a:ext>
            </a:extLst>
          </p:cNvPr>
          <p:cNvGrpSpPr/>
          <p:nvPr/>
        </p:nvGrpSpPr>
        <p:grpSpPr>
          <a:xfrm>
            <a:off x="3123023" y="980840"/>
            <a:ext cx="4346958" cy="4323651"/>
            <a:chOff x="3123023" y="980840"/>
            <a:chExt cx="4346958" cy="4323651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3DC2D34B-7368-0AB6-C53E-4F6F8B47435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74799" y="1271130"/>
              <a:ext cx="0" cy="88564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DFEBD189-7991-F8F9-F121-520EC7A42D5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60056" y="2121694"/>
              <a:ext cx="0" cy="359569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BCF6AEC9-5B2F-085A-6697-7C678FBB6B1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94768" y="2469356"/>
              <a:ext cx="162906" cy="8096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90D93188-1588-B911-1947-865F4CE96C69}"/>
                </a:ext>
              </a:extLst>
            </p:cNvPr>
            <p:cNvCxnSpPr>
              <a:cxnSpLocks/>
            </p:cNvCxnSpPr>
            <p:nvPr/>
          </p:nvCxnSpPr>
          <p:spPr>
            <a:xfrm>
              <a:off x="3123023" y="2932509"/>
              <a:ext cx="645332" cy="251282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EE40B9B4-8D7B-200B-CB9B-6F2B3D2A384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23023" y="2814638"/>
              <a:ext cx="0" cy="117871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1C7A86E3-8DD6-E58C-2D4F-6C6FB74200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71926" y="3312914"/>
              <a:ext cx="0" cy="117871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9A52EC41-15E0-72E6-8C06-5034BC443CD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13560" y="3434824"/>
              <a:ext cx="153604" cy="79901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BA9AB3C0-EE50-5159-6C22-95A51D0C98A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926853" y="3489265"/>
              <a:ext cx="333203" cy="137379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D9AE5542-BE99-0340-6701-1050EE4D6F1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60082" y="3420209"/>
              <a:ext cx="483368" cy="20643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9AF9DE66-096D-3FF8-72F2-EF4A83E488F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43450" y="3414539"/>
              <a:ext cx="964406" cy="39619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43BAE7C3-5CB6-07DD-7F46-96AB20428D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07856" y="3489265"/>
              <a:ext cx="801737" cy="32271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60B97412-D6AD-AF7B-20C6-AD1201FB7C51}"/>
                </a:ext>
              </a:extLst>
            </p:cNvPr>
            <p:cNvCxnSpPr>
              <a:cxnSpLocks/>
            </p:cNvCxnSpPr>
            <p:nvPr/>
          </p:nvCxnSpPr>
          <p:spPr>
            <a:xfrm>
              <a:off x="6502450" y="3236119"/>
              <a:ext cx="0" cy="253146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16FD0979-4EDD-82B4-52FB-4E1C82FD5BC6}"/>
                </a:ext>
              </a:extLst>
            </p:cNvPr>
            <p:cNvCxnSpPr>
              <a:cxnSpLocks/>
            </p:cNvCxnSpPr>
            <p:nvPr/>
          </p:nvCxnSpPr>
          <p:spPr>
            <a:xfrm>
              <a:off x="6506468" y="3599289"/>
              <a:ext cx="0" cy="253146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1B61942B-37B4-AC50-B5B3-F780703BED8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09593" y="3860373"/>
              <a:ext cx="641301" cy="25919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CAA2C600-5887-7958-94B1-0EF9EC8C860E}"/>
                </a:ext>
              </a:extLst>
            </p:cNvPr>
            <p:cNvCxnSpPr>
              <a:cxnSpLocks/>
            </p:cNvCxnSpPr>
            <p:nvPr/>
          </p:nvCxnSpPr>
          <p:spPr>
            <a:xfrm>
              <a:off x="7149406" y="4119563"/>
              <a:ext cx="0" cy="109537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EA62BCF2-1617-DDBA-D4CF-5FB89AA3658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49406" y="4229100"/>
              <a:ext cx="320575" cy="14965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4498CFE7-5C2F-D651-03AA-1D24722E95F9}"/>
                </a:ext>
              </a:extLst>
            </p:cNvPr>
            <p:cNvCxnSpPr>
              <a:cxnSpLocks/>
            </p:cNvCxnSpPr>
            <p:nvPr/>
          </p:nvCxnSpPr>
          <p:spPr>
            <a:xfrm>
              <a:off x="7468493" y="4383882"/>
              <a:ext cx="0" cy="109537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57AB63D8-B321-E428-0224-C9B75A584BC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1725" y="3929063"/>
              <a:ext cx="155675" cy="6090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5F73F301-A240-1A0E-2600-C44463AA3C6F}"/>
                </a:ext>
              </a:extLst>
            </p:cNvPr>
            <p:cNvCxnSpPr>
              <a:cxnSpLocks/>
            </p:cNvCxnSpPr>
            <p:nvPr/>
          </p:nvCxnSpPr>
          <p:spPr>
            <a:xfrm>
              <a:off x="6181725" y="3989968"/>
              <a:ext cx="0" cy="99920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88E0BC8A-A251-4210-E5E3-7541B3C7F67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81725" y="4984414"/>
              <a:ext cx="154827" cy="7733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2FE93CB3-0434-DC0D-3606-18B70A987829}"/>
                </a:ext>
              </a:extLst>
            </p:cNvPr>
            <p:cNvCxnSpPr>
              <a:cxnSpLocks/>
            </p:cNvCxnSpPr>
            <p:nvPr/>
          </p:nvCxnSpPr>
          <p:spPr>
            <a:xfrm>
              <a:off x="6341314" y="5072063"/>
              <a:ext cx="0" cy="23242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C795AB74-0B21-C8A1-1CB9-B06C52A3E31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26853" y="1111172"/>
              <a:ext cx="0" cy="248426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18C0DEF4-CD1D-06F3-6F00-26B3A8DDD3D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613560" y="980840"/>
              <a:ext cx="313293" cy="12629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057C674C-AFB9-7562-A143-8059D1EDED48}"/>
              </a:ext>
            </a:extLst>
          </p:cNvPr>
          <p:cNvGrpSpPr/>
          <p:nvPr/>
        </p:nvGrpSpPr>
        <p:grpSpPr>
          <a:xfrm>
            <a:off x="2974181" y="983735"/>
            <a:ext cx="2567732" cy="4886046"/>
            <a:chOff x="2974181" y="983735"/>
            <a:chExt cx="2567732" cy="4886046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A707E59E-9C40-CA98-2F61-9CF98B82EF5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17245" y="983735"/>
              <a:ext cx="1124668" cy="43241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B1A7A7D3-1CC4-4B5F-3F94-6AAB4DBA6E7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094768" y="2677437"/>
              <a:ext cx="162906" cy="6814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543614BF-37E2-6FE9-6413-559933F8283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252665" y="2745581"/>
              <a:ext cx="5009" cy="6286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C3C83429-312E-802B-1E50-63B123C61DF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931862" y="3117969"/>
              <a:ext cx="320803" cy="1181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E6696BCD-09E7-E589-500C-558E363878AC}"/>
                </a:ext>
              </a:extLst>
            </p:cNvPr>
            <p:cNvCxnSpPr>
              <a:cxnSpLocks/>
            </p:cNvCxnSpPr>
            <p:nvPr/>
          </p:nvCxnSpPr>
          <p:spPr>
            <a:xfrm>
              <a:off x="3613560" y="3612636"/>
              <a:ext cx="0" cy="11322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5A353A24-89C6-678C-CCDE-4242EB9EA36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31344" y="3725862"/>
              <a:ext cx="482216" cy="20320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527C69ED-29C0-2BBC-489C-AC33AABA26EB}"/>
                </a:ext>
              </a:extLst>
            </p:cNvPr>
            <p:cNvCxnSpPr>
              <a:cxnSpLocks/>
            </p:cNvCxnSpPr>
            <p:nvPr/>
          </p:nvCxnSpPr>
          <p:spPr>
            <a:xfrm>
              <a:off x="2974181" y="3857625"/>
              <a:ext cx="148842" cy="7143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80D1ABD7-546A-D6C7-7BF9-DBF9A568DE21}"/>
                </a:ext>
              </a:extLst>
            </p:cNvPr>
            <p:cNvCxnSpPr>
              <a:cxnSpLocks/>
            </p:cNvCxnSpPr>
            <p:nvPr/>
          </p:nvCxnSpPr>
          <p:spPr>
            <a:xfrm>
              <a:off x="3131344" y="3929063"/>
              <a:ext cx="0" cy="49768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EB87A48A-E05C-D33A-7C49-A117F63BB560}"/>
                </a:ext>
              </a:extLst>
            </p:cNvPr>
            <p:cNvCxnSpPr>
              <a:cxnSpLocks/>
            </p:cNvCxnSpPr>
            <p:nvPr/>
          </p:nvCxnSpPr>
          <p:spPr>
            <a:xfrm>
              <a:off x="3131344" y="4426744"/>
              <a:ext cx="482216" cy="20320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C730C394-7589-8FC6-12CA-2D93555C525F}"/>
                </a:ext>
              </a:extLst>
            </p:cNvPr>
            <p:cNvCxnSpPr>
              <a:cxnSpLocks/>
            </p:cNvCxnSpPr>
            <p:nvPr/>
          </p:nvCxnSpPr>
          <p:spPr>
            <a:xfrm>
              <a:off x="3613560" y="4629945"/>
              <a:ext cx="0" cy="35923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49203467-76DE-628C-0FB0-C232EF2C0633}"/>
                </a:ext>
              </a:extLst>
            </p:cNvPr>
            <p:cNvCxnSpPr>
              <a:cxnSpLocks/>
            </p:cNvCxnSpPr>
            <p:nvPr/>
          </p:nvCxnSpPr>
          <p:spPr>
            <a:xfrm>
              <a:off x="3615988" y="4989176"/>
              <a:ext cx="152400" cy="7733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F695E646-C3ED-3DEB-6668-FD8C090885E6}"/>
                </a:ext>
              </a:extLst>
            </p:cNvPr>
            <p:cNvCxnSpPr>
              <a:cxnSpLocks/>
            </p:cNvCxnSpPr>
            <p:nvPr/>
          </p:nvCxnSpPr>
          <p:spPr>
            <a:xfrm>
              <a:off x="3767164" y="5066509"/>
              <a:ext cx="0" cy="11747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15B83FB3-B48A-FD3E-B57B-B66449A7D808}"/>
                </a:ext>
              </a:extLst>
            </p:cNvPr>
            <p:cNvCxnSpPr>
              <a:cxnSpLocks/>
            </p:cNvCxnSpPr>
            <p:nvPr/>
          </p:nvCxnSpPr>
          <p:spPr>
            <a:xfrm>
              <a:off x="3760067" y="5170207"/>
              <a:ext cx="657178" cy="27333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C9E8A911-0935-A97C-3709-9CEC2AF9F2A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17245" y="5372100"/>
              <a:ext cx="157554" cy="7143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20E56A28-511E-76E2-62F3-C3131FF0E80F}"/>
                </a:ext>
              </a:extLst>
            </p:cNvPr>
            <p:cNvCxnSpPr>
              <a:cxnSpLocks/>
            </p:cNvCxnSpPr>
            <p:nvPr/>
          </p:nvCxnSpPr>
          <p:spPr>
            <a:xfrm>
              <a:off x="4574799" y="5384801"/>
              <a:ext cx="0" cy="23256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42B09030-3961-9BAE-9471-4DE0C8E62D15}"/>
                </a:ext>
              </a:extLst>
            </p:cNvPr>
            <p:cNvCxnSpPr>
              <a:cxnSpLocks/>
            </p:cNvCxnSpPr>
            <p:nvPr/>
          </p:nvCxnSpPr>
          <p:spPr>
            <a:xfrm>
              <a:off x="4576442" y="5606763"/>
              <a:ext cx="640877" cy="26301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E781FEBE-81EE-50E6-156D-D7A02B52903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088656" y="1295304"/>
              <a:ext cx="328589" cy="11899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71B908C1-86A2-7DF9-1079-6FE1778256F0}"/>
              </a:ext>
            </a:extLst>
          </p:cNvPr>
          <p:cNvGrpSpPr/>
          <p:nvPr/>
        </p:nvGrpSpPr>
        <p:grpSpPr>
          <a:xfrm>
            <a:off x="1995201" y="4174331"/>
            <a:ext cx="7399574" cy="2767013"/>
            <a:chOff x="1995201" y="4174331"/>
            <a:chExt cx="7399574" cy="2767013"/>
          </a:xfrm>
        </p:grpSpPr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4C15B6E9-D569-51EE-55BC-2B95CB59668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74799" y="5931693"/>
              <a:ext cx="472059" cy="19050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7BA12C9E-2353-9738-82F5-5D79EE215C8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088656" y="5925063"/>
              <a:ext cx="505765" cy="19713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EEB32F82-769C-272F-4EC7-64A33C36CC0F}"/>
                </a:ext>
              </a:extLst>
            </p:cNvPr>
            <p:cNvCxnSpPr>
              <a:cxnSpLocks/>
            </p:cNvCxnSpPr>
            <p:nvPr/>
          </p:nvCxnSpPr>
          <p:spPr>
            <a:xfrm>
              <a:off x="4088656" y="5805487"/>
              <a:ext cx="0" cy="12620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89214C59-7FE2-45B9-08FA-073ED7F14617}"/>
                </a:ext>
              </a:extLst>
            </p:cNvPr>
            <p:cNvCxnSpPr>
              <a:cxnSpLocks/>
            </p:cNvCxnSpPr>
            <p:nvPr/>
          </p:nvCxnSpPr>
          <p:spPr>
            <a:xfrm>
              <a:off x="3926853" y="5738272"/>
              <a:ext cx="161803" cy="6310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E76F745D-DDDC-D20F-8C26-5004D92809A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67164" y="5738272"/>
              <a:ext cx="159689" cy="6310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2EEF2786-F3A4-9546-C4EF-EA7D1C87B708}"/>
                </a:ext>
              </a:extLst>
            </p:cNvPr>
            <p:cNvCxnSpPr>
              <a:cxnSpLocks/>
            </p:cNvCxnSpPr>
            <p:nvPr/>
          </p:nvCxnSpPr>
          <p:spPr>
            <a:xfrm>
              <a:off x="3767164" y="5805487"/>
              <a:ext cx="161803" cy="6310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86B0E44-2686-EFD9-2218-611D9BD618EF}"/>
                </a:ext>
              </a:extLst>
            </p:cNvPr>
            <p:cNvCxnSpPr>
              <a:cxnSpLocks/>
            </p:cNvCxnSpPr>
            <p:nvPr/>
          </p:nvCxnSpPr>
          <p:spPr>
            <a:xfrm>
              <a:off x="3936377" y="5861960"/>
              <a:ext cx="0" cy="12620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E12B5DFD-9799-AFAE-B781-679BDA869512}"/>
                </a:ext>
              </a:extLst>
            </p:cNvPr>
            <p:cNvCxnSpPr>
              <a:cxnSpLocks/>
            </p:cNvCxnSpPr>
            <p:nvPr/>
          </p:nvCxnSpPr>
          <p:spPr>
            <a:xfrm>
              <a:off x="3929233" y="5990547"/>
              <a:ext cx="161803" cy="6310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4D741B3B-7D81-9C16-E3E4-A98669554B38}"/>
                </a:ext>
              </a:extLst>
            </p:cNvPr>
            <p:cNvCxnSpPr>
              <a:cxnSpLocks/>
            </p:cNvCxnSpPr>
            <p:nvPr/>
          </p:nvCxnSpPr>
          <p:spPr>
            <a:xfrm>
              <a:off x="4088656" y="6053650"/>
              <a:ext cx="0" cy="2495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6C6C1599-B3DC-70BE-979D-443A3BC5A6CC}"/>
                </a:ext>
              </a:extLst>
            </p:cNvPr>
            <p:cNvCxnSpPr>
              <a:cxnSpLocks/>
            </p:cNvCxnSpPr>
            <p:nvPr/>
          </p:nvCxnSpPr>
          <p:spPr>
            <a:xfrm>
              <a:off x="2974181" y="6493669"/>
              <a:ext cx="318966" cy="12685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9E4D66AE-DBF9-7C1C-A90C-B1761A72CF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14492" y="6493994"/>
              <a:ext cx="159689" cy="6310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33E90F84-12CD-F7AB-F1E4-F97DF3D886AE}"/>
                </a:ext>
              </a:extLst>
            </p:cNvPr>
            <p:cNvCxnSpPr>
              <a:cxnSpLocks/>
            </p:cNvCxnSpPr>
            <p:nvPr/>
          </p:nvCxnSpPr>
          <p:spPr>
            <a:xfrm>
              <a:off x="2655094" y="6493669"/>
              <a:ext cx="159398" cy="6375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Connector 149">
              <a:extLst>
                <a:ext uri="{FF2B5EF4-FFF2-40B4-BE49-F238E27FC236}">
                  <a16:creationId xmlns:a16="http://schemas.microsoft.com/office/drawing/2014/main" id="{FB6AD427-4BB5-B243-74AA-9D2ACF6228B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95405" y="6496970"/>
              <a:ext cx="159689" cy="6310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150">
              <a:extLst>
                <a:ext uri="{FF2B5EF4-FFF2-40B4-BE49-F238E27FC236}">
                  <a16:creationId xmlns:a16="http://schemas.microsoft.com/office/drawing/2014/main" id="{41032F33-3995-CDF4-FFE7-BE4BBBF1A2FE}"/>
                </a:ext>
              </a:extLst>
            </p:cNvPr>
            <p:cNvCxnSpPr>
              <a:cxnSpLocks/>
            </p:cNvCxnSpPr>
            <p:nvPr/>
          </p:nvCxnSpPr>
          <p:spPr>
            <a:xfrm>
              <a:off x="1997869" y="6372225"/>
              <a:ext cx="497536" cy="18519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152">
              <a:extLst>
                <a:ext uri="{FF2B5EF4-FFF2-40B4-BE49-F238E27FC236}">
                  <a16:creationId xmlns:a16="http://schemas.microsoft.com/office/drawing/2014/main" id="{A6BB877E-2EFE-E1A6-76A4-2BD3D7B8DEC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97871" y="6306470"/>
              <a:ext cx="159689" cy="6310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Connector 153">
              <a:extLst>
                <a:ext uri="{FF2B5EF4-FFF2-40B4-BE49-F238E27FC236}">
                  <a16:creationId xmlns:a16="http://schemas.microsoft.com/office/drawing/2014/main" id="{8BCF21C6-8655-92D2-C203-1F3E98AD1F61}"/>
                </a:ext>
              </a:extLst>
            </p:cNvPr>
            <p:cNvCxnSpPr>
              <a:cxnSpLocks/>
            </p:cNvCxnSpPr>
            <p:nvPr/>
          </p:nvCxnSpPr>
          <p:spPr>
            <a:xfrm>
              <a:off x="1995492" y="6241391"/>
              <a:ext cx="159398" cy="6375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154">
              <a:extLst>
                <a:ext uri="{FF2B5EF4-FFF2-40B4-BE49-F238E27FC236}">
                  <a16:creationId xmlns:a16="http://schemas.microsoft.com/office/drawing/2014/main" id="{125F82FF-BD8D-24BE-4AFB-3F2F2FC4870D}"/>
                </a:ext>
              </a:extLst>
            </p:cNvPr>
            <p:cNvCxnSpPr>
              <a:cxnSpLocks/>
            </p:cNvCxnSpPr>
            <p:nvPr/>
          </p:nvCxnSpPr>
          <p:spPr>
            <a:xfrm>
              <a:off x="1999965" y="6122194"/>
              <a:ext cx="0" cy="11787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156">
              <a:extLst>
                <a:ext uri="{FF2B5EF4-FFF2-40B4-BE49-F238E27FC236}">
                  <a16:creationId xmlns:a16="http://schemas.microsoft.com/office/drawing/2014/main" id="{511799A6-5829-FA1C-F56D-29ADFCD8B27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95201" y="5925063"/>
              <a:ext cx="500204" cy="20121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traight Connector 158">
              <a:extLst>
                <a:ext uri="{FF2B5EF4-FFF2-40B4-BE49-F238E27FC236}">
                  <a16:creationId xmlns:a16="http://schemas.microsoft.com/office/drawing/2014/main" id="{6D3EC19B-0837-535B-1941-87DD3E83FEF8}"/>
                </a:ext>
              </a:extLst>
            </p:cNvPr>
            <p:cNvCxnSpPr>
              <a:cxnSpLocks/>
            </p:cNvCxnSpPr>
            <p:nvPr/>
          </p:nvCxnSpPr>
          <p:spPr>
            <a:xfrm>
              <a:off x="2502549" y="5925063"/>
              <a:ext cx="311943" cy="1285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Connector 160">
              <a:extLst>
                <a:ext uri="{FF2B5EF4-FFF2-40B4-BE49-F238E27FC236}">
                  <a16:creationId xmlns:a16="http://schemas.microsoft.com/office/drawing/2014/main" id="{F88C2AD9-F24A-BF4A-D1C9-B2ABA6AFED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12188" y="5995988"/>
              <a:ext cx="159689" cy="6310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Straight Connector 161">
              <a:extLst>
                <a:ext uri="{FF2B5EF4-FFF2-40B4-BE49-F238E27FC236}">
                  <a16:creationId xmlns:a16="http://schemas.microsoft.com/office/drawing/2014/main" id="{25227D46-EB8B-EBB5-4027-A3FEE2B5574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74799" y="4681199"/>
              <a:ext cx="159689" cy="6310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162">
              <a:extLst>
                <a:ext uri="{FF2B5EF4-FFF2-40B4-BE49-F238E27FC236}">
                  <a16:creationId xmlns:a16="http://schemas.microsoft.com/office/drawing/2014/main" id="{AE750733-959A-3CE6-61BE-EB915B4433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30983" y="4426744"/>
              <a:ext cx="1074" cy="25045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>
              <a:extLst>
                <a:ext uri="{FF2B5EF4-FFF2-40B4-BE49-F238E27FC236}">
                  <a16:creationId xmlns:a16="http://schemas.microsoft.com/office/drawing/2014/main" id="{1397AEA2-68E9-B227-C64F-74A91C7E98D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574799" y="4365571"/>
              <a:ext cx="159689" cy="6049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>
              <a:extLst>
                <a:ext uri="{FF2B5EF4-FFF2-40B4-BE49-F238E27FC236}">
                  <a16:creationId xmlns:a16="http://schemas.microsoft.com/office/drawing/2014/main" id="{30B25747-DF0E-6A8D-1F73-4E7AF2FABCE8}"/>
                </a:ext>
              </a:extLst>
            </p:cNvPr>
            <p:cNvCxnSpPr>
              <a:cxnSpLocks/>
            </p:cNvCxnSpPr>
            <p:nvPr/>
          </p:nvCxnSpPr>
          <p:spPr>
            <a:xfrm>
              <a:off x="4573312" y="4242074"/>
              <a:ext cx="2944" cy="13984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>
              <a:extLst>
                <a:ext uri="{FF2B5EF4-FFF2-40B4-BE49-F238E27FC236}">
                  <a16:creationId xmlns:a16="http://schemas.microsoft.com/office/drawing/2014/main" id="{9194F7D6-D958-9406-2F72-7C45FBEE9DF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83761" y="4178631"/>
              <a:ext cx="159689" cy="6310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77244EF3-6DD4-973D-D441-F7A8B9FF845D}"/>
                </a:ext>
              </a:extLst>
            </p:cNvPr>
            <p:cNvCxnSpPr>
              <a:cxnSpLocks/>
            </p:cNvCxnSpPr>
            <p:nvPr/>
          </p:nvCxnSpPr>
          <p:spPr>
            <a:xfrm>
              <a:off x="4737634" y="4174331"/>
              <a:ext cx="2944" cy="13984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170">
              <a:extLst>
                <a:ext uri="{FF2B5EF4-FFF2-40B4-BE49-F238E27FC236}">
                  <a16:creationId xmlns:a16="http://schemas.microsoft.com/office/drawing/2014/main" id="{D1DD1B90-AE24-297E-29A9-58CDFA5852B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42267" y="4307686"/>
              <a:ext cx="159689" cy="6049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B9D03546-ED1B-FFD0-DD1F-81BD3DC89AB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92818" y="4364345"/>
              <a:ext cx="1074" cy="25045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ACA229F9-1A18-3BDF-7743-8BF31DF2F91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98136" y="4551695"/>
              <a:ext cx="159689" cy="6310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B25EDB09-1BD7-73E1-A7E8-49715DB0990C}"/>
                </a:ext>
              </a:extLst>
            </p:cNvPr>
            <p:cNvCxnSpPr>
              <a:cxnSpLocks/>
            </p:cNvCxnSpPr>
            <p:nvPr/>
          </p:nvCxnSpPr>
          <p:spPr>
            <a:xfrm>
              <a:off x="5057233" y="4551695"/>
              <a:ext cx="0" cy="1215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E9C21B49-AD2E-A6FD-DD50-2943BBD1DF5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56207" y="4677197"/>
              <a:ext cx="159689" cy="6049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5740418E-2AFD-3653-8113-C8541CC8DEE0}"/>
                </a:ext>
              </a:extLst>
            </p:cNvPr>
            <p:cNvCxnSpPr>
              <a:cxnSpLocks/>
            </p:cNvCxnSpPr>
            <p:nvPr/>
          </p:nvCxnSpPr>
          <p:spPr>
            <a:xfrm>
              <a:off x="5215354" y="4737690"/>
              <a:ext cx="0" cy="1215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D809A3FD-0AB3-2174-5770-C290B6B261B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214045" y="4863755"/>
              <a:ext cx="167262" cy="7899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Straight Connector 178">
              <a:extLst>
                <a:ext uri="{FF2B5EF4-FFF2-40B4-BE49-F238E27FC236}">
                  <a16:creationId xmlns:a16="http://schemas.microsoft.com/office/drawing/2014/main" id="{815BF9E0-9172-F744-FB34-0633E3DF3B6B}"/>
                </a:ext>
              </a:extLst>
            </p:cNvPr>
            <p:cNvCxnSpPr>
              <a:cxnSpLocks/>
            </p:cNvCxnSpPr>
            <p:nvPr/>
          </p:nvCxnSpPr>
          <p:spPr>
            <a:xfrm>
              <a:off x="5373734" y="4930807"/>
              <a:ext cx="0" cy="1215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Straight Connector 179">
              <a:extLst>
                <a:ext uri="{FF2B5EF4-FFF2-40B4-BE49-F238E27FC236}">
                  <a16:creationId xmlns:a16="http://schemas.microsoft.com/office/drawing/2014/main" id="{3FCA6E20-D033-1657-A26D-7D91F7E3F22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374792" y="5054604"/>
              <a:ext cx="159689" cy="6049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Straight Connector 181">
              <a:extLst>
                <a:ext uri="{FF2B5EF4-FFF2-40B4-BE49-F238E27FC236}">
                  <a16:creationId xmlns:a16="http://schemas.microsoft.com/office/drawing/2014/main" id="{27D8B152-D10F-CA3F-BC70-CF178FA55914}"/>
                </a:ext>
              </a:extLst>
            </p:cNvPr>
            <p:cNvCxnSpPr>
              <a:cxnSpLocks/>
            </p:cNvCxnSpPr>
            <p:nvPr/>
          </p:nvCxnSpPr>
          <p:spPr>
            <a:xfrm>
              <a:off x="5541913" y="5109457"/>
              <a:ext cx="0" cy="1215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Straight Connector 182">
              <a:extLst>
                <a:ext uri="{FF2B5EF4-FFF2-40B4-BE49-F238E27FC236}">
                  <a16:creationId xmlns:a16="http://schemas.microsoft.com/office/drawing/2014/main" id="{5C7F38EF-2A4D-CFBE-DBBC-C6E3AB5A538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543860" y="5233198"/>
              <a:ext cx="163996" cy="6984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Connector 184">
              <a:extLst>
                <a:ext uri="{FF2B5EF4-FFF2-40B4-BE49-F238E27FC236}">
                  <a16:creationId xmlns:a16="http://schemas.microsoft.com/office/drawing/2014/main" id="{C3999068-262E-EDEE-C327-BC016E125982}"/>
                </a:ext>
              </a:extLst>
            </p:cNvPr>
            <p:cNvCxnSpPr>
              <a:cxnSpLocks/>
            </p:cNvCxnSpPr>
            <p:nvPr/>
          </p:nvCxnSpPr>
          <p:spPr>
            <a:xfrm>
              <a:off x="5701457" y="5299957"/>
              <a:ext cx="0" cy="1215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791A07A9-9FB0-ACC2-0256-9CDBFCEB67C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96260" y="5418936"/>
              <a:ext cx="161615" cy="7937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Straight Connector 187">
              <a:extLst>
                <a:ext uri="{FF2B5EF4-FFF2-40B4-BE49-F238E27FC236}">
                  <a16:creationId xmlns:a16="http://schemas.microsoft.com/office/drawing/2014/main" id="{2E270030-E14A-5DC7-966E-6D94E490625C}"/>
                </a:ext>
              </a:extLst>
            </p:cNvPr>
            <p:cNvCxnSpPr>
              <a:cxnSpLocks/>
            </p:cNvCxnSpPr>
            <p:nvPr/>
          </p:nvCxnSpPr>
          <p:spPr>
            <a:xfrm>
              <a:off x="5863382" y="5492839"/>
              <a:ext cx="0" cy="1215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188">
              <a:extLst>
                <a:ext uri="{FF2B5EF4-FFF2-40B4-BE49-F238E27FC236}">
                  <a16:creationId xmlns:a16="http://schemas.microsoft.com/office/drawing/2014/main" id="{AB837A0D-86A5-6CC7-601D-007DCEDCC5D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865329" y="5611817"/>
              <a:ext cx="323540" cy="13890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Connector 190">
              <a:extLst>
                <a:ext uri="{FF2B5EF4-FFF2-40B4-BE49-F238E27FC236}">
                  <a16:creationId xmlns:a16="http://schemas.microsoft.com/office/drawing/2014/main" id="{46AB3162-EFB0-A79F-8397-CACCA9F95B42}"/>
                </a:ext>
              </a:extLst>
            </p:cNvPr>
            <p:cNvCxnSpPr>
              <a:cxnSpLocks/>
            </p:cNvCxnSpPr>
            <p:nvPr/>
          </p:nvCxnSpPr>
          <p:spPr>
            <a:xfrm>
              <a:off x="6182470" y="5745251"/>
              <a:ext cx="0" cy="38170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Straight Connector 193">
              <a:extLst>
                <a:ext uri="{FF2B5EF4-FFF2-40B4-BE49-F238E27FC236}">
                  <a16:creationId xmlns:a16="http://schemas.microsoft.com/office/drawing/2014/main" id="{9B5E2C4A-F15A-F5BC-B1AA-E1D0BC2D5D6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79654" y="6119023"/>
              <a:ext cx="647390" cy="25320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Straight Connector 195">
              <a:extLst>
                <a:ext uri="{FF2B5EF4-FFF2-40B4-BE49-F238E27FC236}">
                  <a16:creationId xmlns:a16="http://schemas.microsoft.com/office/drawing/2014/main" id="{468B1D1C-B330-69BE-3EA5-4A749372597E}"/>
                </a:ext>
              </a:extLst>
            </p:cNvPr>
            <p:cNvCxnSpPr>
              <a:cxnSpLocks/>
            </p:cNvCxnSpPr>
            <p:nvPr/>
          </p:nvCxnSpPr>
          <p:spPr>
            <a:xfrm>
              <a:off x="6825407" y="6376282"/>
              <a:ext cx="0" cy="50314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6A8C128F-0F17-F9B6-2192-461E4401C48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27354" y="6869117"/>
              <a:ext cx="147327" cy="7222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BF194403-E26C-506A-670B-BE8AC8959F52}"/>
                </a:ext>
              </a:extLst>
            </p:cNvPr>
            <p:cNvCxnSpPr>
              <a:cxnSpLocks/>
            </p:cNvCxnSpPr>
            <p:nvPr/>
          </p:nvCxnSpPr>
          <p:spPr>
            <a:xfrm>
              <a:off x="9394775" y="6624638"/>
              <a:ext cx="0" cy="25479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2ECEE91A-7DCB-7669-B293-83A68B38218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37179" y="6557173"/>
              <a:ext cx="147327" cy="7222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D6DDCE97-0596-725C-FEB2-EE0F3811D543}"/>
                </a:ext>
              </a:extLst>
            </p:cNvPr>
            <p:cNvCxnSpPr>
              <a:cxnSpLocks/>
            </p:cNvCxnSpPr>
            <p:nvPr/>
          </p:nvCxnSpPr>
          <p:spPr>
            <a:xfrm>
              <a:off x="9235232" y="6186488"/>
              <a:ext cx="0" cy="38338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B0A13BC8-C1D0-7B31-AFDA-A597EF25F8C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079706" y="6124575"/>
              <a:ext cx="145257" cy="6429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D337F7F4-718D-D3AC-583E-A0AB91CAD978}"/>
                </a:ext>
              </a:extLst>
            </p:cNvPr>
            <p:cNvCxnSpPr>
              <a:cxnSpLocks/>
            </p:cNvCxnSpPr>
            <p:nvPr/>
          </p:nvCxnSpPr>
          <p:spPr>
            <a:xfrm>
              <a:off x="9073307" y="5364956"/>
              <a:ext cx="0" cy="76914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6ACB1CBE-19AD-91C1-2CB5-E52FB92503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950994" y="5362575"/>
              <a:ext cx="1123951" cy="44291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A431AD63-7A97-618B-7022-07081C6CC1B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793831" y="5745956"/>
              <a:ext cx="157163" cy="666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4BD8A567-C319-0437-4FBB-46E1286F5CD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69981" y="5738813"/>
              <a:ext cx="324594" cy="13573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81E36F63-94E2-49F8-A09A-4A38962724E9}"/>
                </a:ext>
              </a:extLst>
            </p:cNvPr>
            <p:cNvCxnSpPr>
              <a:cxnSpLocks/>
            </p:cNvCxnSpPr>
            <p:nvPr/>
          </p:nvCxnSpPr>
          <p:spPr>
            <a:xfrm>
              <a:off x="7473107" y="5876925"/>
              <a:ext cx="0" cy="12382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D4D374D2-DB5B-3751-5E20-41E7363ED28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469981" y="5998369"/>
              <a:ext cx="157163" cy="666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2" name="Group 221">
            <a:extLst>
              <a:ext uri="{FF2B5EF4-FFF2-40B4-BE49-F238E27FC236}">
                <a16:creationId xmlns:a16="http://schemas.microsoft.com/office/drawing/2014/main" id="{B050B96C-3F31-77A1-ADBF-39BBC6741AB8}"/>
              </a:ext>
            </a:extLst>
          </p:cNvPr>
          <p:cNvGrpSpPr/>
          <p:nvPr/>
        </p:nvGrpSpPr>
        <p:grpSpPr>
          <a:xfrm>
            <a:off x="6022180" y="481467"/>
            <a:ext cx="3212307" cy="4835073"/>
            <a:chOff x="6010275" y="476705"/>
            <a:chExt cx="3212307" cy="4835073"/>
          </a:xfrm>
        </p:grpSpPr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D602C7B2-0F3F-428C-9E00-C6402928231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72200" y="5234445"/>
              <a:ext cx="154827" cy="7733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F08B2F4C-6532-05B9-F8B3-22248E765E9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74581" y="5124450"/>
              <a:ext cx="0" cy="10999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68314EF6-F9F2-86A8-7195-1FC35DD5A51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015037" y="5046326"/>
              <a:ext cx="154827" cy="7733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20DDF5C7-DFF6-A7E0-75F3-20CC6B42472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10275" y="4168458"/>
              <a:ext cx="0" cy="87786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8E09D6E3-398D-6D86-C389-B9A0D71F420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317773" y="4044136"/>
              <a:ext cx="175262" cy="63362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82CCA569-EE89-64D4-C271-28FB6327D9B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83985" y="4043363"/>
              <a:ext cx="165260" cy="64432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Straight Connector 230">
              <a:extLst>
                <a:ext uri="{FF2B5EF4-FFF2-40B4-BE49-F238E27FC236}">
                  <a16:creationId xmlns:a16="http://schemas.microsoft.com/office/drawing/2014/main" id="{C86A984D-FC9B-3423-0B22-80FD346C81F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58770" y="4046538"/>
              <a:ext cx="323850" cy="12700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Straight Connector 235">
              <a:extLst>
                <a:ext uri="{FF2B5EF4-FFF2-40B4-BE49-F238E27FC236}">
                  <a16:creationId xmlns:a16="http://schemas.microsoft.com/office/drawing/2014/main" id="{A5FE5340-C2BF-180A-6785-46811AD1966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289005" y="4046200"/>
              <a:ext cx="490540" cy="190044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Connector 237">
              <a:extLst>
                <a:ext uri="{FF2B5EF4-FFF2-40B4-BE49-F238E27FC236}">
                  <a16:creationId xmlns:a16="http://schemas.microsoft.com/office/drawing/2014/main" id="{0A1AD33F-BB05-7709-022F-9D153F63EAD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779544" y="4174332"/>
              <a:ext cx="152401" cy="6236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Connector 239">
              <a:extLst>
                <a:ext uri="{FF2B5EF4-FFF2-40B4-BE49-F238E27FC236}">
                  <a16:creationId xmlns:a16="http://schemas.microsoft.com/office/drawing/2014/main" id="{D5DCB0BB-C15C-8366-AB1D-F9D896C19D7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929561" y="4174787"/>
              <a:ext cx="164309" cy="6622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Straight Connector 240">
              <a:extLst>
                <a:ext uri="{FF2B5EF4-FFF2-40B4-BE49-F238E27FC236}">
                  <a16:creationId xmlns:a16="http://schemas.microsoft.com/office/drawing/2014/main" id="{0ED2BFF4-D847-6E22-79EC-E50AAD6F55C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91487" y="4048125"/>
              <a:ext cx="495301" cy="193337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Straight Connector 241">
              <a:extLst>
                <a:ext uri="{FF2B5EF4-FFF2-40B4-BE49-F238E27FC236}">
                  <a16:creationId xmlns:a16="http://schemas.microsoft.com/office/drawing/2014/main" id="{A7C91681-8A4A-641C-1A57-9C64DE0C02DB}"/>
                </a:ext>
              </a:extLst>
            </p:cNvPr>
            <p:cNvCxnSpPr>
              <a:cxnSpLocks/>
            </p:cNvCxnSpPr>
            <p:nvPr/>
          </p:nvCxnSpPr>
          <p:spPr>
            <a:xfrm>
              <a:off x="8582025" y="3917157"/>
              <a:ext cx="0" cy="136187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Straight Connector 243">
              <a:extLst>
                <a:ext uri="{FF2B5EF4-FFF2-40B4-BE49-F238E27FC236}">
                  <a16:creationId xmlns:a16="http://schemas.microsoft.com/office/drawing/2014/main" id="{BABBF4A0-AF1B-F4FF-95F7-C792217E60D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572498" y="3917612"/>
              <a:ext cx="164309" cy="6622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Straight Connector 244">
              <a:extLst>
                <a:ext uri="{FF2B5EF4-FFF2-40B4-BE49-F238E27FC236}">
                  <a16:creationId xmlns:a16="http://schemas.microsoft.com/office/drawing/2014/main" id="{AD08AB52-02CA-4324-E24B-949EB88F9C7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36806" y="3864769"/>
              <a:ext cx="328614" cy="121899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9" name="Straight Connector 288">
              <a:extLst>
                <a:ext uri="{FF2B5EF4-FFF2-40B4-BE49-F238E27FC236}">
                  <a16:creationId xmlns:a16="http://schemas.microsoft.com/office/drawing/2014/main" id="{28247F1E-0F80-011D-FE65-DCCA50F73BCB}"/>
                </a:ext>
              </a:extLst>
            </p:cNvPr>
            <p:cNvCxnSpPr>
              <a:cxnSpLocks/>
            </p:cNvCxnSpPr>
            <p:nvPr/>
          </p:nvCxnSpPr>
          <p:spPr>
            <a:xfrm>
              <a:off x="9060656" y="3725862"/>
              <a:ext cx="0" cy="136187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Straight Connector 289">
              <a:extLst>
                <a:ext uri="{FF2B5EF4-FFF2-40B4-BE49-F238E27FC236}">
                  <a16:creationId xmlns:a16="http://schemas.microsoft.com/office/drawing/2014/main" id="{638F870F-2A33-973A-C8C4-FFA261B0952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060656" y="3673018"/>
              <a:ext cx="152401" cy="6236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" name="Straight Connector 290">
              <a:extLst>
                <a:ext uri="{FF2B5EF4-FFF2-40B4-BE49-F238E27FC236}">
                  <a16:creationId xmlns:a16="http://schemas.microsoft.com/office/drawing/2014/main" id="{10301D07-3078-3EC7-E6FE-06428636AB6C}"/>
                </a:ext>
              </a:extLst>
            </p:cNvPr>
            <p:cNvCxnSpPr>
              <a:cxnSpLocks/>
            </p:cNvCxnSpPr>
            <p:nvPr/>
          </p:nvCxnSpPr>
          <p:spPr>
            <a:xfrm>
              <a:off x="9217818" y="3176588"/>
              <a:ext cx="0" cy="504486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" name="Straight Connector 292">
              <a:extLst>
                <a:ext uri="{FF2B5EF4-FFF2-40B4-BE49-F238E27FC236}">
                  <a16:creationId xmlns:a16="http://schemas.microsoft.com/office/drawing/2014/main" id="{7ECA0A0A-0F68-3F66-E2D9-0ED502488F1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058273" y="3112749"/>
              <a:ext cx="164309" cy="6622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Straight Connector 293">
              <a:extLst>
                <a:ext uri="{FF2B5EF4-FFF2-40B4-BE49-F238E27FC236}">
                  <a16:creationId xmlns:a16="http://schemas.microsoft.com/office/drawing/2014/main" id="{F696E81F-274D-D345-4F0C-E0EE61154EFF}"/>
                </a:ext>
              </a:extLst>
            </p:cNvPr>
            <p:cNvCxnSpPr>
              <a:cxnSpLocks/>
            </p:cNvCxnSpPr>
            <p:nvPr/>
          </p:nvCxnSpPr>
          <p:spPr>
            <a:xfrm>
              <a:off x="9060656" y="2743201"/>
              <a:ext cx="0" cy="37589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Straight Connector 295">
              <a:extLst>
                <a:ext uri="{FF2B5EF4-FFF2-40B4-BE49-F238E27FC236}">
                  <a16:creationId xmlns:a16="http://schemas.microsoft.com/office/drawing/2014/main" id="{1B6325AC-4EA3-D0A5-8593-553A7D3B3E8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898730" y="2676980"/>
              <a:ext cx="164309" cy="6622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7" name="Straight Connector 296">
              <a:extLst>
                <a:ext uri="{FF2B5EF4-FFF2-40B4-BE49-F238E27FC236}">
                  <a16:creationId xmlns:a16="http://schemas.microsoft.com/office/drawing/2014/main" id="{DEA50B19-A235-2E57-EF2C-BCC38D6E834E}"/>
                </a:ext>
              </a:extLst>
            </p:cNvPr>
            <p:cNvCxnSpPr>
              <a:cxnSpLocks/>
            </p:cNvCxnSpPr>
            <p:nvPr/>
          </p:nvCxnSpPr>
          <p:spPr>
            <a:xfrm>
              <a:off x="8901112" y="2293145"/>
              <a:ext cx="0" cy="37589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Straight Connector 297">
              <a:extLst>
                <a:ext uri="{FF2B5EF4-FFF2-40B4-BE49-F238E27FC236}">
                  <a16:creationId xmlns:a16="http://schemas.microsoft.com/office/drawing/2014/main" id="{E3C4E2FC-71FA-0459-B5EE-87423D42BD4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739187" y="2236449"/>
              <a:ext cx="164309" cy="6622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9" name="Straight Connector 298">
              <a:extLst>
                <a:ext uri="{FF2B5EF4-FFF2-40B4-BE49-F238E27FC236}">
                  <a16:creationId xmlns:a16="http://schemas.microsoft.com/office/drawing/2014/main" id="{F7EE31BD-A495-3FA4-2F07-497538E81208}"/>
                </a:ext>
              </a:extLst>
            </p:cNvPr>
            <p:cNvCxnSpPr>
              <a:cxnSpLocks/>
            </p:cNvCxnSpPr>
            <p:nvPr/>
          </p:nvCxnSpPr>
          <p:spPr>
            <a:xfrm>
              <a:off x="8739187" y="1981201"/>
              <a:ext cx="0" cy="26159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1" name="Straight Connector 300">
              <a:extLst>
                <a:ext uri="{FF2B5EF4-FFF2-40B4-BE49-F238E27FC236}">
                  <a16:creationId xmlns:a16="http://schemas.microsoft.com/office/drawing/2014/main" id="{E7E078DA-57F3-FB0C-DE69-0054DB4A2CF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582025" y="1919742"/>
              <a:ext cx="164309" cy="6622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Straight Connector 301">
              <a:extLst>
                <a:ext uri="{FF2B5EF4-FFF2-40B4-BE49-F238E27FC236}">
                  <a16:creationId xmlns:a16="http://schemas.microsoft.com/office/drawing/2014/main" id="{42DDC941-88FE-74B6-0060-BE31EB57EE5B}"/>
                </a:ext>
              </a:extLst>
            </p:cNvPr>
            <p:cNvCxnSpPr>
              <a:cxnSpLocks/>
            </p:cNvCxnSpPr>
            <p:nvPr/>
          </p:nvCxnSpPr>
          <p:spPr>
            <a:xfrm>
              <a:off x="8586787" y="1554957"/>
              <a:ext cx="0" cy="35684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Straight Connector 303">
              <a:extLst>
                <a:ext uri="{FF2B5EF4-FFF2-40B4-BE49-F238E27FC236}">
                  <a16:creationId xmlns:a16="http://schemas.microsoft.com/office/drawing/2014/main" id="{B9D16620-4FC7-37B6-F1D2-ECAB1F25EAF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60555" y="1543505"/>
              <a:ext cx="164309" cy="6622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5" name="Straight Connector 304">
              <a:extLst>
                <a:ext uri="{FF2B5EF4-FFF2-40B4-BE49-F238E27FC236}">
                  <a16:creationId xmlns:a16="http://schemas.microsoft.com/office/drawing/2014/main" id="{E75A4B90-6252-FE61-E940-5B1B578BE14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22483" y="1545432"/>
              <a:ext cx="169068" cy="61912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Straight Connector 307">
              <a:extLst>
                <a:ext uri="{FF2B5EF4-FFF2-40B4-BE49-F238E27FC236}">
                  <a16:creationId xmlns:a16="http://schemas.microsoft.com/office/drawing/2014/main" id="{A67B15DA-131E-929D-2887-5813579BAD2C}"/>
                </a:ext>
              </a:extLst>
            </p:cNvPr>
            <p:cNvCxnSpPr>
              <a:cxnSpLocks/>
            </p:cNvCxnSpPr>
            <p:nvPr/>
          </p:nvCxnSpPr>
          <p:spPr>
            <a:xfrm>
              <a:off x="8258174" y="533401"/>
              <a:ext cx="0" cy="101407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Straight Connector 309">
              <a:extLst>
                <a:ext uri="{FF2B5EF4-FFF2-40B4-BE49-F238E27FC236}">
                  <a16:creationId xmlns:a16="http://schemas.microsoft.com/office/drawing/2014/main" id="{F47F1295-10AF-8CFE-6DB4-96165EABC3E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098630" y="476705"/>
              <a:ext cx="164309" cy="6622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1" name="Group 250">
            <a:extLst>
              <a:ext uri="{FF2B5EF4-FFF2-40B4-BE49-F238E27FC236}">
                <a16:creationId xmlns:a16="http://schemas.microsoft.com/office/drawing/2014/main" id="{5DA8A366-6A0F-48AD-8183-D9C81ECDBC7B}"/>
              </a:ext>
            </a:extLst>
          </p:cNvPr>
          <p:cNvGrpSpPr/>
          <p:nvPr/>
        </p:nvGrpSpPr>
        <p:grpSpPr>
          <a:xfrm>
            <a:off x="1035844" y="488156"/>
            <a:ext cx="4160044" cy="5195412"/>
            <a:chOff x="1035844" y="488156"/>
            <a:chExt cx="4160044" cy="5195412"/>
          </a:xfrm>
        </p:grpSpPr>
        <p:cxnSp>
          <p:nvCxnSpPr>
            <p:cNvPr id="247" name="Straight Connector 246">
              <a:extLst>
                <a:ext uri="{FF2B5EF4-FFF2-40B4-BE49-F238E27FC236}">
                  <a16:creationId xmlns:a16="http://schemas.microsoft.com/office/drawing/2014/main" id="{282B86A6-9823-A213-A364-E0CD3576414A}"/>
                </a:ext>
              </a:extLst>
            </p:cNvPr>
            <p:cNvCxnSpPr>
              <a:cxnSpLocks/>
            </p:cNvCxnSpPr>
            <p:nvPr/>
          </p:nvCxnSpPr>
          <p:spPr>
            <a:xfrm>
              <a:off x="5053756" y="1042753"/>
              <a:ext cx="142132" cy="6691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Straight Connector 248">
              <a:extLst>
                <a:ext uri="{FF2B5EF4-FFF2-40B4-BE49-F238E27FC236}">
                  <a16:creationId xmlns:a16="http://schemas.microsoft.com/office/drawing/2014/main" id="{BCC323D4-1C58-B299-B7F6-10808751B076}"/>
                </a:ext>
              </a:extLst>
            </p:cNvPr>
            <p:cNvCxnSpPr>
              <a:cxnSpLocks/>
            </p:cNvCxnSpPr>
            <p:nvPr/>
          </p:nvCxnSpPr>
          <p:spPr>
            <a:xfrm>
              <a:off x="4897015" y="1371366"/>
              <a:ext cx="0" cy="24312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Straight Connector 251">
              <a:extLst>
                <a:ext uri="{FF2B5EF4-FFF2-40B4-BE49-F238E27FC236}">
                  <a16:creationId xmlns:a16="http://schemas.microsoft.com/office/drawing/2014/main" id="{55A076C8-7245-4169-2B9B-FA376901424C}"/>
                </a:ext>
              </a:extLst>
            </p:cNvPr>
            <p:cNvCxnSpPr>
              <a:cxnSpLocks/>
            </p:cNvCxnSpPr>
            <p:nvPr/>
          </p:nvCxnSpPr>
          <p:spPr>
            <a:xfrm>
              <a:off x="4588669" y="1483519"/>
              <a:ext cx="302419" cy="13573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Straight Connector 253">
              <a:extLst>
                <a:ext uri="{FF2B5EF4-FFF2-40B4-BE49-F238E27FC236}">
                  <a16:creationId xmlns:a16="http://schemas.microsoft.com/office/drawing/2014/main" id="{D4C5664A-8D0D-A4E4-932C-078F04CE55F4}"/>
                </a:ext>
              </a:extLst>
            </p:cNvPr>
            <p:cNvCxnSpPr>
              <a:cxnSpLocks/>
            </p:cNvCxnSpPr>
            <p:nvPr/>
          </p:nvCxnSpPr>
          <p:spPr>
            <a:xfrm>
              <a:off x="3932188" y="987984"/>
              <a:ext cx="0" cy="11453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Straight Connector 255">
              <a:extLst>
                <a:ext uri="{FF2B5EF4-FFF2-40B4-BE49-F238E27FC236}">
                  <a16:creationId xmlns:a16="http://schemas.microsoft.com/office/drawing/2014/main" id="{51B55A0A-F754-06EB-5E3B-A4C5F863D2D6}"/>
                </a:ext>
              </a:extLst>
            </p:cNvPr>
            <p:cNvCxnSpPr>
              <a:cxnSpLocks/>
            </p:cNvCxnSpPr>
            <p:nvPr/>
          </p:nvCxnSpPr>
          <p:spPr>
            <a:xfrm>
              <a:off x="4410076" y="2176463"/>
              <a:ext cx="0" cy="24526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Straight Connector 257">
              <a:extLst>
                <a:ext uri="{FF2B5EF4-FFF2-40B4-BE49-F238E27FC236}">
                  <a16:creationId xmlns:a16="http://schemas.microsoft.com/office/drawing/2014/main" id="{696F79F4-025D-BE24-63CD-F2396BBC2F9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450431" y="2609851"/>
              <a:ext cx="488157" cy="19526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Straight Connector 259">
              <a:extLst>
                <a:ext uri="{FF2B5EF4-FFF2-40B4-BE49-F238E27FC236}">
                  <a16:creationId xmlns:a16="http://schemas.microsoft.com/office/drawing/2014/main" id="{AB6D0506-F51C-FCC3-011D-05625FE8A16D}"/>
                </a:ext>
              </a:extLst>
            </p:cNvPr>
            <p:cNvCxnSpPr>
              <a:cxnSpLocks/>
            </p:cNvCxnSpPr>
            <p:nvPr/>
          </p:nvCxnSpPr>
          <p:spPr>
            <a:xfrm>
              <a:off x="3612357" y="2112169"/>
              <a:ext cx="0" cy="51435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Straight Connector 261">
              <a:extLst>
                <a:ext uri="{FF2B5EF4-FFF2-40B4-BE49-F238E27FC236}">
                  <a16:creationId xmlns:a16="http://schemas.microsoft.com/office/drawing/2014/main" id="{22A7BE14-71F1-5549-8215-DAC0EA3FBFB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128963" y="1931194"/>
              <a:ext cx="490538" cy="18097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Straight Connector 263">
              <a:extLst>
                <a:ext uri="{FF2B5EF4-FFF2-40B4-BE49-F238E27FC236}">
                  <a16:creationId xmlns:a16="http://schemas.microsoft.com/office/drawing/2014/main" id="{B1BA9986-A6F4-A897-7758-C8A740F3408C}"/>
                </a:ext>
              </a:extLst>
            </p:cNvPr>
            <p:cNvCxnSpPr>
              <a:cxnSpLocks/>
            </p:cNvCxnSpPr>
            <p:nvPr/>
          </p:nvCxnSpPr>
          <p:spPr>
            <a:xfrm>
              <a:off x="3131345" y="1552575"/>
              <a:ext cx="0" cy="38338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Straight Connector 265">
              <a:extLst>
                <a:ext uri="{FF2B5EF4-FFF2-40B4-BE49-F238E27FC236}">
                  <a16:creationId xmlns:a16="http://schemas.microsoft.com/office/drawing/2014/main" id="{D45AA339-271A-AA13-9A93-55BE31CE963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43188" y="1743076"/>
              <a:ext cx="328613" cy="11906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Straight Connector 267">
              <a:extLst>
                <a:ext uri="{FF2B5EF4-FFF2-40B4-BE49-F238E27FC236}">
                  <a16:creationId xmlns:a16="http://schemas.microsoft.com/office/drawing/2014/main" id="{0FF631B4-52C5-A66E-1A4F-D9FACB126054}"/>
                </a:ext>
              </a:extLst>
            </p:cNvPr>
            <p:cNvCxnSpPr>
              <a:cxnSpLocks/>
            </p:cNvCxnSpPr>
            <p:nvPr/>
          </p:nvCxnSpPr>
          <p:spPr>
            <a:xfrm>
              <a:off x="2647951" y="1609725"/>
              <a:ext cx="0" cy="25479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Straight Connector 269">
              <a:extLst>
                <a:ext uri="{FF2B5EF4-FFF2-40B4-BE49-F238E27FC236}">
                  <a16:creationId xmlns:a16="http://schemas.microsoft.com/office/drawing/2014/main" id="{158336D8-9101-8DB0-E390-270C431FDB7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324100" y="1488281"/>
              <a:ext cx="328613" cy="12144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Straight Connector 271">
              <a:extLst>
                <a:ext uri="{FF2B5EF4-FFF2-40B4-BE49-F238E27FC236}">
                  <a16:creationId xmlns:a16="http://schemas.microsoft.com/office/drawing/2014/main" id="{4342034D-2EE7-DE3A-F202-2ED12C1B9A88}"/>
                </a:ext>
              </a:extLst>
            </p:cNvPr>
            <p:cNvCxnSpPr>
              <a:cxnSpLocks/>
            </p:cNvCxnSpPr>
            <p:nvPr/>
          </p:nvCxnSpPr>
          <p:spPr>
            <a:xfrm>
              <a:off x="2326482" y="1247775"/>
              <a:ext cx="0" cy="25479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Straight Connector 272">
              <a:extLst>
                <a:ext uri="{FF2B5EF4-FFF2-40B4-BE49-F238E27FC236}">
                  <a16:creationId xmlns:a16="http://schemas.microsoft.com/office/drawing/2014/main" id="{1DEA46EA-AF3A-E0D3-BDEF-8F536BA342C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009775" y="1119188"/>
              <a:ext cx="311944" cy="12858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Straight Connector 274">
              <a:extLst>
                <a:ext uri="{FF2B5EF4-FFF2-40B4-BE49-F238E27FC236}">
                  <a16:creationId xmlns:a16="http://schemas.microsoft.com/office/drawing/2014/main" id="{640E0EE5-7371-93F6-7B57-F6F9027C4133}"/>
                </a:ext>
              </a:extLst>
            </p:cNvPr>
            <p:cNvCxnSpPr>
              <a:cxnSpLocks/>
            </p:cNvCxnSpPr>
            <p:nvPr/>
          </p:nvCxnSpPr>
          <p:spPr>
            <a:xfrm>
              <a:off x="2009776" y="733425"/>
              <a:ext cx="0" cy="38576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" name="Straight Connector 276">
              <a:extLst>
                <a:ext uri="{FF2B5EF4-FFF2-40B4-BE49-F238E27FC236}">
                  <a16:creationId xmlns:a16="http://schemas.microsoft.com/office/drawing/2014/main" id="{1FBDAD91-828E-0F09-DF17-A4476794BF6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93069" y="728664"/>
              <a:ext cx="316707" cy="13096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" name="Straight Connector 278">
              <a:extLst>
                <a:ext uri="{FF2B5EF4-FFF2-40B4-BE49-F238E27FC236}">
                  <a16:creationId xmlns:a16="http://schemas.microsoft.com/office/drawing/2014/main" id="{B106C490-5FDE-9F19-85EA-994312660DC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40606" y="609600"/>
              <a:ext cx="650082" cy="25241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3" name="Straight Connector 282">
              <a:extLst>
                <a:ext uri="{FF2B5EF4-FFF2-40B4-BE49-F238E27FC236}">
                  <a16:creationId xmlns:a16="http://schemas.microsoft.com/office/drawing/2014/main" id="{B3C95631-8427-30C3-0801-AAA5B8025ACE}"/>
                </a:ext>
              </a:extLst>
            </p:cNvPr>
            <p:cNvCxnSpPr>
              <a:cxnSpLocks/>
            </p:cNvCxnSpPr>
            <p:nvPr/>
          </p:nvCxnSpPr>
          <p:spPr>
            <a:xfrm>
              <a:off x="1042988" y="488156"/>
              <a:ext cx="0" cy="12858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0" name="Straight Connector 329">
              <a:extLst>
                <a:ext uri="{FF2B5EF4-FFF2-40B4-BE49-F238E27FC236}">
                  <a16:creationId xmlns:a16="http://schemas.microsoft.com/office/drawing/2014/main" id="{B2BCBCD2-8519-E824-4FB6-8D42DB27B506}"/>
                </a:ext>
              </a:extLst>
            </p:cNvPr>
            <p:cNvCxnSpPr>
              <a:cxnSpLocks/>
            </p:cNvCxnSpPr>
            <p:nvPr/>
          </p:nvCxnSpPr>
          <p:spPr>
            <a:xfrm>
              <a:off x="1683545" y="981075"/>
              <a:ext cx="0" cy="25479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1" name="Straight Connector 330">
              <a:extLst>
                <a:ext uri="{FF2B5EF4-FFF2-40B4-BE49-F238E27FC236}">
                  <a16:creationId xmlns:a16="http://schemas.microsoft.com/office/drawing/2014/main" id="{FC8904F7-15B8-EFE0-14C6-E81312C4999A}"/>
                </a:ext>
              </a:extLst>
            </p:cNvPr>
            <p:cNvCxnSpPr>
              <a:cxnSpLocks/>
            </p:cNvCxnSpPr>
            <p:nvPr/>
          </p:nvCxnSpPr>
          <p:spPr>
            <a:xfrm>
              <a:off x="1685926" y="1226344"/>
              <a:ext cx="326230" cy="1452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3" name="Straight Connector 332">
              <a:extLst>
                <a:ext uri="{FF2B5EF4-FFF2-40B4-BE49-F238E27FC236}">
                  <a16:creationId xmlns:a16="http://schemas.microsoft.com/office/drawing/2014/main" id="{E889536D-EF8E-3015-52F9-BEE1AD93EAEA}"/>
                </a:ext>
              </a:extLst>
            </p:cNvPr>
            <p:cNvCxnSpPr>
              <a:cxnSpLocks/>
            </p:cNvCxnSpPr>
            <p:nvPr/>
          </p:nvCxnSpPr>
          <p:spPr>
            <a:xfrm>
              <a:off x="2005013" y="1369219"/>
              <a:ext cx="0" cy="12144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4" name="Straight Connector 333">
              <a:extLst>
                <a:ext uri="{FF2B5EF4-FFF2-40B4-BE49-F238E27FC236}">
                  <a16:creationId xmlns:a16="http://schemas.microsoft.com/office/drawing/2014/main" id="{1987E4BD-6D52-0572-87AB-9974DD114FC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57313" y="1481138"/>
              <a:ext cx="645318" cy="24526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7" name="Straight Connector 336">
              <a:extLst>
                <a:ext uri="{FF2B5EF4-FFF2-40B4-BE49-F238E27FC236}">
                  <a16:creationId xmlns:a16="http://schemas.microsoft.com/office/drawing/2014/main" id="{9B54A8FF-C205-75C1-131F-044949BE9971}"/>
                </a:ext>
              </a:extLst>
            </p:cNvPr>
            <p:cNvCxnSpPr>
              <a:cxnSpLocks/>
            </p:cNvCxnSpPr>
            <p:nvPr/>
          </p:nvCxnSpPr>
          <p:spPr>
            <a:xfrm>
              <a:off x="1202531" y="1664494"/>
              <a:ext cx="164306" cy="6191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9" name="Straight Connector 338">
              <a:extLst>
                <a:ext uri="{FF2B5EF4-FFF2-40B4-BE49-F238E27FC236}">
                  <a16:creationId xmlns:a16="http://schemas.microsoft.com/office/drawing/2014/main" id="{AC665A5D-86D2-0D59-FC5A-7C73D211A41B}"/>
                </a:ext>
              </a:extLst>
            </p:cNvPr>
            <p:cNvCxnSpPr>
              <a:cxnSpLocks/>
            </p:cNvCxnSpPr>
            <p:nvPr/>
          </p:nvCxnSpPr>
          <p:spPr>
            <a:xfrm>
              <a:off x="1204913" y="1545431"/>
              <a:ext cx="0" cy="12144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0" name="Straight Connector 339">
              <a:extLst>
                <a:ext uri="{FF2B5EF4-FFF2-40B4-BE49-F238E27FC236}">
                  <a16:creationId xmlns:a16="http://schemas.microsoft.com/office/drawing/2014/main" id="{26261F8B-4E26-B852-5DEB-96358882607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50332" y="5438299"/>
              <a:ext cx="162401" cy="6000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2" name="Straight Connector 341">
              <a:extLst>
                <a:ext uri="{FF2B5EF4-FFF2-40B4-BE49-F238E27FC236}">
                  <a16:creationId xmlns:a16="http://schemas.microsoft.com/office/drawing/2014/main" id="{333EE29A-619F-A761-0F61-FC0FB9DFBFE8}"/>
                </a:ext>
              </a:extLst>
            </p:cNvPr>
            <p:cNvCxnSpPr>
              <a:cxnSpLocks/>
            </p:cNvCxnSpPr>
            <p:nvPr/>
          </p:nvCxnSpPr>
          <p:spPr>
            <a:xfrm>
              <a:off x="2650808" y="5500212"/>
              <a:ext cx="0" cy="12191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4" name="Straight Connector 343">
              <a:extLst>
                <a:ext uri="{FF2B5EF4-FFF2-40B4-BE49-F238E27FC236}">
                  <a16:creationId xmlns:a16="http://schemas.microsoft.com/office/drawing/2014/main" id="{94C8283F-5135-8B4D-84B3-C4A6B92C79F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486025" y="5553075"/>
              <a:ext cx="164783" cy="7096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6" name="Straight Connector 345">
              <a:extLst>
                <a:ext uri="{FF2B5EF4-FFF2-40B4-BE49-F238E27FC236}">
                  <a16:creationId xmlns:a16="http://schemas.microsoft.com/office/drawing/2014/main" id="{E3BFB5D1-7D49-11C8-DE02-0776CF87EB4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66938" y="5559742"/>
              <a:ext cx="324327" cy="12192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8" name="Straight Connector 347">
              <a:extLst>
                <a:ext uri="{FF2B5EF4-FFF2-40B4-BE49-F238E27FC236}">
                  <a16:creationId xmlns:a16="http://schemas.microsoft.com/office/drawing/2014/main" id="{C000F3D9-BA22-4577-88D1-FCD4ED7CD48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35844" y="5245894"/>
              <a:ext cx="1133952" cy="43767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0" name="Straight Connector 349">
              <a:extLst>
                <a:ext uri="{FF2B5EF4-FFF2-40B4-BE49-F238E27FC236}">
                  <a16:creationId xmlns:a16="http://schemas.microsoft.com/office/drawing/2014/main" id="{CC7205F8-07E8-FF26-A2EC-41C1BA3CA261}"/>
                </a:ext>
              </a:extLst>
            </p:cNvPr>
            <p:cNvCxnSpPr>
              <a:cxnSpLocks/>
            </p:cNvCxnSpPr>
            <p:nvPr/>
          </p:nvCxnSpPr>
          <p:spPr>
            <a:xfrm>
              <a:off x="1041083" y="5123975"/>
              <a:ext cx="0" cy="12191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1" name="Straight Connector 350">
              <a:extLst>
                <a:ext uri="{FF2B5EF4-FFF2-40B4-BE49-F238E27FC236}">
                  <a16:creationId xmlns:a16="http://schemas.microsoft.com/office/drawing/2014/main" id="{EE78FFD8-3BA0-6FF4-F078-0260C444695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45369" y="5055394"/>
              <a:ext cx="157162" cy="6429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3" name="Straight Connector 352">
              <a:extLst>
                <a:ext uri="{FF2B5EF4-FFF2-40B4-BE49-F238E27FC236}">
                  <a16:creationId xmlns:a16="http://schemas.microsoft.com/office/drawing/2014/main" id="{3B49DA5B-04D9-9807-0D5B-581128931E86}"/>
                </a:ext>
              </a:extLst>
            </p:cNvPr>
            <p:cNvCxnSpPr>
              <a:cxnSpLocks/>
            </p:cNvCxnSpPr>
            <p:nvPr/>
          </p:nvCxnSpPr>
          <p:spPr>
            <a:xfrm>
              <a:off x="1198246" y="4814888"/>
              <a:ext cx="0" cy="23098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5" name="Straight Connector 354">
              <a:extLst>
                <a:ext uri="{FF2B5EF4-FFF2-40B4-BE49-F238E27FC236}">
                  <a16:creationId xmlns:a16="http://schemas.microsoft.com/office/drawing/2014/main" id="{324D92F4-10D8-A5DA-E245-A5B50F1E437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00151" y="4807744"/>
              <a:ext cx="319087" cy="12144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8" name="Straight Connector 357">
              <a:extLst>
                <a:ext uri="{FF2B5EF4-FFF2-40B4-BE49-F238E27FC236}">
                  <a16:creationId xmlns:a16="http://schemas.microsoft.com/office/drawing/2014/main" id="{AD74B1A8-D538-42DF-04E7-FFD334EA1DC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14475" y="4805363"/>
              <a:ext cx="333375" cy="12620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0" name="Straight Connector 359">
              <a:extLst>
                <a:ext uri="{FF2B5EF4-FFF2-40B4-BE49-F238E27FC236}">
                  <a16:creationId xmlns:a16="http://schemas.microsoft.com/office/drawing/2014/main" id="{847CFACD-D2D0-5D1A-80E5-E502B3F25855}"/>
                </a:ext>
              </a:extLst>
            </p:cNvPr>
            <p:cNvCxnSpPr>
              <a:cxnSpLocks/>
            </p:cNvCxnSpPr>
            <p:nvPr/>
          </p:nvCxnSpPr>
          <p:spPr>
            <a:xfrm>
              <a:off x="1845946" y="4424363"/>
              <a:ext cx="0" cy="39290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2" name="Straight Connector 361">
              <a:extLst>
                <a:ext uri="{FF2B5EF4-FFF2-40B4-BE49-F238E27FC236}">
                  <a16:creationId xmlns:a16="http://schemas.microsoft.com/office/drawing/2014/main" id="{0CCF279F-1E4A-FAD8-70A9-CA9D220D372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43087" y="4360069"/>
              <a:ext cx="164307" cy="6429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4" name="Straight Connector 363">
              <a:extLst>
                <a:ext uri="{FF2B5EF4-FFF2-40B4-BE49-F238E27FC236}">
                  <a16:creationId xmlns:a16="http://schemas.microsoft.com/office/drawing/2014/main" id="{BF15B59C-30B9-D2AB-37B1-A080F3360A6A}"/>
                </a:ext>
              </a:extLst>
            </p:cNvPr>
            <p:cNvCxnSpPr>
              <a:cxnSpLocks/>
            </p:cNvCxnSpPr>
            <p:nvPr/>
          </p:nvCxnSpPr>
          <p:spPr>
            <a:xfrm>
              <a:off x="2010253" y="3983831"/>
              <a:ext cx="0" cy="37385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6" name="Straight Connector 365">
              <a:extLst>
                <a:ext uri="{FF2B5EF4-FFF2-40B4-BE49-F238E27FC236}">
                  <a16:creationId xmlns:a16="http://schemas.microsoft.com/office/drawing/2014/main" id="{8075BE80-3596-6711-004F-331E41CB72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05012" y="3924300"/>
              <a:ext cx="164307" cy="6429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" name="Straight Connector 366">
              <a:extLst>
                <a:ext uri="{FF2B5EF4-FFF2-40B4-BE49-F238E27FC236}">
                  <a16:creationId xmlns:a16="http://schemas.microsoft.com/office/drawing/2014/main" id="{86CB8713-BB0F-5214-1F63-D701D7D4A1CF}"/>
                </a:ext>
              </a:extLst>
            </p:cNvPr>
            <p:cNvCxnSpPr>
              <a:cxnSpLocks/>
            </p:cNvCxnSpPr>
            <p:nvPr/>
          </p:nvCxnSpPr>
          <p:spPr>
            <a:xfrm>
              <a:off x="2169797" y="3557588"/>
              <a:ext cx="0" cy="36472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0" name="Straight Connector 369">
              <a:extLst>
                <a:ext uri="{FF2B5EF4-FFF2-40B4-BE49-F238E27FC236}">
                  <a16:creationId xmlns:a16="http://schemas.microsoft.com/office/drawing/2014/main" id="{5AD9FC91-ABE4-6419-0BC7-3DFDA4856AA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9793" y="3486150"/>
              <a:ext cx="164307" cy="6429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1" name="Straight Connector 370">
              <a:extLst>
                <a:ext uri="{FF2B5EF4-FFF2-40B4-BE49-F238E27FC236}">
                  <a16:creationId xmlns:a16="http://schemas.microsoft.com/office/drawing/2014/main" id="{C12B5776-92C7-8C9A-E3B3-EA96066A5522}"/>
                </a:ext>
              </a:extLst>
            </p:cNvPr>
            <p:cNvCxnSpPr>
              <a:cxnSpLocks/>
            </p:cNvCxnSpPr>
            <p:nvPr/>
          </p:nvCxnSpPr>
          <p:spPr>
            <a:xfrm>
              <a:off x="2331722" y="3231356"/>
              <a:ext cx="0" cy="25757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3" name="Straight Connector 372">
              <a:extLst>
                <a:ext uri="{FF2B5EF4-FFF2-40B4-BE49-F238E27FC236}">
                  <a16:creationId xmlns:a16="http://schemas.microsoft.com/office/drawing/2014/main" id="{CD3750E2-E363-5FCE-19C9-5D5BB3E2D37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678781" y="2990850"/>
              <a:ext cx="657225" cy="2476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9" name="TextBox 378">
            <a:extLst>
              <a:ext uri="{FF2B5EF4-FFF2-40B4-BE49-F238E27FC236}">
                <a16:creationId xmlns:a16="http://schemas.microsoft.com/office/drawing/2014/main" id="{94BF1D56-D87C-BE81-B30A-66F6E993971A}"/>
              </a:ext>
            </a:extLst>
          </p:cNvPr>
          <p:cNvSpPr txBox="1"/>
          <p:nvPr/>
        </p:nvSpPr>
        <p:spPr>
          <a:xfrm>
            <a:off x="5585460" y="2590800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23.1</a:t>
            </a:r>
          </a:p>
        </p:txBody>
      </p:sp>
    </p:spTree>
    <p:extLst>
      <p:ext uri="{BB962C8B-B14F-4D97-AF65-F5344CB8AC3E}">
        <p14:creationId xmlns:p14="http://schemas.microsoft.com/office/powerpoint/2010/main" val="13630809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3000" r="-3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17AE62-4B14-0B07-74EA-FD35D442C8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" name="Group 116">
            <a:extLst>
              <a:ext uri="{FF2B5EF4-FFF2-40B4-BE49-F238E27FC236}">
                <a16:creationId xmlns:a16="http://schemas.microsoft.com/office/drawing/2014/main" id="{FBCB0EE4-9B27-E71C-099C-AF632AD6F3A0}"/>
              </a:ext>
            </a:extLst>
          </p:cNvPr>
          <p:cNvGrpSpPr/>
          <p:nvPr/>
        </p:nvGrpSpPr>
        <p:grpSpPr>
          <a:xfrm>
            <a:off x="7483475" y="7544021"/>
            <a:ext cx="2452688" cy="1919290"/>
            <a:chOff x="6441281" y="3550444"/>
            <a:chExt cx="2452688" cy="1919290"/>
          </a:xfrm>
        </p:grpSpPr>
        <p:sp>
          <p:nvSpPr>
            <p:cNvPr id="119" name="Hexagon 118">
              <a:extLst>
                <a:ext uri="{FF2B5EF4-FFF2-40B4-BE49-F238E27FC236}">
                  <a16:creationId xmlns:a16="http://schemas.microsoft.com/office/drawing/2014/main" id="{C232B082-CC1E-231F-21FA-0CCEF6CC9092}"/>
                </a:ext>
              </a:extLst>
            </p:cNvPr>
            <p:cNvSpPr/>
            <p:nvPr/>
          </p:nvSpPr>
          <p:spPr>
            <a:xfrm rot="5400000">
              <a:off x="7528322" y="4342214"/>
              <a:ext cx="276222" cy="354806"/>
            </a:xfrm>
            <a:prstGeom prst="hexagon">
              <a:avLst>
                <a:gd name="adj" fmla="val 24176"/>
                <a:gd name="vf" fmla="val 115470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" name="Hexagon 119">
              <a:extLst>
                <a:ext uri="{FF2B5EF4-FFF2-40B4-BE49-F238E27FC236}">
                  <a16:creationId xmlns:a16="http://schemas.microsoft.com/office/drawing/2014/main" id="{7B63A97F-4152-1C4D-38E3-6E4BEAB6967F}"/>
                </a:ext>
              </a:extLst>
            </p:cNvPr>
            <p:cNvSpPr/>
            <p:nvPr/>
          </p:nvSpPr>
          <p:spPr>
            <a:xfrm rot="5400000">
              <a:off x="7391402" y="4169571"/>
              <a:ext cx="540538" cy="702470"/>
            </a:xfrm>
            <a:prstGeom prst="hexagon">
              <a:avLst>
                <a:gd name="adj" fmla="val 24176"/>
                <a:gd name="vf" fmla="val 115470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" name="Hexagon 120">
              <a:extLst>
                <a:ext uri="{FF2B5EF4-FFF2-40B4-BE49-F238E27FC236}">
                  <a16:creationId xmlns:a16="http://schemas.microsoft.com/office/drawing/2014/main" id="{B0AC5908-9020-A0B6-454B-1ADE7A773632}"/>
                </a:ext>
              </a:extLst>
            </p:cNvPr>
            <p:cNvSpPr/>
            <p:nvPr/>
          </p:nvSpPr>
          <p:spPr>
            <a:xfrm rot="5400000">
              <a:off x="7249718" y="3987407"/>
              <a:ext cx="828669" cy="1054894"/>
            </a:xfrm>
            <a:prstGeom prst="hexagon">
              <a:avLst>
                <a:gd name="adj" fmla="val 24176"/>
                <a:gd name="vf" fmla="val 115470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3" name="Hexagon 122">
              <a:extLst>
                <a:ext uri="{FF2B5EF4-FFF2-40B4-BE49-F238E27FC236}">
                  <a16:creationId xmlns:a16="http://schemas.microsoft.com/office/drawing/2014/main" id="{7D3B6C14-4020-5645-7978-91FFC8DBC73B}"/>
                </a:ext>
              </a:extLst>
            </p:cNvPr>
            <p:cNvSpPr/>
            <p:nvPr/>
          </p:nvSpPr>
          <p:spPr>
            <a:xfrm rot="5400000">
              <a:off x="7121130" y="3813577"/>
              <a:ext cx="1088226" cy="1400175"/>
            </a:xfrm>
            <a:prstGeom prst="hexagon">
              <a:avLst>
                <a:gd name="adj" fmla="val 24176"/>
                <a:gd name="vf" fmla="val 115470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" name="Hexagon 123">
              <a:extLst>
                <a:ext uri="{FF2B5EF4-FFF2-40B4-BE49-F238E27FC236}">
                  <a16:creationId xmlns:a16="http://schemas.microsoft.com/office/drawing/2014/main" id="{CDE07181-C8EE-CCC7-7CC5-77F3964839EB}"/>
                </a:ext>
              </a:extLst>
            </p:cNvPr>
            <p:cNvSpPr/>
            <p:nvPr/>
          </p:nvSpPr>
          <p:spPr>
            <a:xfrm rot="5400000">
              <a:off x="6983018" y="3637366"/>
              <a:ext cx="1362069" cy="1745456"/>
            </a:xfrm>
            <a:prstGeom prst="hexagon">
              <a:avLst>
                <a:gd name="adj" fmla="val 24176"/>
                <a:gd name="vf" fmla="val 115470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" name="Hexagon 124">
              <a:extLst>
                <a:ext uri="{FF2B5EF4-FFF2-40B4-BE49-F238E27FC236}">
                  <a16:creationId xmlns:a16="http://schemas.microsoft.com/office/drawing/2014/main" id="{F8987B8D-22B1-1EBA-4854-20A8923F4BA0}"/>
                </a:ext>
              </a:extLst>
            </p:cNvPr>
            <p:cNvSpPr/>
            <p:nvPr/>
          </p:nvSpPr>
          <p:spPr>
            <a:xfrm rot="5400000">
              <a:off x="6834985" y="3458376"/>
              <a:ext cx="1665280" cy="2095500"/>
            </a:xfrm>
            <a:prstGeom prst="hexagon">
              <a:avLst>
                <a:gd name="adj" fmla="val 24176"/>
                <a:gd name="vf" fmla="val 115470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" name="Hexagon 125">
              <a:extLst>
                <a:ext uri="{FF2B5EF4-FFF2-40B4-BE49-F238E27FC236}">
                  <a16:creationId xmlns:a16="http://schemas.microsoft.com/office/drawing/2014/main" id="{1F9E58E7-595E-85FF-3ACF-E58ECE60BA52}"/>
                </a:ext>
              </a:extLst>
            </p:cNvPr>
            <p:cNvSpPr/>
            <p:nvPr/>
          </p:nvSpPr>
          <p:spPr>
            <a:xfrm rot="5400000">
              <a:off x="6707980" y="3283745"/>
              <a:ext cx="1919290" cy="2452688"/>
            </a:xfrm>
            <a:prstGeom prst="hexagon">
              <a:avLst>
                <a:gd name="adj" fmla="val 24176"/>
                <a:gd name="vf" fmla="val 115470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2" name="TextBox 231">
            <a:extLst>
              <a:ext uri="{FF2B5EF4-FFF2-40B4-BE49-F238E27FC236}">
                <a16:creationId xmlns:a16="http://schemas.microsoft.com/office/drawing/2014/main" id="{15E623F2-DD94-EEF9-F13E-EB46D1C4F35A}"/>
              </a:ext>
            </a:extLst>
          </p:cNvPr>
          <p:cNvSpPr txBox="1"/>
          <p:nvPr/>
        </p:nvSpPr>
        <p:spPr>
          <a:xfrm>
            <a:off x="3991584" y="6629003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23.01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935B8E5-FF73-930A-2C11-7065E660C46A}"/>
              </a:ext>
            </a:extLst>
          </p:cNvPr>
          <p:cNvCxnSpPr>
            <a:cxnSpLocks/>
          </p:cNvCxnSpPr>
          <p:nvPr/>
        </p:nvCxnSpPr>
        <p:spPr>
          <a:xfrm>
            <a:off x="6623844" y="4874419"/>
            <a:ext cx="74613" cy="0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2" name="Group 41">
            <a:extLst>
              <a:ext uri="{FF2B5EF4-FFF2-40B4-BE49-F238E27FC236}">
                <a16:creationId xmlns:a16="http://schemas.microsoft.com/office/drawing/2014/main" id="{19430165-19AC-CA81-2563-8BACEC59C184}"/>
              </a:ext>
            </a:extLst>
          </p:cNvPr>
          <p:cNvGrpSpPr/>
          <p:nvPr/>
        </p:nvGrpSpPr>
        <p:grpSpPr>
          <a:xfrm>
            <a:off x="2951321" y="-1919290"/>
            <a:ext cx="2452688" cy="1919290"/>
            <a:chOff x="6441281" y="3550444"/>
            <a:chExt cx="2452688" cy="1919290"/>
          </a:xfrm>
        </p:grpSpPr>
        <p:sp>
          <p:nvSpPr>
            <p:cNvPr id="44" name="Hexagon 43">
              <a:extLst>
                <a:ext uri="{FF2B5EF4-FFF2-40B4-BE49-F238E27FC236}">
                  <a16:creationId xmlns:a16="http://schemas.microsoft.com/office/drawing/2014/main" id="{E45BBFA5-C21A-D440-7543-E4514902FDDF}"/>
                </a:ext>
              </a:extLst>
            </p:cNvPr>
            <p:cNvSpPr/>
            <p:nvPr/>
          </p:nvSpPr>
          <p:spPr>
            <a:xfrm rot="5400000">
              <a:off x="7528322" y="4342214"/>
              <a:ext cx="276222" cy="354806"/>
            </a:xfrm>
            <a:prstGeom prst="hexagon">
              <a:avLst>
                <a:gd name="adj" fmla="val 24176"/>
                <a:gd name="vf" fmla="val 115470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Hexagon 45">
              <a:extLst>
                <a:ext uri="{FF2B5EF4-FFF2-40B4-BE49-F238E27FC236}">
                  <a16:creationId xmlns:a16="http://schemas.microsoft.com/office/drawing/2014/main" id="{2AFA91B7-4E6F-A351-96B8-558F501252EE}"/>
                </a:ext>
              </a:extLst>
            </p:cNvPr>
            <p:cNvSpPr/>
            <p:nvPr/>
          </p:nvSpPr>
          <p:spPr>
            <a:xfrm rot="5400000">
              <a:off x="7391402" y="4169571"/>
              <a:ext cx="540538" cy="702470"/>
            </a:xfrm>
            <a:prstGeom prst="hexagon">
              <a:avLst>
                <a:gd name="adj" fmla="val 24176"/>
                <a:gd name="vf" fmla="val 115470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Hexagon 46">
              <a:extLst>
                <a:ext uri="{FF2B5EF4-FFF2-40B4-BE49-F238E27FC236}">
                  <a16:creationId xmlns:a16="http://schemas.microsoft.com/office/drawing/2014/main" id="{46C11F18-B0A5-6633-E35C-6FEF3A9D525F}"/>
                </a:ext>
              </a:extLst>
            </p:cNvPr>
            <p:cNvSpPr/>
            <p:nvPr/>
          </p:nvSpPr>
          <p:spPr>
            <a:xfrm rot="5400000">
              <a:off x="7249718" y="3987407"/>
              <a:ext cx="828669" cy="1054894"/>
            </a:xfrm>
            <a:prstGeom prst="hexagon">
              <a:avLst>
                <a:gd name="adj" fmla="val 24176"/>
                <a:gd name="vf" fmla="val 115470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Hexagon 47">
              <a:extLst>
                <a:ext uri="{FF2B5EF4-FFF2-40B4-BE49-F238E27FC236}">
                  <a16:creationId xmlns:a16="http://schemas.microsoft.com/office/drawing/2014/main" id="{26A15A2A-1BB4-0759-9D6F-DE340D75E456}"/>
                </a:ext>
              </a:extLst>
            </p:cNvPr>
            <p:cNvSpPr/>
            <p:nvPr/>
          </p:nvSpPr>
          <p:spPr>
            <a:xfrm rot="5400000">
              <a:off x="7121130" y="3813577"/>
              <a:ext cx="1088226" cy="1400175"/>
            </a:xfrm>
            <a:prstGeom prst="hexagon">
              <a:avLst>
                <a:gd name="adj" fmla="val 24176"/>
                <a:gd name="vf" fmla="val 115470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Hexagon 49">
              <a:extLst>
                <a:ext uri="{FF2B5EF4-FFF2-40B4-BE49-F238E27FC236}">
                  <a16:creationId xmlns:a16="http://schemas.microsoft.com/office/drawing/2014/main" id="{D0EDF188-B390-8B01-78AB-06F44476E3F9}"/>
                </a:ext>
              </a:extLst>
            </p:cNvPr>
            <p:cNvSpPr/>
            <p:nvPr/>
          </p:nvSpPr>
          <p:spPr>
            <a:xfrm rot="5400000">
              <a:off x="6983018" y="3637366"/>
              <a:ext cx="1362069" cy="1745456"/>
            </a:xfrm>
            <a:prstGeom prst="hexagon">
              <a:avLst>
                <a:gd name="adj" fmla="val 24176"/>
                <a:gd name="vf" fmla="val 115470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>
              <a:extLst>
                <a:ext uri="{FF2B5EF4-FFF2-40B4-BE49-F238E27FC236}">
                  <a16:creationId xmlns:a16="http://schemas.microsoft.com/office/drawing/2014/main" id="{2333B335-D9EA-FC1E-F0D9-8D52BC26D5A8}"/>
                </a:ext>
              </a:extLst>
            </p:cNvPr>
            <p:cNvSpPr/>
            <p:nvPr/>
          </p:nvSpPr>
          <p:spPr>
            <a:xfrm rot="5400000">
              <a:off x="6834985" y="3458376"/>
              <a:ext cx="1665280" cy="2095500"/>
            </a:xfrm>
            <a:prstGeom prst="hexagon">
              <a:avLst>
                <a:gd name="adj" fmla="val 24176"/>
                <a:gd name="vf" fmla="val 115470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>
              <a:extLst>
                <a:ext uri="{FF2B5EF4-FFF2-40B4-BE49-F238E27FC236}">
                  <a16:creationId xmlns:a16="http://schemas.microsoft.com/office/drawing/2014/main" id="{D026D7D2-2DF9-AE1D-2B25-4B13175C8A1D}"/>
                </a:ext>
              </a:extLst>
            </p:cNvPr>
            <p:cNvSpPr/>
            <p:nvPr/>
          </p:nvSpPr>
          <p:spPr>
            <a:xfrm rot="5400000">
              <a:off x="6707980" y="3283745"/>
              <a:ext cx="1919290" cy="2452688"/>
            </a:xfrm>
            <a:prstGeom prst="hexagon">
              <a:avLst>
                <a:gd name="adj" fmla="val 24176"/>
                <a:gd name="vf" fmla="val 115470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B2AADDA-029D-3F85-2B40-C7429C53019A}"/>
              </a:ext>
            </a:extLst>
          </p:cNvPr>
          <p:cNvGrpSpPr/>
          <p:nvPr/>
        </p:nvGrpSpPr>
        <p:grpSpPr>
          <a:xfrm>
            <a:off x="4059555" y="799786"/>
            <a:ext cx="624781" cy="493709"/>
            <a:chOff x="4059555" y="799786"/>
            <a:chExt cx="624781" cy="493709"/>
          </a:xfrm>
        </p:grpSpPr>
        <p:cxnSp>
          <p:nvCxnSpPr>
            <p:cNvPr id="2" name="Straight Connector 1">
              <a:extLst>
                <a:ext uri="{FF2B5EF4-FFF2-40B4-BE49-F238E27FC236}">
                  <a16:creationId xmlns:a16="http://schemas.microsoft.com/office/drawing/2014/main" id="{3E51FA70-7708-BCCC-40F8-41410EB65E5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84336" y="799786"/>
              <a:ext cx="0" cy="261299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2C28F412-FF05-A423-E250-D9CFBB27679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59555" y="1051246"/>
              <a:ext cx="622876" cy="242249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6CC0D050-2A95-D1A0-E6B5-7F948AC7368D}"/>
              </a:ext>
            </a:extLst>
          </p:cNvPr>
          <p:cNvGrpSpPr/>
          <p:nvPr/>
        </p:nvGrpSpPr>
        <p:grpSpPr>
          <a:xfrm>
            <a:off x="2316480" y="1293495"/>
            <a:ext cx="2693162" cy="5212080"/>
            <a:chOff x="2316480" y="1293495"/>
            <a:chExt cx="2693162" cy="5212080"/>
          </a:xfrm>
        </p:grpSpPr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790D7136-DB67-2EEB-B771-09DFBA80BF1B}"/>
                </a:ext>
              </a:extLst>
            </p:cNvPr>
            <p:cNvCxnSpPr>
              <a:cxnSpLocks/>
            </p:cNvCxnSpPr>
            <p:nvPr/>
          </p:nvCxnSpPr>
          <p:spPr>
            <a:xfrm>
              <a:off x="4059555" y="1293495"/>
              <a:ext cx="0" cy="12001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91EE8261-509C-A47F-5454-6E514296391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50945" y="1413510"/>
              <a:ext cx="308610" cy="14668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D5DA40A7-B5C0-A07D-98E4-389167E2073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430341" y="1429227"/>
              <a:ext cx="319475" cy="13096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42E215A5-9243-589D-A54B-4E3DC8D8D67A}"/>
                </a:ext>
              </a:extLst>
            </p:cNvPr>
            <p:cNvCxnSpPr>
              <a:cxnSpLocks/>
            </p:cNvCxnSpPr>
            <p:nvPr/>
          </p:nvCxnSpPr>
          <p:spPr>
            <a:xfrm>
              <a:off x="3419475" y="1293495"/>
              <a:ext cx="0" cy="13906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4" name="Straight Connector 533">
              <a:extLst>
                <a:ext uri="{FF2B5EF4-FFF2-40B4-BE49-F238E27FC236}">
                  <a16:creationId xmlns:a16="http://schemas.microsoft.com/office/drawing/2014/main" id="{2F4213D6-2A0F-EC8E-CF2B-8D4E8AFE4D27}"/>
                </a:ext>
              </a:extLst>
            </p:cNvPr>
            <p:cNvCxnSpPr>
              <a:cxnSpLocks/>
            </p:cNvCxnSpPr>
            <p:nvPr/>
          </p:nvCxnSpPr>
          <p:spPr>
            <a:xfrm>
              <a:off x="5007102" y="5009040"/>
              <a:ext cx="0" cy="61706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6" name="Straight Connector 535">
              <a:extLst>
                <a:ext uri="{FF2B5EF4-FFF2-40B4-BE49-F238E27FC236}">
                  <a16:creationId xmlns:a16="http://schemas.microsoft.com/office/drawing/2014/main" id="{489A83BF-82D6-772A-6622-1D3850B87C8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88840" y="5618640"/>
              <a:ext cx="318262" cy="1370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8" name="Straight Connector 537">
              <a:extLst>
                <a:ext uri="{FF2B5EF4-FFF2-40B4-BE49-F238E27FC236}">
                  <a16:creationId xmlns:a16="http://schemas.microsoft.com/office/drawing/2014/main" id="{877BB4E4-1237-2626-460C-7C6543D75E78}"/>
                </a:ext>
              </a:extLst>
            </p:cNvPr>
            <p:cNvCxnSpPr>
              <a:cxnSpLocks/>
            </p:cNvCxnSpPr>
            <p:nvPr/>
          </p:nvCxnSpPr>
          <p:spPr>
            <a:xfrm>
              <a:off x="4692142" y="5753260"/>
              <a:ext cx="0" cy="2513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0" name="Straight Connector 539">
              <a:extLst>
                <a:ext uri="{FF2B5EF4-FFF2-40B4-BE49-F238E27FC236}">
                  <a16:creationId xmlns:a16="http://schemas.microsoft.com/office/drawing/2014/main" id="{D5DA4F2D-A95C-BA93-6F51-7999759307DC}"/>
                </a:ext>
              </a:extLst>
            </p:cNvPr>
            <p:cNvCxnSpPr>
              <a:cxnSpLocks/>
            </p:cNvCxnSpPr>
            <p:nvPr/>
          </p:nvCxnSpPr>
          <p:spPr>
            <a:xfrm>
              <a:off x="5009642" y="5738020"/>
              <a:ext cx="0" cy="39862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2" name="Straight Connector 541">
              <a:extLst>
                <a:ext uri="{FF2B5EF4-FFF2-40B4-BE49-F238E27FC236}">
                  <a16:creationId xmlns:a16="http://schemas.microsoft.com/office/drawing/2014/main" id="{1E110EFC-2832-7FBF-41A6-1607B3BCB08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46220" y="6126640"/>
              <a:ext cx="953262" cy="37322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5" name="Straight Connector 544">
              <a:extLst>
                <a:ext uri="{FF2B5EF4-FFF2-40B4-BE49-F238E27FC236}">
                  <a16:creationId xmlns:a16="http://schemas.microsoft.com/office/drawing/2014/main" id="{11625A7B-D1C5-60C4-52D2-421642DDDED7}"/>
                </a:ext>
              </a:extLst>
            </p:cNvPr>
            <p:cNvCxnSpPr>
              <a:cxnSpLocks/>
            </p:cNvCxnSpPr>
            <p:nvPr/>
          </p:nvCxnSpPr>
          <p:spPr>
            <a:xfrm>
              <a:off x="3897630" y="6435913"/>
              <a:ext cx="148717" cy="6966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7" name="Straight Connector 546">
              <a:extLst>
                <a:ext uri="{FF2B5EF4-FFF2-40B4-BE49-F238E27FC236}">
                  <a16:creationId xmlns:a16="http://schemas.microsoft.com/office/drawing/2014/main" id="{A987CAE1-1C76-1A0A-9C79-4F0E0658EE02}"/>
                </a:ext>
              </a:extLst>
            </p:cNvPr>
            <p:cNvCxnSpPr>
              <a:cxnSpLocks/>
            </p:cNvCxnSpPr>
            <p:nvPr/>
          </p:nvCxnSpPr>
          <p:spPr>
            <a:xfrm>
              <a:off x="4381500" y="6123493"/>
              <a:ext cx="148717" cy="6966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8" name="Straight Connector 547">
              <a:extLst>
                <a:ext uri="{FF2B5EF4-FFF2-40B4-BE49-F238E27FC236}">
                  <a16:creationId xmlns:a16="http://schemas.microsoft.com/office/drawing/2014/main" id="{C51AF0E9-41A8-369F-C3F6-142B91D6037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10050" y="6125370"/>
              <a:ext cx="166497" cy="7159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0" name="Straight Connector 549">
              <a:extLst>
                <a:ext uri="{FF2B5EF4-FFF2-40B4-BE49-F238E27FC236}">
                  <a16:creationId xmlns:a16="http://schemas.microsoft.com/office/drawing/2014/main" id="{3A99760F-37BB-CB5C-F08D-E88ED641AD2A}"/>
                </a:ext>
              </a:extLst>
            </p:cNvPr>
            <p:cNvCxnSpPr>
              <a:cxnSpLocks/>
            </p:cNvCxnSpPr>
            <p:nvPr/>
          </p:nvCxnSpPr>
          <p:spPr>
            <a:xfrm>
              <a:off x="3749040" y="6002655"/>
              <a:ext cx="466852" cy="19812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2" name="Straight Connector 551">
              <a:extLst>
                <a:ext uri="{FF2B5EF4-FFF2-40B4-BE49-F238E27FC236}">
                  <a16:creationId xmlns:a16="http://schemas.microsoft.com/office/drawing/2014/main" id="{FA582CF7-8655-A25F-6E85-95520278BFAA}"/>
                </a:ext>
              </a:extLst>
            </p:cNvPr>
            <p:cNvCxnSpPr>
              <a:cxnSpLocks/>
            </p:cNvCxnSpPr>
            <p:nvPr/>
          </p:nvCxnSpPr>
          <p:spPr>
            <a:xfrm>
              <a:off x="3743325" y="5760720"/>
              <a:ext cx="0" cy="25146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4" name="Straight Connector 553">
              <a:extLst>
                <a:ext uri="{FF2B5EF4-FFF2-40B4-BE49-F238E27FC236}">
                  <a16:creationId xmlns:a16="http://schemas.microsoft.com/office/drawing/2014/main" id="{A94D0EBA-588E-B19A-DA9D-5717099E3DF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23185" y="5934075"/>
              <a:ext cx="967740" cy="37909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8" name="Straight Connector 557">
              <a:extLst>
                <a:ext uri="{FF2B5EF4-FFF2-40B4-BE49-F238E27FC236}">
                  <a16:creationId xmlns:a16="http://schemas.microsoft.com/office/drawing/2014/main" id="{BD95E82A-381F-2CDE-92F6-06BF0E533945}"/>
                </a:ext>
              </a:extLst>
            </p:cNvPr>
            <p:cNvCxnSpPr>
              <a:cxnSpLocks/>
            </p:cNvCxnSpPr>
            <p:nvPr/>
          </p:nvCxnSpPr>
          <p:spPr>
            <a:xfrm>
              <a:off x="2316480" y="6181725"/>
              <a:ext cx="312547" cy="13144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0" name="Straight Connector 559">
              <a:extLst>
                <a:ext uri="{FF2B5EF4-FFF2-40B4-BE49-F238E27FC236}">
                  <a16:creationId xmlns:a16="http://schemas.microsoft.com/office/drawing/2014/main" id="{C814D72A-377E-264E-8640-E83B38E6D188}"/>
                </a:ext>
              </a:extLst>
            </p:cNvPr>
            <p:cNvCxnSpPr>
              <a:cxnSpLocks/>
            </p:cNvCxnSpPr>
            <p:nvPr/>
          </p:nvCxnSpPr>
          <p:spPr>
            <a:xfrm>
              <a:off x="2318385" y="5808345"/>
              <a:ext cx="0" cy="38481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2" name="Group 451">
            <a:extLst>
              <a:ext uri="{FF2B5EF4-FFF2-40B4-BE49-F238E27FC236}">
                <a16:creationId xmlns:a16="http://schemas.microsoft.com/office/drawing/2014/main" id="{B3C36C21-E329-F8C5-F818-F7735A4C1532}"/>
              </a:ext>
            </a:extLst>
          </p:cNvPr>
          <p:cNvGrpSpPr/>
          <p:nvPr/>
        </p:nvGrpSpPr>
        <p:grpSpPr>
          <a:xfrm>
            <a:off x="1043443" y="811929"/>
            <a:ext cx="4755377" cy="4151873"/>
            <a:chOff x="1043443" y="811929"/>
            <a:chExt cx="4755377" cy="4151873"/>
          </a:xfrm>
        </p:grpSpPr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8BB38712-317F-CB10-E840-74E10FA5A095}"/>
                </a:ext>
              </a:extLst>
            </p:cNvPr>
            <p:cNvCxnSpPr>
              <a:cxnSpLocks/>
            </p:cNvCxnSpPr>
            <p:nvPr/>
          </p:nvCxnSpPr>
          <p:spPr>
            <a:xfrm>
              <a:off x="3263265" y="1242060"/>
              <a:ext cx="156210" cy="6477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0" name="Straight Connector 449">
              <a:extLst>
                <a:ext uri="{FF2B5EF4-FFF2-40B4-BE49-F238E27FC236}">
                  <a16:creationId xmlns:a16="http://schemas.microsoft.com/office/drawing/2014/main" id="{4F931074-32BD-F32C-813C-938DA36D1D9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86063" y="1242060"/>
              <a:ext cx="475297" cy="18716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3" name="Straight Connector 452">
              <a:extLst>
                <a:ext uri="{FF2B5EF4-FFF2-40B4-BE49-F238E27FC236}">
                  <a16:creationId xmlns:a16="http://schemas.microsoft.com/office/drawing/2014/main" id="{3EADCB13-6261-7621-E3CA-9267ABC0D78E}"/>
                </a:ext>
              </a:extLst>
            </p:cNvPr>
            <p:cNvCxnSpPr>
              <a:cxnSpLocks/>
            </p:cNvCxnSpPr>
            <p:nvPr/>
          </p:nvCxnSpPr>
          <p:spPr>
            <a:xfrm>
              <a:off x="2784934" y="1429227"/>
              <a:ext cx="1129" cy="10668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9" name="Straight Connector 458">
              <a:extLst>
                <a:ext uri="{FF2B5EF4-FFF2-40B4-BE49-F238E27FC236}">
                  <a16:creationId xmlns:a16="http://schemas.microsoft.com/office/drawing/2014/main" id="{2C64CFDB-7DF5-8BA5-E0F2-D1358DFF4D3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63165" y="1535907"/>
              <a:ext cx="322898" cy="14620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2" name="Straight Connector 461">
              <a:extLst>
                <a:ext uri="{FF2B5EF4-FFF2-40B4-BE49-F238E27FC236}">
                  <a16:creationId xmlns:a16="http://schemas.microsoft.com/office/drawing/2014/main" id="{16D3B6F5-9C95-6E2D-D63E-ECB1D7CFDE18}"/>
                </a:ext>
              </a:extLst>
            </p:cNvPr>
            <p:cNvCxnSpPr>
              <a:cxnSpLocks/>
            </p:cNvCxnSpPr>
            <p:nvPr/>
          </p:nvCxnSpPr>
          <p:spPr>
            <a:xfrm>
              <a:off x="2305050" y="1609011"/>
              <a:ext cx="158115" cy="762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9" name="Straight Connector 468">
              <a:extLst>
                <a:ext uri="{FF2B5EF4-FFF2-40B4-BE49-F238E27FC236}">
                  <a16:creationId xmlns:a16="http://schemas.microsoft.com/office/drawing/2014/main" id="{B5C85718-1134-F8DB-62DE-3C5149AAD05E}"/>
                </a:ext>
              </a:extLst>
            </p:cNvPr>
            <p:cNvCxnSpPr>
              <a:cxnSpLocks/>
            </p:cNvCxnSpPr>
            <p:nvPr/>
          </p:nvCxnSpPr>
          <p:spPr>
            <a:xfrm>
              <a:off x="2303921" y="1242060"/>
              <a:ext cx="2293" cy="36695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2" name="Straight Connector 471">
              <a:extLst>
                <a:ext uri="{FF2B5EF4-FFF2-40B4-BE49-F238E27FC236}">
                  <a16:creationId xmlns:a16="http://schemas.microsoft.com/office/drawing/2014/main" id="{CE04FC93-E313-C5A5-F927-0DC3295372FC}"/>
                </a:ext>
              </a:extLst>
            </p:cNvPr>
            <p:cNvCxnSpPr>
              <a:cxnSpLocks/>
            </p:cNvCxnSpPr>
            <p:nvPr/>
          </p:nvCxnSpPr>
          <p:spPr>
            <a:xfrm>
              <a:off x="2145806" y="1172370"/>
              <a:ext cx="158115" cy="762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3" name="Straight Connector 472">
              <a:extLst>
                <a:ext uri="{FF2B5EF4-FFF2-40B4-BE49-F238E27FC236}">
                  <a16:creationId xmlns:a16="http://schemas.microsoft.com/office/drawing/2014/main" id="{A90DCFBE-5DF8-5DFE-D4BE-7E0B7B40D9C3}"/>
                </a:ext>
              </a:extLst>
            </p:cNvPr>
            <p:cNvCxnSpPr>
              <a:cxnSpLocks/>
            </p:cNvCxnSpPr>
            <p:nvPr/>
          </p:nvCxnSpPr>
          <p:spPr>
            <a:xfrm>
              <a:off x="2147411" y="811929"/>
              <a:ext cx="2293" cy="36695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4" name="Straight Connector 473">
              <a:extLst>
                <a:ext uri="{FF2B5EF4-FFF2-40B4-BE49-F238E27FC236}">
                  <a16:creationId xmlns:a16="http://schemas.microsoft.com/office/drawing/2014/main" id="{CDEBC67A-35F2-A0DE-0915-AE200223EA56}"/>
                </a:ext>
              </a:extLst>
            </p:cNvPr>
            <p:cNvCxnSpPr>
              <a:cxnSpLocks/>
            </p:cNvCxnSpPr>
            <p:nvPr/>
          </p:nvCxnSpPr>
          <p:spPr>
            <a:xfrm>
              <a:off x="1049655" y="4579620"/>
              <a:ext cx="151903" cy="6935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7" name="Straight Connector 476">
              <a:extLst>
                <a:ext uri="{FF2B5EF4-FFF2-40B4-BE49-F238E27FC236}">
                  <a16:creationId xmlns:a16="http://schemas.microsoft.com/office/drawing/2014/main" id="{2D88505E-E001-7DB7-FB8A-0DCC7F526F6A}"/>
                </a:ext>
              </a:extLst>
            </p:cNvPr>
            <p:cNvCxnSpPr>
              <a:cxnSpLocks/>
            </p:cNvCxnSpPr>
            <p:nvPr/>
          </p:nvCxnSpPr>
          <p:spPr>
            <a:xfrm>
              <a:off x="1043443" y="4192905"/>
              <a:ext cx="0" cy="38671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9" name="Straight Connector 478">
              <a:extLst>
                <a:ext uri="{FF2B5EF4-FFF2-40B4-BE49-F238E27FC236}">
                  <a16:creationId xmlns:a16="http://schemas.microsoft.com/office/drawing/2014/main" id="{EA49164B-B9A6-19E2-0147-65F3D36991C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49655" y="4017645"/>
              <a:ext cx="468630" cy="1905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3" name="Straight Connector 482">
              <a:extLst>
                <a:ext uri="{FF2B5EF4-FFF2-40B4-BE49-F238E27FC236}">
                  <a16:creationId xmlns:a16="http://schemas.microsoft.com/office/drawing/2014/main" id="{6603199D-9DA7-5B9A-0D72-3152AF1F32D5}"/>
                </a:ext>
              </a:extLst>
            </p:cNvPr>
            <p:cNvCxnSpPr>
              <a:cxnSpLocks/>
            </p:cNvCxnSpPr>
            <p:nvPr/>
          </p:nvCxnSpPr>
          <p:spPr>
            <a:xfrm>
              <a:off x="1518285" y="4017645"/>
              <a:ext cx="151903" cy="6935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4" name="Straight Connector 483">
              <a:extLst>
                <a:ext uri="{FF2B5EF4-FFF2-40B4-BE49-F238E27FC236}">
                  <a16:creationId xmlns:a16="http://schemas.microsoft.com/office/drawing/2014/main" id="{58A19979-2DEC-F4E0-289C-24CAAE125A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66129" y="4017645"/>
              <a:ext cx="168386" cy="6935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6" name="Straight Connector 485">
              <a:extLst>
                <a:ext uri="{FF2B5EF4-FFF2-40B4-BE49-F238E27FC236}">
                  <a16:creationId xmlns:a16="http://schemas.microsoft.com/office/drawing/2014/main" id="{BC5249D6-F6CD-3449-B0B9-D5677E6D90C4}"/>
                </a:ext>
              </a:extLst>
            </p:cNvPr>
            <p:cNvCxnSpPr>
              <a:cxnSpLocks/>
            </p:cNvCxnSpPr>
            <p:nvPr/>
          </p:nvCxnSpPr>
          <p:spPr>
            <a:xfrm>
              <a:off x="1834515" y="3781425"/>
              <a:ext cx="0" cy="23622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8" name="Straight Connector 487">
              <a:extLst>
                <a:ext uri="{FF2B5EF4-FFF2-40B4-BE49-F238E27FC236}">
                  <a16:creationId xmlns:a16="http://schemas.microsoft.com/office/drawing/2014/main" id="{5C0573EF-9D34-E934-60BA-9C747CA0014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34515" y="3215640"/>
              <a:ext cx="1426845" cy="56578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1" name="Straight Connector 490">
              <a:extLst>
                <a:ext uri="{FF2B5EF4-FFF2-40B4-BE49-F238E27FC236}">
                  <a16:creationId xmlns:a16="http://schemas.microsoft.com/office/drawing/2014/main" id="{279D541D-6540-BA9D-4979-F574A2E56FC9}"/>
                </a:ext>
              </a:extLst>
            </p:cNvPr>
            <p:cNvCxnSpPr>
              <a:cxnSpLocks/>
            </p:cNvCxnSpPr>
            <p:nvPr/>
          </p:nvCxnSpPr>
          <p:spPr>
            <a:xfrm>
              <a:off x="3261360" y="2979420"/>
              <a:ext cx="0" cy="23622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2" name="Straight Connector 491">
              <a:extLst>
                <a:ext uri="{FF2B5EF4-FFF2-40B4-BE49-F238E27FC236}">
                  <a16:creationId xmlns:a16="http://schemas.microsoft.com/office/drawing/2014/main" id="{13FC4F85-67CC-2B8D-61C1-0DD1028ABE73}"/>
                </a:ext>
              </a:extLst>
            </p:cNvPr>
            <p:cNvCxnSpPr>
              <a:cxnSpLocks/>
            </p:cNvCxnSpPr>
            <p:nvPr/>
          </p:nvCxnSpPr>
          <p:spPr>
            <a:xfrm>
              <a:off x="3261360" y="3215640"/>
              <a:ext cx="1109633" cy="44196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6" name="Straight Connector 495">
              <a:extLst>
                <a:ext uri="{FF2B5EF4-FFF2-40B4-BE49-F238E27FC236}">
                  <a16:creationId xmlns:a16="http://schemas.microsoft.com/office/drawing/2014/main" id="{89099745-2077-0B37-A8D9-37348983161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72898" y="3526155"/>
              <a:ext cx="309533" cy="13144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8" name="Straight Connector 497">
              <a:extLst>
                <a:ext uri="{FF2B5EF4-FFF2-40B4-BE49-F238E27FC236}">
                  <a16:creationId xmlns:a16="http://schemas.microsoft.com/office/drawing/2014/main" id="{3362D472-8994-B020-C968-1922FEB8AC2F}"/>
                </a:ext>
              </a:extLst>
            </p:cNvPr>
            <p:cNvCxnSpPr>
              <a:cxnSpLocks/>
            </p:cNvCxnSpPr>
            <p:nvPr/>
          </p:nvCxnSpPr>
          <p:spPr>
            <a:xfrm>
              <a:off x="4693861" y="3520440"/>
              <a:ext cx="152459" cy="7143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0" name="Straight Connector 499">
              <a:extLst>
                <a:ext uri="{FF2B5EF4-FFF2-40B4-BE49-F238E27FC236}">
                  <a16:creationId xmlns:a16="http://schemas.microsoft.com/office/drawing/2014/main" id="{7D4B4AB5-6A80-035D-088F-ED147917630D}"/>
                </a:ext>
              </a:extLst>
            </p:cNvPr>
            <p:cNvCxnSpPr>
              <a:cxnSpLocks/>
            </p:cNvCxnSpPr>
            <p:nvPr/>
          </p:nvCxnSpPr>
          <p:spPr>
            <a:xfrm>
              <a:off x="4846320" y="3588225"/>
              <a:ext cx="0" cy="24654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2" name="Straight Connector 501">
              <a:extLst>
                <a:ext uri="{FF2B5EF4-FFF2-40B4-BE49-F238E27FC236}">
                  <a16:creationId xmlns:a16="http://schemas.microsoft.com/office/drawing/2014/main" id="{2BAE3E9C-0EE1-300E-805F-B22DBE786F55}"/>
                </a:ext>
              </a:extLst>
            </p:cNvPr>
            <p:cNvCxnSpPr>
              <a:cxnSpLocks/>
            </p:cNvCxnSpPr>
            <p:nvPr/>
          </p:nvCxnSpPr>
          <p:spPr>
            <a:xfrm>
              <a:off x="4370993" y="3771105"/>
              <a:ext cx="0" cy="37798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4" name="Straight Connector 503">
              <a:extLst>
                <a:ext uri="{FF2B5EF4-FFF2-40B4-BE49-F238E27FC236}">
                  <a16:creationId xmlns:a16="http://schemas.microsoft.com/office/drawing/2014/main" id="{89B9395D-42A8-9B7B-4AE5-5A543F908A44}"/>
                </a:ext>
              </a:extLst>
            </p:cNvPr>
            <p:cNvCxnSpPr>
              <a:cxnSpLocks/>
            </p:cNvCxnSpPr>
            <p:nvPr/>
          </p:nvCxnSpPr>
          <p:spPr>
            <a:xfrm>
              <a:off x="4370993" y="4136708"/>
              <a:ext cx="152459" cy="7143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6" name="Straight Connector 505">
              <a:extLst>
                <a:ext uri="{FF2B5EF4-FFF2-40B4-BE49-F238E27FC236}">
                  <a16:creationId xmlns:a16="http://schemas.microsoft.com/office/drawing/2014/main" id="{0D964D1E-40DF-A75D-5BD5-90BBD71D6117}"/>
                </a:ext>
              </a:extLst>
            </p:cNvPr>
            <p:cNvCxnSpPr>
              <a:cxnSpLocks/>
            </p:cNvCxnSpPr>
            <p:nvPr/>
          </p:nvCxnSpPr>
          <p:spPr>
            <a:xfrm>
              <a:off x="4527232" y="4208145"/>
              <a:ext cx="0" cy="25320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8" name="Straight Connector 507">
              <a:extLst>
                <a:ext uri="{FF2B5EF4-FFF2-40B4-BE49-F238E27FC236}">
                  <a16:creationId xmlns:a16="http://schemas.microsoft.com/office/drawing/2014/main" id="{9D2B24F2-D390-9BC4-3CA3-CA26D3B51FA1}"/>
                </a:ext>
              </a:extLst>
            </p:cNvPr>
            <p:cNvCxnSpPr>
              <a:cxnSpLocks/>
            </p:cNvCxnSpPr>
            <p:nvPr/>
          </p:nvCxnSpPr>
          <p:spPr>
            <a:xfrm>
              <a:off x="4522946" y="4444208"/>
              <a:ext cx="323374" cy="12954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0" name="Straight Connector 509">
              <a:extLst>
                <a:ext uri="{FF2B5EF4-FFF2-40B4-BE49-F238E27FC236}">
                  <a16:creationId xmlns:a16="http://schemas.microsoft.com/office/drawing/2014/main" id="{3504A470-56D2-C7D4-524B-1699D03226BE}"/>
                </a:ext>
              </a:extLst>
            </p:cNvPr>
            <p:cNvCxnSpPr>
              <a:cxnSpLocks/>
            </p:cNvCxnSpPr>
            <p:nvPr/>
          </p:nvCxnSpPr>
          <p:spPr>
            <a:xfrm>
              <a:off x="4846320" y="4573748"/>
              <a:ext cx="0" cy="25320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1" name="Straight Connector 510">
              <a:extLst>
                <a:ext uri="{FF2B5EF4-FFF2-40B4-BE49-F238E27FC236}">
                  <a16:creationId xmlns:a16="http://schemas.microsoft.com/office/drawing/2014/main" id="{116549EF-080A-37D1-196E-9CC4C01230FE}"/>
                </a:ext>
              </a:extLst>
            </p:cNvPr>
            <p:cNvCxnSpPr>
              <a:cxnSpLocks/>
            </p:cNvCxnSpPr>
            <p:nvPr/>
          </p:nvCxnSpPr>
          <p:spPr>
            <a:xfrm>
              <a:off x="4850130" y="4826956"/>
              <a:ext cx="319565" cy="12954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415819CB-9304-642C-17DB-20699462CCA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69695" y="4891726"/>
              <a:ext cx="149065" cy="7207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5CCF0219-099D-26B0-7578-38B8CB9F06EF}"/>
                </a:ext>
              </a:extLst>
            </p:cNvPr>
            <p:cNvCxnSpPr>
              <a:cxnSpLocks/>
            </p:cNvCxnSpPr>
            <p:nvPr/>
          </p:nvCxnSpPr>
          <p:spPr>
            <a:xfrm>
              <a:off x="5318760" y="4883473"/>
              <a:ext cx="170500" cy="7302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CE60E690-0F9A-92FC-DB91-B5EB332008F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89260" y="4826956"/>
              <a:ext cx="309560" cy="13684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B06E5D0E-1E62-C0DE-AE5B-2371118887AE}"/>
                </a:ext>
              </a:extLst>
            </p:cNvPr>
            <p:cNvCxnSpPr>
              <a:cxnSpLocks/>
            </p:cNvCxnSpPr>
            <p:nvPr/>
          </p:nvCxnSpPr>
          <p:spPr>
            <a:xfrm>
              <a:off x="5798820" y="4573748"/>
              <a:ext cx="0" cy="25320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A9726A1E-6206-ED60-C005-97A5803DE328}"/>
                </a:ext>
              </a:extLst>
            </p:cNvPr>
            <p:cNvCxnSpPr>
              <a:cxnSpLocks/>
            </p:cNvCxnSpPr>
            <p:nvPr/>
          </p:nvCxnSpPr>
          <p:spPr>
            <a:xfrm>
              <a:off x="5628320" y="4508978"/>
              <a:ext cx="170500" cy="7302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6D36E7DD-A0F0-A057-8D2A-10A1A8FDD07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75445" y="4509925"/>
              <a:ext cx="149065" cy="7207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2" name="Straight Connector 531">
              <a:extLst>
                <a:ext uri="{FF2B5EF4-FFF2-40B4-BE49-F238E27FC236}">
                  <a16:creationId xmlns:a16="http://schemas.microsoft.com/office/drawing/2014/main" id="{A47C76A8-5429-59C8-FB22-A3A35FABA6FA}"/>
                </a:ext>
              </a:extLst>
            </p:cNvPr>
            <p:cNvCxnSpPr>
              <a:cxnSpLocks/>
            </p:cNvCxnSpPr>
            <p:nvPr/>
          </p:nvCxnSpPr>
          <p:spPr>
            <a:xfrm>
              <a:off x="5489260" y="4573748"/>
              <a:ext cx="0" cy="12660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Picture 4" descr="A yellow and black map&#10;&#10;AI-generated content may be incorrect.">
            <a:extLst>
              <a:ext uri="{FF2B5EF4-FFF2-40B4-BE49-F238E27FC236}">
                <a16:creationId xmlns:a16="http://schemas.microsoft.com/office/drawing/2014/main" id="{3FE7BF12-9C16-AEE8-2BF8-30D6C28217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960" y="995404"/>
            <a:ext cx="6481760" cy="515302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83C9359-ABB1-42AC-5FEF-4BAEA28560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6626"/>
            <a:ext cx="9936163" cy="7338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48060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BE59E2C-BA6D-6882-D81F-78B8DC5E20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11095" t="10413" r="7492"/>
          <a:stretch/>
        </p:blipFill>
        <p:spPr>
          <a:xfrm>
            <a:off x="1033780" y="457200"/>
            <a:ext cx="4960620" cy="3248127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A75F479-9339-370A-785E-B1D59425FF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780" y="3994584"/>
            <a:ext cx="4958072" cy="3300296"/>
          </a:xfrm>
          <a:prstGeom prst="rect">
            <a:avLst/>
          </a:prstGeom>
        </p:spPr>
      </p:pic>
      <p:pic>
        <p:nvPicPr>
          <p:cNvPr id="1026" name="Picture 2" descr="Ohtani hits 3-run homer in 9th to cap Dodgers' wild comeback in 14-11 win  over Diamondbacks | KSL.com">
            <a:extLst>
              <a:ext uri="{FF2B5EF4-FFF2-40B4-BE49-F238E27FC236}">
                <a16:creationId xmlns:a16="http://schemas.microsoft.com/office/drawing/2014/main" id="{0681873B-494E-5E60-0134-6AEDAF1848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2263" y="1878013"/>
            <a:ext cx="2857500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hohei Ohtani leaves World Series Game 2 with injury after failed stolen  base attempt | Fox News">
            <a:extLst>
              <a:ext uri="{FF2B5EF4-FFF2-40B4-BE49-F238E27FC236}">
                <a16:creationId xmlns:a16="http://schemas.microsoft.com/office/drawing/2014/main" id="{1D964206-12FD-1E03-387D-F9F0B75471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7025" y="3463925"/>
            <a:ext cx="2857500" cy="19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D732540-E0CD-4220-A215-EE7950668DFD}"/>
              </a:ext>
            </a:extLst>
          </p:cNvPr>
          <p:cNvSpPr txBox="1"/>
          <p:nvPr/>
        </p:nvSpPr>
        <p:spPr>
          <a:xfrm>
            <a:off x="8467725" y="3057525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</a:rPr>
              <a:t>大谷翔平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6C304A-2F64-E155-A7D8-6E26FA2CD2C1}"/>
              </a:ext>
            </a:extLst>
          </p:cNvPr>
          <p:cNvSpPr txBox="1"/>
          <p:nvPr/>
        </p:nvSpPr>
        <p:spPr>
          <a:xfrm>
            <a:off x="8477250" y="483870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</a:rPr>
              <a:t>大谷躺平</a:t>
            </a:r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8810376-E9F0-08E2-3CA5-F5B58B0569E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390" y="0"/>
            <a:ext cx="9707382" cy="7451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57904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0F89DD8-0FC0-E75F-26E1-B250F32B08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0871"/>
            <a:ext cx="9936163" cy="6749982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11BB439E-4E7B-790B-30EF-B7C9B85513A4}"/>
              </a:ext>
            </a:extLst>
          </p:cNvPr>
          <p:cNvSpPr/>
          <p:nvPr/>
        </p:nvSpPr>
        <p:spPr>
          <a:xfrm>
            <a:off x="6996113" y="882968"/>
            <a:ext cx="260032" cy="239263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8249B4E-3D0C-132B-F34E-AA1ADD6E595C}"/>
              </a:ext>
            </a:extLst>
          </p:cNvPr>
          <p:cNvSpPr/>
          <p:nvPr/>
        </p:nvSpPr>
        <p:spPr>
          <a:xfrm>
            <a:off x="6996113" y="1206818"/>
            <a:ext cx="260032" cy="239263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FE66D16-61C7-9936-48D5-2D5CB0063003}"/>
              </a:ext>
            </a:extLst>
          </p:cNvPr>
          <p:cNvSpPr/>
          <p:nvPr/>
        </p:nvSpPr>
        <p:spPr>
          <a:xfrm>
            <a:off x="6605588" y="1387793"/>
            <a:ext cx="260032" cy="239263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6EC590D-A06D-9A3E-BAAE-FC28AE1D3574}"/>
              </a:ext>
            </a:extLst>
          </p:cNvPr>
          <p:cNvSpPr/>
          <p:nvPr/>
        </p:nvSpPr>
        <p:spPr>
          <a:xfrm>
            <a:off x="6162676" y="1544956"/>
            <a:ext cx="260032" cy="239263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F02CD1E-453F-F4A7-59E9-9E1C3917AB23}"/>
              </a:ext>
            </a:extLst>
          </p:cNvPr>
          <p:cNvSpPr/>
          <p:nvPr/>
        </p:nvSpPr>
        <p:spPr>
          <a:xfrm>
            <a:off x="6162676" y="1849756"/>
            <a:ext cx="260032" cy="239263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317B313-BA22-358B-2FEA-9E5245F1107C}"/>
              </a:ext>
            </a:extLst>
          </p:cNvPr>
          <p:cNvSpPr/>
          <p:nvPr/>
        </p:nvSpPr>
        <p:spPr>
          <a:xfrm>
            <a:off x="6162676" y="2202181"/>
            <a:ext cx="260032" cy="239263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213BD73-BCD7-9C42-F4FD-BB48F1431710}"/>
              </a:ext>
            </a:extLst>
          </p:cNvPr>
          <p:cNvSpPr/>
          <p:nvPr/>
        </p:nvSpPr>
        <p:spPr>
          <a:xfrm>
            <a:off x="6162676" y="2497456"/>
            <a:ext cx="260032" cy="239263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ABB0B479-3C32-BA04-19A5-7A47F379E4B4}"/>
              </a:ext>
            </a:extLst>
          </p:cNvPr>
          <p:cNvSpPr/>
          <p:nvPr/>
        </p:nvSpPr>
        <p:spPr>
          <a:xfrm>
            <a:off x="6162676" y="2858672"/>
            <a:ext cx="260032" cy="239263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79FF8E53-1757-3A6D-AB94-A3732537AEA5}"/>
              </a:ext>
            </a:extLst>
          </p:cNvPr>
          <p:cNvSpPr/>
          <p:nvPr/>
        </p:nvSpPr>
        <p:spPr>
          <a:xfrm>
            <a:off x="6605588" y="3030122"/>
            <a:ext cx="260032" cy="239263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548F2353-52B5-C8C8-78DD-2192D7E3CDD3}"/>
              </a:ext>
            </a:extLst>
          </p:cNvPr>
          <p:cNvSpPr/>
          <p:nvPr/>
        </p:nvSpPr>
        <p:spPr>
          <a:xfrm>
            <a:off x="6611779" y="3363497"/>
            <a:ext cx="260032" cy="239263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00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E768310E-C10B-2D5D-7A88-9C90F6F389D7}"/>
              </a:ext>
            </a:extLst>
          </p:cNvPr>
          <p:cNvSpPr/>
          <p:nvPr/>
        </p:nvSpPr>
        <p:spPr>
          <a:xfrm>
            <a:off x="6605588" y="3684325"/>
            <a:ext cx="260032" cy="239263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C7D037ED-C17E-80F7-53BE-DE963144045F}"/>
              </a:ext>
            </a:extLst>
          </p:cNvPr>
          <p:cNvSpPr/>
          <p:nvPr/>
        </p:nvSpPr>
        <p:spPr>
          <a:xfrm>
            <a:off x="6592729" y="4021181"/>
            <a:ext cx="260032" cy="239263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24AF7D85-0765-6272-9B13-EDC0380CF111}"/>
              </a:ext>
            </a:extLst>
          </p:cNvPr>
          <p:cNvSpPr/>
          <p:nvPr/>
        </p:nvSpPr>
        <p:spPr>
          <a:xfrm>
            <a:off x="6592729" y="4330695"/>
            <a:ext cx="260032" cy="239263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14599E89-D87D-14E0-EAAB-EFFD5164DAB7}"/>
              </a:ext>
            </a:extLst>
          </p:cNvPr>
          <p:cNvSpPr/>
          <p:nvPr/>
        </p:nvSpPr>
        <p:spPr>
          <a:xfrm>
            <a:off x="6592729" y="4639682"/>
            <a:ext cx="260032" cy="239263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AAF70E9-244F-52F0-DE26-45A6AA6AD3D5}"/>
              </a:ext>
            </a:extLst>
          </p:cNvPr>
          <p:cNvSpPr/>
          <p:nvPr/>
        </p:nvSpPr>
        <p:spPr>
          <a:xfrm>
            <a:off x="6584633" y="4952129"/>
            <a:ext cx="260032" cy="239263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46E263EC-9010-45B7-0615-831EF905C8CC}"/>
              </a:ext>
            </a:extLst>
          </p:cNvPr>
          <p:cNvSpPr/>
          <p:nvPr/>
        </p:nvSpPr>
        <p:spPr>
          <a:xfrm>
            <a:off x="6576537" y="5285425"/>
            <a:ext cx="260032" cy="239263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B14B8687-6961-0742-C011-B042EA162205}"/>
              </a:ext>
            </a:extLst>
          </p:cNvPr>
          <p:cNvSpPr/>
          <p:nvPr/>
        </p:nvSpPr>
        <p:spPr>
          <a:xfrm>
            <a:off x="4080987" y="5952175"/>
            <a:ext cx="260032" cy="239263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8A2B7100-8880-E0D2-7BE5-4880F54FFA36}"/>
              </a:ext>
            </a:extLst>
          </p:cNvPr>
          <p:cNvSpPr/>
          <p:nvPr/>
        </p:nvSpPr>
        <p:spPr>
          <a:xfrm>
            <a:off x="3652362" y="5831592"/>
            <a:ext cx="260032" cy="239263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12DFDB4-4747-E10B-513E-21078BCF0740}"/>
              </a:ext>
            </a:extLst>
          </p:cNvPr>
          <p:cNvSpPr/>
          <p:nvPr/>
        </p:nvSpPr>
        <p:spPr>
          <a:xfrm>
            <a:off x="3652362" y="5499925"/>
            <a:ext cx="260032" cy="239263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2D68AFA6-965B-CF05-1DA3-AF5FDB755C06}"/>
              </a:ext>
            </a:extLst>
          </p:cNvPr>
          <p:cNvSpPr/>
          <p:nvPr/>
        </p:nvSpPr>
        <p:spPr>
          <a:xfrm>
            <a:off x="3216911" y="5285425"/>
            <a:ext cx="260032" cy="239263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3E348406-4FB6-6550-FE55-13148F8C3254}"/>
              </a:ext>
            </a:extLst>
          </p:cNvPr>
          <p:cNvSpPr/>
          <p:nvPr/>
        </p:nvSpPr>
        <p:spPr>
          <a:xfrm>
            <a:off x="2821624" y="5118738"/>
            <a:ext cx="260032" cy="239263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3AFD3609-8E6D-4642-B5EE-F2B4305934F6}"/>
              </a:ext>
            </a:extLst>
          </p:cNvPr>
          <p:cNvSpPr/>
          <p:nvPr/>
        </p:nvSpPr>
        <p:spPr>
          <a:xfrm>
            <a:off x="2388237" y="4999106"/>
            <a:ext cx="260032" cy="239263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6C6DA6D4-76DF-78D7-EFE0-7A8922F20531}"/>
              </a:ext>
            </a:extLst>
          </p:cNvPr>
          <p:cNvSpPr/>
          <p:nvPr/>
        </p:nvSpPr>
        <p:spPr>
          <a:xfrm>
            <a:off x="1954850" y="4832497"/>
            <a:ext cx="260032" cy="239263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DA82B269-E804-AAD7-FA6E-2C7FBEBBA633}"/>
              </a:ext>
            </a:extLst>
          </p:cNvPr>
          <p:cNvSpPr/>
          <p:nvPr/>
        </p:nvSpPr>
        <p:spPr>
          <a:xfrm>
            <a:off x="1559563" y="4642925"/>
            <a:ext cx="260032" cy="239263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1BCF9253-FD04-5C7F-5C76-8B0C3DD6F013}"/>
              </a:ext>
            </a:extLst>
          </p:cNvPr>
          <p:cNvSpPr/>
          <p:nvPr/>
        </p:nvSpPr>
        <p:spPr>
          <a:xfrm>
            <a:off x="1164276" y="4794833"/>
            <a:ext cx="260032" cy="239263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8467367-05F2-0B8B-241A-5074BCDF8126}"/>
              </a:ext>
            </a:extLst>
          </p:cNvPr>
          <p:cNvSpPr/>
          <p:nvPr/>
        </p:nvSpPr>
        <p:spPr>
          <a:xfrm>
            <a:off x="6605588" y="5240780"/>
            <a:ext cx="88678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</a:rPr>
              <a:t>16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DF977B9-D24A-5330-A5D4-442ED97B4F28}"/>
              </a:ext>
            </a:extLst>
          </p:cNvPr>
          <p:cNvSpPr/>
          <p:nvPr/>
        </p:nvSpPr>
        <p:spPr>
          <a:xfrm>
            <a:off x="1452300" y="4700372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</a:rPr>
              <a:t>9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8BAA0660-6FA5-D476-9883-A546392BFC2E}"/>
              </a:ext>
            </a:extLst>
          </p:cNvPr>
          <p:cNvSpPr/>
          <p:nvPr/>
        </p:nvSpPr>
        <p:spPr>
          <a:xfrm>
            <a:off x="1152792" y="4461109"/>
            <a:ext cx="260032" cy="239263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25601240-E4E5-93FB-6D3A-CF74CA0DE88A}"/>
              </a:ext>
            </a:extLst>
          </p:cNvPr>
          <p:cNvSpPr/>
          <p:nvPr/>
        </p:nvSpPr>
        <p:spPr>
          <a:xfrm>
            <a:off x="1559563" y="4302359"/>
            <a:ext cx="260032" cy="239263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9A47BEC7-879A-296B-6030-BEFC6EF3C690}"/>
              </a:ext>
            </a:extLst>
          </p:cNvPr>
          <p:cNvSpPr/>
          <p:nvPr/>
        </p:nvSpPr>
        <p:spPr>
          <a:xfrm>
            <a:off x="1966334" y="4140812"/>
            <a:ext cx="260032" cy="239263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A60ADF8-AD74-7683-72F8-76D2C5DDF153}"/>
              </a:ext>
            </a:extLst>
          </p:cNvPr>
          <p:cNvSpPr/>
          <p:nvPr/>
        </p:nvSpPr>
        <p:spPr>
          <a:xfrm>
            <a:off x="2034066" y="3407365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</a:rPr>
              <a:t>3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E051470A-B040-EF8B-B46B-0D52163762C3}"/>
              </a:ext>
            </a:extLst>
          </p:cNvPr>
          <p:cNvSpPr/>
          <p:nvPr/>
        </p:nvSpPr>
        <p:spPr>
          <a:xfrm>
            <a:off x="2410834" y="4305768"/>
            <a:ext cx="260032" cy="239263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29ABA922-830A-9949-8CD7-F1C5E731ED31}"/>
              </a:ext>
            </a:extLst>
          </p:cNvPr>
          <p:cNvSpPr/>
          <p:nvPr/>
        </p:nvSpPr>
        <p:spPr>
          <a:xfrm>
            <a:off x="2855334" y="4461343"/>
            <a:ext cx="260032" cy="239263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144421AA-0AC2-F653-81DD-FF063482D5D3}"/>
              </a:ext>
            </a:extLst>
          </p:cNvPr>
          <p:cNvSpPr/>
          <p:nvPr/>
        </p:nvSpPr>
        <p:spPr>
          <a:xfrm>
            <a:off x="3224376" y="4639681"/>
            <a:ext cx="260032" cy="239263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943BCF28-D6CD-9C01-0F7E-4A6EB005A59A}"/>
              </a:ext>
            </a:extLst>
          </p:cNvPr>
          <p:cNvSpPr/>
          <p:nvPr/>
        </p:nvSpPr>
        <p:spPr>
          <a:xfrm>
            <a:off x="3660363" y="4469927"/>
            <a:ext cx="260032" cy="239263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0A83BE53-1378-6E0D-69F6-0A2C9873C479}"/>
              </a:ext>
            </a:extLst>
          </p:cNvPr>
          <p:cNvSpPr/>
          <p:nvPr/>
        </p:nvSpPr>
        <p:spPr>
          <a:xfrm>
            <a:off x="3977618" y="4195407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1827528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1A73D-1869-F022-380C-7380120A5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8F0292-45C6-A8BA-26CE-30A3031C4E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0251FA1-751F-7A67-9480-425F75CDD2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570" y="0"/>
            <a:ext cx="9571023" cy="7451725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05937B90-CF3F-54D6-C418-3FE8E97A36E8}"/>
              </a:ext>
            </a:extLst>
          </p:cNvPr>
          <p:cNvSpPr/>
          <p:nvPr/>
        </p:nvSpPr>
        <p:spPr>
          <a:xfrm>
            <a:off x="1426584" y="562197"/>
            <a:ext cx="260032" cy="239263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60FCC7C-FCE2-63D7-4012-076B69768967}"/>
              </a:ext>
            </a:extLst>
          </p:cNvPr>
          <p:cNvSpPr/>
          <p:nvPr/>
        </p:nvSpPr>
        <p:spPr>
          <a:xfrm>
            <a:off x="1927125" y="739997"/>
            <a:ext cx="260032" cy="239263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6979119-EABD-45E4-6B95-6329E057AD28}"/>
              </a:ext>
            </a:extLst>
          </p:cNvPr>
          <p:cNvSpPr/>
          <p:nvPr/>
        </p:nvSpPr>
        <p:spPr>
          <a:xfrm>
            <a:off x="2358925" y="892713"/>
            <a:ext cx="260032" cy="239263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670DBF1-5B93-1267-35DA-40DA18A32F31}"/>
              </a:ext>
            </a:extLst>
          </p:cNvPr>
          <p:cNvSpPr/>
          <p:nvPr/>
        </p:nvSpPr>
        <p:spPr>
          <a:xfrm>
            <a:off x="2859466" y="1116898"/>
            <a:ext cx="260032" cy="239263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C27C873-A3FE-DD29-CFD8-F123850BD2D6}"/>
              </a:ext>
            </a:extLst>
          </p:cNvPr>
          <p:cNvSpPr/>
          <p:nvPr/>
        </p:nvSpPr>
        <p:spPr>
          <a:xfrm>
            <a:off x="3244734" y="1261009"/>
            <a:ext cx="260032" cy="239263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7FF7208-B432-92EC-E44E-B8CA68A82466}"/>
              </a:ext>
            </a:extLst>
          </p:cNvPr>
          <p:cNvSpPr/>
          <p:nvPr/>
        </p:nvSpPr>
        <p:spPr>
          <a:xfrm>
            <a:off x="3741825" y="1451509"/>
            <a:ext cx="260032" cy="239263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547E915-D434-21DF-9D7F-0868FCA365E9}"/>
              </a:ext>
            </a:extLst>
          </p:cNvPr>
          <p:cNvSpPr/>
          <p:nvPr/>
        </p:nvSpPr>
        <p:spPr>
          <a:xfrm>
            <a:off x="3741825" y="1780561"/>
            <a:ext cx="260032" cy="239263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2601248-132F-81FB-8AF7-82BE87288146}"/>
              </a:ext>
            </a:extLst>
          </p:cNvPr>
          <p:cNvSpPr/>
          <p:nvPr/>
        </p:nvSpPr>
        <p:spPr>
          <a:xfrm>
            <a:off x="4186325" y="1967794"/>
            <a:ext cx="260032" cy="239263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5E0136E-3A9A-A4CB-A5E8-E6B487A6B1D9}"/>
              </a:ext>
            </a:extLst>
          </p:cNvPr>
          <p:cNvSpPr/>
          <p:nvPr/>
        </p:nvSpPr>
        <p:spPr>
          <a:xfrm>
            <a:off x="4197366" y="2337792"/>
            <a:ext cx="260032" cy="239263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9DA96576-FD6D-CD4D-117E-95520156C559}"/>
              </a:ext>
            </a:extLst>
          </p:cNvPr>
          <p:cNvSpPr/>
          <p:nvPr/>
        </p:nvSpPr>
        <p:spPr>
          <a:xfrm>
            <a:off x="4186325" y="2691907"/>
            <a:ext cx="260032" cy="239263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640829FE-966D-E3F9-2182-1B6A83C93FF2}"/>
              </a:ext>
            </a:extLst>
          </p:cNvPr>
          <p:cNvSpPr/>
          <p:nvPr/>
        </p:nvSpPr>
        <p:spPr>
          <a:xfrm>
            <a:off x="4186325" y="3046022"/>
            <a:ext cx="260032" cy="239263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A90ED2A-8B83-1361-12F6-8D2DB31F60F1}"/>
              </a:ext>
            </a:extLst>
          </p:cNvPr>
          <p:cNvSpPr/>
          <p:nvPr/>
        </p:nvSpPr>
        <p:spPr>
          <a:xfrm>
            <a:off x="4186325" y="3400137"/>
            <a:ext cx="260032" cy="239263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73C3F176-7C52-4329-4A8E-8C04DDADE7E5}"/>
              </a:ext>
            </a:extLst>
          </p:cNvPr>
          <p:cNvSpPr/>
          <p:nvPr/>
        </p:nvSpPr>
        <p:spPr>
          <a:xfrm>
            <a:off x="4609402" y="3553386"/>
            <a:ext cx="260032" cy="239263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8CD5607B-1FE8-400C-543C-908A4BFA787D}"/>
              </a:ext>
            </a:extLst>
          </p:cNvPr>
          <p:cNvSpPr/>
          <p:nvPr/>
        </p:nvSpPr>
        <p:spPr>
          <a:xfrm>
            <a:off x="5105911" y="3728579"/>
            <a:ext cx="260032" cy="239263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E4AFC90-8AC5-99EA-6D27-0205F11D0C58}"/>
              </a:ext>
            </a:extLst>
          </p:cNvPr>
          <p:cNvSpPr/>
          <p:nvPr/>
        </p:nvSpPr>
        <p:spPr>
          <a:xfrm>
            <a:off x="5537711" y="3900029"/>
            <a:ext cx="260032" cy="239263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912905AB-8BF0-9663-235F-6FB6A94A82AE}"/>
              </a:ext>
            </a:extLst>
          </p:cNvPr>
          <p:cNvSpPr/>
          <p:nvPr/>
        </p:nvSpPr>
        <p:spPr>
          <a:xfrm>
            <a:off x="5537711" y="4270027"/>
            <a:ext cx="260032" cy="239263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21C5DF29-49B9-25EF-7816-D013E72DB1FD}"/>
              </a:ext>
            </a:extLst>
          </p:cNvPr>
          <p:cNvSpPr/>
          <p:nvPr/>
        </p:nvSpPr>
        <p:spPr>
          <a:xfrm>
            <a:off x="5537711" y="4640025"/>
            <a:ext cx="260032" cy="239263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F2E556AF-4915-26AB-2346-8B3F0853FF95}"/>
              </a:ext>
            </a:extLst>
          </p:cNvPr>
          <p:cNvSpPr/>
          <p:nvPr/>
        </p:nvSpPr>
        <p:spPr>
          <a:xfrm>
            <a:off x="5553938" y="5010023"/>
            <a:ext cx="260032" cy="239263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12601DB0-F338-C581-663D-4BF1C8CB9301}"/>
              </a:ext>
            </a:extLst>
          </p:cNvPr>
          <p:cNvSpPr/>
          <p:nvPr/>
        </p:nvSpPr>
        <p:spPr>
          <a:xfrm>
            <a:off x="5537711" y="5323782"/>
            <a:ext cx="260032" cy="239263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5DA67995-E96D-09C1-E152-1912985DA898}"/>
              </a:ext>
            </a:extLst>
          </p:cNvPr>
          <p:cNvSpPr/>
          <p:nvPr/>
        </p:nvSpPr>
        <p:spPr>
          <a:xfrm>
            <a:off x="5537711" y="5741243"/>
            <a:ext cx="260032" cy="239263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E2CF7309-39AC-64AC-E1D4-663A6F6553BD}"/>
              </a:ext>
            </a:extLst>
          </p:cNvPr>
          <p:cNvSpPr/>
          <p:nvPr/>
        </p:nvSpPr>
        <p:spPr>
          <a:xfrm>
            <a:off x="6038252" y="5873398"/>
            <a:ext cx="260032" cy="239263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D38B048E-76E1-E5E1-E36D-3F1A03ED9921}"/>
              </a:ext>
            </a:extLst>
          </p:cNvPr>
          <p:cNvSpPr/>
          <p:nvPr/>
        </p:nvSpPr>
        <p:spPr>
          <a:xfrm>
            <a:off x="6482752" y="6044848"/>
            <a:ext cx="260032" cy="239263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B74D9193-9F2D-FBB4-CF54-A25588C7F308}"/>
              </a:ext>
            </a:extLst>
          </p:cNvPr>
          <p:cNvSpPr/>
          <p:nvPr/>
        </p:nvSpPr>
        <p:spPr>
          <a:xfrm>
            <a:off x="7349938" y="6085890"/>
            <a:ext cx="260032" cy="239263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0E5497CA-5212-D6CE-F6E6-E19867EAE9AB}"/>
              </a:ext>
            </a:extLst>
          </p:cNvPr>
          <p:cNvSpPr/>
          <p:nvPr/>
        </p:nvSpPr>
        <p:spPr>
          <a:xfrm>
            <a:off x="7349938" y="6398809"/>
            <a:ext cx="260032" cy="239263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60CF5DD9-8B3C-D556-8525-A504ADC8BC1F}"/>
              </a:ext>
            </a:extLst>
          </p:cNvPr>
          <p:cNvSpPr/>
          <p:nvPr/>
        </p:nvSpPr>
        <p:spPr>
          <a:xfrm>
            <a:off x="7850479" y="6607979"/>
            <a:ext cx="260032" cy="239263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C165AB2-9F57-6D95-D23C-A16CDAED4FC7}"/>
              </a:ext>
            </a:extLst>
          </p:cNvPr>
          <p:cNvSpPr/>
          <p:nvPr/>
        </p:nvSpPr>
        <p:spPr>
          <a:xfrm>
            <a:off x="6038252" y="5241149"/>
            <a:ext cx="88678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</a:rPr>
              <a:t>22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404D828-A69D-B828-E543-58C16AF5CAF9}"/>
              </a:ext>
            </a:extLst>
          </p:cNvPr>
          <p:cNvSpPr/>
          <p:nvPr/>
        </p:nvSpPr>
        <p:spPr>
          <a:xfrm>
            <a:off x="8218663" y="6556194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3</a:t>
            </a:r>
            <a:endParaRPr lang="en-US" sz="5400" b="1" cap="none" spc="0" dirty="0">
              <a:ln w="12700" cmpd="sng">
                <a:solidFill>
                  <a:schemeClr val="accent4"/>
                </a:solidFill>
                <a:prstDash val="solid"/>
              </a:ln>
              <a:gradFill>
                <a:gsLst>
                  <a:gs pos="0">
                    <a:schemeClr val="accent4"/>
                  </a:gs>
                  <a:gs pos="4000">
                    <a:schemeClr val="accent4">
                      <a:lumMod val="60000"/>
                      <a:lumOff val="40000"/>
                    </a:schemeClr>
                  </a:gs>
                  <a:gs pos="87000">
                    <a:schemeClr val="accent4">
                      <a:lumMod val="20000"/>
                      <a:lumOff val="80000"/>
                    </a:schemeClr>
                  </a:gs>
                </a:gsLst>
                <a:lin ang="5400000"/>
              </a:gra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0920729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746039C-8FFD-FE6E-D82E-93A0D58A53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9054" y="27544"/>
            <a:ext cx="8409020" cy="7424181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4D026AE4-C018-FB16-353C-05CBBFAC3AB8}"/>
              </a:ext>
            </a:extLst>
          </p:cNvPr>
          <p:cNvSpPr/>
          <p:nvPr/>
        </p:nvSpPr>
        <p:spPr>
          <a:xfrm>
            <a:off x="8212075" y="6746294"/>
            <a:ext cx="260032" cy="239263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5DA8B24-9ADB-801B-C52D-A9CFCC85E4C9}"/>
              </a:ext>
            </a:extLst>
          </p:cNvPr>
          <p:cNvSpPr/>
          <p:nvPr/>
        </p:nvSpPr>
        <p:spPr>
          <a:xfrm>
            <a:off x="7758050" y="6552619"/>
            <a:ext cx="260032" cy="239263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8E51BDA-C9E7-AB19-F6BE-1F7D00460E7D}"/>
              </a:ext>
            </a:extLst>
          </p:cNvPr>
          <p:cNvSpPr/>
          <p:nvPr/>
        </p:nvSpPr>
        <p:spPr>
          <a:xfrm>
            <a:off x="7304025" y="6412337"/>
            <a:ext cx="260032" cy="239263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22BF742-FDDE-B68E-CC0A-9A948E84B495}"/>
              </a:ext>
            </a:extLst>
          </p:cNvPr>
          <p:cNvSpPr/>
          <p:nvPr/>
        </p:nvSpPr>
        <p:spPr>
          <a:xfrm>
            <a:off x="6884925" y="6231362"/>
            <a:ext cx="260032" cy="239263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53A1DFB-4530-2F5B-318A-971E3A2F98EE}"/>
              </a:ext>
            </a:extLst>
          </p:cNvPr>
          <p:cNvSpPr/>
          <p:nvPr/>
        </p:nvSpPr>
        <p:spPr>
          <a:xfrm>
            <a:off x="6846825" y="5856712"/>
            <a:ext cx="260032" cy="239263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776950E-F095-67B6-FD2A-3182ECE3B7EB}"/>
              </a:ext>
            </a:extLst>
          </p:cNvPr>
          <p:cNvSpPr/>
          <p:nvPr/>
        </p:nvSpPr>
        <p:spPr>
          <a:xfrm>
            <a:off x="6424550" y="5710662"/>
            <a:ext cx="260032" cy="239263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D287AE1-A99D-DE09-A89B-33321745A0B7}"/>
              </a:ext>
            </a:extLst>
          </p:cNvPr>
          <p:cNvSpPr/>
          <p:nvPr/>
        </p:nvSpPr>
        <p:spPr>
          <a:xfrm>
            <a:off x="6424550" y="5364587"/>
            <a:ext cx="260032" cy="239263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CB4E58A-D7EA-6BDD-952C-756A107231A0}"/>
              </a:ext>
            </a:extLst>
          </p:cNvPr>
          <p:cNvSpPr/>
          <p:nvPr/>
        </p:nvSpPr>
        <p:spPr>
          <a:xfrm>
            <a:off x="5980050" y="5196312"/>
            <a:ext cx="260032" cy="239263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943D5D4-2EA5-6CF2-F2C8-361C897C3673}"/>
              </a:ext>
            </a:extLst>
          </p:cNvPr>
          <p:cNvSpPr/>
          <p:nvPr/>
        </p:nvSpPr>
        <p:spPr>
          <a:xfrm>
            <a:off x="5535550" y="5360249"/>
            <a:ext cx="260032" cy="239263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3C422F9-72A7-A070-B534-FDC362D8A22B}"/>
              </a:ext>
            </a:extLst>
          </p:cNvPr>
          <p:cNvSpPr/>
          <p:nvPr/>
        </p:nvSpPr>
        <p:spPr>
          <a:xfrm>
            <a:off x="5535550" y="5687274"/>
            <a:ext cx="260032" cy="239263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E46F80D-55DD-B082-A513-043D90C067CC}"/>
              </a:ext>
            </a:extLst>
          </p:cNvPr>
          <p:cNvSpPr/>
          <p:nvPr/>
        </p:nvSpPr>
        <p:spPr>
          <a:xfrm>
            <a:off x="5839076" y="5769697"/>
            <a:ext cx="88678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</a:rPr>
              <a:t>10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8A8F5977-6AF8-61EF-3E9C-8DEB0542A811}"/>
              </a:ext>
            </a:extLst>
          </p:cNvPr>
          <p:cNvSpPr/>
          <p:nvPr/>
        </p:nvSpPr>
        <p:spPr>
          <a:xfrm>
            <a:off x="5535550" y="4970742"/>
            <a:ext cx="260032" cy="239263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7CBAAF49-6A87-0AF5-73D0-84130155E82A}"/>
              </a:ext>
            </a:extLst>
          </p:cNvPr>
          <p:cNvSpPr/>
          <p:nvPr/>
        </p:nvSpPr>
        <p:spPr>
          <a:xfrm>
            <a:off x="5535550" y="4643717"/>
            <a:ext cx="260032" cy="239263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DE1C9F5B-5BEB-5135-7768-6E3CFF9E4A91}"/>
              </a:ext>
            </a:extLst>
          </p:cNvPr>
          <p:cNvSpPr/>
          <p:nvPr/>
        </p:nvSpPr>
        <p:spPr>
          <a:xfrm>
            <a:off x="5535550" y="4298490"/>
            <a:ext cx="260032" cy="239263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F203F625-7816-D6A7-F926-5BFABCC323DD}"/>
              </a:ext>
            </a:extLst>
          </p:cNvPr>
          <p:cNvSpPr/>
          <p:nvPr/>
        </p:nvSpPr>
        <p:spPr>
          <a:xfrm>
            <a:off x="5543266" y="3984105"/>
            <a:ext cx="260032" cy="239263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A2AE6666-BBB9-9B8C-05A0-F7EC568F104B}"/>
              </a:ext>
            </a:extLst>
          </p:cNvPr>
          <p:cNvSpPr/>
          <p:nvPr/>
        </p:nvSpPr>
        <p:spPr>
          <a:xfrm>
            <a:off x="5535550" y="3594598"/>
            <a:ext cx="260032" cy="239263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33880F58-39EB-9FE6-B85B-5532FA7AB0DA}"/>
              </a:ext>
            </a:extLst>
          </p:cNvPr>
          <p:cNvSpPr/>
          <p:nvPr/>
        </p:nvSpPr>
        <p:spPr>
          <a:xfrm>
            <a:off x="5525582" y="3234190"/>
            <a:ext cx="260032" cy="239263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5381647E-9793-9493-9AF5-3B14748F46D8}"/>
              </a:ext>
            </a:extLst>
          </p:cNvPr>
          <p:cNvSpPr/>
          <p:nvPr/>
        </p:nvSpPr>
        <p:spPr>
          <a:xfrm>
            <a:off x="5525582" y="2901776"/>
            <a:ext cx="260032" cy="239263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3F83B51A-E0CE-C151-D41E-B0610862E133}"/>
              </a:ext>
            </a:extLst>
          </p:cNvPr>
          <p:cNvSpPr/>
          <p:nvPr/>
        </p:nvSpPr>
        <p:spPr>
          <a:xfrm>
            <a:off x="5535550" y="2560798"/>
            <a:ext cx="260032" cy="239263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88A299FC-F0D0-C991-7046-084BB9D81E2E}"/>
              </a:ext>
            </a:extLst>
          </p:cNvPr>
          <p:cNvSpPr/>
          <p:nvPr/>
        </p:nvSpPr>
        <p:spPr>
          <a:xfrm>
            <a:off x="5535550" y="2228384"/>
            <a:ext cx="260032" cy="239263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C4379D8A-3204-1185-0073-6D38F8CA75EF}"/>
              </a:ext>
            </a:extLst>
          </p:cNvPr>
          <p:cNvSpPr/>
          <p:nvPr/>
        </p:nvSpPr>
        <p:spPr>
          <a:xfrm>
            <a:off x="5543266" y="1881303"/>
            <a:ext cx="260032" cy="239263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D5F93F74-C021-9EFF-9B6B-2118F89A2CB2}"/>
              </a:ext>
            </a:extLst>
          </p:cNvPr>
          <p:cNvSpPr/>
          <p:nvPr/>
        </p:nvSpPr>
        <p:spPr>
          <a:xfrm>
            <a:off x="5980050" y="1709853"/>
            <a:ext cx="260032" cy="239263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71632CB-63F1-2BD1-C9DD-383EF2CAF77F}"/>
              </a:ext>
            </a:extLst>
          </p:cNvPr>
          <p:cNvSpPr/>
          <p:nvPr/>
        </p:nvSpPr>
        <p:spPr>
          <a:xfrm>
            <a:off x="6892482" y="1197211"/>
            <a:ext cx="88678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3974404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482017</TotalTime>
  <Words>30</Words>
  <Application>Microsoft Office PowerPoint</Application>
  <PresentationFormat>Custom</PresentationFormat>
  <Paragraphs>24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Jiang, Ruoli</cp:lastModifiedBy>
  <cp:revision>1825</cp:revision>
  <cp:lastPrinted>2021-06-19T15:20:22Z</cp:lastPrinted>
  <dcterms:created xsi:type="dcterms:W3CDTF">2021-03-25T22:26:05Z</dcterms:created>
  <dcterms:modified xsi:type="dcterms:W3CDTF">2026-04-02T16:31:07Z</dcterms:modified>
</cp:coreProperties>
</file>