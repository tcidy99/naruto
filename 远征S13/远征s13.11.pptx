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6"/>
  </p:notesMasterIdLst>
  <p:sldIdLst>
    <p:sldId id="294" r:id="rId2"/>
    <p:sldId id="287" r:id="rId3"/>
    <p:sldId id="292" r:id="rId4"/>
    <p:sldId id="293" r:id="rId5"/>
    <p:sldId id="290" r:id="rId6"/>
    <p:sldId id="291" r:id="rId7"/>
    <p:sldId id="289" r:id="rId8"/>
    <p:sldId id="288" r:id="rId9"/>
    <p:sldId id="295" r:id="rId10"/>
    <p:sldId id="285" r:id="rId11"/>
    <p:sldId id="283" r:id="rId12"/>
    <p:sldId id="265" r:id="rId13"/>
    <p:sldId id="281" r:id="rId14"/>
    <p:sldId id="284" r:id="rId15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FD5"/>
    <a:srgbClr val="1E242D"/>
    <a:srgbClr val="FF99CC"/>
    <a:srgbClr val="000000"/>
    <a:srgbClr val="FFFF00"/>
    <a:srgbClr val="FFC000"/>
    <a:srgbClr val="99FFCC"/>
    <a:srgbClr val="41719C"/>
    <a:srgbClr val="5B9BD5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6357" autoAdjust="0"/>
  </p:normalViewPr>
  <p:slideViewPr>
    <p:cSldViewPr snapToGrid="0">
      <p:cViewPr>
        <p:scale>
          <a:sx n="125" d="100"/>
          <a:sy n="125" d="100"/>
        </p:scale>
        <p:origin x="1098" y="6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40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0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66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4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30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67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9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96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402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56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80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2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1117601" y="377282"/>
            <a:ext cx="5505449" cy="3588295"/>
            <a:chOff x="-3980271" y="3398218"/>
            <a:chExt cx="6546896" cy="4267091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767" y="3398218"/>
              <a:ext cx="0" cy="1667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6793" y="3561215"/>
              <a:ext cx="354907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3618" y="3689885"/>
              <a:ext cx="0" cy="4716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6" name="Straight Connector 2625">
              <a:extLst>
                <a:ext uri="{FF2B5EF4-FFF2-40B4-BE49-F238E27FC236}">
                  <a16:creationId xmlns:a16="http://schemas.microsoft.com/office/drawing/2014/main" id="{DE20BD26-A0F8-24DC-FD1A-9A1FB163D67B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05" y="7525611"/>
              <a:ext cx="362459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0" name="Straight Connector 2629">
              <a:extLst>
                <a:ext uri="{FF2B5EF4-FFF2-40B4-BE49-F238E27FC236}">
                  <a16:creationId xmlns:a16="http://schemas.microsoft.com/office/drawing/2014/main" id="{60A21C18-37C2-554D-56B8-8B6DE64EA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1700" y="6381600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2" name="Straight Connector 2631">
              <a:extLst>
                <a:ext uri="{FF2B5EF4-FFF2-40B4-BE49-F238E27FC236}">
                  <a16:creationId xmlns:a16="http://schemas.microsoft.com/office/drawing/2014/main" id="{D2FB787D-BFC7-25C1-CAE4-A99F94C7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7" y="6087102"/>
              <a:ext cx="0" cy="1548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4" name="Straight Connector 2633">
              <a:extLst>
                <a:ext uri="{FF2B5EF4-FFF2-40B4-BE49-F238E27FC236}">
                  <a16:creationId xmlns:a16="http://schemas.microsoft.com/office/drawing/2014/main" id="{092FF906-5BFB-6A2F-7ECB-F315BBB6DA50}"/>
                </a:ext>
              </a:extLst>
            </p:cNvPr>
            <p:cNvCxnSpPr>
              <a:cxnSpLocks/>
            </p:cNvCxnSpPr>
            <p:nvPr/>
          </p:nvCxnSpPr>
          <p:spPr>
            <a:xfrm>
              <a:off x="391877" y="6102204"/>
              <a:ext cx="354907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6" name="Straight Connector 2635">
              <a:extLst>
                <a:ext uri="{FF2B5EF4-FFF2-40B4-BE49-F238E27FC236}">
                  <a16:creationId xmlns:a16="http://schemas.microsoft.com/office/drawing/2014/main" id="{D126E8B4-1A92-C41C-0B1A-49064684D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321" y="6094653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8" name="Straight Connector 2637">
              <a:extLst>
                <a:ext uri="{FF2B5EF4-FFF2-40B4-BE49-F238E27FC236}">
                  <a16:creationId xmlns:a16="http://schemas.microsoft.com/office/drawing/2014/main" id="{8712145E-2071-CA78-C87F-4863B1ADE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33147" y="6321190"/>
              <a:ext cx="0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4" name="Straight Connector 2643">
              <a:extLst>
                <a:ext uri="{FF2B5EF4-FFF2-40B4-BE49-F238E27FC236}">
                  <a16:creationId xmlns:a16="http://schemas.microsoft.com/office/drawing/2014/main" id="{C638B2EC-FC10-A96B-CD4B-4327FF2B181F}"/>
                </a:ext>
              </a:extLst>
            </p:cNvPr>
            <p:cNvCxnSpPr>
              <a:cxnSpLocks/>
            </p:cNvCxnSpPr>
            <p:nvPr/>
          </p:nvCxnSpPr>
          <p:spPr>
            <a:xfrm>
              <a:off x="-888053" y="6728956"/>
              <a:ext cx="513482" cy="2001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8" name="Straight Connector 2647">
              <a:extLst>
                <a:ext uri="{FF2B5EF4-FFF2-40B4-BE49-F238E27FC236}">
                  <a16:creationId xmlns:a16="http://schemas.microsoft.com/office/drawing/2014/main" id="{53FC79FD-FBED-95CC-856C-00A9F312D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4117" y="6898859"/>
              <a:ext cx="354906" cy="1170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0" name="Straight Connector 2649">
              <a:extLst>
                <a:ext uri="{FF2B5EF4-FFF2-40B4-BE49-F238E27FC236}">
                  <a16:creationId xmlns:a16="http://schemas.microsoft.com/office/drawing/2014/main" id="{B560A0EF-B27E-0F5D-ED6B-96D47AE2E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700341" y="7027230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2" name="Straight Connector 2651">
              <a:extLst>
                <a:ext uri="{FF2B5EF4-FFF2-40B4-BE49-F238E27FC236}">
                  <a16:creationId xmlns:a16="http://schemas.microsoft.com/office/drawing/2014/main" id="{172DAA70-8DA2-92C7-E8B3-02B84DE9C8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885346" y="709141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4" name="Straight Connector 2653">
              <a:extLst>
                <a:ext uri="{FF2B5EF4-FFF2-40B4-BE49-F238E27FC236}">
                  <a16:creationId xmlns:a16="http://schemas.microsoft.com/office/drawing/2014/main" id="{87B8DFD4-216E-BEED-7796-96054997F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877795" y="6951717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5" name="Straight Connector 2654">
              <a:extLst>
                <a:ext uri="{FF2B5EF4-FFF2-40B4-BE49-F238E27FC236}">
                  <a16:creationId xmlns:a16="http://schemas.microsoft.com/office/drawing/2014/main" id="{544E8A9B-A563-4A8C-2852-355086927D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55248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6" name="Straight Connector 2655">
              <a:extLst>
                <a:ext uri="{FF2B5EF4-FFF2-40B4-BE49-F238E27FC236}">
                  <a16:creationId xmlns:a16="http://schemas.microsoft.com/office/drawing/2014/main" id="{B4BC59BD-AC1B-E73D-9C12-D89DEE514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055248" y="6879981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8" name="Straight Connector 2657">
              <a:extLst>
                <a:ext uri="{FF2B5EF4-FFF2-40B4-BE49-F238E27FC236}">
                  <a16:creationId xmlns:a16="http://schemas.microsoft.com/office/drawing/2014/main" id="{6E99A6D3-0E90-AE7D-E1B6-90619F01E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7080088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9" name="Straight Connector 2658">
              <a:extLst>
                <a:ext uri="{FF2B5EF4-FFF2-40B4-BE49-F238E27FC236}">
                  <a16:creationId xmlns:a16="http://schemas.microsoft.com/office/drawing/2014/main" id="{45984729-0E1B-D085-9C18-1887418133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799043" y="7083864"/>
              <a:ext cx="570116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1" name="Straight Connector 2660">
              <a:extLst>
                <a:ext uri="{FF2B5EF4-FFF2-40B4-BE49-F238E27FC236}">
                  <a16:creationId xmlns:a16="http://schemas.microsoft.com/office/drawing/2014/main" id="{772D564D-9276-3578-8990-B5C6DEE37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95266" y="7042332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2" name="Straight Connector 2661">
              <a:extLst>
                <a:ext uri="{FF2B5EF4-FFF2-40B4-BE49-F238E27FC236}">
                  <a16:creationId xmlns:a16="http://schemas.microsoft.com/office/drawing/2014/main" id="{3009E305-466D-A690-2813-66A5C247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80271" y="7031005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3" name="Straight Connector 2662">
              <a:extLst>
                <a:ext uri="{FF2B5EF4-FFF2-40B4-BE49-F238E27FC236}">
                  <a16:creationId xmlns:a16="http://schemas.microsoft.com/office/drawing/2014/main" id="{402E6901-A233-8CF7-22AD-9CD5990FBD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972720" y="6940391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4" name="Straight Connector 2663">
              <a:extLst>
                <a:ext uri="{FF2B5EF4-FFF2-40B4-BE49-F238E27FC236}">
                  <a16:creationId xmlns:a16="http://schemas.microsoft.com/office/drawing/2014/main" id="{26206B89-5518-E2F1-2ABC-2EDDDB536D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72720" y="6883756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5" name="Straight Connector 2664">
              <a:extLst>
                <a:ext uri="{FF2B5EF4-FFF2-40B4-BE49-F238E27FC236}">
                  <a16:creationId xmlns:a16="http://schemas.microsoft.com/office/drawing/2014/main" id="{5B229892-A819-DD30-D981-E415EC0D0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25257" y="674028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6" name="Straight Connector 2665">
              <a:extLst>
                <a:ext uri="{FF2B5EF4-FFF2-40B4-BE49-F238E27FC236}">
                  <a16:creationId xmlns:a16="http://schemas.microsoft.com/office/drawing/2014/main" id="{BAD7D9D3-38EA-3AF0-32B1-77E1D0D75B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787715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7" name="Straight Connector 2666">
              <a:extLst>
                <a:ext uri="{FF2B5EF4-FFF2-40B4-BE49-F238E27FC236}">
                  <a16:creationId xmlns:a16="http://schemas.microsoft.com/office/drawing/2014/main" id="{F2CC778B-EAE9-8344-AAD9-E675D85E1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610262" y="680069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8" name="Straight Connector 2667">
              <a:extLst>
                <a:ext uri="{FF2B5EF4-FFF2-40B4-BE49-F238E27FC236}">
                  <a16:creationId xmlns:a16="http://schemas.microsoft.com/office/drawing/2014/main" id="{413BC0F3-0FB5-0612-41F8-D210B7B8C9EA}"/>
                </a:ext>
              </a:extLst>
            </p:cNvPr>
            <p:cNvCxnSpPr>
              <a:cxnSpLocks/>
            </p:cNvCxnSpPr>
            <p:nvPr/>
          </p:nvCxnSpPr>
          <p:spPr>
            <a:xfrm>
              <a:off x="-3765063" y="6740283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9" name="Straight Connector 2668">
              <a:extLst>
                <a:ext uri="{FF2B5EF4-FFF2-40B4-BE49-F238E27FC236}">
                  <a16:creationId xmlns:a16="http://schemas.microsoft.com/office/drawing/2014/main" id="{300DE7D1-1208-E047-41C7-F204D6371E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410155" y="6879981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0" name="Straight Connector 2669">
              <a:extLst>
                <a:ext uri="{FF2B5EF4-FFF2-40B4-BE49-F238E27FC236}">
                  <a16:creationId xmlns:a16="http://schemas.microsoft.com/office/drawing/2014/main" id="{A0A962FA-B23E-6E88-09EE-BB7CFF2D21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36477" y="6528849"/>
              <a:ext cx="0" cy="4115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3" name="Straight Connector 2672">
              <a:extLst>
                <a:ext uri="{FF2B5EF4-FFF2-40B4-BE49-F238E27FC236}">
                  <a16:creationId xmlns:a16="http://schemas.microsoft.com/office/drawing/2014/main" id="{2CFC1F34-459D-E167-C4AD-F46C250ABA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6528849"/>
              <a:ext cx="728690" cy="2680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5" name="Straight Connector 2674">
              <a:extLst>
                <a:ext uri="{FF2B5EF4-FFF2-40B4-BE49-F238E27FC236}">
                  <a16:creationId xmlns:a16="http://schemas.microsoft.com/office/drawing/2014/main" id="{226561B1-BFDF-4586-71C5-40F4B63E6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519112" y="673650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6" name="Straight Connector 2675">
              <a:extLst>
                <a:ext uri="{FF2B5EF4-FFF2-40B4-BE49-F238E27FC236}">
                  <a16:creationId xmlns:a16="http://schemas.microsoft.com/office/drawing/2014/main" id="{F1ABD0D1-6F91-0E62-B4D9-F1D369B37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337883" y="6593034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7" name="Straight Connector 2676">
              <a:extLst>
                <a:ext uri="{FF2B5EF4-FFF2-40B4-BE49-F238E27FC236}">
                  <a16:creationId xmlns:a16="http://schemas.microsoft.com/office/drawing/2014/main" id="{F868A0B7-284A-D767-85D3-FA01815D32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51581" y="6226799"/>
              <a:ext cx="913696" cy="3549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9" name="Straight Connector 2678">
              <a:extLst>
                <a:ext uri="{FF2B5EF4-FFF2-40B4-BE49-F238E27FC236}">
                  <a16:creationId xmlns:a16="http://schemas.microsoft.com/office/drawing/2014/main" id="{656EECE6-DC41-98B6-85B7-16D8D579C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47804" y="5554740"/>
              <a:ext cx="0" cy="679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1" name="Straight Connector 2680">
              <a:extLst>
                <a:ext uri="{FF2B5EF4-FFF2-40B4-BE49-F238E27FC236}">
                  <a16:creationId xmlns:a16="http://schemas.microsoft.com/office/drawing/2014/main" id="{E7020A47-D229-B521-3792-83756CEA9F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51474" y="5743521"/>
              <a:ext cx="906145" cy="3549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3" name="Straight Connector 2682">
              <a:extLst>
                <a:ext uri="{FF2B5EF4-FFF2-40B4-BE49-F238E27FC236}">
                  <a16:creationId xmlns:a16="http://schemas.microsoft.com/office/drawing/2014/main" id="{A0B32E12-1A89-7C53-CAC9-D1BFD9455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45328" y="6019141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4" name="Straight Connector 2683">
              <a:extLst>
                <a:ext uri="{FF2B5EF4-FFF2-40B4-BE49-F238E27FC236}">
                  <a16:creationId xmlns:a16="http://schemas.microsoft.com/office/drawing/2014/main" id="{ED8078A3-17D7-10DD-96F4-8B1E525FEB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64100" y="6026692"/>
              <a:ext cx="354907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6" name="Straight Connector 2685">
              <a:extLst>
                <a:ext uri="{FF2B5EF4-FFF2-40B4-BE49-F238E27FC236}">
                  <a16:creationId xmlns:a16="http://schemas.microsoft.com/office/drawing/2014/main" id="{C4BFFFA5-0820-2C61-2EE8-51117677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12967" y="6041793"/>
              <a:ext cx="0" cy="120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8" name="Straight Connector 2687">
              <a:extLst>
                <a:ext uri="{FF2B5EF4-FFF2-40B4-BE49-F238E27FC236}">
                  <a16:creationId xmlns:a16="http://schemas.microsoft.com/office/drawing/2014/main" id="{3CC78C1E-9978-1137-C650-5141F9C058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71651" y="5596272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0" name="Straight Connector 2689">
              <a:extLst>
                <a:ext uri="{FF2B5EF4-FFF2-40B4-BE49-F238E27FC236}">
                  <a16:creationId xmlns:a16="http://schemas.microsoft.com/office/drawing/2014/main" id="{5134E00D-629F-4E1C-F3C8-9844B6D66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67874" y="5324427"/>
              <a:ext cx="0" cy="2869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2" name="Straight Connector 2691">
              <a:extLst>
                <a:ext uri="{FF2B5EF4-FFF2-40B4-BE49-F238E27FC236}">
                  <a16:creationId xmlns:a16="http://schemas.microsoft.com/office/drawing/2014/main" id="{2675536B-4C1A-6F27-7551-F9676405CD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337885" y="5188505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3" name="Straight Connector 2692">
              <a:extLst>
                <a:ext uri="{FF2B5EF4-FFF2-40B4-BE49-F238E27FC236}">
                  <a16:creationId xmlns:a16="http://schemas.microsoft.com/office/drawing/2014/main" id="{502520C1-508A-9FAA-1451-41641B1D9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56761" y="5041256"/>
              <a:ext cx="385110" cy="143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5" name="Straight Connector 2694">
              <a:extLst>
                <a:ext uri="{FF2B5EF4-FFF2-40B4-BE49-F238E27FC236}">
                  <a16:creationId xmlns:a16="http://schemas.microsoft.com/office/drawing/2014/main" id="{96CBA73B-2165-6081-8DFD-0D54E8520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65719" y="4890232"/>
              <a:ext cx="21143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7" name="Straight Connector 2696">
              <a:extLst>
                <a:ext uri="{FF2B5EF4-FFF2-40B4-BE49-F238E27FC236}">
                  <a16:creationId xmlns:a16="http://schemas.microsoft.com/office/drawing/2014/main" id="{241B4900-3ABF-484A-1078-E3F9C98E5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088158" y="4754310"/>
              <a:ext cx="566339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9" name="Straight Connector 2698">
              <a:extLst>
                <a:ext uri="{FF2B5EF4-FFF2-40B4-BE49-F238E27FC236}">
                  <a16:creationId xmlns:a16="http://schemas.microsoft.com/office/drawing/2014/main" id="{15042EC8-27E3-0E95-58F7-14DF6B475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269389" y="4890232"/>
              <a:ext cx="20388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2" name="Straight Connector 2791">
              <a:extLst>
                <a:ext uri="{FF2B5EF4-FFF2-40B4-BE49-F238E27FC236}">
                  <a16:creationId xmlns:a16="http://schemas.microsoft.com/office/drawing/2014/main" id="{FA261517-CDF3-E305-1A41-DF250EF65958}"/>
                </a:ext>
              </a:extLst>
            </p:cNvPr>
            <p:cNvCxnSpPr>
              <a:cxnSpLocks/>
            </p:cNvCxnSpPr>
            <p:nvPr/>
          </p:nvCxnSpPr>
          <p:spPr>
            <a:xfrm>
              <a:off x="-1791365" y="6794086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4" name="Straight Connector 2793">
              <a:extLst>
                <a:ext uri="{FF2B5EF4-FFF2-40B4-BE49-F238E27FC236}">
                  <a16:creationId xmlns:a16="http://schemas.microsoft.com/office/drawing/2014/main" id="{23EA2A59-298E-4A1A-D388-1E49AF81935C}"/>
                </a:ext>
              </a:extLst>
            </p:cNvPr>
            <p:cNvCxnSpPr>
              <a:cxnSpLocks/>
            </p:cNvCxnSpPr>
            <p:nvPr/>
          </p:nvCxnSpPr>
          <p:spPr>
            <a:xfrm>
              <a:off x="-1794196" y="6932839"/>
              <a:ext cx="347354" cy="1481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6" name="Straight Connector 2795">
              <a:extLst>
                <a:ext uri="{FF2B5EF4-FFF2-40B4-BE49-F238E27FC236}">
                  <a16:creationId xmlns:a16="http://schemas.microsoft.com/office/drawing/2014/main" id="{FFB998B3-1E83-A67F-DD4B-F754EF951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05417" y="7088584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8" name="Straight Connector 2797">
              <a:extLst>
                <a:ext uri="{FF2B5EF4-FFF2-40B4-BE49-F238E27FC236}">
                  <a16:creationId xmlns:a16="http://schemas.microsoft.com/office/drawing/2014/main" id="{E43510BD-1D79-EE13-3001-63B1BCAFDC8F}"/>
                </a:ext>
              </a:extLst>
            </p:cNvPr>
            <p:cNvCxnSpPr>
              <a:cxnSpLocks/>
            </p:cNvCxnSpPr>
            <p:nvPr/>
          </p:nvCxnSpPr>
          <p:spPr>
            <a:xfrm>
              <a:off x="-1612967" y="7165040"/>
              <a:ext cx="0" cy="2756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0" name="Straight Connector 2799">
              <a:extLst>
                <a:ext uri="{FF2B5EF4-FFF2-40B4-BE49-F238E27FC236}">
                  <a16:creationId xmlns:a16="http://schemas.microsoft.com/office/drawing/2014/main" id="{B47EC08F-683F-3904-5516-F2B3E470BB93}"/>
                </a:ext>
              </a:extLst>
            </p:cNvPr>
            <p:cNvCxnSpPr>
              <a:cxnSpLocks/>
            </p:cNvCxnSpPr>
            <p:nvPr/>
          </p:nvCxnSpPr>
          <p:spPr>
            <a:xfrm>
              <a:off x="-1987696" y="7021566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2" name="Straight Connector 2801">
              <a:extLst>
                <a:ext uri="{FF2B5EF4-FFF2-40B4-BE49-F238E27FC236}">
                  <a16:creationId xmlns:a16="http://schemas.microsoft.com/office/drawing/2014/main" id="{FF056D7B-C621-7975-EBF3-DB98D19A8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65044" y="7374586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3" name="Straight Connector 2802">
              <a:extLst>
                <a:ext uri="{FF2B5EF4-FFF2-40B4-BE49-F238E27FC236}">
                  <a16:creationId xmlns:a16="http://schemas.microsoft.com/office/drawing/2014/main" id="{6922DACD-0D7B-AB17-0FD4-D9CB0A762F87}"/>
                </a:ext>
              </a:extLst>
            </p:cNvPr>
            <p:cNvCxnSpPr>
              <a:cxnSpLocks/>
            </p:cNvCxnSpPr>
            <p:nvPr/>
          </p:nvCxnSpPr>
          <p:spPr>
            <a:xfrm>
              <a:off x="-1972594" y="7301905"/>
              <a:ext cx="0" cy="1614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5" name="Straight Connector 2804">
              <a:extLst>
                <a:ext uri="{FF2B5EF4-FFF2-40B4-BE49-F238E27FC236}">
                  <a16:creationId xmlns:a16="http://schemas.microsoft.com/office/drawing/2014/main" id="{29E81810-2F18-3437-6966-2BE249319E02}"/>
                </a:ext>
              </a:extLst>
            </p:cNvPr>
            <p:cNvCxnSpPr>
              <a:cxnSpLocks/>
            </p:cNvCxnSpPr>
            <p:nvPr/>
          </p:nvCxnSpPr>
          <p:spPr>
            <a:xfrm>
              <a:off x="-2154767" y="7231112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6" name="Straight Connector 2805">
              <a:extLst>
                <a:ext uri="{FF2B5EF4-FFF2-40B4-BE49-F238E27FC236}">
                  <a16:creationId xmlns:a16="http://schemas.microsoft.com/office/drawing/2014/main" id="{C044B35C-9196-6D6F-6174-D61C4FA14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166095" y="7083864"/>
              <a:ext cx="348300" cy="150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8" name="Straight Connector 2877">
              <a:extLst>
                <a:ext uri="{FF2B5EF4-FFF2-40B4-BE49-F238E27FC236}">
                  <a16:creationId xmlns:a16="http://schemas.microsoft.com/office/drawing/2014/main" id="{52A0F0A8-F7CD-4E7B-3ACE-51608674D69C}"/>
                </a:ext>
              </a:extLst>
            </p:cNvPr>
            <p:cNvCxnSpPr>
              <a:cxnSpLocks/>
            </p:cNvCxnSpPr>
            <p:nvPr/>
          </p:nvCxnSpPr>
          <p:spPr>
            <a:xfrm>
              <a:off x="-1797973" y="7378361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8" name="Straight Connector 2777">
              <a:extLst>
                <a:ext uri="{FF2B5EF4-FFF2-40B4-BE49-F238E27FC236}">
                  <a16:creationId xmlns:a16="http://schemas.microsoft.com/office/drawing/2014/main" id="{CB6FFDD1-F0A7-5482-C7CF-85D22D76CC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1513" y="7582245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9" name="Straight Connector 2778">
              <a:extLst>
                <a:ext uri="{FF2B5EF4-FFF2-40B4-BE49-F238E27FC236}">
                  <a16:creationId xmlns:a16="http://schemas.microsoft.com/office/drawing/2014/main" id="{ADA4385C-F1FC-0BAA-EEE3-E41B3C56E7D3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55" y="7389689"/>
              <a:ext cx="547463" cy="1963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8" name="Straight Connector 2787">
              <a:extLst>
                <a:ext uri="{FF2B5EF4-FFF2-40B4-BE49-F238E27FC236}">
                  <a16:creationId xmlns:a16="http://schemas.microsoft.com/office/drawing/2014/main" id="{CC99D628-F4EE-F80B-C5D1-BD5058B2E5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2929" y="7382137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1" name="Straight Connector 2790">
              <a:extLst>
                <a:ext uri="{FF2B5EF4-FFF2-40B4-BE49-F238E27FC236}">
                  <a16:creationId xmlns:a16="http://schemas.microsoft.com/office/drawing/2014/main" id="{D7DEC1EC-8C16-BABC-3C37-A6530891A7E6}"/>
                </a:ext>
              </a:extLst>
            </p:cNvPr>
            <p:cNvCxnSpPr>
              <a:cxnSpLocks/>
            </p:cNvCxnSpPr>
            <p:nvPr/>
          </p:nvCxnSpPr>
          <p:spPr>
            <a:xfrm>
              <a:off x="1294245" y="7310401"/>
              <a:ext cx="362459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3" name="Straight Connector 2792">
              <a:extLst>
                <a:ext uri="{FF2B5EF4-FFF2-40B4-BE49-F238E27FC236}">
                  <a16:creationId xmlns:a16="http://schemas.microsoft.com/office/drawing/2014/main" id="{02B5B1A8-2424-24C5-48B8-C744F12F56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9144" y="7012127"/>
              <a:ext cx="0" cy="2944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7" name="Straight Connector 2796">
              <a:extLst>
                <a:ext uri="{FF2B5EF4-FFF2-40B4-BE49-F238E27FC236}">
                  <a16:creationId xmlns:a16="http://schemas.microsoft.com/office/drawing/2014/main" id="{3C1FC807-3446-6125-C98F-16983A2C6011}"/>
                </a:ext>
              </a:extLst>
            </p:cNvPr>
            <p:cNvCxnSpPr>
              <a:cxnSpLocks/>
            </p:cNvCxnSpPr>
            <p:nvPr/>
          </p:nvCxnSpPr>
          <p:spPr>
            <a:xfrm>
              <a:off x="1279143" y="7023454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1" name="Straight Connector 2800">
              <a:extLst>
                <a:ext uri="{FF2B5EF4-FFF2-40B4-BE49-F238E27FC236}">
                  <a16:creationId xmlns:a16="http://schemas.microsoft.com/office/drawing/2014/main" id="{18802F28-6BCE-C599-280D-1A9CBDB32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0373" y="709519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4" name="Straight Connector 2803">
              <a:extLst>
                <a:ext uri="{FF2B5EF4-FFF2-40B4-BE49-F238E27FC236}">
                  <a16:creationId xmlns:a16="http://schemas.microsoft.com/office/drawing/2014/main" id="{861A6759-B997-430B-D3E2-C79D7204CF40}"/>
                </a:ext>
              </a:extLst>
            </p:cNvPr>
            <p:cNvCxnSpPr>
              <a:cxnSpLocks/>
            </p:cNvCxnSpPr>
            <p:nvPr/>
          </p:nvCxnSpPr>
          <p:spPr>
            <a:xfrm>
              <a:off x="1460372" y="7238664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7" name="Straight Connector 2806">
              <a:extLst>
                <a:ext uri="{FF2B5EF4-FFF2-40B4-BE49-F238E27FC236}">
                  <a16:creationId xmlns:a16="http://schemas.microsoft.com/office/drawing/2014/main" id="{0A78CD37-F97B-92EB-AD3B-F812E087F1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1602" y="715560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9" name="Straight Connector 2808">
              <a:extLst>
                <a:ext uri="{FF2B5EF4-FFF2-40B4-BE49-F238E27FC236}">
                  <a16:creationId xmlns:a16="http://schemas.microsoft.com/office/drawing/2014/main" id="{032012A3-DC8D-8F1C-7675-5EFC8037D5B4}"/>
                </a:ext>
              </a:extLst>
            </p:cNvPr>
            <p:cNvCxnSpPr>
              <a:cxnSpLocks/>
            </p:cNvCxnSpPr>
            <p:nvPr/>
          </p:nvCxnSpPr>
          <p:spPr>
            <a:xfrm>
              <a:off x="1630274" y="7166927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0" name="Straight Connector 2809">
              <a:extLst>
                <a:ext uri="{FF2B5EF4-FFF2-40B4-BE49-F238E27FC236}">
                  <a16:creationId xmlns:a16="http://schemas.microsoft.com/office/drawing/2014/main" id="{ACA2A948-0522-56D6-DA38-0E3B8BEB0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055" y="7159376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1" name="Straight Connector 2810">
              <a:extLst>
                <a:ext uri="{FF2B5EF4-FFF2-40B4-BE49-F238E27FC236}">
                  <a16:creationId xmlns:a16="http://schemas.microsoft.com/office/drawing/2014/main" id="{D5F239FA-2FA5-BD0A-FC30-54E5F16C1CE5}"/>
                </a:ext>
              </a:extLst>
            </p:cNvPr>
            <p:cNvCxnSpPr>
              <a:cxnSpLocks/>
            </p:cNvCxnSpPr>
            <p:nvPr/>
          </p:nvCxnSpPr>
          <p:spPr>
            <a:xfrm>
              <a:off x="1988956" y="7163152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2" name="Straight Connector 2811">
              <a:extLst>
                <a:ext uri="{FF2B5EF4-FFF2-40B4-BE49-F238E27FC236}">
                  <a16:creationId xmlns:a16="http://schemas.microsoft.com/office/drawing/2014/main" id="{F4D48C14-75C7-934B-0EA5-14672913D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064" y="7238664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3" name="Straight Connector 2812">
              <a:extLst>
                <a:ext uri="{FF2B5EF4-FFF2-40B4-BE49-F238E27FC236}">
                  <a16:creationId xmlns:a16="http://schemas.microsoft.com/office/drawing/2014/main" id="{C796830F-5855-0DF5-CC08-F6EE27EC1A07}"/>
                </a:ext>
              </a:extLst>
            </p:cNvPr>
            <p:cNvCxnSpPr>
              <a:cxnSpLocks/>
            </p:cNvCxnSpPr>
            <p:nvPr/>
          </p:nvCxnSpPr>
          <p:spPr>
            <a:xfrm>
              <a:off x="2181512" y="7367035"/>
              <a:ext cx="385113" cy="143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5" name="Straight Connector 2814">
              <a:extLst>
                <a:ext uri="{FF2B5EF4-FFF2-40B4-BE49-F238E27FC236}">
                  <a16:creationId xmlns:a16="http://schemas.microsoft.com/office/drawing/2014/main" id="{08955345-E9F5-FFFA-BE96-D9FAE95377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849" y="738591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8" name="Straight Connector 2847">
              <a:extLst>
                <a:ext uri="{FF2B5EF4-FFF2-40B4-BE49-F238E27FC236}">
                  <a16:creationId xmlns:a16="http://schemas.microsoft.com/office/drawing/2014/main" id="{A7E54436-7BFD-F3AE-6900-FA4193E18637}"/>
                </a:ext>
              </a:extLst>
            </p:cNvPr>
            <p:cNvCxnSpPr>
              <a:cxnSpLocks/>
            </p:cNvCxnSpPr>
            <p:nvPr/>
          </p:nvCxnSpPr>
          <p:spPr>
            <a:xfrm>
              <a:off x="2362741" y="7306625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9" name="Straight Connector 2848">
              <a:extLst>
                <a:ext uri="{FF2B5EF4-FFF2-40B4-BE49-F238E27FC236}">
                  <a16:creationId xmlns:a16="http://schemas.microsoft.com/office/drawing/2014/main" id="{A2FC7498-2DC2-C366-7943-FADC5273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4069" y="7038556"/>
              <a:ext cx="0" cy="2567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1" name="Straight Connector 2850">
              <a:extLst>
                <a:ext uri="{FF2B5EF4-FFF2-40B4-BE49-F238E27FC236}">
                  <a16:creationId xmlns:a16="http://schemas.microsoft.com/office/drawing/2014/main" id="{C364D115-0A1A-2262-CA42-6F8935629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064" y="7027230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2" name="Straight Connector 2851">
              <a:extLst>
                <a:ext uri="{FF2B5EF4-FFF2-40B4-BE49-F238E27FC236}">
                  <a16:creationId xmlns:a16="http://schemas.microsoft.com/office/drawing/2014/main" id="{AF2FD7CC-1F7D-3BAC-C443-A388D11268B4}"/>
                </a:ext>
              </a:extLst>
            </p:cNvPr>
            <p:cNvCxnSpPr>
              <a:cxnSpLocks/>
            </p:cNvCxnSpPr>
            <p:nvPr/>
          </p:nvCxnSpPr>
          <p:spPr>
            <a:xfrm>
              <a:off x="1996507" y="7031005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3" name="Straight Connector 2852">
              <a:extLst>
                <a:ext uri="{FF2B5EF4-FFF2-40B4-BE49-F238E27FC236}">
                  <a16:creationId xmlns:a16="http://schemas.microsoft.com/office/drawing/2014/main" id="{023C318D-BDE9-B578-43B6-11BBC00A5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6606" y="7031005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4" name="Straight Connector 2853">
              <a:extLst>
                <a:ext uri="{FF2B5EF4-FFF2-40B4-BE49-F238E27FC236}">
                  <a16:creationId xmlns:a16="http://schemas.microsoft.com/office/drawing/2014/main" id="{A3366C73-694C-4D03-8C98-2D937DC48FA0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8" y="695549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6" name="Straight Connector 2855">
              <a:extLst>
                <a:ext uri="{FF2B5EF4-FFF2-40B4-BE49-F238E27FC236}">
                  <a16:creationId xmlns:a16="http://schemas.microsoft.com/office/drawing/2014/main" id="{14922DF7-7677-28E5-E30A-7E1DE4BA7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6704" y="6955493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7" name="Straight Connector 2856">
              <a:extLst>
                <a:ext uri="{FF2B5EF4-FFF2-40B4-BE49-F238E27FC236}">
                  <a16:creationId xmlns:a16="http://schemas.microsoft.com/office/drawing/2014/main" id="{25099ECF-323C-A4FD-5E17-78E96B438A29}"/>
                </a:ext>
              </a:extLst>
            </p:cNvPr>
            <p:cNvCxnSpPr>
              <a:cxnSpLocks/>
            </p:cNvCxnSpPr>
            <p:nvPr/>
          </p:nvCxnSpPr>
          <p:spPr>
            <a:xfrm>
              <a:off x="1290471" y="6883756"/>
              <a:ext cx="377560" cy="1321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0" name="Straight Connector 2859">
              <a:extLst>
                <a:ext uri="{FF2B5EF4-FFF2-40B4-BE49-F238E27FC236}">
                  <a16:creationId xmlns:a16="http://schemas.microsoft.com/office/drawing/2014/main" id="{7D21B59A-47D6-5185-8F69-6691222A4534}"/>
                </a:ext>
              </a:extLst>
            </p:cNvPr>
            <p:cNvCxnSpPr>
              <a:cxnSpLocks/>
            </p:cNvCxnSpPr>
            <p:nvPr/>
          </p:nvCxnSpPr>
          <p:spPr>
            <a:xfrm>
              <a:off x="1298022" y="6747834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1" name="Straight Connector 2860">
              <a:extLst>
                <a:ext uri="{FF2B5EF4-FFF2-40B4-BE49-F238E27FC236}">
                  <a16:creationId xmlns:a16="http://schemas.microsoft.com/office/drawing/2014/main" id="{B41D558E-6F20-2E2C-AB20-99B914065C85}"/>
                </a:ext>
              </a:extLst>
            </p:cNvPr>
            <p:cNvCxnSpPr>
              <a:cxnSpLocks/>
            </p:cNvCxnSpPr>
            <p:nvPr/>
          </p:nvCxnSpPr>
          <p:spPr>
            <a:xfrm>
              <a:off x="1105465" y="6679873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2" name="Straight Connector 2861">
              <a:extLst>
                <a:ext uri="{FF2B5EF4-FFF2-40B4-BE49-F238E27FC236}">
                  <a16:creationId xmlns:a16="http://schemas.microsoft.com/office/drawing/2014/main" id="{2E743F8C-A5E2-5677-A384-314B877D67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793" y="6532624"/>
              <a:ext cx="354907" cy="1472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4" name="Straight Connector 2863">
              <a:extLst>
                <a:ext uri="{FF2B5EF4-FFF2-40B4-BE49-F238E27FC236}">
                  <a16:creationId xmlns:a16="http://schemas.microsoft.com/office/drawing/2014/main" id="{E282AAB0-00E9-38B8-7C9E-4AEBD3FF7EC0}"/>
                </a:ext>
              </a:extLst>
            </p:cNvPr>
            <p:cNvCxnSpPr>
              <a:cxnSpLocks/>
            </p:cNvCxnSpPr>
            <p:nvPr/>
          </p:nvCxnSpPr>
          <p:spPr>
            <a:xfrm>
              <a:off x="1471700" y="6543951"/>
              <a:ext cx="0" cy="2718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6" name="Straight Connector 2865">
              <a:extLst>
                <a:ext uri="{FF2B5EF4-FFF2-40B4-BE49-F238E27FC236}">
                  <a16:creationId xmlns:a16="http://schemas.microsoft.com/office/drawing/2014/main" id="{2E271EAF-C1B7-E44E-A17C-A6ACD2678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4148" y="6732732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7" name="Straight Connector 2866">
              <a:extLst>
                <a:ext uri="{FF2B5EF4-FFF2-40B4-BE49-F238E27FC236}">
                  <a16:creationId xmlns:a16="http://schemas.microsoft.com/office/drawing/2014/main" id="{46A1422F-8364-3DDD-0DEB-7B96C022ADF2}"/>
                </a:ext>
              </a:extLst>
            </p:cNvPr>
            <p:cNvCxnSpPr>
              <a:cxnSpLocks/>
            </p:cNvCxnSpPr>
            <p:nvPr/>
          </p:nvCxnSpPr>
          <p:spPr>
            <a:xfrm>
              <a:off x="1645377" y="6728956"/>
              <a:ext cx="558789" cy="2152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1" name="Straight Connector 2870">
              <a:extLst>
                <a:ext uri="{FF2B5EF4-FFF2-40B4-BE49-F238E27FC236}">
                  <a16:creationId xmlns:a16="http://schemas.microsoft.com/office/drawing/2014/main" id="{A0CF0F17-8099-CDCA-3CBA-7C41B40ED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167" y="6660995"/>
              <a:ext cx="0" cy="2869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3" name="Straight Connector 2872">
              <a:extLst>
                <a:ext uri="{FF2B5EF4-FFF2-40B4-BE49-F238E27FC236}">
                  <a16:creationId xmlns:a16="http://schemas.microsoft.com/office/drawing/2014/main" id="{0A8DD6EB-854B-0536-7BF9-CF90420CB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7835" y="6664771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4" name="Straight Connector 2873">
              <a:extLst>
                <a:ext uri="{FF2B5EF4-FFF2-40B4-BE49-F238E27FC236}">
                  <a16:creationId xmlns:a16="http://schemas.microsoft.com/office/drawing/2014/main" id="{CD661A92-E219-A088-10A5-E9FED1491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9162" y="660436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5" name="Straight Connector 2874">
              <a:extLst>
                <a:ext uri="{FF2B5EF4-FFF2-40B4-BE49-F238E27FC236}">
                  <a16:creationId xmlns:a16="http://schemas.microsoft.com/office/drawing/2014/main" id="{4931198D-8528-D671-DE00-C6D497706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1709" y="6596810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6" name="Straight Connector 2875">
              <a:extLst>
                <a:ext uri="{FF2B5EF4-FFF2-40B4-BE49-F238E27FC236}">
                  <a16:creationId xmlns:a16="http://schemas.microsoft.com/office/drawing/2014/main" id="{1D6161DD-55D7-9AF3-FFC1-9B97698160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929" y="6585483"/>
              <a:ext cx="181229" cy="830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9" name="Straight Connector 2878">
              <a:extLst>
                <a:ext uri="{FF2B5EF4-FFF2-40B4-BE49-F238E27FC236}">
                  <a16:creationId xmlns:a16="http://schemas.microsoft.com/office/drawing/2014/main" id="{B798B4F1-59BD-C66D-2A0A-DB616A8F73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0480" y="6525073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39D05F32-3172-63EC-4FB3-665A2634F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7933" y="637027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7B0C5DF-6BE5-FB85-66A4-3AE9538247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9153" y="6377824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97408920-2D77-D329-47AD-A01F96DA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475" y="624945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ABE76761-1A3E-5EBB-93E5-A883BDF167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86" y="6230575"/>
              <a:ext cx="558789" cy="234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A3F85E86-CDAA-4F7F-7119-30D9B7F268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457" y="6381600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BD992A49-E9E5-C255-5572-85E53C512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7" y="6151287"/>
              <a:ext cx="558789" cy="234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4DD787-32A6-1BF5-07B1-6EAF2508E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66" y="609087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883F792-6632-CFCF-CB1F-705EE9509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5564" y="6079550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0A8823C-B517-EA11-59DC-0B0695B692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6784" y="6098428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F7EC031-9035-2DCC-02CE-5355B1F745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648" y="6177716"/>
              <a:ext cx="370009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A126736B-15CF-2E35-67BF-8CF42DC9A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28" y="6302312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E86DFFD7-358B-EA97-74EA-1D699351F2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7" y="6245677"/>
              <a:ext cx="381336" cy="13592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61962C16-2B87-9820-403F-6D004DE12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92" y="6249453"/>
              <a:ext cx="0" cy="1359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3CEB50B3-FAF3-8C2C-B37D-D518DEB2E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6912" y="6951717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8AF2991F-0052-68D8-6472-7EE7CC2289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3137" y="6313638"/>
              <a:ext cx="0" cy="702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4223E9E9-D653-8ECF-7FCA-A7453F9BD6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49086" y="6233406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25B456A4-2926-874B-3EFF-7791C624A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5595" y="6226799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FCCFE645-EE34-9AA1-BC32-BAED36CEC0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87715" y="6596810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269F57B0-7A1A-C35A-F555-6581ACEEE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76390" y="6507139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13B68D70-FACF-670E-BEAA-A59DE97BF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610262" y="6366497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0BE9C5E1-31C0-DA55-E3F3-D1E4A9E211AD}"/>
                </a:ext>
              </a:extLst>
            </p:cNvPr>
            <p:cNvCxnSpPr>
              <a:cxnSpLocks/>
            </p:cNvCxnSpPr>
            <p:nvPr/>
          </p:nvCxnSpPr>
          <p:spPr>
            <a:xfrm>
              <a:off x="-3591385" y="6385375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C2C5F0E9-8483-D886-05F4-7260180929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32808" y="6445785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0DD22AE2-7827-32DF-3B34-BEDD03BB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598936" y="6582651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3A9C6580-173D-C9E7-F037-A25F4FDD2049}"/>
                </a:ext>
              </a:extLst>
            </p:cNvPr>
            <p:cNvCxnSpPr>
              <a:cxnSpLocks/>
            </p:cNvCxnSpPr>
            <p:nvPr/>
          </p:nvCxnSpPr>
          <p:spPr>
            <a:xfrm>
              <a:off x="-3587609" y="6668546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4FF4C78A-31C3-BE1F-D087-EDE9F0651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40254" y="5468845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4091FAAD-6C74-5DC2-73C5-D3D8F8F2D9B6}"/>
                </a:ext>
              </a:extLst>
            </p:cNvPr>
            <p:cNvCxnSpPr>
              <a:cxnSpLocks/>
            </p:cNvCxnSpPr>
            <p:nvPr/>
          </p:nvCxnSpPr>
          <p:spPr>
            <a:xfrm>
              <a:off x="-3066576" y="5464125"/>
              <a:ext cx="1057169" cy="4077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50B61AD1-495C-79BA-B674-BF88344C5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160431" y="5884163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EFFB08BC-8766-A700-AB0A-4047BC8F8775}"/>
                </a:ext>
              </a:extLst>
            </p:cNvPr>
            <p:cNvCxnSpPr>
              <a:cxnSpLocks/>
            </p:cNvCxnSpPr>
            <p:nvPr/>
          </p:nvCxnSpPr>
          <p:spPr>
            <a:xfrm>
              <a:off x="-3077903" y="5607597"/>
              <a:ext cx="913696" cy="3511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1983">
              <a:extLst>
                <a:ext uri="{FF2B5EF4-FFF2-40B4-BE49-F238E27FC236}">
                  <a16:creationId xmlns:a16="http://schemas.microsoft.com/office/drawing/2014/main" id="{5FF88FB5-97AC-D535-E3EF-5E3C00E4D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066575" y="560382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0" name="Straight Connector 2759">
              <a:extLst>
                <a:ext uri="{FF2B5EF4-FFF2-40B4-BE49-F238E27FC236}">
                  <a16:creationId xmlns:a16="http://schemas.microsoft.com/office/drawing/2014/main" id="{5737D836-DA9E-4B5D-4046-28D9DB5FA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1" y="6543950"/>
              <a:ext cx="0" cy="4002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6" name="Straight Connector 2775">
              <a:extLst>
                <a:ext uri="{FF2B5EF4-FFF2-40B4-BE49-F238E27FC236}">
                  <a16:creationId xmlns:a16="http://schemas.microsoft.com/office/drawing/2014/main" id="{8933F09F-44F6-62D9-8114-270A53116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0" y="6460887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2" name="Straight Connector 2781">
              <a:extLst>
                <a:ext uri="{FF2B5EF4-FFF2-40B4-BE49-F238E27FC236}">
                  <a16:creationId xmlns:a16="http://schemas.microsoft.com/office/drawing/2014/main" id="{D02F6022-2477-5947-979E-547B37107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0" y="6374048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4" name="Straight Connector 2783">
              <a:extLst>
                <a:ext uri="{FF2B5EF4-FFF2-40B4-BE49-F238E27FC236}">
                  <a16:creationId xmlns:a16="http://schemas.microsoft.com/office/drawing/2014/main" id="{98956099-9191-93B3-5938-017D6D6C9D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5595" y="6358946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9" name="Straight Connector 2788">
              <a:extLst>
                <a:ext uri="{FF2B5EF4-FFF2-40B4-BE49-F238E27FC236}">
                  <a16:creationId xmlns:a16="http://schemas.microsoft.com/office/drawing/2014/main" id="{6D0B7EF8-4B99-557F-01D2-F28D784BD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51918" y="6381599"/>
              <a:ext cx="0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0" name="Straight Connector 2789">
              <a:extLst>
                <a:ext uri="{FF2B5EF4-FFF2-40B4-BE49-F238E27FC236}">
                  <a16:creationId xmlns:a16="http://schemas.microsoft.com/office/drawing/2014/main" id="{C2AB6813-0042-547D-4359-B80CBFDD9D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48248" y="6506195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9" name="Straight Connector 2798">
              <a:extLst>
                <a:ext uri="{FF2B5EF4-FFF2-40B4-BE49-F238E27FC236}">
                  <a16:creationId xmlns:a16="http://schemas.microsoft.com/office/drawing/2014/main" id="{FD62C075-F9C0-D44B-90D3-C75CDD7E44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726646" y="651657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4" name="Straight Connector 2813">
              <a:extLst>
                <a:ext uri="{FF2B5EF4-FFF2-40B4-BE49-F238E27FC236}">
                  <a16:creationId xmlns:a16="http://schemas.microsoft.com/office/drawing/2014/main" id="{AD95B8E0-4FC2-43DE-5114-7F3F17C29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895604" y="6517521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5" name="Straight Connector 2854">
              <a:extLst>
                <a:ext uri="{FF2B5EF4-FFF2-40B4-BE49-F238E27FC236}">
                  <a16:creationId xmlns:a16="http://schemas.microsoft.com/office/drawing/2014/main" id="{1E58130C-B826-ACC4-BF02-9D8226D582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881446" y="6603416"/>
              <a:ext cx="540856" cy="2010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0" name="Straight Connector 2869">
              <a:extLst>
                <a:ext uri="{FF2B5EF4-FFF2-40B4-BE49-F238E27FC236}">
                  <a16:creationId xmlns:a16="http://schemas.microsoft.com/office/drawing/2014/main" id="{146F5E66-2614-104F-C78B-A0223D4AA1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33040" y="6808244"/>
              <a:ext cx="0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887F46C-2E9A-0B4C-2340-CA67892BB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16743" y="5735968"/>
              <a:ext cx="0" cy="1208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D58E8929-4A73-0E1E-4ADB-CE3D08AB8E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786646" y="5872836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D11CEC62-1435-9C20-A2CA-C5654247B4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794196" y="5958731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5922" cy="5082539"/>
            <a:chOff x="137913" y="1997862"/>
            <a:chExt cx="9846636" cy="9106010"/>
          </a:xfrm>
          <a:effectLst/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8877" y="1997862"/>
              <a:ext cx="0" cy="4596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41966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26" y="3826970"/>
              <a:ext cx="294366" cy="13652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1382280" cy="55035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F6FE6B-DB23-8617-AA24-5464F17FDCAA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80" y="4153913"/>
              <a:ext cx="0" cy="2234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5E80E7-6B62-73DE-16C1-3ACB5345859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744" y="4381587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7E29D-D4FA-6902-ACAF-AD4521880ED7}"/>
                </a:ext>
              </a:extLst>
            </p:cNvPr>
            <p:cNvCxnSpPr>
              <a:cxnSpLocks/>
            </p:cNvCxnSpPr>
            <p:nvPr/>
          </p:nvCxnSpPr>
          <p:spPr>
            <a:xfrm>
              <a:off x="5603590" y="4495217"/>
              <a:ext cx="0" cy="6244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AF940F-2A34-CC2C-A51C-74C891D00767}"/>
                </a:ext>
              </a:extLst>
            </p:cNvPr>
            <p:cNvCxnSpPr>
              <a:cxnSpLocks/>
            </p:cNvCxnSpPr>
            <p:nvPr/>
          </p:nvCxnSpPr>
          <p:spPr>
            <a:xfrm>
              <a:off x="7787940" y="2999305"/>
              <a:ext cx="0" cy="86890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DFDE4D-7EBB-B582-8988-92133EC2A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1669" y="2990770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20B1BB-7AFF-0738-46FA-266102673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307" y="2807320"/>
              <a:ext cx="810599" cy="3114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06F63C-DC6E-608B-8045-649C8F4BDF0B}"/>
                </a:ext>
              </a:extLst>
            </p:cNvPr>
            <p:cNvCxnSpPr>
              <a:cxnSpLocks/>
            </p:cNvCxnSpPr>
            <p:nvPr/>
          </p:nvCxnSpPr>
          <p:spPr>
            <a:xfrm>
              <a:off x="8900910" y="2807318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973" y="4680229"/>
              <a:ext cx="221846" cy="1535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1" y="4274928"/>
              <a:ext cx="597280" cy="2389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198" y="4351725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00128" y="4391544"/>
              <a:ext cx="284421" cy="9670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40956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DF37BB-F4DC-21F0-5641-5F78686C0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5776" y="4493936"/>
              <a:ext cx="268773" cy="10096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D0915B-D1FF-EA3F-AB03-9F5B45919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4307" y="4594906"/>
              <a:ext cx="0" cy="1749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1BFD5D5-18B4-C3AC-CE8B-49F32FB024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72" y="3838343"/>
              <a:ext cx="463606" cy="1891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8" name="Straight Connector 2357">
              <a:extLst>
                <a:ext uri="{FF2B5EF4-FFF2-40B4-BE49-F238E27FC236}">
                  <a16:creationId xmlns:a16="http://schemas.microsoft.com/office/drawing/2014/main" id="{D2B9B132-CC0E-C513-B38B-9CF3AEEA5C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220" y="4789732"/>
              <a:ext cx="1393663" cy="54608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" name="Straight Connector 2360">
              <a:extLst>
                <a:ext uri="{FF2B5EF4-FFF2-40B4-BE49-F238E27FC236}">
                  <a16:creationId xmlns:a16="http://schemas.microsoft.com/office/drawing/2014/main" id="{4ED79C43-0BE7-6724-A382-24C20A2B60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3" y="5466653"/>
              <a:ext cx="250292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3" name="Straight Connector 2362">
              <a:extLst>
                <a:ext uri="{FF2B5EF4-FFF2-40B4-BE49-F238E27FC236}">
                  <a16:creationId xmlns:a16="http://schemas.microsoft.com/office/drawing/2014/main" id="{6A96DDDD-1E8A-46F3-E6B0-F4CF50029A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5574733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5" name="Straight Connector 2364">
              <a:extLst>
                <a:ext uri="{FF2B5EF4-FFF2-40B4-BE49-F238E27FC236}">
                  <a16:creationId xmlns:a16="http://schemas.microsoft.com/office/drawing/2014/main" id="{522A0586-A4E1-3FCB-DA31-30F5DE26CC69}"/>
                </a:ext>
              </a:extLst>
            </p:cNvPr>
            <p:cNvCxnSpPr>
              <a:cxnSpLocks/>
            </p:cNvCxnSpPr>
            <p:nvPr/>
          </p:nvCxnSpPr>
          <p:spPr>
            <a:xfrm>
              <a:off x="7800198" y="5802269"/>
              <a:ext cx="1063733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7" name="Straight Connector 2366">
              <a:extLst>
                <a:ext uri="{FF2B5EF4-FFF2-40B4-BE49-F238E27FC236}">
                  <a16:creationId xmlns:a16="http://schemas.microsoft.com/office/drawing/2014/main" id="{4995228A-94F7-B123-DAF5-A436EAF80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9621" y="6177704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8" name="Straight Connector 2367">
              <a:extLst>
                <a:ext uri="{FF2B5EF4-FFF2-40B4-BE49-F238E27FC236}">
                  <a16:creationId xmlns:a16="http://schemas.microsoft.com/office/drawing/2014/main" id="{EF04E161-F80F-7346-7B9D-D75C1D0C4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0" y="6416618"/>
              <a:ext cx="1063735" cy="43231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0" name="Straight Connector 2369">
              <a:extLst>
                <a:ext uri="{FF2B5EF4-FFF2-40B4-BE49-F238E27FC236}">
                  <a16:creationId xmlns:a16="http://schemas.microsoft.com/office/drawing/2014/main" id="{068CDF5A-1193-3B49-2088-B1D5628B396D}"/>
                </a:ext>
              </a:extLst>
            </p:cNvPr>
            <p:cNvCxnSpPr>
              <a:cxnSpLocks/>
            </p:cNvCxnSpPr>
            <p:nvPr/>
          </p:nvCxnSpPr>
          <p:spPr>
            <a:xfrm>
              <a:off x="7237045" y="6604335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2" name="Straight Connector 2371">
              <a:extLst>
                <a:ext uri="{FF2B5EF4-FFF2-40B4-BE49-F238E27FC236}">
                  <a16:creationId xmlns:a16="http://schemas.microsoft.com/office/drawing/2014/main" id="{798A12D1-7CB5-ECC4-4E40-DC8F59FA0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662708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3" name="Straight Connector 2372">
              <a:extLst>
                <a:ext uri="{FF2B5EF4-FFF2-40B4-BE49-F238E27FC236}">
                  <a16:creationId xmlns:a16="http://schemas.microsoft.com/office/drawing/2014/main" id="{63740077-9361-5243-F7D3-A2A73EE4FA3D}"/>
                </a:ext>
              </a:extLst>
            </p:cNvPr>
            <p:cNvCxnSpPr>
              <a:cxnSpLocks/>
            </p:cNvCxnSpPr>
            <p:nvPr/>
          </p:nvCxnSpPr>
          <p:spPr>
            <a:xfrm>
              <a:off x="7231357" y="6831872"/>
              <a:ext cx="1666705" cy="6598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5" name="Straight Connector 2374">
              <a:extLst>
                <a:ext uri="{FF2B5EF4-FFF2-40B4-BE49-F238E27FC236}">
                  <a16:creationId xmlns:a16="http://schemas.microsoft.com/office/drawing/2014/main" id="{50D0AF27-54A1-73A7-8E88-60CBBB490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7553" y="7491727"/>
              <a:ext cx="813445" cy="3014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7" name="Straight Connector 2376">
              <a:extLst>
                <a:ext uri="{FF2B5EF4-FFF2-40B4-BE49-F238E27FC236}">
                  <a16:creationId xmlns:a16="http://schemas.microsoft.com/office/drawing/2014/main" id="{EA474F05-864F-9B01-E802-73DF2A97E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7815967"/>
              <a:ext cx="0" cy="102960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3" name="Straight Connector 2412">
              <a:extLst>
                <a:ext uri="{FF2B5EF4-FFF2-40B4-BE49-F238E27FC236}">
                  <a16:creationId xmlns:a16="http://schemas.microsoft.com/office/drawing/2014/main" id="{2EBEA9AB-0079-F004-53DC-9B526B69D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61865" y="8862634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6" name="Straight Connector 2415">
              <a:extLst>
                <a:ext uri="{FF2B5EF4-FFF2-40B4-BE49-F238E27FC236}">
                  <a16:creationId xmlns:a16="http://schemas.microsoft.com/office/drawing/2014/main" id="{D723D793-92D3-BF3A-5D30-6DA7D2AD2B6C}"/>
                </a:ext>
              </a:extLst>
            </p:cNvPr>
            <p:cNvCxnSpPr>
              <a:cxnSpLocks/>
            </p:cNvCxnSpPr>
            <p:nvPr/>
          </p:nvCxnSpPr>
          <p:spPr>
            <a:xfrm>
              <a:off x="8340597" y="8760243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7" name="Straight Connector 2416">
              <a:extLst>
                <a:ext uri="{FF2B5EF4-FFF2-40B4-BE49-F238E27FC236}">
                  <a16:creationId xmlns:a16="http://schemas.microsoft.com/office/drawing/2014/main" id="{0597C820-C935-B45D-1B60-1122D513A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3534" y="875455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9" name="Straight Connector 2418">
              <a:extLst>
                <a:ext uri="{FF2B5EF4-FFF2-40B4-BE49-F238E27FC236}">
                  <a16:creationId xmlns:a16="http://schemas.microsoft.com/office/drawing/2014/main" id="{2BB1B548-1368-F03B-9520-66B6C378AC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3641" y="8748866"/>
              <a:ext cx="250290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3" name="Straight Connector 2422">
              <a:extLst>
                <a:ext uri="{FF2B5EF4-FFF2-40B4-BE49-F238E27FC236}">
                  <a16:creationId xmlns:a16="http://schemas.microsoft.com/office/drawing/2014/main" id="{C1559C55-8744-E01A-B26A-7D81CA79A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2556" y="8743178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4" name="Straight Connector 2423">
              <a:extLst>
                <a:ext uri="{FF2B5EF4-FFF2-40B4-BE49-F238E27FC236}">
                  <a16:creationId xmlns:a16="http://schemas.microsoft.com/office/drawing/2014/main" id="{ECC2289B-4C82-90A2-F56A-FBBA26902227}"/>
                </a:ext>
              </a:extLst>
            </p:cNvPr>
            <p:cNvCxnSpPr>
              <a:cxnSpLocks/>
            </p:cNvCxnSpPr>
            <p:nvPr/>
          </p:nvCxnSpPr>
          <p:spPr>
            <a:xfrm>
              <a:off x="8869620" y="8953649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5" name="Straight Connector 2424">
              <a:extLst>
                <a:ext uri="{FF2B5EF4-FFF2-40B4-BE49-F238E27FC236}">
                  <a16:creationId xmlns:a16="http://schemas.microsoft.com/office/drawing/2014/main" id="{C982EAA8-FACF-8054-166E-4D6BD16CC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4042" y="9056041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6" name="Straight Connector 2425">
              <a:extLst>
                <a:ext uri="{FF2B5EF4-FFF2-40B4-BE49-F238E27FC236}">
                  <a16:creationId xmlns:a16="http://schemas.microsoft.com/office/drawing/2014/main" id="{EAF0FE5A-8031-F6E2-2752-E8C06F646BCA}"/>
                </a:ext>
              </a:extLst>
            </p:cNvPr>
            <p:cNvCxnSpPr>
              <a:cxnSpLocks/>
            </p:cNvCxnSpPr>
            <p:nvPr/>
          </p:nvCxnSpPr>
          <p:spPr>
            <a:xfrm>
              <a:off x="9165417" y="927220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7" name="Straight Connector 2426">
              <a:extLst>
                <a:ext uri="{FF2B5EF4-FFF2-40B4-BE49-F238E27FC236}">
                  <a16:creationId xmlns:a16="http://schemas.microsoft.com/office/drawing/2014/main" id="{84044321-E7E2-B58A-6CAD-7053E456C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8462" y="9385970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8" name="Straight Connector 2427">
              <a:extLst>
                <a:ext uri="{FF2B5EF4-FFF2-40B4-BE49-F238E27FC236}">
                  <a16:creationId xmlns:a16="http://schemas.microsoft.com/office/drawing/2014/main" id="{BD3B21A4-2C76-EEA4-FE60-79BFEE939239}"/>
                </a:ext>
              </a:extLst>
            </p:cNvPr>
            <p:cNvCxnSpPr>
              <a:cxnSpLocks/>
            </p:cNvCxnSpPr>
            <p:nvPr/>
          </p:nvCxnSpPr>
          <p:spPr>
            <a:xfrm>
              <a:off x="9159729" y="9494048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9" name="Straight Connector 2428">
              <a:extLst>
                <a:ext uri="{FF2B5EF4-FFF2-40B4-BE49-F238E27FC236}">
                  <a16:creationId xmlns:a16="http://schemas.microsoft.com/office/drawing/2014/main" id="{3CF67FA0-7D97-4C10-46DD-E66E3364E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107" y="950542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0" name="Straight Connector 2429">
              <a:extLst>
                <a:ext uri="{FF2B5EF4-FFF2-40B4-BE49-F238E27FC236}">
                  <a16:creationId xmlns:a16="http://schemas.microsoft.com/office/drawing/2014/main" id="{88A9091C-FA2E-3F05-F912-DA2900D1E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4" y="9727273"/>
              <a:ext cx="574530" cy="2047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2" name="Straight Connector 2431">
              <a:extLst>
                <a:ext uri="{FF2B5EF4-FFF2-40B4-BE49-F238E27FC236}">
                  <a16:creationId xmlns:a16="http://schemas.microsoft.com/office/drawing/2014/main" id="{8B60DA8A-9BCB-CBAB-6E47-3601C6A3F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6" y="9516804"/>
              <a:ext cx="0" cy="42662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4" name="Straight Connector 2433">
              <a:extLst>
                <a:ext uri="{FF2B5EF4-FFF2-40B4-BE49-F238E27FC236}">
                  <a16:creationId xmlns:a16="http://schemas.microsoft.com/office/drawing/2014/main" id="{9543F6F1-D785-928C-5161-282E69555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3" y="9397347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6" name="Straight Connector 2435">
              <a:extLst>
                <a:ext uri="{FF2B5EF4-FFF2-40B4-BE49-F238E27FC236}">
                  <a16:creationId xmlns:a16="http://schemas.microsoft.com/office/drawing/2014/main" id="{B0C5F3EF-D757-B746-E16C-B75E6D1A7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8063" y="9175497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7" name="Straight Connector 2436">
              <a:extLst>
                <a:ext uri="{FF2B5EF4-FFF2-40B4-BE49-F238E27FC236}">
                  <a16:creationId xmlns:a16="http://schemas.microsoft.com/office/drawing/2014/main" id="{F288C4F1-A520-ACC5-429E-0502078D198D}"/>
                </a:ext>
              </a:extLst>
            </p:cNvPr>
            <p:cNvCxnSpPr>
              <a:cxnSpLocks/>
            </p:cNvCxnSpPr>
            <p:nvPr/>
          </p:nvCxnSpPr>
          <p:spPr>
            <a:xfrm>
              <a:off x="8596576" y="905604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8" name="Straight Connector 2437">
              <a:extLst>
                <a:ext uri="{FF2B5EF4-FFF2-40B4-BE49-F238E27FC236}">
                  <a16:creationId xmlns:a16="http://schemas.microsoft.com/office/drawing/2014/main" id="{74F94EC0-2A70-F4B0-C7AB-F779A30C5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4" y="903897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9" name="Straight Connector 2438">
              <a:extLst>
                <a:ext uri="{FF2B5EF4-FFF2-40B4-BE49-F238E27FC236}">
                  <a16:creationId xmlns:a16="http://schemas.microsoft.com/office/drawing/2014/main" id="{D20069E8-A9A0-4289-8F6C-52091F71D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4909" y="927220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0" name="Straight Connector 2439">
              <a:extLst>
                <a:ext uri="{FF2B5EF4-FFF2-40B4-BE49-F238E27FC236}">
                  <a16:creationId xmlns:a16="http://schemas.microsoft.com/office/drawing/2014/main" id="{E0A8CF3B-E329-3419-93E5-2C5D82FCE6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0599" y="938596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1" name="Straight Connector 2440">
              <a:extLst>
                <a:ext uri="{FF2B5EF4-FFF2-40B4-BE49-F238E27FC236}">
                  <a16:creationId xmlns:a16="http://schemas.microsoft.com/office/drawing/2014/main" id="{9FCABF3F-2B7C-85D8-ADE3-D875145D2683}"/>
                </a:ext>
              </a:extLst>
            </p:cNvPr>
            <p:cNvCxnSpPr>
              <a:cxnSpLocks/>
            </p:cNvCxnSpPr>
            <p:nvPr/>
          </p:nvCxnSpPr>
          <p:spPr>
            <a:xfrm>
              <a:off x="8044800" y="9494050"/>
              <a:ext cx="301486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3" name="Straight Connector 2442">
              <a:extLst>
                <a:ext uri="{FF2B5EF4-FFF2-40B4-BE49-F238E27FC236}">
                  <a16:creationId xmlns:a16="http://schemas.microsoft.com/office/drawing/2014/main" id="{233B5D1F-1DE4-D629-6E18-23E4E32922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6178" y="9505425"/>
              <a:ext cx="0" cy="4152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5" name="Straight Connector 2444">
              <a:extLst>
                <a:ext uri="{FF2B5EF4-FFF2-40B4-BE49-F238E27FC236}">
                  <a16:creationId xmlns:a16="http://schemas.microsoft.com/office/drawing/2014/main" id="{47774E8A-2166-9DE1-1D3E-9D3AD18CF2DC}"/>
                </a:ext>
              </a:extLst>
            </p:cNvPr>
            <p:cNvCxnSpPr>
              <a:cxnSpLocks/>
            </p:cNvCxnSpPr>
            <p:nvPr/>
          </p:nvCxnSpPr>
          <p:spPr>
            <a:xfrm>
              <a:off x="7788821" y="981829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7" name="Straight Connector 2446">
              <a:extLst>
                <a:ext uri="{FF2B5EF4-FFF2-40B4-BE49-F238E27FC236}">
                  <a16:creationId xmlns:a16="http://schemas.microsoft.com/office/drawing/2014/main" id="{FB460EF2-7084-FCBB-04C2-4BE74D517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7154" y="9818290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8" name="Straight Connector 2447">
              <a:extLst>
                <a:ext uri="{FF2B5EF4-FFF2-40B4-BE49-F238E27FC236}">
                  <a16:creationId xmlns:a16="http://schemas.microsoft.com/office/drawing/2014/main" id="{23B58685-427C-8882-7474-9AF29B05AF23}"/>
                </a:ext>
              </a:extLst>
            </p:cNvPr>
            <p:cNvCxnSpPr>
              <a:cxnSpLocks/>
            </p:cNvCxnSpPr>
            <p:nvPr/>
          </p:nvCxnSpPr>
          <p:spPr>
            <a:xfrm>
              <a:off x="7538531" y="9949123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9" name="Straight Connector 2448">
              <a:extLst>
                <a:ext uri="{FF2B5EF4-FFF2-40B4-BE49-F238E27FC236}">
                  <a16:creationId xmlns:a16="http://schemas.microsoft.com/office/drawing/2014/main" id="{B43B5521-A656-0563-2F44-07A31A879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100230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1" name="Straight Connector 2450">
              <a:extLst>
                <a:ext uri="{FF2B5EF4-FFF2-40B4-BE49-F238E27FC236}">
                  <a16:creationId xmlns:a16="http://schemas.microsoft.com/office/drawing/2014/main" id="{426C1E84-19CF-F7ED-B97A-7B99EFD3D5D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54" y="10159595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2" name="Straight Connector 2451">
              <a:extLst>
                <a:ext uri="{FF2B5EF4-FFF2-40B4-BE49-F238E27FC236}">
                  <a16:creationId xmlns:a16="http://schemas.microsoft.com/office/drawing/2014/main" id="{E32BF37E-CBF6-1483-F4B3-AA0B02FE90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468" y="10159593"/>
              <a:ext cx="0" cy="4095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4" name="Straight Connector 2453">
              <a:extLst>
                <a:ext uri="{FF2B5EF4-FFF2-40B4-BE49-F238E27FC236}">
                  <a16:creationId xmlns:a16="http://schemas.microsoft.com/office/drawing/2014/main" id="{396D3D6E-A327-623C-51F7-E29671F47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3024" y="10472458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5" name="Straight Connector 2454">
              <a:extLst>
                <a:ext uri="{FF2B5EF4-FFF2-40B4-BE49-F238E27FC236}">
                  <a16:creationId xmlns:a16="http://schemas.microsoft.com/office/drawing/2014/main" id="{6D3F273B-5BB3-12CB-0754-601A162CAF33}"/>
                </a:ext>
              </a:extLst>
            </p:cNvPr>
            <p:cNvCxnSpPr>
              <a:cxnSpLocks/>
            </p:cNvCxnSpPr>
            <p:nvPr/>
          </p:nvCxnSpPr>
          <p:spPr>
            <a:xfrm>
              <a:off x="7783133" y="10478147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6" name="Straight Connector 2455">
              <a:extLst>
                <a:ext uri="{FF2B5EF4-FFF2-40B4-BE49-F238E27FC236}">
                  <a16:creationId xmlns:a16="http://schemas.microsoft.com/office/drawing/2014/main" id="{C1AEDFFB-5B27-3FF0-FBA0-9A54E5D87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105634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7" name="Straight Connector 2456">
              <a:extLst>
                <a:ext uri="{FF2B5EF4-FFF2-40B4-BE49-F238E27FC236}">
                  <a16:creationId xmlns:a16="http://schemas.microsoft.com/office/drawing/2014/main" id="{A85D736E-4184-4DD6-7A17-476709D72791}"/>
                </a:ext>
              </a:extLst>
            </p:cNvPr>
            <p:cNvCxnSpPr>
              <a:cxnSpLocks/>
            </p:cNvCxnSpPr>
            <p:nvPr/>
          </p:nvCxnSpPr>
          <p:spPr>
            <a:xfrm>
              <a:off x="7777444" y="1068293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8" name="Straight Connector 2457">
              <a:extLst>
                <a:ext uri="{FF2B5EF4-FFF2-40B4-BE49-F238E27FC236}">
                  <a16:creationId xmlns:a16="http://schemas.microsoft.com/office/drawing/2014/main" id="{2D25D651-3EE4-6170-DFC8-332939210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5" y="10671551"/>
              <a:ext cx="0" cy="43232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0" name="Straight Connector 2459">
              <a:extLst>
                <a:ext uri="{FF2B5EF4-FFF2-40B4-BE49-F238E27FC236}">
                  <a16:creationId xmlns:a16="http://schemas.microsoft.com/office/drawing/2014/main" id="{69D54A31-890B-8200-3C04-36C0B924EA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734" y="10893401"/>
              <a:ext cx="517645" cy="19909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2" name="Straight Connector 2461">
              <a:extLst>
                <a:ext uri="{FF2B5EF4-FFF2-40B4-BE49-F238E27FC236}">
                  <a16:creationId xmlns:a16="http://schemas.microsoft.com/office/drawing/2014/main" id="{E05B812A-551E-EE5E-2279-4FD4CA986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690" y="1088771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3" name="Straight Connector 2462">
              <a:extLst>
                <a:ext uri="{FF2B5EF4-FFF2-40B4-BE49-F238E27FC236}">
                  <a16:creationId xmlns:a16="http://schemas.microsoft.com/office/drawing/2014/main" id="{E59F7FA8-1E17-5C1A-326E-2F4D68A34653}"/>
                </a:ext>
              </a:extLst>
            </p:cNvPr>
            <p:cNvCxnSpPr>
              <a:cxnSpLocks/>
            </p:cNvCxnSpPr>
            <p:nvPr/>
          </p:nvCxnSpPr>
          <p:spPr>
            <a:xfrm>
              <a:off x="6719400" y="10904778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4" name="Straight Connector 2463">
              <a:extLst>
                <a:ext uri="{FF2B5EF4-FFF2-40B4-BE49-F238E27FC236}">
                  <a16:creationId xmlns:a16="http://schemas.microsoft.com/office/drawing/2014/main" id="{CA5537B7-BFC7-A18E-BBA6-C5EA99F99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914" y="1089908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5" name="Straight Connector 2464">
              <a:extLst>
                <a:ext uri="{FF2B5EF4-FFF2-40B4-BE49-F238E27FC236}">
                  <a16:creationId xmlns:a16="http://schemas.microsoft.com/office/drawing/2014/main" id="{838939B7-7128-1FC2-4D67-7810D4D21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1079669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6" name="Straight Connector 2465">
              <a:extLst>
                <a:ext uri="{FF2B5EF4-FFF2-40B4-BE49-F238E27FC236}">
                  <a16:creationId xmlns:a16="http://schemas.microsoft.com/office/drawing/2014/main" id="{C5C4E473-15F1-080E-31F7-510D8063C4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449704"/>
              <a:ext cx="858950" cy="35837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0" name="Straight Connector 2469">
              <a:extLst>
                <a:ext uri="{FF2B5EF4-FFF2-40B4-BE49-F238E27FC236}">
                  <a16:creationId xmlns:a16="http://schemas.microsoft.com/office/drawing/2014/main" id="{662CAA80-2AA0-3C8D-77EA-956B8A34AF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10227856"/>
              <a:ext cx="1114929" cy="46076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1" name="Straight Connector 2470">
              <a:extLst>
                <a:ext uri="{FF2B5EF4-FFF2-40B4-BE49-F238E27FC236}">
                  <a16:creationId xmlns:a16="http://schemas.microsoft.com/office/drawing/2014/main" id="{A9F94405-62F2-8FE9-45D8-2DD412E88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10227855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3" name="Straight Connector 2472">
              <a:extLst>
                <a:ext uri="{FF2B5EF4-FFF2-40B4-BE49-F238E27FC236}">
                  <a16:creationId xmlns:a16="http://schemas.microsoft.com/office/drawing/2014/main" id="{3EF89C54-784A-E4E6-D025-CE9567F1D05D}"/>
                </a:ext>
              </a:extLst>
            </p:cNvPr>
            <p:cNvCxnSpPr>
              <a:cxnSpLocks/>
            </p:cNvCxnSpPr>
            <p:nvPr/>
          </p:nvCxnSpPr>
          <p:spPr>
            <a:xfrm>
              <a:off x="5860450" y="10557784"/>
              <a:ext cx="290109" cy="12514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4" name="Straight Connector 2473">
              <a:extLst>
                <a:ext uri="{FF2B5EF4-FFF2-40B4-BE49-F238E27FC236}">
                  <a16:creationId xmlns:a16="http://schemas.microsoft.com/office/drawing/2014/main" id="{4A24C3F3-7FB5-C591-57E6-F843CA9C9C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6138" y="10455393"/>
              <a:ext cx="30717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5" name="Straight Connector 2474">
              <a:extLst>
                <a:ext uri="{FF2B5EF4-FFF2-40B4-BE49-F238E27FC236}">
                  <a16:creationId xmlns:a16="http://schemas.microsoft.com/office/drawing/2014/main" id="{99FDFB6B-6FAE-8063-4C72-61CA89A1B083}"/>
                </a:ext>
              </a:extLst>
            </p:cNvPr>
            <p:cNvCxnSpPr>
              <a:cxnSpLocks/>
            </p:cNvCxnSpPr>
            <p:nvPr/>
          </p:nvCxnSpPr>
          <p:spPr>
            <a:xfrm>
              <a:off x="5604471" y="10250610"/>
              <a:ext cx="551776" cy="20478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7" name="Straight Connector 2476">
              <a:extLst>
                <a:ext uri="{FF2B5EF4-FFF2-40B4-BE49-F238E27FC236}">
                  <a16:creationId xmlns:a16="http://schemas.microsoft.com/office/drawing/2014/main" id="{67377409-819C-FEA9-EB2A-1516DA72F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4473" y="10023073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8" name="Straight Connector 2477">
              <a:extLst>
                <a:ext uri="{FF2B5EF4-FFF2-40B4-BE49-F238E27FC236}">
                  <a16:creationId xmlns:a16="http://schemas.microsoft.com/office/drawing/2014/main" id="{70D8A064-27B9-187A-64A9-F6F9AFC63DAF}"/>
                </a:ext>
              </a:extLst>
            </p:cNvPr>
            <p:cNvCxnSpPr>
              <a:cxnSpLocks/>
            </p:cNvCxnSpPr>
            <p:nvPr/>
          </p:nvCxnSpPr>
          <p:spPr>
            <a:xfrm>
              <a:off x="5610160" y="10028762"/>
              <a:ext cx="273044" cy="10239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0" name="Straight Connector 2479">
              <a:extLst>
                <a:ext uri="{FF2B5EF4-FFF2-40B4-BE49-F238E27FC236}">
                  <a16:creationId xmlns:a16="http://schemas.microsoft.com/office/drawing/2014/main" id="{8E76AAA4-3926-5962-63E2-724928840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7517" y="9732964"/>
              <a:ext cx="0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2" name="Straight Connector 2481">
              <a:extLst>
                <a:ext uri="{FF2B5EF4-FFF2-40B4-BE49-F238E27FC236}">
                  <a16:creationId xmlns:a16="http://schemas.microsoft.com/office/drawing/2014/main" id="{4182AA81-611D-5052-0DC2-28CADEFBC5AF}"/>
                </a:ext>
              </a:extLst>
            </p:cNvPr>
            <p:cNvCxnSpPr>
              <a:cxnSpLocks/>
            </p:cNvCxnSpPr>
            <p:nvPr/>
          </p:nvCxnSpPr>
          <p:spPr>
            <a:xfrm>
              <a:off x="5860450" y="9710211"/>
              <a:ext cx="574530" cy="21047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4" name="Straight Connector 2483">
              <a:extLst>
                <a:ext uri="{FF2B5EF4-FFF2-40B4-BE49-F238E27FC236}">
                  <a16:creationId xmlns:a16="http://schemas.microsoft.com/office/drawing/2014/main" id="{EABF0BDB-50C5-63EC-7E8E-D22DB1366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9920682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5" name="Straight Connector 2484">
              <a:extLst>
                <a:ext uri="{FF2B5EF4-FFF2-40B4-BE49-F238E27FC236}">
                  <a16:creationId xmlns:a16="http://schemas.microsoft.com/office/drawing/2014/main" id="{9FA8E537-2281-BE3B-6257-9E9DA93970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04013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6" name="Straight Connector 2485">
              <a:extLst>
                <a:ext uri="{FF2B5EF4-FFF2-40B4-BE49-F238E27FC236}">
                  <a16:creationId xmlns:a16="http://schemas.microsoft.com/office/drawing/2014/main" id="{33E5F89B-1495-D2CC-BCE7-B37B404BA7C8}"/>
                </a:ext>
              </a:extLst>
            </p:cNvPr>
            <p:cNvCxnSpPr>
              <a:cxnSpLocks/>
            </p:cNvCxnSpPr>
            <p:nvPr/>
          </p:nvCxnSpPr>
          <p:spPr>
            <a:xfrm>
              <a:off x="6696646" y="1003445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8" name="Straight Connector 2487">
              <a:extLst>
                <a:ext uri="{FF2B5EF4-FFF2-40B4-BE49-F238E27FC236}">
                  <a16:creationId xmlns:a16="http://schemas.microsoft.com/office/drawing/2014/main" id="{B4E7E871-6004-238E-4360-FFE196612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8315" y="989792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9" name="Straight Connector 2488">
              <a:extLst>
                <a:ext uri="{FF2B5EF4-FFF2-40B4-BE49-F238E27FC236}">
                  <a16:creationId xmlns:a16="http://schemas.microsoft.com/office/drawing/2014/main" id="{E69D62D7-2D81-E63E-2DBB-8B9BEC821630}"/>
                </a:ext>
              </a:extLst>
            </p:cNvPr>
            <p:cNvCxnSpPr>
              <a:cxnSpLocks/>
            </p:cNvCxnSpPr>
            <p:nvPr/>
          </p:nvCxnSpPr>
          <p:spPr>
            <a:xfrm>
              <a:off x="6150559" y="9596443"/>
              <a:ext cx="802066" cy="31855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1" name="Straight Connector 2490">
              <a:extLst>
                <a:ext uri="{FF2B5EF4-FFF2-40B4-BE49-F238E27FC236}">
                  <a16:creationId xmlns:a16="http://schemas.microsoft.com/office/drawing/2014/main" id="{1815CE70-DFFE-40B4-CF3A-0D945968D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9482674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2" name="Straight Connector 2491">
              <a:extLst>
                <a:ext uri="{FF2B5EF4-FFF2-40B4-BE49-F238E27FC236}">
                  <a16:creationId xmlns:a16="http://schemas.microsoft.com/office/drawing/2014/main" id="{7C2E758B-2E61-D8F2-38B8-45AD8034828F}"/>
                </a:ext>
              </a:extLst>
            </p:cNvPr>
            <p:cNvCxnSpPr>
              <a:cxnSpLocks/>
            </p:cNvCxnSpPr>
            <p:nvPr/>
          </p:nvCxnSpPr>
          <p:spPr>
            <a:xfrm>
              <a:off x="6417914" y="9494051"/>
              <a:ext cx="557464" cy="19909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4" name="Straight Connector 2493">
              <a:extLst>
                <a:ext uri="{FF2B5EF4-FFF2-40B4-BE49-F238E27FC236}">
                  <a16:creationId xmlns:a16="http://schemas.microsoft.com/office/drawing/2014/main" id="{15B7442C-4BD2-60F1-5B8C-872FA60C3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78" y="9579377"/>
              <a:ext cx="295797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6" name="Straight Connector 2495">
              <a:extLst>
                <a:ext uri="{FF2B5EF4-FFF2-40B4-BE49-F238E27FC236}">
                  <a16:creationId xmlns:a16="http://schemas.microsoft.com/office/drawing/2014/main" id="{3DC208B5-827A-989E-D7EF-CC3A6212CEFC}"/>
                </a:ext>
              </a:extLst>
            </p:cNvPr>
            <p:cNvCxnSpPr>
              <a:cxnSpLocks/>
            </p:cNvCxnSpPr>
            <p:nvPr/>
          </p:nvCxnSpPr>
          <p:spPr>
            <a:xfrm>
              <a:off x="6981067" y="94883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7" name="Straight Connector 2496">
              <a:extLst>
                <a:ext uri="{FF2B5EF4-FFF2-40B4-BE49-F238E27FC236}">
                  <a16:creationId xmlns:a16="http://schemas.microsoft.com/office/drawing/2014/main" id="{F0051FDB-4983-9847-9D5E-C4109035A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1067" y="938028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9" name="Straight Connector 2498">
              <a:extLst>
                <a:ext uri="{FF2B5EF4-FFF2-40B4-BE49-F238E27FC236}">
                  <a16:creationId xmlns:a16="http://schemas.microsoft.com/office/drawing/2014/main" id="{458B04E5-DBF4-B190-3739-C2867CAEADEC}"/>
                </a:ext>
              </a:extLst>
            </p:cNvPr>
            <p:cNvCxnSpPr>
              <a:cxnSpLocks/>
            </p:cNvCxnSpPr>
            <p:nvPr/>
          </p:nvCxnSpPr>
          <p:spPr>
            <a:xfrm>
              <a:off x="7254111" y="9380283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1" name="Straight Connector 2500">
              <a:extLst>
                <a:ext uri="{FF2B5EF4-FFF2-40B4-BE49-F238E27FC236}">
                  <a16:creationId xmlns:a16="http://schemas.microsoft.com/office/drawing/2014/main" id="{D55CDF25-7BBA-DD19-D9A4-90DF3D5303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0244" y="9383124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2" name="Straight Connector 2501">
              <a:extLst>
                <a:ext uri="{FF2B5EF4-FFF2-40B4-BE49-F238E27FC236}">
                  <a16:creationId xmlns:a16="http://schemas.microsoft.com/office/drawing/2014/main" id="{B32A42A1-0C2B-DC61-462F-99BABBE1112A}"/>
                </a:ext>
              </a:extLst>
            </p:cNvPr>
            <p:cNvCxnSpPr>
              <a:cxnSpLocks/>
            </p:cNvCxnSpPr>
            <p:nvPr/>
          </p:nvCxnSpPr>
          <p:spPr>
            <a:xfrm>
              <a:off x="7235625" y="9189720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3" name="Straight Connector 2502">
              <a:extLst>
                <a:ext uri="{FF2B5EF4-FFF2-40B4-BE49-F238E27FC236}">
                  <a16:creationId xmlns:a16="http://schemas.microsoft.com/office/drawing/2014/main" id="{9111F965-ADA6-C255-369A-EB9036151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1357" y="9078797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4" name="Straight Connector 2503">
              <a:extLst>
                <a:ext uri="{FF2B5EF4-FFF2-40B4-BE49-F238E27FC236}">
                  <a16:creationId xmlns:a16="http://schemas.microsoft.com/office/drawing/2014/main" id="{D29DC37D-AE8F-65E3-3E98-7C738F618695}"/>
                </a:ext>
              </a:extLst>
            </p:cNvPr>
            <p:cNvCxnSpPr>
              <a:cxnSpLocks/>
            </p:cNvCxnSpPr>
            <p:nvPr/>
          </p:nvCxnSpPr>
          <p:spPr>
            <a:xfrm>
              <a:off x="7521466" y="9061732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5" name="Straight Connector 2504">
              <a:extLst>
                <a:ext uri="{FF2B5EF4-FFF2-40B4-BE49-F238E27FC236}">
                  <a16:creationId xmlns:a16="http://schemas.microsoft.com/office/drawing/2014/main" id="{39103C32-5FBA-E604-E36F-22B898669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2" y="898067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6" name="Straight Connector 2505">
              <a:extLst>
                <a:ext uri="{FF2B5EF4-FFF2-40B4-BE49-F238E27FC236}">
                  <a16:creationId xmlns:a16="http://schemas.microsoft.com/office/drawing/2014/main" id="{9D5D8214-4787-F8F5-2387-AA7E11776FEA}"/>
                </a:ext>
              </a:extLst>
            </p:cNvPr>
            <p:cNvCxnSpPr>
              <a:cxnSpLocks/>
            </p:cNvCxnSpPr>
            <p:nvPr/>
          </p:nvCxnSpPr>
          <p:spPr>
            <a:xfrm>
              <a:off x="7544220" y="8885391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7" name="Straight Connector 2506">
              <a:extLst>
                <a:ext uri="{FF2B5EF4-FFF2-40B4-BE49-F238E27FC236}">
                  <a16:creationId xmlns:a16="http://schemas.microsoft.com/office/drawing/2014/main" id="{D252BE47-FF1B-3C17-C0A2-0B1868103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531" y="877162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8" name="Straight Connector 2507">
              <a:extLst>
                <a:ext uri="{FF2B5EF4-FFF2-40B4-BE49-F238E27FC236}">
                  <a16:creationId xmlns:a16="http://schemas.microsoft.com/office/drawing/2014/main" id="{421FF0D0-8BF8-DA8B-F2B0-6C795F6C47C5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54" y="8660699"/>
              <a:ext cx="267355" cy="11092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0" name="Straight Connector 2509">
              <a:extLst>
                <a:ext uri="{FF2B5EF4-FFF2-40B4-BE49-F238E27FC236}">
                  <a16:creationId xmlns:a16="http://schemas.microsoft.com/office/drawing/2014/main" id="{0259E40B-8139-26A6-4814-CCDEB8E13494}"/>
                </a:ext>
              </a:extLst>
            </p:cNvPr>
            <p:cNvCxnSpPr>
              <a:cxnSpLocks/>
            </p:cNvCxnSpPr>
            <p:nvPr/>
          </p:nvCxnSpPr>
          <p:spPr>
            <a:xfrm>
              <a:off x="6981067" y="8443115"/>
              <a:ext cx="267355" cy="9812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1" name="Straight Connector 2510">
              <a:extLst>
                <a:ext uri="{FF2B5EF4-FFF2-40B4-BE49-F238E27FC236}">
                  <a16:creationId xmlns:a16="http://schemas.microsoft.com/office/drawing/2014/main" id="{B8DB06BB-88A5-0819-7094-632FAA7F5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80" y="8447383"/>
              <a:ext cx="0" cy="84473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3" name="Straight Connector 2512">
              <a:extLst>
                <a:ext uri="{FF2B5EF4-FFF2-40B4-BE49-F238E27FC236}">
                  <a16:creationId xmlns:a16="http://schemas.microsoft.com/office/drawing/2014/main" id="{5658FC0E-365C-E82D-1D03-5AFED28098C6}"/>
                </a:ext>
              </a:extLst>
            </p:cNvPr>
            <p:cNvCxnSpPr>
              <a:cxnSpLocks/>
            </p:cNvCxnSpPr>
            <p:nvPr/>
          </p:nvCxnSpPr>
          <p:spPr>
            <a:xfrm>
              <a:off x="6708023" y="918118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4" name="Straight Connector 2513">
              <a:extLst>
                <a:ext uri="{FF2B5EF4-FFF2-40B4-BE49-F238E27FC236}">
                  <a16:creationId xmlns:a16="http://schemas.microsoft.com/office/drawing/2014/main" id="{4DF65C73-06F8-A126-354B-BFE21F400F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025" y="8323661"/>
              <a:ext cx="0" cy="86890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6" name="Straight Connector 2515">
              <a:extLst>
                <a:ext uri="{FF2B5EF4-FFF2-40B4-BE49-F238E27FC236}">
                  <a16:creationId xmlns:a16="http://schemas.microsoft.com/office/drawing/2014/main" id="{B7E60901-F11E-E169-61B0-3AAE66E2285C}"/>
                </a:ext>
              </a:extLst>
            </p:cNvPr>
            <p:cNvCxnSpPr>
              <a:cxnSpLocks/>
            </p:cNvCxnSpPr>
            <p:nvPr/>
          </p:nvCxnSpPr>
          <p:spPr>
            <a:xfrm>
              <a:off x="5883203" y="8029286"/>
              <a:ext cx="0" cy="1962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1" name="Straight Connector 2520">
              <a:extLst>
                <a:ext uri="{FF2B5EF4-FFF2-40B4-BE49-F238E27FC236}">
                  <a16:creationId xmlns:a16="http://schemas.microsoft.com/office/drawing/2014/main" id="{E8739258-CD5E-6F57-77E4-7F84F0B35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4164" y="8106078"/>
              <a:ext cx="554619" cy="23038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2" name="Straight Connector 2521">
              <a:extLst>
                <a:ext uri="{FF2B5EF4-FFF2-40B4-BE49-F238E27FC236}">
                  <a16:creationId xmlns:a16="http://schemas.microsoft.com/office/drawing/2014/main" id="{555C405B-9B2E-A260-1D93-7346227D1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5741" y="7798904"/>
              <a:ext cx="0" cy="2133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4" name="Straight Connector 2523">
              <a:extLst>
                <a:ext uri="{FF2B5EF4-FFF2-40B4-BE49-F238E27FC236}">
                  <a16:creationId xmlns:a16="http://schemas.microsoft.com/office/drawing/2014/main" id="{24067694-8FA3-B2A3-6F73-C12B0D2F5277}"/>
                </a:ext>
              </a:extLst>
            </p:cNvPr>
            <p:cNvCxnSpPr>
              <a:cxnSpLocks/>
            </p:cNvCxnSpPr>
            <p:nvPr/>
          </p:nvCxnSpPr>
          <p:spPr>
            <a:xfrm>
              <a:off x="4796717" y="7585589"/>
              <a:ext cx="511957" cy="20762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5" name="Straight Connector 2524">
              <a:extLst>
                <a:ext uri="{FF2B5EF4-FFF2-40B4-BE49-F238E27FC236}">
                  <a16:creationId xmlns:a16="http://schemas.microsoft.com/office/drawing/2014/main" id="{EF56AE80-447E-A70C-4ADF-AC7653A05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2697" y="7888496"/>
              <a:ext cx="0" cy="43089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8" name="Straight Connector 2527">
              <a:extLst>
                <a:ext uri="{FF2B5EF4-FFF2-40B4-BE49-F238E27FC236}">
                  <a16:creationId xmlns:a16="http://schemas.microsoft.com/office/drawing/2014/main" id="{FB79CA6D-82CF-E013-5F3C-AA3E2AC1B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844596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9" name="Straight Connector 2528">
              <a:extLst>
                <a:ext uri="{FF2B5EF4-FFF2-40B4-BE49-F238E27FC236}">
                  <a16:creationId xmlns:a16="http://schemas.microsoft.com/office/drawing/2014/main" id="{F655BF1C-7FB3-AE89-466F-E5793D986641}"/>
                </a:ext>
              </a:extLst>
            </p:cNvPr>
            <p:cNvCxnSpPr>
              <a:cxnSpLocks/>
            </p:cNvCxnSpPr>
            <p:nvPr/>
          </p:nvCxnSpPr>
          <p:spPr>
            <a:xfrm>
              <a:off x="4523673" y="853839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0" name="Straight Connector 2529">
              <a:extLst>
                <a:ext uri="{FF2B5EF4-FFF2-40B4-BE49-F238E27FC236}">
                  <a16:creationId xmlns:a16="http://schemas.microsoft.com/office/drawing/2014/main" id="{A51D2501-2229-D651-D4F1-ED911617D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9363" y="854835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1" name="Straight Connector 2530">
              <a:extLst>
                <a:ext uri="{FF2B5EF4-FFF2-40B4-BE49-F238E27FC236}">
                  <a16:creationId xmlns:a16="http://schemas.microsoft.com/office/drawing/2014/main" id="{ABF94062-4365-48A0-3ECF-CDE5EA480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788" y="8851260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3" name="Straight Connector 2532">
              <a:extLst>
                <a:ext uri="{FF2B5EF4-FFF2-40B4-BE49-F238E27FC236}">
                  <a16:creationId xmlns:a16="http://schemas.microsoft.com/office/drawing/2014/main" id="{6205CE73-A5E9-6C7B-6DB5-871CBBD8A5D6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897640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4" name="Straight Connector 2533">
              <a:extLst>
                <a:ext uri="{FF2B5EF4-FFF2-40B4-BE49-F238E27FC236}">
                  <a16:creationId xmlns:a16="http://schemas.microsoft.com/office/drawing/2014/main" id="{184C12D1-299B-8B37-6562-10CA1A25C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6" y="878157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5" name="Straight Connector 2534">
              <a:extLst>
                <a:ext uri="{FF2B5EF4-FFF2-40B4-BE49-F238E27FC236}">
                  <a16:creationId xmlns:a16="http://schemas.microsoft.com/office/drawing/2014/main" id="{16316BAA-6127-258A-73FE-E3CFEF984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4" y="8430318"/>
              <a:ext cx="803489" cy="34699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7" name="Straight Connector 2536">
              <a:extLst>
                <a:ext uri="{FF2B5EF4-FFF2-40B4-BE49-F238E27FC236}">
                  <a16:creationId xmlns:a16="http://schemas.microsoft.com/office/drawing/2014/main" id="{738D7EC6-41C7-C7B0-0CD5-4EC41128B41F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29" y="8219847"/>
              <a:ext cx="546088" cy="2147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9" name="Straight Connector 2538">
              <a:extLst>
                <a:ext uri="{FF2B5EF4-FFF2-40B4-BE49-F238E27FC236}">
                  <a16:creationId xmlns:a16="http://schemas.microsoft.com/office/drawing/2014/main" id="{7F0B8EDF-31A7-3A6D-5C92-97C07EE1DA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4941" y="7997998"/>
              <a:ext cx="540399" cy="2389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1" name="Straight Connector 2540">
              <a:extLst>
                <a:ext uri="{FF2B5EF4-FFF2-40B4-BE49-F238E27FC236}">
                  <a16:creationId xmlns:a16="http://schemas.microsoft.com/office/drawing/2014/main" id="{5E2FCCCC-A167-F122-EAA4-5B5042C4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7363741"/>
              <a:ext cx="0" cy="23464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4" name="Straight Connector 2543">
              <a:extLst>
                <a:ext uri="{FF2B5EF4-FFF2-40B4-BE49-F238E27FC236}">
                  <a16:creationId xmlns:a16="http://schemas.microsoft.com/office/drawing/2014/main" id="{6CB72E2D-30DE-8C1B-EA21-AF02A6B7C0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2298" y="74675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5" name="Straight Connector 2544">
              <a:extLst>
                <a:ext uri="{FF2B5EF4-FFF2-40B4-BE49-F238E27FC236}">
                  <a16:creationId xmlns:a16="http://schemas.microsoft.com/office/drawing/2014/main" id="{BE9F5DFE-8FD5-94B9-4852-4DF368CD9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1989" y="7673759"/>
              <a:ext cx="554619" cy="24033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0" name="Straight Connector 2549">
              <a:extLst>
                <a:ext uri="{FF2B5EF4-FFF2-40B4-BE49-F238E27FC236}">
                  <a16:creationId xmlns:a16="http://schemas.microsoft.com/office/drawing/2014/main" id="{3851CCA9-2706-6DC6-8159-A263067595FB}"/>
                </a:ext>
              </a:extLst>
            </p:cNvPr>
            <p:cNvCxnSpPr>
              <a:cxnSpLocks/>
            </p:cNvCxnSpPr>
            <p:nvPr/>
          </p:nvCxnSpPr>
          <p:spPr>
            <a:xfrm>
              <a:off x="3977585" y="746897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1" name="Straight Connector 2550">
              <a:extLst>
                <a:ext uri="{FF2B5EF4-FFF2-40B4-BE49-F238E27FC236}">
                  <a16:creationId xmlns:a16="http://schemas.microsoft.com/office/drawing/2014/main" id="{93D121E4-4A75-12E2-78C9-CBAC5D950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4834" y="7926894"/>
              <a:ext cx="0" cy="41240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3" name="Straight Connector 2552">
              <a:extLst>
                <a:ext uri="{FF2B5EF4-FFF2-40B4-BE49-F238E27FC236}">
                  <a16:creationId xmlns:a16="http://schemas.microsoft.com/office/drawing/2014/main" id="{D0EE0061-DF74-000E-780B-FF22870A0C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43455" y="8316550"/>
              <a:ext cx="260244" cy="10950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6" name="Straight Connector 2555">
              <a:extLst>
                <a:ext uri="{FF2B5EF4-FFF2-40B4-BE49-F238E27FC236}">
                  <a16:creationId xmlns:a16="http://schemas.microsoft.com/office/drawing/2014/main" id="{DAD517B5-1F2E-2236-0BCC-F589BE33DA4A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7463288"/>
              <a:ext cx="587329" cy="22469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7" name="Straight Connector 2556">
              <a:extLst>
                <a:ext uri="{FF2B5EF4-FFF2-40B4-BE49-F238E27FC236}">
                  <a16:creationId xmlns:a16="http://schemas.microsoft.com/office/drawing/2014/main" id="{3B1B88FC-A4BE-FDEE-208C-17EE7D459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077" y="7468976"/>
              <a:ext cx="26166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8" name="Straight Connector 2557">
              <a:extLst>
                <a:ext uri="{FF2B5EF4-FFF2-40B4-BE49-F238E27FC236}">
                  <a16:creationId xmlns:a16="http://schemas.microsoft.com/office/drawing/2014/main" id="{4F81736E-1CD2-E549-DAC0-4F8E47646B25}"/>
                </a:ext>
              </a:extLst>
            </p:cNvPr>
            <p:cNvCxnSpPr>
              <a:cxnSpLocks/>
            </p:cNvCxnSpPr>
            <p:nvPr/>
          </p:nvCxnSpPr>
          <p:spPr>
            <a:xfrm>
              <a:off x="3158454" y="7582744"/>
              <a:ext cx="533288" cy="22042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1" name="Straight Connector 2560">
              <a:extLst>
                <a:ext uri="{FF2B5EF4-FFF2-40B4-BE49-F238E27FC236}">
                  <a16:creationId xmlns:a16="http://schemas.microsoft.com/office/drawing/2014/main" id="{F70E65F0-A2E4-F9EC-BFB9-EF54421F1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012" y="8460182"/>
              <a:ext cx="544665" cy="1919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3" name="Straight Connector 2562">
              <a:extLst>
                <a:ext uri="{FF2B5EF4-FFF2-40B4-BE49-F238E27FC236}">
                  <a16:creationId xmlns:a16="http://schemas.microsoft.com/office/drawing/2014/main" id="{B2BD6A52-DB80-BD6D-D2AC-3D462E684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5702" y="865643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4" name="Straight Connector 2563">
              <a:extLst>
                <a:ext uri="{FF2B5EF4-FFF2-40B4-BE49-F238E27FC236}">
                  <a16:creationId xmlns:a16="http://schemas.microsoft.com/office/drawing/2014/main" id="{D383E220-E6ED-B058-FDE2-AEAB6E923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85126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5" name="Straight Connector 2564">
              <a:extLst>
                <a:ext uri="{FF2B5EF4-FFF2-40B4-BE49-F238E27FC236}">
                  <a16:creationId xmlns:a16="http://schemas.microsoft.com/office/drawing/2014/main" id="{E930FB2D-D619-3B0A-6420-EC1BC0BD9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5" y="833361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7" name="Straight Connector 2566">
              <a:extLst>
                <a:ext uri="{FF2B5EF4-FFF2-40B4-BE49-F238E27FC236}">
                  <a16:creationId xmlns:a16="http://schemas.microsoft.com/office/drawing/2014/main" id="{A1369E34-6ECF-88FC-E792-37A968373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5410" y="821415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8" name="Straight Connector 2567">
              <a:extLst>
                <a:ext uri="{FF2B5EF4-FFF2-40B4-BE49-F238E27FC236}">
                  <a16:creationId xmlns:a16="http://schemas.microsoft.com/office/drawing/2014/main" id="{3B0F6F99-2CE7-7A3A-514F-7C4285F57CAE}"/>
                </a:ext>
              </a:extLst>
            </p:cNvPr>
            <p:cNvCxnSpPr>
              <a:cxnSpLocks/>
            </p:cNvCxnSpPr>
            <p:nvPr/>
          </p:nvCxnSpPr>
          <p:spPr>
            <a:xfrm>
              <a:off x="2879722" y="81231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9" name="Straight Connector 2568">
              <a:extLst>
                <a:ext uri="{FF2B5EF4-FFF2-40B4-BE49-F238E27FC236}">
                  <a16:creationId xmlns:a16="http://schemas.microsoft.com/office/drawing/2014/main" id="{88925AAF-3037-82FE-88D4-921BFFA93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0150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0" name="Straight Connector 2569">
              <a:extLst>
                <a:ext uri="{FF2B5EF4-FFF2-40B4-BE49-F238E27FC236}">
                  <a16:creationId xmlns:a16="http://schemas.microsoft.com/office/drawing/2014/main" id="{8056D9CB-6AA3-CD17-2508-359DDBA513D7}"/>
                </a:ext>
              </a:extLst>
            </p:cNvPr>
            <p:cNvCxnSpPr>
              <a:cxnSpLocks/>
            </p:cNvCxnSpPr>
            <p:nvPr/>
          </p:nvCxnSpPr>
          <p:spPr>
            <a:xfrm>
              <a:off x="2868345" y="792404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1" name="Straight Connector 2570">
              <a:extLst>
                <a:ext uri="{FF2B5EF4-FFF2-40B4-BE49-F238E27FC236}">
                  <a16:creationId xmlns:a16="http://schemas.microsoft.com/office/drawing/2014/main" id="{B8A3B1F0-5914-03CC-CC9F-186A0A66D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347" y="7717844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2" name="Straight Connector 2571">
              <a:extLst>
                <a:ext uri="{FF2B5EF4-FFF2-40B4-BE49-F238E27FC236}">
                  <a16:creationId xmlns:a16="http://schemas.microsoft.com/office/drawing/2014/main" id="{D195B6EC-85B1-6FF2-0E00-4D027A632A70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7486041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4" name="Straight Connector 2573">
              <a:extLst>
                <a:ext uri="{FF2B5EF4-FFF2-40B4-BE49-F238E27FC236}">
                  <a16:creationId xmlns:a16="http://schemas.microsoft.com/office/drawing/2014/main" id="{54945624-5954-DC85-05E5-D6D2B2E3C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9214" y="74746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5" name="Straight Connector 2574">
              <a:extLst>
                <a:ext uri="{FF2B5EF4-FFF2-40B4-BE49-F238E27FC236}">
                  <a16:creationId xmlns:a16="http://schemas.microsoft.com/office/drawing/2014/main" id="{2121EE19-E800-D668-F23A-411CC66D5535}"/>
                </a:ext>
              </a:extLst>
            </p:cNvPr>
            <p:cNvCxnSpPr>
              <a:cxnSpLocks/>
            </p:cNvCxnSpPr>
            <p:nvPr/>
          </p:nvCxnSpPr>
          <p:spPr>
            <a:xfrm>
              <a:off x="2071968" y="7577056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6" name="Straight Connector 2575">
              <a:extLst>
                <a:ext uri="{FF2B5EF4-FFF2-40B4-BE49-F238E27FC236}">
                  <a16:creationId xmlns:a16="http://schemas.microsoft.com/office/drawing/2014/main" id="{CB0B75F1-4FA0-3D8C-8145-1350754B3D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7787527"/>
              <a:ext cx="557464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7" name="Straight Connector 2576">
              <a:extLst>
                <a:ext uri="{FF2B5EF4-FFF2-40B4-BE49-F238E27FC236}">
                  <a16:creationId xmlns:a16="http://schemas.microsoft.com/office/drawing/2014/main" id="{13847BED-E02C-EDBB-631B-C617F783C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549" y="789987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9" name="Straight Connector 2578">
              <a:extLst>
                <a:ext uri="{FF2B5EF4-FFF2-40B4-BE49-F238E27FC236}">
                  <a16:creationId xmlns:a16="http://schemas.microsoft.com/office/drawing/2014/main" id="{EF7C24BD-D5A8-CB15-A6C9-1C38AAFEA846}"/>
                </a:ext>
              </a:extLst>
            </p:cNvPr>
            <p:cNvCxnSpPr>
              <a:cxnSpLocks/>
            </p:cNvCxnSpPr>
            <p:nvPr/>
          </p:nvCxnSpPr>
          <p:spPr>
            <a:xfrm>
              <a:off x="1787547" y="790698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0" name="Straight Connector 2579">
              <a:extLst>
                <a:ext uri="{FF2B5EF4-FFF2-40B4-BE49-F238E27FC236}">
                  <a16:creationId xmlns:a16="http://schemas.microsoft.com/office/drawing/2014/main" id="{7F3FFD60-C3A6-14C1-63ED-589447D07CEE}"/>
                </a:ext>
              </a:extLst>
            </p:cNvPr>
            <p:cNvCxnSpPr>
              <a:cxnSpLocks/>
            </p:cNvCxnSpPr>
            <p:nvPr/>
          </p:nvCxnSpPr>
          <p:spPr>
            <a:xfrm>
              <a:off x="1798924" y="81060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1" name="Straight Connector 2580">
              <a:extLst>
                <a:ext uri="{FF2B5EF4-FFF2-40B4-BE49-F238E27FC236}">
                  <a16:creationId xmlns:a16="http://schemas.microsoft.com/office/drawing/2014/main" id="{216FC0FA-971B-B283-6702-C8C66FB3F3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0591" y="811176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2" name="Straight Connector 2581">
              <a:extLst>
                <a:ext uri="{FF2B5EF4-FFF2-40B4-BE49-F238E27FC236}">
                  <a16:creationId xmlns:a16="http://schemas.microsoft.com/office/drawing/2014/main" id="{93B7152B-EB37-FED6-E2AF-5EDFA801EEB1}"/>
                </a:ext>
              </a:extLst>
            </p:cNvPr>
            <p:cNvCxnSpPr>
              <a:cxnSpLocks/>
            </p:cNvCxnSpPr>
            <p:nvPr/>
          </p:nvCxnSpPr>
          <p:spPr>
            <a:xfrm>
              <a:off x="2327946" y="811745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3" name="Straight Connector 2582">
              <a:extLst>
                <a:ext uri="{FF2B5EF4-FFF2-40B4-BE49-F238E27FC236}">
                  <a16:creationId xmlns:a16="http://schemas.microsoft.com/office/drawing/2014/main" id="{9C7BBF7F-18B6-7AB2-3A4A-29823DA226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5303" y="8218424"/>
              <a:ext cx="0" cy="84330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5" name="Straight Connector 2584">
              <a:extLst>
                <a:ext uri="{FF2B5EF4-FFF2-40B4-BE49-F238E27FC236}">
                  <a16:creationId xmlns:a16="http://schemas.microsoft.com/office/drawing/2014/main" id="{FEA646BE-3949-2FA2-0E49-35C29689415C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89479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6" name="Straight Connector 2585">
              <a:extLst>
                <a:ext uri="{FF2B5EF4-FFF2-40B4-BE49-F238E27FC236}">
                  <a16:creationId xmlns:a16="http://schemas.microsoft.com/office/drawing/2014/main" id="{40BB0DE1-4F1E-87E9-9E2F-6608CCF80E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325" y="8327926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7" name="Straight Connector 2586">
              <a:extLst>
                <a:ext uri="{FF2B5EF4-FFF2-40B4-BE49-F238E27FC236}">
                  <a16:creationId xmlns:a16="http://schemas.microsoft.com/office/drawing/2014/main" id="{A647D048-C0A7-B6BD-40E0-6C6038C8B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8327926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8" name="Straight Connector 2587">
              <a:extLst>
                <a:ext uri="{FF2B5EF4-FFF2-40B4-BE49-F238E27FC236}">
                  <a16:creationId xmlns:a16="http://schemas.microsoft.com/office/drawing/2014/main" id="{229B1850-B94D-6137-47D0-A0784FD9A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7839" y="844169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9" name="Straight Connector 2588">
              <a:extLst>
                <a:ext uri="{FF2B5EF4-FFF2-40B4-BE49-F238E27FC236}">
                  <a16:creationId xmlns:a16="http://schemas.microsoft.com/office/drawing/2014/main" id="{5037C2FD-E214-FF9D-C339-E3AF6A5321C2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851260"/>
              <a:ext cx="523334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1" name="Straight Connector 2590">
              <a:extLst>
                <a:ext uri="{FF2B5EF4-FFF2-40B4-BE49-F238E27FC236}">
                  <a16:creationId xmlns:a16="http://schemas.microsoft.com/office/drawing/2014/main" id="{98CD6B43-6332-456D-7020-242084E0E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7438" y="875455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2" name="Straight Connector 2591">
              <a:extLst>
                <a:ext uri="{FF2B5EF4-FFF2-40B4-BE49-F238E27FC236}">
                  <a16:creationId xmlns:a16="http://schemas.microsoft.com/office/drawing/2014/main" id="{AD28AC72-D438-DBA7-4496-C0ED89969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8571106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3" name="Straight Connector 2592">
              <a:extLst>
                <a:ext uri="{FF2B5EF4-FFF2-40B4-BE49-F238E27FC236}">
                  <a16:creationId xmlns:a16="http://schemas.microsoft.com/office/drawing/2014/main" id="{943854A3-A543-865D-AF8F-74D62F7F2CD3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43031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4" name="Straight Connector 2593">
              <a:extLst>
                <a:ext uri="{FF2B5EF4-FFF2-40B4-BE49-F238E27FC236}">
                  <a16:creationId xmlns:a16="http://schemas.microsoft.com/office/drawing/2014/main" id="{628F73B3-2909-1E04-8DF2-606FFD6220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8424629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Straight Connector 2594">
              <a:extLst>
                <a:ext uri="{FF2B5EF4-FFF2-40B4-BE49-F238E27FC236}">
                  <a16:creationId xmlns:a16="http://schemas.microsoft.com/office/drawing/2014/main" id="{AEF55FA1-93FF-4770-F0E7-4BCE6505E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461" y="853697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6" name="Straight Connector 2595">
              <a:extLst>
                <a:ext uri="{FF2B5EF4-FFF2-40B4-BE49-F238E27FC236}">
                  <a16:creationId xmlns:a16="http://schemas.microsoft.com/office/drawing/2014/main" id="{9E227391-70B8-037A-66D6-FD34169463F9}"/>
                </a:ext>
              </a:extLst>
            </p:cNvPr>
            <p:cNvCxnSpPr>
              <a:cxnSpLocks/>
            </p:cNvCxnSpPr>
            <p:nvPr/>
          </p:nvCxnSpPr>
          <p:spPr>
            <a:xfrm>
              <a:off x="979793" y="864078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7" name="Straight Connector 2596">
              <a:extLst>
                <a:ext uri="{FF2B5EF4-FFF2-40B4-BE49-F238E27FC236}">
                  <a16:creationId xmlns:a16="http://schemas.microsoft.com/office/drawing/2014/main" id="{ECF7FFFC-4197-E725-070C-0A9864612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106" y="845733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8" name="Straight Connector 2597">
              <a:extLst>
                <a:ext uri="{FF2B5EF4-FFF2-40B4-BE49-F238E27FC236}">
                  <a16:creationId xmlns:a16="http://schemas.microsoft.com/office/drawing/2014/main" id="{5B802EFB-B2C1-0E5B-411B-0D23B1879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6" y="832223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9" name="Straight Connector 2598">
              <a:extLst>
                <a:ext uri="{FF2B5EF4-FFF2-40B4-BE49-F238E27FC236}">
                  <a16:creationId xmlns:a16="http://schemas.microsoft.com/office/drawing/2014/main" id="{8862AAD6-50DD-C48F-6ECD-0A7312088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4396" y="7889919"/>
              <a:ext cx="0" cy="44369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1" name="Straight Connector 2600">
              <a:extLst>
                <a:ext uri="{FF2B5EF4-FFF2-40B4-BE49-F238E27FC236}">
                  <a16:creationId xmlns:a16="http://schemas.microsoft.com/office/drawing/2014/main" id="{4F9ABA39-C3A7-B364-E066-48C2B41FF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3017" y="7679447"/>
              <a:ext cx="563153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3" name="Straight Connector 2602">
              <a:extLst>
                <a:ext uri="{FF2B5EF4-FFF2-40B4-BE49-F238E27FC236}">
                  <a16:creationId xmlns:a16="http://schemas.microsoft.com/office/drawing/2014/main" id="{B86FF14A-D081-D55B-E39C-7E9AD36EE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747324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4" name="Straight Connector 2603">
              <a:extLst>
                <a:ext uri="{FF2B5EF4-FFF2-40B4-BE49-F238E27FC236}">
                  <a16:creationId xmlns:a16="http://schemas.microsoft.com/office/drawing/2014/main" id="{432AC4DB-D10B-2AA4-80E7-5EE8ADADF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7463288"/>
              <a:ext cx="551776" cy="25029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6" name="Straight Connector 2605">
              <a:extLst>
                <a:ext uri="{FF2B5EF4-FFF2-40B4-BE49-F238E27FC236}">
                  <a16:creationId xmlns:a16="http://schemas.microsoft.com/office/drawing/2014/main" id="{C569EBDE-49F2-5285-6ED2-333595523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5773" y="750737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8" name="Straight Connector 2607">
              <a:extLst>
                <a:ext uri="{FF2B5EF4-FFF2-40B4-BE49-F238E27FC236}">
                  <a16:creationId xmlns:a16="http://schemas.microsoft.com/office/drawing/2014/main" id="{EAA5CC3E-B42D-D895-E0FC-11C175142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2727" y="7395027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9" name="Straight Connector 2608">
              <a:extLst>
                <a:ext uri="{FF2B5EF4-FFF2-40B4-BE49-F238E27FC236}">
                  <a16:creationId xmlns:a16="http://schemas.microsoft.com/office/drawing/2014/main" id="{E130C4A8-C3E7-76A2-F206-0803B879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8" y="7387916"/>
              <a:ext cx="0" cy="40530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1" name="Straight Connector 2610">
              <a:extLst>
                <a:ext uri="{FF2B5EF4-FFF2-40B4-BE49-F238E27FC236}">
                  <a16:creationId xmlns:a16="http://schemas.microsoft.com/office/drawing/2014/main" id="{7F1968FC-CC55-7297-2B3A-E67151501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060" y="7770462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2" name="Straight Connector 2611">
              <a:extLst>
                <a:ext uri="{FF2B5EF4-FFF2-40B4-BE49-F238E27FC236}">
                  <a16:creationId xmlns:a16="http://schemas.microsoft.com/office/drawing/2014/main" id="{EFDC950A-C8DE-5599-069E-42B6F23BA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352" y="80079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4" name="Straight Connector 2613">
              <a:extLst>
                <a:ext uri="{FF2B5EF4-FFF2-40B4-BE49-F238E27FC236}">
                  <a16:creationId xmlns:a16="http://schemas.microsoft.com/office/drawing/2014/main" id="{DD7DC516-8102-0D66-15E2-23337A2666F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72" y="788423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5" name="Straight Connector 2614">
              <a:extLst>
                <a:ext uri="{FF2B5EF4-FFF2-40B4-BE49-F238E27FC236}">
                  <a16:creationId xmlns:a16="http://schemas.microsoft.com/office/drawing/2014/main" id="{C0F6F7B6-663D-755A-5D71-2ACF0A3E6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618" y="820847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6" name="Straight Connector 2615">
              <a:extLst>
                <a:ext uri="{FF2B5EF4-FFF2-40B4-BE49-F238E27FC236}">
                  <a16:creationId xmlns:a16="http://schemas.microsoft.com/office/drawing/2014/main" id="{0E0DBC25-646C-FA83-D6E9-99E4A24E5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932" y="812172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7" name="Straight Connector 2616">
              <a:extLst>
                <a:ext uri="{FF2B5EF4-FFF2-40B4-BE49-F238E27FC236}">
                  <a16:creationId xmlns:a16="http://schemas.microsoft.com/office/drawing/2014/main" id="{D89B0914-65D3-FE9E-4F51-94852A43E720}"/>
                </a:ext>
              </a:extLst>
            </p:cNvPr>
            <p:cNvCxnSpPr>
              <a:cxnSpLocks/>
            </p:cNvCxnSpPr>
            <p:nvPr/>
          </p:nvCxnSpPr>
          <p:spPr>
            <a:xfrm>
              <a:off x="410951" y="799231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8" name="Straight Connector 2617">
              <a:extLst>
                <a:ext uri="{FF2B5EF4-FFF2-40B4-BE49-F238E27FC236}">
                  <a16:creationId xmlns:a16="http://schemas.microsoft.com/office/drawing/2014/main" id="{667C29CC-DC52-CB8A-DDD8-B0628A5863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8" y="780317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9" name="Straight Connector 2618">
              <a:extLst>
                <a:ext uri="{FF2B5EF4-FFF2-40B4-BE49-F238E27FC236}">
                  <a16:creationId xmlns:a16="http://schemas.microsoft.com/office/drawing/2014/main" id="{00B4EED9-DC6E-0DDE-80AD-267E85BA5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951" y="7696513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0" name="Straight Connector 2619">
              <a:extLst>
                <a:ext uri="{FF2B5EF4-FFF2-40B4-BE49-F238E27FC236}">
                  <a16:creationId xmlns:a16="http://schemas.microsoft.com/office/drawing/2014/main" id="{694EF789-90EF-EBE7-4892-70C1BAD25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7" y="7468976"/>
              <a:ext cx="261667" cy="1365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2" name="Straight Connector 2621">
              <a:extLst>
                <a:ext uri="{FF2B5EF4-FFF2-40B4-BE49-F238E27FC236}">
                  <a16:creationId xmlns:a16="http://schemas.microsoft.com/office/drawing/2014/main" id="{BF596AD4-5223-DEF2-FD30-E27A5A879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374" y="746186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3" name="Straight Connector 2622">
              <a:extLst>
                <a:ext uri="{FF2B5EF4-FFF2-40B4-BE49-F238E27FC236}">
                  <a16:creationId xmlns:a16="http://schemas.microsoft.com/office/drawing/2014/main" id="{CF6EA844-13AA-A5D9-55DC-F900FB477A82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6" y="86464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4" name="Straight Connector 2623">
              <a:extLst>
                <a:ext uri="{FF2B5EF4-FFF2-40B4-BE49-F238E27FC236}">
                  <a16:creationId xmlns:a16="http://schemas.microsoft.com/office/drawing/2014/main" id="{8192393E-A440-6451-5108-552F8C0C5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2008" y="862799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652120-6FAD-8B49-759E-36ECD3D0F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4979" y="8319395"/>
              <a:ext cx="273044" cy="12798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3F3383-F8B9-9205-45A3-8CD463356A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3203" y="810607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5" name="Straight Connector 2774">
              <a:extLst>
                <a:ext uri="{FF2B5EF4-FFF2-40B4-BE49-F238E27FC236}">
                  <a16:creationId xmlns:a16="http://schemas.microsoft.com/office/drawing/2014/main" id="{B4BF2C2B-827C-D246-F8E7-B57EF5A12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4981" y="8241178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DEE21BC-6CE1-D487-0AD8-FAC371B397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9998" y="8536975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4" name="Straight Connector 2753">
              <a:extLst>
                <a:ext uri="{FF2B5EF4-FFF2-40B4-BE49-F238E27FC236}">
                  <a16:creationId xmlns:a16="http://schemas.microsoft.com/office/drawing/2014/main" id="{094EBB91-BB75-1165-6211-DFBE392F6DE6}"/>
                </a:ext>
              </a:extLst>
            </p:cNvPr>
            <p:cNvCxnSpPr>
              <a:cxnSpLocks/>
            </p:cNvCxnSpPr>
            <p:nvPr/>
          </p:nvCxnSpPr>
          <p:spPr>
            <a:xfrm>
              <a:off x="7232780" y="8315127"/>
              <a:ext cx="578795" cy="2261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7" name="Straight Connector 2776">
              <a:extLst>
                <a:ext uri="{FF2B5EF4-FFF2-40B4-BE49-F238E27FC236}">
                  <a16:creationId xmlns:a16="http://schemas.microsoft.com/office/drawing/2014/main" id="{8884BEE3-4369-FE72-E466-7FC3536BF8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4158" y="8340724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5" name="Straight Connector 2794">
              <a:extLst>
                <a:ext uri="{FF2B5EF4-FFF2-40B4-BE49-F238E27FC236}">
                  <a16:creationId xmlns:a16="http://schemas.microsoft.com/office/drawing/2014/main" id="{105C0950-4BB8-4943-5244-EB5A8E974222}"/>
                </a:ext>
              </a:extLst>
            </p:cNvPr>
            <p:cNvCxnSpPr>
              <a:cxnSpLocks/>
            </p:cNvCxnSpPr>
            <p:nvPr/>
          </p:nvCxnSpPr>
          <p:spPr>
            <a:xfrm>
              <a:off x="6163358" y="8113189"/>
              <a:ext cx="295797" cy="12514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0" name="Straight Connector 2849">
              <a:extLst>
                <a:ext uri="{FF2B5EF4-FFF2-40B4-BE49-F238E27FC236}">
                  <a16:creationId xmlns:a16="http://schemas.microsoft.com/office/drawing/2014/main" id="{52BF7638-FB9E-7D80-17E2-BDA2EB5BBD97}"/>
                </a:ext>
              </a:extLst>
            </p:cNvPr>
            <p:cNvCxnSpPr>
              <a:cxnSpLocks/>
            </p:cNvCxnSpPr>
            <p:nvPr/>
          </p:nvCxnSpPr>
          <p:spPr>
            <a:xfrm>
              <a:off x="5583140" y="7904140"/>
              <a:ext cx="295797" cy="12514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9" name="Straight Connector 2858">
              <a:extLst>
                <a:ext uri="{FF2B5EF4-FFF2-40B4-BE49-F238E27FC236}">
                  <a16:creationId xmlns:a16="http://schemas.microsoft.com/office/drawing/2014/main" id="{A9E366F0-734C-422D-E108-2A7DB5013017}"/>
                </a:ext>
              </a:extLst>
            </p:cNvPr>
            <p:cNvCxnSpPr>
              <a:cxnSpLocks/>
            </p:cNvCxnSpPr>
            <p:nvPr/>
          </p:nvCxnSpPr>
          <p:spPr>
            <a:xfrm>
              <a:off x="5597360" y="7717845"/>
              <a:ext cx="0" cy="1962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3" name="Straight Connector 2862">
              <a:extLst>
                <a:ext uri="{FF2B5EF4-FFF2-40B4-BE49-F238E27FC236}">
                  <a16:creationId xmlns:a16="http://schemas.microsoft.com/office/drawing/2014/main" id="{63CC1A2C-4A5A-2278-9E3A-BA662CA23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1626" y="7602655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5" name="Straight Connector 2864">
              <a:extLst>
                <a:ext uri="{FF2B5EF4-FFF2-40B4-BE49-F238E27FC236}">
                  <a16:creationId xmlns:a16="http://schemas.microsoft.com/office/drawing/2014/main" id="{6166B55C-2D46-7838-5976-F8DD036904F3}"/>
                </a:ext>
              </a:extLst>
            </p:cNvPr>
            <p:cNvCxnSpPr>
              <a:cxnSpLocks/>
            </p:cNvCxnSpPr>
            <p:nvPr/>
          </p:nvCxnSpPr>
          <p:spPr>
            <a:xfrm>
              <a:off x="5591674" y="7464710"/>
              <a:ext cx="295797" cy="12514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8" name="Straight Connector 2867">
              <a:extLst>
                <a:ext uri="{FF2B5EF4-FFF2-40B4-BE49-F238E27FC236}">
                  <a16:creationId xmlns:a16="http://schemas.microsoft.com/office/drawing/2014/main" id="{44CDF191-0BC9-D4ED-CA8B-7FF0FB42A1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2848" y="746613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9" name="Straight Connector 2868">
              <a:extLst>
                <a:ext uri="{FF2B5EF4-FFF2-40B4-BE49-F238E27FC236}">
                  <a16:creationId xmlns:a16="http://schemas.microsoft.com/office/drawing/2014/main" id="{5156C58E-0D82-E16F-D27A-88AD676C5AB5}"/>
                </a:ext>
              </a:extLst>
            </p:cNvPr>
            <p:cNvCxnSpPr>
              <a:cxnSpLocks/>
            </p:cNvCxnSpPr>
            <p:nvPr/>
          </p:nvCxnSpPr>
          <p:spPr>
            <a:xfrm>
              <a:off x="4775386" y="7359474"/>
              <a:ext cx="570264" cy="2346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678F753D-F7A8-44CA-472E-D86C1F029771}"/>
                </a:ext>
              </a:extLst>
            </p:cNvPr>
            <p:cNvCxnSpPr>
              <a:cxnSpLocks/>
            </p:cNvCxnSpPr>
            <p:nvPr/>
          </p:nvCxnSpPr>
          <p:spPr>
            <a:xfrm>
              <a:off x="5325739" y="79880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7C188112-6E68-E3D4-3EA4-302C1795214D}"/>
                </a:ext>
              </a:extLst>
            </p:cNvPr>
            <p:cNvCxnSpPr>
              <a:cxnSpLocks/>
            </p:cNvCxnSpPr>
            <p:nvPr/>
          </p:nvCxnSpPr>
          <p:spPr>
            <a:xfrm>
              <a:off x="4792451" y="777899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DA8D1550-1CB2-B8FC-2FA8-D2328516A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5252" y="7769039"/>
              <a:ext cx="0" cy="21758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1DF2F780-D73A-E0D5-8FA7-499C8BE12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252" y="747608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A262FFF5-35F6-63F8-9E91-A5832637F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3276" y="749315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2BEC963A-BB1F-9B7D-C188-D203FF4D02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855" y="780886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C5C8260A-35A0-D2D5-6E89-0AB8ECEC2ECE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66" y="790413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211D6D76-1BAA-B045-9929-F0B76AD81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4389" y="8013643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E2EF71C8-3A8F-55A1-E92B-70AAA3A4A391}"/>
                </a:ext>
              </a:extLst>
            </p:cNvPr>
            <p:cNvCxnSpPr>
              <a:cxnSpLocks/>
            </p:cNvCxnSpPr>
            <p:nvPr/>
          </p:nvCxnSpPr>
          <p:spPr>
            <a:xfrm>
              <a:off x="3431498" y="8113187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48321B62-C7F8-C654-C314-E899626F88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857" y="8218426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AADC0205-8E38-76A1-5DF8-4E47F369B01C}"/>
                </a:ext>
              </a:extLst>
            </p:cNvPr>
            <p:cNvCxnSpPr>
              <a:cxnSpLocks/>
            </p:cNvCxnSpPr>
            <p:nvPr/>
          </p:nvCxnSpPr>
          <p:spPr>
            <a:xfrm>
              <a:off x="3427230" y="8339301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C62049DE-E906-8B0F-1E05-19BE57CAEF65}"/>
                </a:ext>
              </a:extLst>
            </p:cNvPr>
            <p:cNvCxnSpPr>
              <a:cxnSpLocks/>
            </p:cNvCxnSpPr>
            <p:nvPr/>
          </p:nvCxnSpPr>
          <p:spPr>
            <a:xfrm>
              <a:off x="7219986" y="4475446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3696638" y="2420181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13.11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273174" y="1549400"/>
            <a:ext cx="7632701" cy="5577681"/>
            <a:chOff x="1273174" y="1549400"/>
            <a:chExt cx="7632701" cy="5577681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57203" y="1886355"/>
              <a:ext cx="0" cy="130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584575" y="3257550"/>
              <a:ext cx="427037" cy="1555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4022724" y="3413125"/>
              <a:ext cx="0" cy="4778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29400" y="2062956"/>
              <a:ext cx="754856" cy="166688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49" y="2957512"/>
              <a:ext cx="0" cy="3452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2392" y="1989280"/>
              <a:ext cx="154308" cy="712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F5E8133-1890-64B2-9FB6-3D1B50EDF524}"/>
                </a:ext>
              </a:extLst>
            </p:cNvPr>
            <p:cNvCxnSpPr>
              <a:cxnSpLocks/>
            </p:cNvCxnSpPr>
            <p:nvPr/>
          </p:nvCxnSpPr>
          <p:spPr>
            <a:xfrm>
              <a:off x="1893094" y="2474118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8E05DE-C7CD-2C84-0801-AD801613656A}"/>
                </a:ext>
              </a:extLst>
            </p:cNvPr>
            <p:cNvCxnSpPr>
              <a:cxnSpLocks/>
            </p:cNvCxnSpPr>
            <p:nvPr/>
          </p:nvCxnSpPr>
          <p:spPr>
            <a:xfrm>
              <a:off x="2035968" y="2519362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8BB69DE-7F6F-DCE2-F268-ED1D0D87A31D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07" y="2647950"/>
              <a:ext cx="778668" cy="295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51E1C6D-E6DA-1C6E-CA58-E279BC6CD0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2675" y="3288506"/>
              <a:ext cx="440531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8136B51B-FE61-7670-BDB9-6A41EB7B685F}"/>
                </a:ext>
              </a:extLst>
            </p:cNvPr>
            <p:cNvCxnSpPr>
              <a:cxnSpLocks/>
            </p:cNvCxnSpPr>
            <p:nvPr/>
          </p:nvCxnSpPr>
          <p:spPr>
            <a:xfrm>
              <a:off x="2346324" y="3476625"/>
              <a:ext cx="0" cy="600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48672D7-29DC-D36D-340B-4BB7970168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1525" y="4070350"/>
              <a:ext cx="296863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9594AC22-A027-4874-CFDA-25E6B2FAB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3888" y="4135437"/>
              <a:ext cx="150812" cy="587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011BF6AB-B4B0-A8AF-CEFA-F9C679DDE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506" y="40703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CD8DBDB0-55A0-1B05-7782-3193DD269AE7}"/>
                </a:ext>
              </a:extLst>
            </p:cNvPr>
            <p:cNvCxnSpPr>
              <a:cxnSpLocks/>
            </p:cNvCxnSpPr>
            <p:nvPr/>
          </p:nvCxnSpPr>
          <p:spPr>
            <a:xfrm>
              <a:off x="2040730" y="39417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2AA5432B-E6F0-CE33-7FE4-C4BE2C2D4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8750" y="3949700"/>
              <a:ext cx="6191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C0A8BA8-4103-E294-C15B-78028D956962}"/>
                </a:ext>
              </a:extLst>
            </p:cNvPr>
            <p:cNvCxnSpPr>
              <a:cxnSpLocks/>
            </p:cNvCxnSpPr>
            <p:nvPr/>
          </p:nvCxnSpPr>
          <p:spPr>
            <a:xfrm>
              <a:off x="1431130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C76C866A-7A34-6813-F74D-5708553ED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4184650"/>
              <a:ext cx="314325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5BDA444-6095-12B0-8DA8-F8FBCE014511}"/>
                </a:ext>
              </a:extLst>
            </p:cNvPr>
            <p:cNvCxnSpPr>
              <a:cxnSpLocks/>
            </p:cNvCxnSpPr>
            <p:nvPr/>
          </p:nvCxnSpPr>
          <p:spPr>
            <a:xfrm>
              <a:off x="1729580" y="41830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9982F05-A5E1-3BD9-729D-9A80E1EA06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313" y="4310062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736D406C-2E0E-BEB2-95D1-41735B5E0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9581" y="437197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C261AE37-C53F-1428-D36F-060ED3057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7838" y="44338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4764C218-DF13-91C3-D875-65A640B742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1625" y="4495800"/>
              <a:ext cx="319088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F1ED2C8D-A706-BBD1-9BD1-20DB4FEB1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17638" y="45481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B0027453-ABFC-9A95-1516-839AB85169B4}"/>
                </a:ext>
              </a:extLst>
            </p:cNvPr>
            <p:cNvCxnSpPr>
              <a:cxnSpLocks/>
            </p:cNvCxnSpPr>
            <p:nvPr/>
          </p:nvCxnSpPr>
          <p:spPr>
            <a:xfrm>
              <a:off x="1421605" y="4538663"/>
              <a:ext cx="0" cy="242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C43E9AC-0067-AE38-1952-F7622D6381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6050" y="4546600"/>
              <a:ext cx="60960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B4FFF554-E702-571B-3232-2995D68D2779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80" y="45291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4996573E-1E19-FF89-C67D-7F2F2A04B9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6425" y="46609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5405812D-7ED5-07EC-D9BC-978708AA5FAF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47259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75E29716-948D-2112-6E9F-6E817C531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7200" y="48450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4E3B9D9-A2D7-A06C-B20B-179AED349239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47863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10E8A3E3-AF9E-AC59-E2EC-0ED2E67C38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9525" y="4791075"/>
              <a:ext cx="463550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F3DB784-E338-B5DB-96DA-E5BBDBC3D962}"/>
                </a:ext>
              </a:extLst>
            </p:cNvPr>
            <p:cNvCxnSpPr>
              <a:cxnSpLocks/>
            </p:cNvCxnSpPr>
            <p:nvPr/>
          </p:nvCxnSpPr>
          <p:spPr>
            <a:xfrm>
              <a:off x="1281905" y="4960938"/>
              <a:ext cx="0" cy="363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BC43442-18CC-F911-BC76-5B343C41B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2700" y="5254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BFA9D7B6-768F-69D3-96CE-DF0516B9C6E9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029200"/>
              <a:ext cx="0" cy="239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57E2127A-4051-3BB4-53D6-3D0381AD1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925" y="4959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3721C8E0-F433-B636-7E4E-797A058426DB}"/>
                </a:ext>
              </a:extLst>
            </p:cNvPr>
            <p:cNvCxnSpPr>
              <a:cxnSpLocks/>
            </p:cNvCxnSpPr>
            <p:nvPr/>
          </p:nvCxnSpPr>
          <p:spPr>
            <a:xfrm>
              <a:off x="1583530" y="4965700"/>
              <a:ext cx="0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7D782DBE-4BE8-B39F-CDDD-543EB08B0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53054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BCBA13B-5AF5-578F-9C6B-A7F861B8CA48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376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6CA3ABD8-F0AE-F6B8-26D8-E63093FF4F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3513" y="5503862"/>
              <a:ext cx="307181" cy="1206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05D649DB-CB0B-6957-AE80-128AFD2A610C}"/>
                </a:ext>
              </a:extLst>
            </p:cNvPr>
            <p:cNvCxnSpPr>
              <a:cxnSpLocks/>
            </p:cNvCxnSpPr>
            <p:nvPr/>
          </p:nvCxnSpPr>
          <p:spPr>
            <a:xfrm>
              <a:off x="2043905" y="56372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E2EDFB6D-B5B5-F317-7AF3-4DDFA7F64C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7975" y="5445125"/>
              <a:ext cx="473074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2E7286B-9119-F42B-9385-4365F986A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1150" y="5381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51D65231-F43F-D176-882E-6927197F7F58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5153025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5F6A136B-797B-FED7-405F-1AF45E9EF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0375" y="5086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1C53B154-3F9D-4AF7-238F-541E01C69277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5083175"/>
              <a:ext cx="0" cy="349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CF8D303E-6874-22FD-1E6E-338248FC64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250" y="542607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F05529C4-C213-E81F-2FFC-9F22640A9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350" y="5435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CF412D5-95BA-6570-CBAE-371B50EE5304}"/>
                </a:ext>
              </a:extLst>
            </p:cNvPr>
            <p:cNvCxnSpPr>
              <a:cxnSpLocks/>
            </p:cNvCxnSpPr>
            <p:nvPr/>
          </p:nvCxnSpPr>
          <p:spPr>
            <a:xfrm>
              <a:off x="2186780" y="5437188"/>
              <a:ext cx="0" cy="207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5E767663-C7E8-E6D5-AB97-B39C08F24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5661025"/>
              <a:ext cx="167481" cy="777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D755CBAD-12CB-9BCA-13F8-F5388B5F5C59}"/>
                </a:ext>
              </a:extLst>
            </p:cNvPr>
            <p:cNvCxnSpPr>
              <a:cxnSpLocks/>
            </p:cNvCxnSpPr>
            <p:nvPr/>
          </p:nvCxnSpPr>
          <p:spPr>
            <a:xfrm>
              <a:off x="2342355" y="5499100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5EA590E2-1A00-8778-A066-BA1DF951EA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3150" y="5492750"/>
              <a:ext cx="15875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76BCCA0-44DB-C654-A427-8A8707188674}"/>
                </a:ext>
              </a:extLst>
            </p:cNvPr>
            <p:cNvCxnSpPr>
              <a:cxnSpLocks/>
            </p:cNvCxnSpPr>
            <p:nvPr/>
          </p:nvCxnSpPr>
          <p:spPr>
            <a:xfrm>
              <a:off x="2494755" y="5557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6CFF67A4-0543-67B4-6603-451C0710C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6261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2BAAEA61-6505-0FEA-AC26-41D11D818ED1}"/>
                </a:ext>
              </a:extLst>
            </p:cNvPr>
            <p:cNvCxnSpPr>
              <a:cxnSpLocks/>
            </p:cNvCxnSpPr>
            <p:nvPr/>
          </p:nvCxnSpPr>
          <p:spPr>
            <a:xfrm>
              <a:off x="2650330" y="5503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D3B9DB18-A211-B4A6-1086-880869041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3879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2051F-F37E-56E3-9A6C-EF80CA5C6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8250" y="5445125"/>
              <a:ext cx="15875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ED635E3C-CD9F-82A5-26DA-2048807EB6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5197475"/>
              <a:ext cx="460375" cy="196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B076E022-B838-A926-8ED7-C3403665FC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2000" y="51847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35A90C7F-63D6-AAFA-062F-5FBC39C2DA61}"/>
                </a:ext>
              </a:extLst>
            </p:cNvPr>
            <p:cNvCxnSpPr>
              <a:cxnSpLocks/>
            </p:cNvCxnSpPr>
            <p:nvPr/>
          </p:nvCxnSpPr>
          <p:spPr>
            <a:xfrm>
              <a:off x="2037555" y="5038725"/>
              <a:ext cx="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D3D8D5E7-C96A-2D49-63B5-8EFBDE823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5175" y="5029200"/>
              <a:ext cx="60960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B68DA4B4-B31B-6770-FA86-23EFAAEDB084}"/>
                </a:ext>
              </a:extLst>
            </p:cNvPr>
            <p:cNvCxnSpPr>
              <a:cxnSpLocks/>
            </p:cNvCxnSpPr>
            <p:nvPr/>
          </p:nvCxnSpPr>
          <p:spPr>
            <a:xfrm>
              <a:off x="2647155" y="51419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0D36BB45-F992-0C75-4F28-761A58CFC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4968875"/>
              <a:ext cx="47307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A96D445B-A0A8-CC59-1C8B-B308873E3F02}"/>
                </a:ext>
              </a:extLst>
            </p:cNvPr>
            <p:cNvCxnSpPr>
              <a:cxnSpLocks/>
            </p:cNvCxnSpPr>
            <p:nvPr/>
          </p:nvCxnSpPr>
          <p:spPr>
            <a:xfrm>
              <a:off x="2189955" y="48434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8FA5CFD0-134E-E94F-A37B-6DC706FC5A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4875" y="48418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D015498D-AAE9-FA27-0883-DDD877DACB32}"/>
                </a:ext>
              </a:extLst>
            </p:cNvPr>
            <p:cNvCxnSpPr>
              <a:cxnSpLocks/>
            </p:cNvCxnSpPr>
            <p:nvPr/>
          </p:nvCxnSpPr>
          <p:spPr>
            <a:xfrm>
              <a:off x="2656680" y="48942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3C9A919F-4CE1-8EEB-951D-922DD7D53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7575" y="472122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69502577-BDB4-C9EA-15F5-1D1C3D196DCA}"/>
                </a:ext>
              </a:extLst>
            </p:cNvPr>
            <p:cNvCxnSpPr>
              <a:cxnSpLocks/>
            </p:cNvCxnSpPr>
            <p:nvPr/>
          </p:nvCxnSpPr>
          <p:spPr>
            <a:xfrm>
              <a:off x="2193130" y="4614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6A5A364-93FE-678C-FC13-E7744391ED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46132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94148182-6DCC-0E0D-1FCB-3D080BEA3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000" y="47244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2792ACE8-AED7-C53D-7C75-DC0478A113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6069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C6B6D85-C68E-7075-D23C-EE3AC71B4B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4546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72FA2007-44BA-86A0-2C25-ADAE8E4D35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7100" y="43719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4D3FDD42-CBBB-1569-329D-7945D5470344}"/>
                </a:ext>
              </a:extLst>
            </p:cNvPr>
            <p:cNvCxnSpPr>
              <a:cxnSpLocks/>
            </p:cNvCxnSpPr>
            <p:nvPr/>
          </p:nvCxnSpPr>
          <p:spPr>
            <a:xfrm>
              <a:off x="2199480" y="42370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88412A75-E9AC-69E2-8F58-4A73A5E6A8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925" y="41846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9F3D3FE1-A1F5-0341-B4D8-951864523BEB}"/>
                </a:ext>
              </a:extLst>
            </p:cNvPr>
            <p:cNvCxnSpPr>
              <a:cxnSpLocks/>
            </p:cNvCxnSpPr>
            <p:nvPr/>
          </p:nvCxnSpPr>
          <p:spPr>
            <a:xfrm>
              <a:off x="2348705" y="41767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7632E04B-3ECE-3608-675C-FF4299E48E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6325" y="4305300"/>
              <a:ext cx="625475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6855508-F712-E278-8F36-1A69E32FE4C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5" y="44211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0F26578E-3F95-F47A-7666-4CD814FA4C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2576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087017B-EA93-09A4-814A-59A27DFD9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1425" y="41941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13D53826-C1EA-7FFB-4E04-FECEB45619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0175" y="42005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F7E8D1B4-59FB-A34F-5C1D-C13110DAE3BB}"/>
                </a:ext>
              </a:extLst>
            </p:cNvPr>
            <p:cNvCxnSpPr>
              <a:cxnSpLocks/>
            </p:cNvCxnSpPr>
            <p:nvPr/>
          </p:nvCxnSpPr>
          <p:spPr>
            <a:xfrm>
              <a:off x="2963862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A30C4D34-EFFE-96A6-FD19-320E0D699E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4000" y="4124325"/>
              <a:ext cx="173038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5F5382C0-6CE6-5D5A-E628-C34EADF1D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40608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E649ECDF-F2D6-F309-DF62-3733962B2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40608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55985789-B0A4-DBB9-84BA-8FB3AB203E46}"/>
                </a:ext>
              </a:extLst>
            </p:cNvPr>
            <p:cNvCxnSpPr>
              <a:cxnSpLocks/>
            </p:cNvCxnSpPr>
            <p:nvPr/>
          </p:nvCxnSpPr>
          <p:spPr>
            <a:xfrm>
              <a:off x="3113880" y="4148138"/>
              <a:ext cx="0" cy="579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5115E9C3-A1F3-66F6-FD8B-08AECA5E80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5625" y="471805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9B71C0A7-07D5-45B7-33D5-D3BAFF971735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5" y="4799013"/>
              <a:ext cx="0" cy="350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3D0B3F8C-2B2E-C3C8-DA28-FE0ED50ED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5150" y="50641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4264B3CB-ECE9-1541-7121-20FEB6B47068}"/>
                </a:ext>
              </a:extLst>
            </p:cNvPr>
            <p:cNvCxnSpPr>
              <a:cxnSpLocks/>
            </p:cNvCxnSpPr>
            <p:nvPr/>
          </p:nvCxnSpPr>
          <p:spPr>
            <a:xfrm>
              <a:off x="3107530" y="4851400"/>
              <a:ext cx="0" cy="223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03A705D-7612-5A0E-9D67-12F0E5AC4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0350" y="4854575"/>
              <a:ext cx="298450" cy="111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FB6A189B-67B3-454D-F66C-19ECBE1975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0825" y="495300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F7F038EE-64DB-4213-8988-C738A7D5B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525" y="503872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Straight Connector 1987">
              <a:extLst>
                <a:ext uri="{FF2B5EF4-FFF2-40B4-BE49-F238E27FC236}">
                  <a16:creationId xmlns:a16="http://schemas.microsoft.com/office/drawing/2014/main" id="{FFD5E795-F995-23B6-A055-A44A63BB1391}"/>
                </a:ext>
              </a:extLst>
            </p:cNvPr>
            <p:cNvCxnSpPr>
              <a:cxnSpLocks/>
            </p:cNvCxnSpPr>
            <p:nvPr/>
          </p:nvCxnSpPr>
          <p:spPr>
            <a:xfrm>
              <a:off x="2802730" y="50815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930E1EBB-196D-A962-C444-3D98D7344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6225" y="51498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5F6CD90B-7962-AF84-46DE-D7E6F9DF0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2750" y="51435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9145FE32-4B0D-C408-4AC0-32FDEEAE2424}"/>
                </a:ext>
              </a:extLst>
            </p:cNvPr>
            <p:cNvCxnSpPr>
              <a:cxnSpLocks/>
            </p:cNvCxnSpPr>
            <p:nvPr/>
          </p:nvCxnSpPr>
          <p:spPr>
            <a:xfrm>
              <a:off x="3104355" y="5202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C9CE743B-F0BB-AA72-7D39-F22BD5048B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52578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D6C4A011-A05F-D256-C1D5-09373FA933A4}"/>
                </a:ext>
              </a:extLst>
            </p:cNvPr>
            <p:cNvCxnSpPr>
              <a:cxnSpLocks/>
            </p:cNvCxnSpPr>
            <p:nvPr/>
          </p:nvCxnSpPr>
          <p:spPr>
            <a:xfrm>
              <a:off x="2951955" y="5268913"/>
              <a:ext cx="0" cy="347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B6B1F23B-E253-1051-0D61-C5F2F5F0F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9100" y="561657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BA743247-5ED3-DF8F-B213-3DB1B33F0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8325" y="5565775"/>
              <a:ext cx="298450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A8EE184F-F47A-7F43-8826-178C449A42A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557838"/>
              <a:ext cx="150020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636AD313-066F-E837-C42A-AF49A8AE4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1200" y="5629275"/>
              <a:ext cx="307975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70017B48-ADFC-9605-5B83-40E0E6EDF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1200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F5877D3A-202E-BA51-0A48-3672663C491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7927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A99712C4-2C26-2069-E180-7B8FC279E1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9950" y="59277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BD02D2C0-1076-99A6-F8D4-97948E20CEAC}"/>
                </a:ext>
              </a:extLst>
            </p:cNvPr>
            <p:cNvCxnSpPr>
              <a:cxnSpLocks/>
            </p:cNvCxnSpPr>
            <p:nvPr/>
          </p:nvCxnSpPr>
          <p:spPr>
            <a:xfrm>
              <a:off x="3567905" y="5743575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0F0D76C7-20A8-2461-1B1C-B0AF61BF95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9175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7D0F58A9-21AE-81F6-ED9D-A717A5A9A2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1575" y="5737225"/>
              <a:ext cx="161925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0196E861-F298-AE3E-29E4-6C2A03FBF7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0325" y="57372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D5739DA3-B458-5C11-2866-6425EBEA4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4950" y="5676900"/>
              <a:ext cx="2825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E82406F9-4159-E2DB-C4E1-1D10A7EC3397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FC680C0-B416-3B85-EC7B-2ECF8E4379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5118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4FA1225-7AAA-718C-2619-D2B151EAC30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130" y="54975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229A034A-76D8-EAA7-AE3C-B3587DC83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0400" y="5553075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4926C7BD-1842-A957-C8A9-98EDF4997129}"/>
                </a:ext>
              </a:extLst>
            </p:cNvPr>
            <p:cNvCxnSpPr>
              <a:cxnSpLocks/>
            </p:cNvCxnSpPr>
            <p:nvPr/>
          </p:nvCxnSpPr>
          <p:spPr>
            <a:xfrm>
              <a:off x="4637880" y="5424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F5F5043A-56A8-44DB-A276-E756966D9E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975" y="5429250"/>
              <a:ext cx="32385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EA74FCEF-0FC2-73E1-898A-B98B726CDB5F}"/>
                </a:ext>
              </a:extLst>
            </p:cNvPr>
            <p:cNvCxnSpPr>
              <a:cxnSpLocks/>
            </p:cNvCxnSpPr>
            <p:nvPr/>
          </p:nvCxnSpPr>
          <p:spPr>
            <a:xfrm>
              <a:off x="49426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22707A6C-BBB4-60FF-6763-731C5228B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43475" y="56769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018D656F-01EC-BC90-1D9D-9AA2A9D088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4725" y="5984875"/>
              <a:ext cx="294481" cy="1135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AE8EA051-5BC1-7311-A081-9E45C1AAA2B0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5738813"/>
              <a:ext cx="0" cy="24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482054B8-8876-84C5-E14C-804745115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6806" y="5740400"/>
              <a:ext cx="157163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7DD49F85-B528-13D8-8D55-34A39DA8A5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9050" y="5870575"/>
              <a:ext cx="292100" cy="104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3A4833CE-7CBC-D366-56B2-96FD5A57AE62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00" y="5870575"/>
              <a:ext cx="0" cy="108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11664BF8-3D61-C55C-FD3C-F7B8DFC1EB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1925" y="58039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BB2B4FAB-68F1-15C7-F144-1B42D5257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400" y="57594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8D0C1D06-A9E5-4BC2-7671-D5B5CD7BF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9525" y="5619750"/>
              <a:ext cx="31432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Straight Connector 2015">
              <a:extLst>
                <a:ext uri="{FF2B5EF4-FFF2-40B4-BE49-F238E27FC236}">
                  <a16:creationId xmlns:a16="http://schemas.microsoft.com/office/drawing/2014/main" id="{0C755F1D-FE31-55E9-4420-588B679CC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6350" y="556577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AED50892-5F74-E9C8-C100-A4AE3A421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5381625"/>
              <a:ext cx="47942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Straight Connector 2018">
              <a:extLst>
                <a:ext uri="{FF2B5EF4-FFF2-40B4-BE49-F238E27FC236}">
                  <a16:creationId xmlns:a16="http://schemas.microsoft.com/office/drawing/2014/main" id="{6EA78136-14DC-28A9-77AC-B259327A7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550" y="53340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8C6D75C5-B2FF-EB81-64AD-0A7292159E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7125" y="533717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2" name="Straight Connector 2021">
              <a:extLst>
                <a:ext uri="{FF2B5EF4-FFF2-40B4-BE49-F238E27FC236}">
                  <a16:creationId xmlns:a16="http://schemas.microsoft.com/office/drawing/2014/main" id="{3B010FBA-0260-379F-638F-BCCF0FFC4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2700" y="5314950"/>
              <a:ext cx="15557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AC2F9EB0-C52E-ABE5-E8D8-51088AF2F30D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5" y="53165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2024">
              <a:extLst>
                <a:ext uri="{FF2B5EF4-FFF2-40B4-BE49-F238E27FC236}">
                  <a16:creationId xmlns:a16="http://schemas.microsoft.com/office/drawing/2014/main" id="{B32E626A-E340-2707-F9DC-FCCECBAD94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8750" y="54546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9FAF269C-FF4F-1C56-0CDF-C4A64ED0EBB8}"/>
                </a:ext>
              </a:extLst>
            </p:cNvPr>
            <p:cNvCxnSpPr>
              <a:cxnSpLocks/>
            </p:cNvCxnSpPr>
            <p:nvPr/>
          </p:nvCxnSpPr>
          <p:spPr>
            <a:xfrm>
              <a:off x="5387180" y="53673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7" name="Straight Connector 2026">
              <a:extLst>
                <a:ext uri="{FF2B5EF4-FFF2-40B4-BE49-F238E27FC236}">
                  <a16:creationId xmlns:a16="http://schemas.microsoft.com/office/drawing/2014/main" id="{70E20C09-6625-33AA-8467-9586D81F6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7975" y="53784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CF478CD6-3EFC-A1B5-A36D-5609DFA20336}"/>
                </a:ext>
              </a:extLst>
            </p:cNvPr>
            <p:cNvCxnSpPr>
              <a:cxnSpLocks/>
            </p:cNvCxnSpPr>
            <p:nvPr/>
          </p:nvCxnSpPr>
          <p:spPr>
            <a:xfrm>
              <a:off x="5539580" y="54403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9" name="Straight Connector 2028">
              <a:extLst>
                <a:ext uri="{FF2B5EF4-FFF2-40B4-BE49-F238E27FC236}">
                  <a16:creationId xmlns:a16="http://schemas.microsoft.com/office/drawing/2014/main" id="{573C9CF1-9EF9-C762-3E39-E3AB55708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4025" y="5492750"/>
              <a:ext cx="1682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9C6659D2-A1E0-ADB2-266B-4C12C236C3AE}"/>
                </a:ext>
              </a:extLst>
            </p:cNvPr>
            <p:cNvCxnSpPr>
              <a:cxnSpLocks/>
            </p:cNvCxnSpPr>
            <p:nvPr/>
          </p:nvCxnSpPr>
          <p:spPr>
            <a:xfrm>
              <a:off x="5698330" y="5497513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F2EDD809-8D12-E5AF-B25F-00842810B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2775" y="5570538"/>
              <a:ext cx="164305" cy="555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CE3DFB4B-4E1E-13FB-D8BE-55BCB32109EA}"/>
                </a:ext>
              </a:extLst>
            </p:cNvPr>
            <p:cNvCxnSpPr>
              <a:cxnSpLocks/>
            </p:cNvCxnSpPr>
            <p:nvPr/>
          </p:nvCxnSpPr>
          <p:spPr>
            <a:xfrm>
              <a:off x="5695155" y="5614988"/>
              <a:ext cx="0" cy="474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4E5130AF-3062-1C20-B645-A8990C25D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369" y="6094413"/>
              <a:ext cx="461961" cy="1658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04DED8DA-C21A-D470-1D29-D2AE801AE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6" y="6048375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1B65A7F4-F9C1-D284-A3A7-8904F98AB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6825" y="614600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2042">
              <a:extLst>
                <a:ext uri="{FF2B5EF4-FFF2-40B4-BE49-F238E27FC236}">
                  <a16:creationId xmlns:a16="http://schemas.microsoft.com/office/drawing/2014/main" id="{420BAD35-A907-3B99-D752-635ADD13D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4425" y="6096000"/>
              <a:ext cx="140494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8D5658C1-5B24-79A1-79C0-DE23F144B2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2307" y="620553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CADA2D5F-37AA-0E79-FEDC-4979D673A413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5727700"/>
              <a:ext cx="0" cy="473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F0EEFD7A-407E-408D-E91C-5631B24A09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1650" y="57277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2049">
              <a:extLst>
                <a:ext uri="{FF2B5EF4-FFF2-40B4-BE49-F238E27FC236}">
                  <a16:creationId xmlns:a16="http://schemas.microsoft.com/office/drawing/2014/main" id="{246CB369-4623-2452-8AD8-D2B52177B5EE}"/>
                </a:ext>
              </a:extLst>
            </p:cNvPr>
            <p:cNvCxnSpPr>
              <a:cxnSpLocks/>
            </p:cNvCxnSpPr>
            <p:nvPr/>
          </p:nvCxnSpPr>
          <p:spPr>
            <a:xfrm>
              <a:off x="4317205" y="5791200"/>
              <a:ext cx="0" cy="346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7420A939-B969-DA3C-11BA-B6F38298F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1475" y="6146800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AD7A641A-EA3A-E6AD-0E21-7DF0A6D567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25" y="61658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FC823607-2C3B-EECF-00DE-A3E0D27A952C}"/>
                </a:ext>
              </a:extLst>
            </p:cNvPr>
            <p:cNvCxnSpPr>
              <a:cxnSpLocks/>
            </p:cNvCxnSpPr>
            <p:nvPr/>
          </p:nvCxnSpPr>
          <p:spPr>
            <a:xfrm>
              <a:off x="4018755" y="60436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86FCF6B9-A110-BBB2-A043-8FA94778A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3500" y="6035675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5FBB60BF-AB4F-17EB-946C-3BD2D590E74A}"/>
                </a:ext>
              </a:extLst>
            </p:cNvPr>
            <p:cNvCxnSpPr>
              <a:cxnSpLocks/>
            </p:cNvCxnSpPr>
            <p:nvPr/>
          </p:nvCxnSpPr>
          <p:spPr>
            <a:xfrm>
              <a:off x="3875880" y="6103938"/>
              <a:ext cx="0" cy="112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95544C6F-00FE-344C-5525-8ABF6B4888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207919"/>
              <a:ext cx="132555" cy="53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2060">
              <a:extLst>
                <a:ext uri="{FF2B5EF4-FFF2-40B4-BE49-F238E27FC236}">
                  <a16:creationId xmlns:a16="http://schemas.microsoft.com/office/drawing/2014/main" id="{CE259520-B006-9585-E99E-013EDF204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8600" y="6262688"/>
              <a:ext cx="292894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888529DE-CE13-4AE3-F6BC-DF736B3DA7F1}"/>
                </a:ext>
              </a:extLst>
            </p:cNvPr>
            <p:cNvCxnSpPr>
              <a:cxnSpLocks/>
            </p:cNvCxnSpPr>
            <p:nvPr/>
          </p:nvCxnSpPr>
          <p:spPr>
            <a:xfrm>
              <a:off x="4024311" y="6384925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99ACB893-89CB-D5F3-CEED-7BBC40C5D5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2406" y="6507956"/>
              <a:ext cx="321469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C96825CB-C63F-1C1B-ACDB-34AE66DB40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9150" y="6627019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D0E864F6-4200-5821-88E5-87333C1A125E}"/>
                </a:ext>
              </a:extLst>
            </p:cNvPr>
            <p:cNvCxnSpPr>
              <a:cxnSpLocks/>
            </p:cNvCxnSpPr>
            <p:nvPr/>
          </p:nvCxnSpPr>
          <p:spPr>
            <a:xfrm>
              <a:off x="4329905" y="65166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1D7544BA-ED04-A15E-2B90-9B576A794BAA}"/>
                </a:ext>
              </a:extLst>
            </p:cNvPr>
            <p:cNvCxnSpPr>
              <a:cxnSpLocks/>
            </p:cNvCxnSpPr>
            <p:nvPr/>
          </p:nvCxnSpPr>
          <p:spPr>
            <a:xfrm>
              <a:off x="4628355" y="6507956"/>
              <a:ext cx="0" cy="1143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21C68955-C26D-2B43-ECDF-2DB9A12DE3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7525" y="6273800"/>
              <a:ext cx="307975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D0DDE090-3740-C2B0-E34B-A5F7C874B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375" y="62174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0E313CD7-3987-2E9C-B57F-680A1310E9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9168" y="6572250"/>
              <a:ext cx="328613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AE2FD257-50FF-E1F0-B6E2-FF51DED5F31F}"/>
                </a:ext>
              </a:extLst>
            </p:cNvPr>
            <p:cNvCxnSpPr>
              <a:cxnSpLocks/>
            </p:cNvCxnSpPr>
            <p:nvPr/>
          </p:nvCxnSpPr>
          <p:spPr>
            <a:xfrm>
              <a:off x="4934745" y="6165056"/>
              <a:ext cx="0" cy="2309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7B0FB7CC-168E-C116-9919-C1678822D6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6446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E635F513-63C5-6FC5-829B-777507329A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1431" y="6575424"/>
              <a:ext cx="137319" cy="563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14438CBF-58CC-8DB8-4339-62B782EE7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7461" y="6577013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9F261C38-F9D9-F49F-E993-6D7882F1EF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2363" y="6754018"/>
              <a:ext cx="165893" cy="68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8F478C97-6D9B-6879-D85C-1890D87C0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4406" y="6746081"/>
              <a:ext cx="15478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3E51B417-89E7-354E-B088-1DEF333A3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3894" y="6755606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7F5ACDFE-B3F7-B4BB-5D0B-E695C30BC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350" y="6872288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2C0CB4CF-EFBF-2646-F800-768468E16F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4313" y="6743700"/>
              <a:ext cx="299243" cy="1246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B52B236F-036A-2A86-AC9A-02548D740D47}"/>
                </a:ext>
              </a:extLst>
            </p:cNvPr>
            <p:cNvCxnSpPr>
              <a:cxnSpLocks/>
            </p:cNvCxnSpPr>
            <p:nvPr/>
          </p:nvCxnSpPr>
          <p:spPr>
            <a:xfrm>
              <a:off x="4028280" y="662781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3AD085DA-FF02-5046-1E9E-828024E86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8419" y="656590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4FFFD7FA-E618-2BD7-64F4-FD961D234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5544" y="6688931"/>
              <a:ext cx="165894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CB84A6B9-48C1-7BB6-2E3E-9AF99369AA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6750844"/>
              <a:ext cx="297656" cy="123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3116B0BD-6D26-F932-20EE-198546F585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9256" y="668972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2F9EB267-438C-18F4-31DE-FF88056A7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5587" y="6690519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08070FF3-BF62-A369-48A9-22AD1F50B5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7313" y="6687344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2EB6781E-DEE8-C747-AEF9-CD552308C6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49" y="6685757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4494C587-0B2C-0218-828B-B43764C22A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5931" y="6450806"/>
              <a:ext cx="768351" cy="2984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B4305602-23F9-2585-84BE-A4B8BF924EA3}"/>
                </a:ext>
              </a:extLst>
            </p:cNvPr>
            <p:cNvCxnSpPr>
              <a:cxnSpLocks/>
            </p:cNvCxnSpPr>
            <p:nvPr/>
          </p:nvCxnSpPr>
          <p:spPr>
            <a:xfrm>
              <a:off x="1732755" y="63373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34ACEC1C-3699-FEA3-6E5A-5914806F94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67657" y="6275387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FE2B4094-BA96-5001-AD69-EFF5AD54D612}"/>
                </a:ext>
              </a:extLst>
            </p:cNvPr>
            <p:cNvCxnSpPr>
              <a:cxnSpLocks/>
            </p:cNvCxnSpPr>
            <p:nvPr/>
          </p:nvCxnSpPr>
          <p:spPr>
            <a:xfrm>
              <a:off x="1577974" y="61563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26BEFB3F-196D-8086-2ECA-BD083EB91C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23988" y="6093619"/>
              <a:ext cx="151607" cy="531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2CF69C6B-A42D-C299-3B05-540F50DD0675}"/>
                </a:ext>
              </a:extLst>
            </p:cNvPr>
            <p:cNvCxnSpPr>
              <a:cxnSpLocks/>
            </p:cNvCxnSpPr>
            <p:nvPr/>
          </p:nvCxnSpPr>
          <p:spPr>
            <a:xfrm>
              <a:off x="1273174" y="5911851"/>
              <a:ext cx="0" cy="2349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AFBDB1CB-53B4-4081-82A4-0DE7122C6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8732" y="61388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1F132D34-3480-0BB1-24D8-49B0024A4FAC}"/>
                </a:ext>
              </a:extLst>
            </p:cNvPr>
            <p:cNvCxnSpPr>
              <a:cxnSpLocks/>
            </p:cNvCxnSpPr>
            <p:nvPr/>
          </p:nvCxnSpPr>
          <p:spPr>
            <a:xfrm>
              <a:off x="1435099" y="62071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87ACFF39-EEB3-4668-FD7C-151BFBFCA2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132" y="63293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B007ADD2-A3BF-88E7-14F9-AFC7E861207D}"/>
                </a:ext>
              </a:extLst>
            </p:cNvPr>
            <p:cNvCxnSpPr>
              <a:cxnSpLocks/>
            </p:cNvCxnSpPr>
            <p:nvPr/>
          </p:nvCxnSpPr>
          <p:spPr>
            <a:xfrm>
              <a:off x="1587499" y="63881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19E85990-5BF0-F8A0-61BC-2A61792FB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6707" y="65071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FFDDC26B-09F4-F82F-0C2F-D527AEAAAA33}"/>
                </a:ext>
              </a:extLst>
            </p:cNvPr>
            <p:cNvCxnSpPr>
              <a:cxnSpLocks/>
            </p:cNvCxnSpPr>
            <p:nvPr/>
          </p:nvCxnSpPr>
          <p:spPr>
            <a:xfrm>
              <a:off x="1733549" y="65659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8F2AF566-6CBD-CAC6-0090-0E1563777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757" y="6688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E70B4398-15C4-76C3-BE2E-33980C98A1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74" y="66230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8ABBCF2C-48E6-D69A-08FA-FC3C47E919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81982" y="66278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B0D80446-BD60-6D0A-C6A2-464D27D28B30}"/>
                </a:ext>
              </a:extLst>
            </p:cNvPr>
            <p:cNvCxnSpPr>
              <a:cxnSpLocks/>
            </p:cNvCxnSpPr>
            <p:nvPr/>
          </p:nvCxnSpPr>
          <p:spPr>
            <a:xfrm>
              <a:off x="2028824" y="6677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B4EF40F1-3BA2-A7A0-7920-1DA247655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7557" y="6799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D0E1B395-2192-B6DF-D1A1-1D7CBCD25BEC}"/>
                </a:ext>
              </a:extLst>
            </p:cNvPr>
            <p:cNvCxnSpPr>
              <a:cxnSpLocks/>
            </p:cNvCxnSpPr>
            <p:nvPr/>
          </p:nvCxnSpPr>
          <p:spPr>
            <a:xfrm>
              <a:off x="2193924" y="67405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2846EAD1-E463-D6DB-9D32-08EA86662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2657" y="67421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55AEA779-573A-1493-F7B2-70CFC9CD5A28}"/>
                </a:ext>
              </a:extLst>
            </p:cNvPr>
            <p:cNvCxnSpPr>
              <a:cxnSpLocks/>
            </p:cNvCxnSpPr>
            <p:nvPr/>
          </p:nvCxnSpPr>
          <p:spPr>
            <a:xfrm>
              <a:off x="2352674" y="6804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ED1C5C8B-5BD7-61CE-FDEE-761ADD4AD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1882" y="6926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3189A4CE-68D6-820A-9C7B-28C6EAC125F1}"/>
                </a:ext>
              </a:extLst>
            </p:cNvPr>
            <p:cNvCxnSpPr>
              <a:cxnSpLocks/>
            </p:cNvCxnSpPr>
            <p:nvPr/>
          </p:nvCxnSpPr>
          <p:spPr>
            <a:xfrm>
              <a:off x="2501899" y="686117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FAB7B0A4-A056-F851-7C14-744F10BC55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107" y="68659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DF07CB26-AA51-C765-CF29-62ECB5720D9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124" y="68008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509AC9C2-D31C-97CE-7702-C5C00489CD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9857" y="6815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9FD58A07-1E36-3FF6-8F25-4750F7DDF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719" y="6767513"/>
              <a:ext cx="0" cy="3444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2151">
              <a:extLst>
                <a:ext uri="{FF2B5EF4-FFF2-40B4-BE49-F238E27FC236}">
                  <a16:creationId xmlns:a16="http://schemas.microsoft.com/office/drawing/2014/main" id="{C3DF67CE-F831-CA32-13EC-BD02FB1A2B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7925" y="704611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Straight Connector 2152">
              <a:extLst>
                <a:ext uri="{FF2B5EF4-FFF2-40B4-BE49-F238E27FC236}">
                  <a16:creationId xmlns:a16="http://schemas.microsoft.com/office/drawing/2014/main" id="{CAADD745-F083-DD0D-A0F9-EB7B64B84B1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0" y="69310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Straight Connector 2153">
              <a:extLst>
                <a:ext uri="{FF2B5EF4-FFF2-40B4-BE49-F238E27FC236}">
                  <a16:creationId xmlns:a16="http://schemas.microsoft.com/office/drawing/2014/main" id="{51781B2A-3998-B423-6664-8418F20119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928644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3473B385-30D2-3583-D9BD-832AB3B36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9075" y="70397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2158">
              <a:extLst>
                <a:ext uri="{FF2B5EF4-FFF2-40B4-BE49-F238E27FC236}">
                  <a16:creationId xmlns:a16="http://schemas.microsoft.com/office/drawing/2014/main" id="{C6393DC5-305E-0603-00B5-65EF2CFB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4769" y="6810375"/>
              <a:ext cx="465931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6FAC0FE6-15A2-2EA6-55C0-2EBFDA096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350" y="70492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2161">
              <a:extLst>
                <a:ext uri="{FF2B5EF4-FFF2-40B4-BE49-F238E27FC236}">
                  <a16:creationId xmlns:a16="http://schemas.microsoft.com/office/drawing/2014/main" id="{D2BAEAED-3368-B511-1605-9E78DC3A76D6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6827044"/>
              <a:ext cx="0" cy="2182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139E55BC-6E4C-CF91-0781-7BD176306CF1}"/>
                </a:ext>
              </a:extLst>
            </p:cNvPr>
            <p:cNvCxnSpPr>
              <a:cxnSpLocks/>
            </p:cNvCxnSpPr>
            <p:nvPr/>
          </p:nvCxnSpPr>
          <p:spPr>
            <a:xfrm>
              <a:off x="4634705" y="6772275"/>
              <a:ext cx="0" cy="330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4A89595C-05C3-9012-7E87-EA65103EB4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5500" y="704294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BBBB481E-D164-6A3D-F0A8-EB3A5BDA46E2}"/>
                </a:ext>
              </a:extLst>
            </p:cNvPr>
            <p:cNvCxnSpPr>
              <a:cxnSpLocks/>
            </p:cNvCxnSpPr>
            <p:nvPr/>
          </p:nvCxnSpPr>
          <p:spPr>
            <a:xfrm>
              <a:off x="4777580" y="69215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2036040D-B8EE-DB01-8BAA-26E7BEBA10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2344" y="6918325"/>
              <a:ext cx="154781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5E730FB0-8E9A-6872-5943-A6553654F471}"/>
                </a:ext>
              </a:extLst>
            </p:cNvPr>
            <p:cNvCxnSpPr>
              <a:cxnSpLocks/>
            </p:cNvCxnSpPr>
            <p:nvPr/>
          </p:nvCxnSpPr>
          <p:spPr>
            <a:xfrm>
              <a:off x="4949030" y="69850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4750EDA8-7C4B-E87B-8435-87FD97592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3475" y="6972300"/>
              <a:ext cx="304800" cy="1531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373B5788-7159-971A-E6D7-D0B9DA776802}"/>
                </a:ext>
              </a:extLst>
            </p:cNvPr>
            <p:cNvCxnSpPr>
              <a:cxnSpLocks/>
            </p:cNvCxnSpPr>
            <p:nvPr/>
          </p:nvCxnSpPr>
          <p:spPr>
            <a:xfrm>
              <a:off x="5241130" y="69913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27A14B64-DD31-235A-42D8-D3F646C5506C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5686425"/>
              <a:ext cx="306387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3B12E916-6F32-7DD8-B3C6-6F73E2DB5006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55" y="5805488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05F2EEF4-126D-12D2-8479-13BB9CEBCA92}"/>
                </a:ext>
              </a:extLst>
            </p:cNvPr>
            <p:cNvCxnSpPr>
              <a:cxnSpLocks/>
            </p:cNvCxnSpPr>
            <p:nvPr/>
          </p:nvCxnSpPr>
          <p:spPr>
            <a:xfrm>
              <a:off x="6450805" y="5916613"/>
              <a:ext cx="305595" cy="125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D9DC3706-169A-E046-F68E-4EC59D070699}"/>
                </a:ext>
              </a:extLst>
            </p:cNvPr>
            <p:cNvCxnSpPr>
              <a:cxnSpLocks/>
            </p:cNvCxnSpPr>
            <p:nvPr/>
          </p:nvCxnSpPr>
          <p:spPr>
            <a:xfrm>
              <a:off x="6758780" y="6043613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2214">
              <a:extLst>
                <a:ext uri="{FF2B5EF4-FFF2-40B4-BE49-F238E27FC236}">
                  <a16:creationId xmlns:a16="http://schemas.microsoft.com/office/drawing/2014/main" id="{1FBE4629-D432-2F0D-9167-14017B2D859E}"/>
                </a:ext>
              </a:extLst>
            </p:cNvPr>
            <p:cNvCxnSpPr>
              <a:cxnSpLocks/>
            </p:cNvCxnSpPr>
            <p:nvPr/>
          </p:nvCxnSpPr>
          <p:spPr>
            <a:xfrm>
              <a:off x="6765130" y="6148388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0FFF3FC3-FB8E-C3E3-F5A7-AFAA4AAB4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1500" y="615950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2B46A289-AAFB-4D66-1ACC-14CF5CD36EFB}"/>
                </a:ext>
              </a:extLst>
            </p:cNvPr>
            <p:cNvCxnSpPr>
              <a:cxnSpLocks/>
            </p:cNvCxnSpPr>
            <p:nvPr/>
          </p:nvCxnSpPr>
          <p:spPr>
            <a:xfrm>
              <a:off x="7085013" y="6157118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18AD0157-E24A-6270-2873-A512F14AC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9950" y="6156325"/>
              <a:ext cx="1555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80B6EF65-B237-2965-DD35-4AA25A8077A3}"/>
                </a:ext>
              </a:extLst>
            </p:cNvPr>
            <p:cNvCxnSpPr>
              <a:cxnSpLocks/>
            </p:cNvCxnSpPr>
            <p:nvPr/>
          </p:nvCxnSpPr>
          <p:spPr>
            <a:xfrm>
              <a:off x="7375525" y="6156325"/>
              <a:ext cx="457200" cy="1714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Straight Connector 2226">
              <a:extLst>
                <a:ext uri="{FF2B5EF4-FFF2-40B4-BE49-F238E27FC236}">
                  <a16:creationId xmlns:a16="http://schemas.microsoft.com/office/drawing/2014/main" id="{DEB39ECB-DF46-8267-6292-0CA5A762D0B9}"/>
                </a:ext>
              </a:extLst>
            </p:cNvPr>
            <p:cNvCxnSpPr>
              <a:cxnSpLocks/>
            </p:cNvCxnSpPr>
            <p:nvPr/>
          </p:nvCxnSpPr>
          <p:spPr>
            <a:xfrm>
              <a:off x="7831930" y="6335713"/>
              <a:ext cx="0" cy="2270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2999A164-7D4E-8A4B-F369-CA9BDDB3DC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3931" y="5745956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5FD50A69-35B8-2672-63FB-548EC4F5B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7580" y="6388894"/>
              <a:ext cx="15875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3" name="Straight Connector 2242">
              <a:extLst>
                <a:ext uri="{FF2B5EF4-FFF2-40B4-BE49-F238E27FC236}">
                  <a16:creationId xmlns:a16="http://schemas.microsoft.com/office/drawing/2014/main" id="{FBDEFFAD-E7FE-033E-9626-1DAA0DBFE149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12" y="668496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8" name="Straight Connector 2247">
              <a:extLst>
                <a:ext uri="{FF2B5EF4-FFF2-40B4-BE49-F238E27FC236}">
                  <a16:creationId xmlns:a16="http://schemas.microsoft.com/office/drawing/2014/main" id="{D9FDB02B-E23D-F508-AC0E-8708031BC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875" y="6522244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9" name="Straight Connector 2248">
              <a:extLst>
                <a:ext uri="{FF2B5EF4-FFF2-40B4-BE49-F238E27FC236}">
                  <a16:creationId xmlns:a16="http://schemas.microsoft.com/office/drawing/2014/main" id="{CDC0C6E1-8389-E672-7D7B-CE1E03537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0719" y="65031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2" name="Straight Connector 2251">
              <a:extLst>
                <a:ext uri="{FF2B5EF4-FFF2-40B4-BE49-F238E27FC236}">
                  <a16:creationId xmlns:a16="http://schemas.microsoft.com/office/drawing/2014/main" id="{B77332D0-FF4C-9104-C3EF-37EF2DC7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0737" y="63285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" name="Straight Connector 2255">
              <a:extLst>
                <a:ext uri="{FF2B5EF4-FFF2-40B4-BE49-F238E27FC236}">
                  <a16:creationId xmlns:a16="http://schemas.microsoft.com/office/drawing/2014/main" id="{47A58686-7067-56B4-8D38-85512BD6F3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182" y="614838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" name="Straight Connector 2256">
              <a:extLst>
                <a:ext uri="{FF2B5EF4-FFF2-40B4-BE49-F238E27FC236}">
                  <a16:creationId xmlns:a16="http://schemas.microsoft.com/office/drawing/2014/main" id="{ED2BF38C-CE6C-A1CC-C82B-35A4F7A888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8357" y="61412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9" name="Straight Connector 2258">
              <a:extLst>
                <a:ext uri="{FF2B5EF4-FFF2-40B4-BE49-F238E27FC236}">
                  <a16:creationId xmlns:a16="http://schemas.microsoft.com/office/drawing/2014/main" id="{E61ED548-8BCF-A69D-EDAA-D1E290640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119" y="62618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0" name="Straight Connector 2259">
              <a:extLst>
                <a:ext uri="{FF2B5EF4-FFF2-40B4-BE49-F238E27FC236}">
                  <a16:creationId xmlns:a16="http://schemas.microsoft.com/office/drawing/2014/main" id="{4E6013C1-66C2-DCDD-2FBB-045CBD0919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8736" y="6334920"/>
              <a:ext cx="0" cy="244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2" name="Straight Connector 2261">
              <a:extLst>
                <a:ext uri="{FF2B5EF4-FFF2-40B4-BE49-F238E27FC236}">
                  <a16:creationId xmlns:a16="http://schemas.microsoft.com/office/drawing/2014/main" id="{B219E812-A34C-3A3B-867B-BB2E21AE2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955" y="6638925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4" name="Straight Connector 2263">
              <a:extLst>
                <a:ext uri="{FF2B5EF4-FFF2-40B4-BE49-F238E27FC236}">
                  <a16:creationId xmlns:a16="http://schemas.microsoft.com/office/drawing/2014/main" id="{EEE94CDC-68ED-EA8E-81E0-578CFC6F7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493" y="6741319"/>
              <a:ext cx="138113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8" name="Straight Connector 2267">
              <a:extLst>
                <a:ext uri="{FF2B5EF4-FFF2-40B4-BE49-F238E27FC236}">
                  <a16:creationId xmlns:a16="http://schemas.microsoft.com/office/drawing/2014/main" id="{B972934D-E180-9DB3-FE0F-7425DBCB5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74" y="6693694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Straight Connector 2276">
              <a:extLst>
                <a:ext uri="{FF2B5EF4-FFF2-40B4-BE49-F238E27FC236}">
                  <a16:creationId xmlns:a16="http://schemas.microsoft.com/office/drawing/2014/main" id="{849386D5-70FF-BFD1-F7BF-B8FCCA334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755" y="7005637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8" name="Straight Connector 2277">
              <a:extLst>
                <a:ext uri="{FF2B5EF4-FFF2-40B4-BE49-F238E27FC236}">
                  <a16:creationId xmlns:a16="http://schemas.microsoft.com/office/drawing/2014/main" id="{C9D56688-C65C-6CB6-5E63-3153A1B42A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569" y="7052469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4" name="Straight Connector 2283">
              <a:extLst>
                <a:ext uri="{FF2B5EF4-FFF2-40B4-BE49-F238E27FC236}">
                  <a16:creationId xmlns:a16="http://schemas.microsoft.com/office/drawing/2014/main" id="{2EFFC27D-F59B-30A7-A624-373AFC2AF9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6806" y="5917406"/>
              <a:ext cx="323850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6" name="Straight Connector 2285">
              <a:extLst>
                <a:ext uri="{FF2B5EF4-FFF2-40B4-BE49-F238E27FC236}">
                  <a16:creationId xmlns:a16="http://schemas.microsoft.com/office/drawing/2014/main" id="{3D416AB6-1F89-4678-366F-94DC0D3F62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744" y="5858669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0" name="Straight Connector 2289">
              <a:extLst>
                <a:ext uri="{FF2B5EF4-FFF2-40B4-BE49-F238E27FC236}">
                  <a16:creationId xmlns:a16="http://schemas.microsoft.com/office/drawing/2014/main" id="{90F5B5B0-E515-AB76-D118-6FDDDA8993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481" y="7050087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1" name="Straight Connector 2290">
              <a:extLst>
                <a:ext uri="{FF2B5EF4-FFF2-40B4-BE49-F238E27FC236}">
                  <a16:creationId xmlns:a16="http://schemas.microsoft.com/office/drawing/2014/main" id="{16BADE7C-EC9B-17C5-9729-5A1D2913C46A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48" y="6457950"/>
              <a:ext cx="0" cy="5953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3" name="Straight Connector 2292">
              <a:extLst>
                <a:ext uri="{FF2B5EF4-FFF2-40B4-BE49-F238E27FC236}">
                  <a16:creationId xmlns:a16="http://schemas.microsoft.com/office/drawing/2014/main" id="{DBE3AEA9-3162-33C5-A657-169FDCE5CC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3969" y="6324600"/>
              <a:ext cx="316706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Straight Connector 2294">
              <a:extLst>
                <a:ext uri="{FF2B5EF4-FFF2-40B4-BE49-F238E27FC236}">
                  <a16:creationId xmlns:a16="http://schemas.microsoft.com/office/drawing/2014/main" id="{C020ABD7-0017-97FF-2E79-91E3332A1848}"/>
                </a:ext>
              </a:extLst>
            </p:cNvPr>
            <p:cNvCxnSpPr>
              <a:cxnSpLocks/>
            </p:cNvCxnSpPr>
            <p:nvPr/>
          </p:nvCxnSpPr>
          <p:spPr>
            <a:xfrm>
              <a:off x="5087144" y="621506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9" name="Straight Connector 2298">
              <a:extLst>
                <a:ext uri="{FF2B5EF4-FFF2-40B4-BE49-F238E27FC236}">
                  <a16:creationId xmlns:a16="http://schemas.microsoft.com/office/drawing/2014/main" id="{1297BD65-0953-AFEF-C65A-2A9397A8B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1344" y="5675313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2" name="Straight Connector 2301">
              <a:extLst>
                <a:ext uri="{FF2B5EF4-FFF2-40B4-BE49-F238E27FC236}">
                  <a16:creationId xmlns:a16="http://schemas.microsoft.com/office/drawing/2014/main" id="{10C80E7A-8A7F-E787-29B6-36FC250F7D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5575" y="62738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Straight Connector 2302">
              <a:extLst>
                <a:ext uri="{FF2B5EF4-FFF2-40B4-BE49-F238E27FC236}">
                  <a16:creationId xmlns:a16="http://schemas.microsoft.com/office/drawing/2014/main" id="{DD094766-7B35-6B05-F980-6DD5413A7F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325" y="6210300"/>
              <a:ext cx="31750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5" name="Straight Connector 2304">
              <a:extLst>
                <a:ext uri="{FF2B5EF4-FFF2-40B4-BE49-F238E27FC236}">
                  <a16:creationId xmlns:a16="http://schemas.microsoft.com/office/drawing/2014/main" id="{0720004E-EE00-9BBB-5CA6-B974E31BF67D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4" y="6218238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6" name="Straight Connector 2305">
              <a:extLst>
                <a:ext uri="{FF2B5EF4-FFF2-40B4-BE49-F238E27FC236}">
                  <a16:creationId xmlns:a16="http://schemas.microsoft.com/office/drawing/2014/main" id="{F87C3CE7-7B1A-9099-C306-3E3604A3ED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7675" y="633015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7" name="Straight Connector 2306">
              <a:extLst>
                <a:ext uri="{FF2B5EF4-FFF2-40B4-BE49-F238E27FC236}">
                  <a16:creationId xmlns:a16="http://schemas.microsoft.com/office/drawing/2014/main" id="{B916EACE-6DCD-19DA-1253-928B0B29E89D}"/>
                </a:ext>
              </a:extLst>
            </p:cNvPr>
            <p:cNvCxnSpPr>
              <a:cxnSpLocks/>
            </p:cNvCxnSpPr>
            <p:nvPr/>
          </p:nvCxnSpPr>
          <p:spPr>
            <a:xfrm>
              <a:off x="5534819" y="6405563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9" name="Straight Connector 2308">
              <a:extLst>
                <a:ext uri="{FF2B5EF4-FFF2-40B4-BE49-F238E27FC236}">
                  <a16:creationId xmlns:a16="http://schemas.microsoft.com/office/drawing/2014/main" id="{6186CF30-183B-DEBC-140D-8099A69F80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0850" y="6514306"/>
              <a:ext cx="333375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0" name="Straight Connector 2309">
              <a:extLst>
                <a:ext uri="{FF2B5EF4-FFF2-40B4-BE49-F238E27FC236}">
                  <a16:creationId xmlns:a16="http://schemas.microsoft.com/office/drawing/2014/main" id="{3E130B2E-00F0-B19C-A030-B19A1CDD2515}"/>
                </a:ext>
              </a:extLst>
            </p:cNvPr>
            <p:cNvCxnSpPr>
              <a:cxnSpLocks/>
            </p:cNvCxnSpPr>
            <p:nvPr/>
          </p:nvCxnSpPr>
          <p:spPr>
            <a:xfrm>
              <a:off x="5852319" y="652621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1" name="Straight Connector 2310">
              <a:extLst>
                <a:ext uri="{FF2B5EF4-FFF2-40B4-BE49-F238E27FC236}">
                  <a16:creationId xmlns:a16="http://schemas.microsoft.com/office/drawing/2014/main" id="{D9079971-89CC-02D5-3CB7-C3ED76A50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8350" y="6568281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2" name="Straight Connector 2311">
              <a:extLst>
                <a:ext uri="{FF2B5EF4-FFF2-40B4-BE49-F238E27FC236}">
                  <a16:creationId xmlns:a16="http://schemas.microsoft.com/office/drawing/2014/main" id="{D9C2E8C8-8EC1-3AFC-F75D-2FA9FDD190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9800" y="657225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3" name="Straight Connector 2312">
              <a:extLst>
                <a:ext uri="{FF2B5EF4-FFF2-40B4-BE49-F238E27FC236}">
                  <a16:creationId xmlns:a16="http://schemas.microsoft.com/office/drawing/2014/main" id="{B2436915-C32B-487A-488D-021B74926F1F}"/>
                </a:ext>
              </a:extLst>
            </p:cNvPr>
            <p:cNvCxnSpPr>
              <a:cxnSpLocks/>
            </p:cNvCxnSpPr>
            <p:nvPr/>
          </p:nvCxnSpPr>
          <p:spPr>
            <a:xfrm>
              <a:off x="6166644" y="6640513"/>
              <a:ext cx="0" cy="1031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5" name="Straight Connector 2314">
              <a:extLst>
                <a:ext uri="{FF2B5EF4-FFF2-40B4-BE49-F238E27FC236}">
                  <a16:creationId xmlns:a16="http://schemas.microsoft.com/office/drawing/2014/main" id="{EA9D9CF7-CBE6-9AA2-2933-31E5FA254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8825" y="6746081"/>
              <a:ext cx="327025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9" name="Straight Connector 2318">
              <a:extLst>
                <a:ext uri="{FF2B5EF4-FFF2-40B4-BE49-F238E27FC236}">
                  <a16:creationId xmlns:a16="http://schemas.microsoft.com/office/drawing/2014/main" id="{446ECEB3-5229-609C-E8E0-DF32ADD00A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4025" y="6750050"/>
              <a:ext cx="304800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1" name="Straight Connector 2320">
              <a:extLst>
                <a:ext uri="{FF2B5EF4-FFF2-40B4-BE49-F238E27FC236}">
                  <a16:creationId xmlns:a16="http://schemas.microsoft.com/office/drawing/2014/main" id="{98759EF6-4E0B-269A-C0C5-05712FC3A567}"/>
                </a:ext>
              </a:extLst>
            </p:cNvPr>
            <p:cNvCxnSpPr>
              <a:cxnSpLocks/>
            </p:cNvCxnSpPr>
            <p:nvPr/>
          </p:nvCxnSpPr>
          <p:spPr>
            <a:xfrm>
              <a:off x="5544344" y="6742113"/>
              <a:ext cx="0" cy="3659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2" name="Straight Connector 2321">
              <a:extLst>
                <a:ext uri="{FF2B5EF4-FFF2-40B4-BE49-F238E27FC236}">
                  <a16:creationId xmlns:a16="http://schemas.microsoft.com/office/drawing/2014/main" id="{CF8439B3-E670-ADE8-669A-484618F9F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4769" y="6572250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2" name="Straight Connector 2701">
              <a:extLst>
                <a:ext uri="{FF2B5EF4-FFF2-40B4-BE49-F238E27FC236}">
                  <a16:creationId xmlns:a16="http://schemas.microsoft.com/office/drawing/2014/main" id="{8114C4D0-0D6F-0B65-A3DB-6B4B932F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9900" y="703659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4" name="Straight Connector 2703">
              <a:extLst>
                <a:ext uri="{FF2B5EF4-FFF2-40B4-BE49-F238E27FC236}">
                  <a16:creationId xmlns:a16="http://schemas.microsoft.com/office/drawing/2014/main" id="{77A20F87-FB19-222A-DD3F-0F3CF836F9D4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2" y="6910387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5" name="Straight Connector 2704">
              <a:extLst>
                <a:ext uri="{FF2B5EF4-FFF2-40B4-BE49-F238E27FC236}">
                  <a16:creationId xmlns:a16="http://schemas.microsoft.com/office/drawing/2014/main" id="{B0537908-4B35-E6F9-54FB-475726DD4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5475" y="692150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7" name="Straight Connector 2706">
              <a:extLst>
                <a:ext uri="{FF2B5EF4-FFF2-40B4-BE49-F238E27FC236}">
                  <a16:creationId xmlns:a16="http://schemas.microsoft.com/office/drawing/2014/main" id="{2C27EA95-FB06-A827-79BB-5425AF3669FC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48" y="697706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8" name="Straight Connector 2707">
              <a:extLst>
                <a:ext uri="{FF2B5EF4-FFF2-40B4-BE49-F238E27FC236}">
                  <a16:creationId xmlns:a16="http://schemas.microsoft.com/office/drawing/2014/main" id="{96DD4579-BA3C-E271-44E6-A9A388D612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7556" y="7043738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9" name="Straight Connector 2708">
              <a:extLst>
                <a:ext uri="{FF2B5EF4-FFF2-40B4-BE49-F238E27FC236}">
                  <a16:creationId xmlns:a16="http://schemas.microsoft.com/office/drawing/2014/main" id="{FA436135-6C30-90B9-1621-86107BA282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5512" y="7047706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0" name="Straight Connector 2709">
              <a:extLst>
                <a:ext uri="{FF2B5EF4-FFF2-40B4-BE49-F238E27FC236}">
                  <a16:creationId xmlns:a16="http://schemas.microsoft.com/office/drawing/2014/main" id="{2039A67A-20BD-75CC-7CAD-0059DE6F2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5212" y="705564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1" name="Straight Connector 2710">
              <a:extLst>
                <a:ext uri="{FF2B5EF4-FFF2-40B4-BE49-F238E27FC236}">
                  <a16:creationId xmlns:a16="http://schemas.microsoft.com/office/drawing/2014/main" id="{92178253-5912-4047-B4BA-2CDB29D46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70524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2" name="Straight Connector 2711">
              <a:extLst>
                <a:ext uri="{FF2B5EF4-FFF2-40B4-BE49-F238E27FC236}">
                  <a16:creationId xmlns:a16="http://schemas.microsoft.com/office/drawing/2014/main" id="{5AF5B4E5-2DF6-7FA2-7EEB-5F2D149589ED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30" y="7003256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3" name="Straight Connector 2712">
              <a:extLst>
                <a:ext uri="{FF2B5EF4-FFF2-40B4-BE49-F238E27FC236}">
                  <a16:creationId xmlns:a16="http://schemas.microsoft.com/office/drawing/2014/main" id="{51E7830C-18FE-A17D-5B37-29D7B8653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3169" y="69381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4" name="Straight Connector 2713">
              <a:extLst>
                <a:ext uri="{FF2B5EF4-FFF2-40B4-BE49-F238E27FC236}">
                  <a16:creationId xmlns:a16="http://schemas.microsoft.com/office/drawing/2014/main" id="{71467C05-C5C5-7EEB-D967-D5F25F233F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93420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5" name="Straight Connector 2714">
              <a:extLst>
                <a:ext uri="{FF2B5EF4-FFF2-40B4-BE49-F238E27FC236}">
                  <a16:creationId xmlns:a16="http://schemas.microsoft.com/office/drawing/2014/main" id="{BC35DB83-9C2D-51AF-6F56-670156D940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5987" y="6928643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6" name="Straight Connector 2715">
              <a:extLst>
                <a:ext uri="{FF2B5EF4-FFF2-40B4-BE49-F238E27FC236}">
                  <a16:creationId xmlns:a16="http://schemas.microsoft.com/office/drawing/2014/main" id="{E232CA99-1A1C-CE80-820B-B9DFEAB70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0431" y="6807994"/>
              <a:ext cx="322263" cy="1238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8" name="Straight Connector 2717">
              <a:extLst>
                <a:ext uri="{FF2B5EF4-FFF2-40B4-BE49-F238E27FC236}">
                  <a16:creationId xmlns:a16="http://schemas.microsoft.com/office/drawing/2014/main" id="{8C48A4A5-40A6-9D00-6836-41193E5173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5075" y="6809581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9" name="Straight Connector 2718">
              <a:extLst>
                <a:ext uri="{FF2B5EF4-FFF2-40B4-BE49-F238E27FC236}">
                  <a16:creationId xmlns:a16="http://schemas.microsoft.com/office/drawing/2014/main" id="{ACFC55F1-4A2C-57AB-80E7-249187F537EE}"/>
                </a:ext>
              </a:extLst>
            </p:cNvPr>
            <p:cNvCxnSpPr>
              <a:cxnSpLocks/>
            </p:cNvCxnSpPr>
            <p:nvPr/>
          </p:nvCxnSpPr>
          <p:spPr>
            <a:xfrm>
              <a:off x="6465093" y="67532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0" name="Straight Connector 2719">
              <a:extLst>
                <a:ext uri="{FF2B5EF4-FFF2-40B4-BE49-F238E27FC236}">
                  <a16:creationId xmlns:a16="http://schemas.microsoft.com/office/drawing/2014/main" id="{F95621E0-00BD-024F-35D6-8363C18F72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6692899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1" name="Straight Connector 2720">
              <a:extLst>
                <a:ext uri="{FF2B5EF4-FFF2-40B4-BE49-F238E27FC236}">
                  <a16:creationId xmlns:a16="http://schemas.microsoft.com/office/drawing/2014/main" id="{97A09B61-DD1A-ED47-3D5B-91F8A4AC635A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5722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2" name="Straight Connector 2721">
              <a:extLst>
                <a:ext uri="{FF2B5EF4-FFF2-40B4-BE49-F238E27FC236}">
                  <a16:creationId xmlns:a16="http://schemas.microsoft.com/office/drawing/2014/main" id="{2623BF09-7A89-8246-2BF7-5F7CDF8036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3149" y="650478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3" name="Straight Connector 2722">
              <a:extLst>
                <a:ext uri="{FF2B5EF4-FFF2-40B4-BE49-F238E27FC236}">
                  <a16:creationId xmlns:a16="http://schemas.microsoft.com/office/drawing/2014/main" id="{C3320AF7-E02A-1DB0-F47E-02EA03B6A3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45318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4" name="Straight Connector 2723">
              <a:extLst>
                <a:ext uri="{FF2B5EF4-FFF2-40B4-BE49-F238E27FC236}">
                  <a16:creationId xmlns:a16="http://schemas.microsoft.com/office/drawing/2014/main" id="{A5DA96D0-5050-C057-E828-92B2863275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5530" y="6383337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5" name="Straight Connector 2724">
              <a:extLst>
                <a:ext uri="{FF2B5EF4-FFF2-40B4-BE49-F238E27FC236}">
                  <a16:creationId xmlns:a16="http://schemas.microsoft.com/office/drawing/2014/main" id="{26AAD58E-4F0D-2E21-C5FB-FFFF1A3236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7593" y="6331745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6" name="Straight Connector 2725">
              <a:extLst>
                <a:ext uri="{FF2B5EF4-FFF2-40B4-BE49-F238E27FC236}">
                  <a16:creationId xmlns:a16="http://schemas.microsoft.com/office/drawing/2014/main" id="{D80707E1-7FFB-A318-CE4B-B466F7FC8718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08885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8" name="Straight Connector 2727">
              <a:extLst>
                <a:ext uri="{FF2B5EF4-FFF2-40B4-BE49-F238E27FC236}">
                  <a16:creationId xmlns:a16="http://schemas.microsoft.com/office/drawing/2014/main" id="{85AB2952-2FDB-92B4-029F-84E098CF30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0292" y="602853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9" name="Straight Connector 2728">
              <a:extLst>
                <a:ext uri="{FF2B5EF4-FFF2-40B4-BE49-F238E27FC236}">
                  <a16:creationId xmlns:a16="http://schemas.microsoft.com/office/drawing/2014/main" id="{4B048901-B3A4-A52F-4633-2584AC13A64F}"/>
                </a:ext>
              </a:extLst>
            </p:cNvPr>
            <p:cNvCxnSpPr>
              <a:cxnSpLocks/>
            </p:cNvCxnSpPr>
            <p:nvPr/>
          </p:nvCxnSpPr>
          <p:spPr>
            <a:xfrm>
              <a:off x="6162674" y="6022181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0" name="Straight Connector 2729">
              <a:extLst>
                <a:ext uri="{FF2B5EF4-FFF2-40B4-BE49-F238E27FC236}">
                  <a16:creationId xmlns:a16="http://schemas.microsoft.com/office/drawing/2014/main" id="{84FDA9BB-0C2B-1685-2D10-798CC1F40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4243" y="626745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1" name="Straight Connector 2730">
              <a:extLst>
                <a:ext uri="{FF2B5EF4-FFF2-40B4-BE49-F238E27FC236}">
                  <a16:creationId xmlns:a16="http://schemas.microsoft.com/office/drawing/2014/main" id="{985A5C03-D039-A5F2-43E3-BDABB6AA5D1B}"/>
                </a:ext>
              </a:extLst>
            </p:cNvPr>
            <p:cNvCxnSpPr>
              <a:cxnSpLocks/>
            </p:cNvCxnSpPr>
            <p:nvPr/>
          </p:nvCxnSpPr>
          <p:spPr>
            <a:xfrm>
              <a:off x="6007892" y="619601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2" name="Straight Connector 2731">
              <a:extLst>
                <a:ext uri="{FF2B5EF4-FFF2-40B4-BE49-F238E27FC236}">
                  <a16:creationId xmlns:a16="http://schemas.microsoft.com/office/drawing/2014/main" id="{EDA3B1C0-C040-06DC-C49A-9F781BF21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9936" y="62055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3" name="Straight Connector 2732">
              <a:extLst>
                <a:ext uri="{FF2B5EF4-FFF2-40B4-BE49-F238E27FC236}">
                  <a16:creationId xmlns:a16="http://schemas.microsoft.com/office/drawing/2014/main" id="{ABF883B5-2351-69D2-5EE9-61F7A05273C6}"/>
                </a:ext>
              </a:extLst>
            </p:cNvPr>
            <p:cNvCxnSpPr>
              <a:cxnSpLocks/>
            </p:cNvCxnSpPr>
            <p:nvPr/>
          </p:nvCxnSpPr>
          <p:spPr>
            <a:xfrm>
              <a:off x="5855492" y="5672138"/>
              <a:ext cx="0" cy="583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5" name="Straight Connector 2734">
              <a:extLst>
                <a:ext uri="{FF2B5EF4-FFF2-40B4-BE49-F238E27FC236}">
                  <a16:creationId xmlns:a16="http://schemas.microsoft.com/office/drawing/2014/main" id="{A9C11D85-7947-5051-16B6-8444B2DEE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7874" y="5673724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6" name="Straight Connector 2735">
              <a:extLst>
                <a:ext uri="{FF2B5EF4-FFF2-40B4-BE49-F238E27FC236}">
                  <a16:creationId xmlns:a16="http://schemas.microsoft.com/office/drawing/2014/main" id="{9E45BFDC-1DFD-C3AE-0F3D-5ED06C2CD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9479" y="56721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0" name="Straight Connector 2739">
              <a:extLst>
                <a:ext uri="{FF2B5EF4-FFF2-40B4-BE49-F238E27FC236}">
                  <a16:creationId xmlns:a16="http://schemas.microsoft.com/office/drawing/2014/main" id="{9D8A5E4B-84B6-88CF-BAF7-63DCD2E8B9AA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6286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2" name="Straight Connector 2741">
              <a:extLst>
                <a:ext uri="{FF2B5EF4-FFF2-40B4-BE49-F238E27FC236}">
                  <a16:creationId xmlns:a16="http://schemas.microsoft.com/office/drawing/2014/main" id="{B5D8B2D1-5234-8755-E204-C4FA47570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606" y="67484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4" name="Straight Connector 2743">
              <a:extLst>
                <a:ext uri="{FF2B5EF4-FFF2-40B4-BE49-F238E27FC236}">
                  <a16:creationId xmlns:a16="http://schemas.microsoft.com/office/drawing/2014/main" id="{8F54D23D-4E44-7169-87ED-9BF404A3B368}"/>
                </a:ext>
              </a:extLst>
            </p:cNvPr>
            <p:cNvCxnSpPr>
              <a:cxnSpLocks/>
            </p:cNvCxnSpPr>
            <p:nvPr/>
          </p:nvCxnSpPr>
          <p:spPr>
            <a:xfrm>
              <a:off x="7222331" y="6686550"/>
              <a:ext cx="30480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6" name="Straight Connector 2745">
              <a:extLst>
                <a:ext uri="{FF2B5EF4-FFF2-40B4-BE49-F238E27FC236}">
                  <a16:creationId xmlns:a16="http://schemas.microsoft.com/office/drawing/2014/main" id="{9F0E8A13-6CC6-9F1A-F374-E0F85E119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2294" y="6684169"/>
              <a:ext cx="30003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8" name="Straight Connector 2747">
              <a:extLst>
                <a:ext uri="{FF2B5EF4-FFF2-40B4-BE49-F238E27FC236}">
                  <a16:creationId xmlns:a16="http://schemas.microsoft.com/office/drawing/2014/main" id="{8D40FD49-8DC4-DFEC-FBC2-4AC79375A0C9}"/>
                </a:ext>
              </a:extLst>
            </p:cNvPr>
            <p:cNvCxnSpPr>
              <a:cxnSpLocks/>
            </p:cNvCxnSpPr>
            <p:nvPr/>
          </p:nvCxnSpPr>
          <p:spPr>
            <a:xfrm>
              <a:off x="6925469" y="6797674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9" name="Straight Connector 2748">
              <a:extLst>
                <a:ext uri="{FF2B5EF4-FFF2-40B4-BE49-F238E27FC236}">
                  <a16:creationId xmlns:a16="http://schemas.microsoft.com/office/drawing/2014/main" id="{91D29C2E-0DD9-FADA-F4B5-F90D7B215F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025" y="680561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0" name="Straight Connector 2749">
              <a:extLst>
                <a:ext uri="{FF2B5EF4-FFF2-40B4-BE49-F238E27FC236}">
                  <a16:creationId xmlns:a16="http://schemas.microsoft.com/office/drawing/2014/main" id="{763B104E-F2CC-2374-54C2-11F1A7508326}"/>
                </a:ext>
              </a:extLst>
            </p:cNvPr>
            <p:cNvCxnSpPr>
              <a:cxnSpLocks/>
            </p:cNvCxnSpPr>
            <p:nvPr/>
          </p:nvCxnSpPr>
          <p:spPr>
            <a:xfrm>
              <a:off x="7220744" y="6804817"/>
              <a:ext cx="156369" cy="603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2" name="Straight Connector 2751">
              <a:extLst>
                <a:ext uri="{FF2B5EF4-FFF2-40B4-BE49-F238E27FC236}">
                  <a16:creationId xmlns:a16="http://schemas.microsoft.com/office/drawing/2014/main" id="{9EEEDE89-30B9-9E43-FF18-F6C0734D8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806" y="68627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3" name="Straight Connector 2752">
              <a:extLst>
                <a:ext uri="{FF2B5EF4-FFF2-40B4-BE49-F238E27FC236}">
                  <a16:creationId xmlns:a16="http://schemas.microsoft.com/office/drawing/2014/main" id="{556A4112-BD09-8017-7D59-DCEB7AD2A4D6}"/>
                </a:ext>
              </a:extLst>
            </p:cNvPr>
            <p:cNvCxnSpPr>
              <a:cxnSpLocks/>
            </p:cNvCxnSpPr>
            <p:nvPr/>
          </p:nvCxnSpPr>
          <p:spPr>
            <a:xfrm>
              <a:off x="7215982" y="6919117"/>
              <a:ext cx="315912" cy="11747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5" name="Straight Connector 2754">
              <a:extLst>
                <a:ext uri="{FF2B5EF4-FFF2-40B4-BE49-F238E27FC236}">
                  <a16:creationId xmlns:a16="http://schemas.microsoft.com/office/drawing/2014/main" id="{80E0C044-AB96-1F6E-9D0C-A3D1DFA69EE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30" y="6928644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6" name="Straight Connector 2755">
              <a:extLst>
                <a:ext uri="{FF2B5EF4-FFF2-40B4-BE49-F238E27FC236}">
                  <a16:creationId xmlns:a16="http://schemas.microsoft.com/office/drawing/2014/main" id="{5751920D-A4AB-DC93-9D0B-FF5B3975A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4750" y="686514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7" name="Straight Connector 2756">
              <a:extLst>
                <a:ext uri="{FF2B5EF4-FFF2-40B4-BE49-F238E27FC236}">
                  <a16:creationId xmlns:a16="http://schemas.microsoft.com/office/drawing/2014/main" id="{DAC25350-BE50-5763-6E8A-2789DF35303C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8572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8" name="Straight Connector 2757">
              <a:extLst>
                <a:ext uri="{FF2B5EF4-FFF2-40B4-BE49-F238E27FC236}">
                  <a16:creationId xmlns:a16="http://schemas.microsoft.com/office/drawing/2014/main" id="{39C50DC5-D756-A8FE-8A41-CB314E550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2388" y="6919912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9" name="Straight Connector 2758">
              <a:extLst>
                <a:ext uri="{FF2B5EF4-FFF2-40B4-BE49-F238E27FC236}">
                  <a16:creationId xmlns:a16="http://schemas.microsoft.com/office/drawing/2014/main" id="{8BE11963-2315-70BF-ABC7-727201CDF7A7}"/>
                </a:ext>
              </a:extLst>
            </p:cNvPr>
            <p:cNvCxnSpPr>
              <a:cxnSpLocks/>
            </p:cNvCxnSpPr>
            <p:nvPr/>
          </p:nvCxnSpPr>
          <p:spPr>
            <a:xfrm>
              <a:off x="7834312" y="6698456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1" name="Straight Connector 2760">
              <a:extLst>
                <a:ext uri="{FF2B5EF4-FFF2-40B4-BE49-F238E27FC236}">
                  <a16:creationId xmlns:a16="http://schemas.microsoft.com/office/drawing/2014/main" id="{E1939E15-348E-3C99-F0BE-7D2019927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9550" y="663178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2" name="Straight Connector 2761">
              <a:extLst>
                <a:ext uri="{FF2B5EF4-FFF2-40B4-BE49-F238E27FC236}">
                  <a16:creationId xmlns:a16="http://schemas.microsoft.com/office/drawing/2014/main" id="{18A31322-1089-4691-5C6C-1394A66F921B}"/>
                </a:ext>
              </a:extLst>
            </p:cNvPr>
            <p:cNvCxnSpPr>
              <a:cxnSpLocks/>
            </p:cNvCxnSpPr>
            <p:nvPr/>
          </p:nvCxnSpPr>
          <p:spPr>
            <a:xfrm>
              <a:off x="7986712" y="66270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3" name="Straight Connector 2762">
              <a:extLst>
                <a:ext uri="{FF2B5EF4-FFF2-40B4-BE49-F238E27FC236}">
                  <a16:creationId xmlns:a16="http://schemas.microsoft.com/office/drawing/2014/main" id="{B3F6C72F-7977-87B5-DB48-D014DBF8C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9095" y="679132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4" name="Straight Connector 2763">
              <a:extLst>
                <a:ext uri="{FF2B5EF4-FFF2-40B4-BE49-F238E27FC236}">
                  <a16:creationId xmlns:a16="http://schemas.microsoft.com/office/drawing/2014/main" id="{8D063BF6-AAEB-1E21-6195-5D118FC7D199}"/>
                </a:ext>
              </a:extLst>
            </p:cNvPr>
            <p:cNvCxnSpPr>
              <a:cxnSpLocks/>
            </p:cNvCxnSpPr>
            <p:nvPr/>
          </p:nvCxnSpPr>
          <p:spPr>
            <a:xfrm>
              <a:off x="8141494" y="657939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" name="Straight Connector 2764">
              <a:extLst>
                <a:ext uri="{FF2B5EF4-FFF2-40B4-BE49-F238E27FC236}">
                  <a16:creationId xmlns:a16="http://schemas.microsoft.com/office/drawing/2014/main" id="{35398DFB-E0C3-91CD-A152-6DF13C203DC9}"/>
                </a:ext>
              </a:extLst>
            </p:cNvPr>
            <p:cNvCxnSpPr>
              <a:cxnSpLocks/>
            </p:cNvCxnSpPr>
            <p:nvPr/>
          </p:nvCxnSpPr>
          <p:spPr>
            <a:xfrm>
              <a:off x="8008937" y="6516687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" name="Straight Connector 2765">
              <a:extLst>
                <a:ext uri="{FF2B5EF4-FFF2-40B4-BE49-F238E27FC236}">
                  <a16:creationId xmlns:a16="http://schemas.microsoft.com/office/drawing/2014/main" id="{63FF3FD6-D373-BD11-E356-8CEF0BDD5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00" y="6455568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7" name="Straight Connector 2766">
              <a:extLst>
                <a:ext uri="{FF2B5EF4-FFF2-40B4-BE49-F238E27FC236}">
                  <a16:creationId xmlns:a16="http://schemas.microsoft.com/office/drawing/2014/main" id="{2D563B8B-098E-F045-64C2-38F5BD197FFE}"/>
                </a:ext>
              </a:extLst>
            </p:cNvPr>
            <p:cNvCxnSpPr>
              <a:cxnSpLocks/>
            </p:cNvCxnSpPr>
            <p:nvPr/>
          </p:nvCxnSpPr>
          <p:spPr>
            <a:xfrm>
              <a:off x="8158956" y="6454775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8" name="Straight Connector 2767">
              <a:extLst>
                <a:ext uri="{FF2B5EF4-FFF2-40B4-BE49-F238E27FC236}">
                  <a16:creationId xmlns:a16="http://schemas.microsoft.com/office/drawing/2014/main" id="{57CE582A-5715-AD52-01AB-9B5B2B1E8F15}"/>
                </a:ext>
              </a:extLst>
            </p:cNvPr>
            <p:cNvCxnSpPr>
              <a:cxnSpLocks/>
            </p:cNvCxnSpPr>
            <p:nvPr/>
          </p:nvCxnSpPr>
          <p:spPr>
            <a:xfrm>
              <a:off x="8281988" y="65127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9" name="Straight Connector 2768">
              <a:extLst>
                <a:ext uri="{FF2B5EF4-FFF2-40B4-BE49-F238E27FC236}">
                  <a16:creationId xmlns:a16="http://schemas.microsoft.com/office/drawing/2014/main" id="{11FEE148-6373-432F-7707-072323197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6751" y="667226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0" name="Straight Connector 2769">
              <a:extLst>
                <a:ext uri="{FF2B5EF4-FFF2-40B4-BE49-F238E27FC236}">
                  <a16:creationId xmlns:a16="http://schemas.microsoft.com/office/drawing/2014/main" id="{3FB278B8-E463-6DC7-8580-88D7B8996559}"/>
                </a:ext>
              </a:extLst>
            </p:cNvPr>
            <p:cNvCxnSpPr>
              <a:cxnSpLocks/>
            </p:cNvCxnSpPr>
            <p:nvPr/>
          </p:nvCxnSpPr>
          <p:spPr>
            <a:xfrm>
              <a:off x="8439151" y="644604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1" name="Straight Connector 2770">
              <a:extLst>
                <a:ext uri="{FF2B5EF4-FFF2-40B4-BE49-F238E27FC236}">
                  <a16:creationId xmlns:a16="http://schemas.microsoft.com/office/drawing/2014/main" id="{69DBF74E-38BB-E459-23D4-3A510B158E10}"/>
                </a:ext>
              </a:extLst>
            </p:cNvPr>
            <p:cNvCxnSpPr>
              <a:cxnSpLocks/>
            </p:cNvCxnSpPr>
            <p:nvPr/>
          </p:nvCxnSpPr>
          <p:spPr>
            <a:xfrm>
              <a:off x="8449469" y="6447632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2" name="Straight Connector 2771">
              <a:extLst>
                <a:ext uri="{FF2B5EF4-FFF2-40B4-BE49-F238E27FC236}">
                  <a16:creationId xmlns:a16="http://schemas.microsoft.com/office/drawing/2014/main" id="{DA1388FD-0EE2-728C-BC44-ABD6F9BFE67D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3" y="6393656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3" name="Straight Connector 2772">
              <a:extLst>
                <a:ext uri="{FF2B5EF4-FFF2-40B4-BE49-F238E27FC236}">
                  <a16:creationId xmlns:a16="http://schemas.microsoft.com/office/drawing/2014/main" id="{7B8BE0BC-2D21-44A9-5619-B67EBD39E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3912" y="6334125"/>
              <a:ext cx="145257" cy="59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0" name="Straight Connector 2779">
              <a:extLst>
                <a:ext uri="{FF2B5EF4-FFF2-40B4-BE49-F238E27FC236}">
                  <a16:creationId xmlns:a16="http://schemas.microsoft.com/office/drawing/2014/main" id="{FAC65998-EAE3-6972-14C1-033A049310CC}"/>
                </a:ext>
              </a:extLst>
            </p:cNvPr>
            <p:cNvCxnSpPr>
              <a:cxnSpLocks/>
            </p:cNvCxnSpPr>
            <p:nvPr/>
          </p:nvCxnSpPr>
          <p:spPr>
            <a:xfrm>
              <a:off x="8448677" y="6215063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1" name="Straight Connector 2780">
              <a:extLst>
                <a:ext uri="{FF2B5EF4-FFF2-40B4-BE49-F238E27FC236}">
                  <a16:creationId xmlns:a16="http://schemas.microsoft.com/office/drawing/2014/main" id="{B45FCA6A-EEDB-B5FC-41F7-BBEA91C7AB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8674" y="6210300"/>
              <a:ext cx="29765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3" name="Straight Connector 2782">
              <a:extLst>
                <a:ext uri="{FF2B5EF4-FFF2-40B4-BE49-F238E27FC236}">
                  <a16:creationId xmlns:a16="http://schemas.microsoft.com/office/drawing/2014/main" id="{67B5E840-98C2-1946-7B38-40DFB9E458BB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34" y="5981700"/>
              <a:ext cx="0" cy="3476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5" name="Straight Connector 2784">
              <a:extLst>
                <a:ext uri="{FF2B5EF4-FFF2-40B4-BE49-F238E27FC236}">
                  <a16:creationId xmlns:a16="http://schemas.microsoft.com/office/drawing/2014/main" id="{15F6D054-FDF6-8E14-2C8D-DD8C1F94F4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9170" y="597217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6" name="Straight Connector 2785">
              <a:extLst>
                <a:ext uri="{FF2B5EF4-FFF2-40B4-BE49-F238E27FC236}">
                  <a16:creationId xmlns:a16="http://schemas.microsoft.com/office/drawing/2014/main" id="{1672626F-EAEB-3139-F2AC-716DF4729FD4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4" y="6026944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87" name="Straight Connector 2786">
            <a:extLst>
              <a:ext uri="{FF2B5EF4-FFF2-40B4-BE49-F238E27FC236}">
                <a16:creationId xmlns:a16="http://schemas.microsoft.com/office/drawing/2014/main" id="{1770D5A1-EEFE-E931-7530-D17B81997098}"/>
              </a:ext>
            </a:extLst>
          </p:cNvPr>
          <p:cNvCxnSpPr>
            <a:cxnSpLocks/>
          </p:cNvCxnSpPr>
          <p:nvPr/>
        </p:nvCxnSpPr>
        <p:spPr>
          <a:xfrm flipH="1">
            <a:off x="2981325" y="3183731"/>
            <a:ext cx="704850" cy="6111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8" name="Straight Connector 2807">
            <a:extLst>
              <a:ext uri="{FF2B5EF4-FFF2-40B4-BE49-F238E27FC236}">
                <a16:creationId xmlns:a16="http://schemas.microsoft.com/office/drawing/2014/main" id="{BAA1887D-C745-795E-3726-A5DCB20E9BBE}"/>
              </a:ext>
            </a:extLst>
          </p:cNvPr>
          <p:cNvCxnSpPr>
            <a:cxnSpLocks/>
          </p:cNvCxnSpPr>
          <p:nvPr/>
        </p:nvCxnSpPr>
        <p:spPr>
          <a:xfrm flipH="1" flipV="1">
            <a:off x="2486026" y="3309937"/>
            <a:ext cx="290512" cy="10001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921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5391763" y="386807"/>
            <a:ext cx="761387" cy="653841"/>
            <a:chOff x="1102419" y="3409545"/>
            <a:chExt cx="905416" cy="777528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870" y="3409545"/>
              <a:ext cx="0" cy="185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2419" y="3552770"/>
              <a:ext cx="367392" cy="158531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9843" y="3689885"/>
              <a:ext cx="0" cy="471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5923" cy="3485514"/>
            <a:chOff x="137913" y="1997862"/>
            <a:chExt cx="9846637" cy="6244736"/>
          </a:xfrm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3189" y="1997862"/>
              <a:ext cx="0" cy="45962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21345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9361" y="3644941"/>
              <a:ext cx="543242" cy="20051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584480" cy="25029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AF940F-2A34-CC2C-A51C-74C891D00767}"/>
                </a:ext>
              </a:extLst>
            </p:cNvPr>
            <p:cNvCxnSpPr>
              <a:cxnSpLocks/>
            </p:cNvCxnSpPr>
            <p:nvPr/>
          </p:nvCxnSpPr>
          <p:spPr>
            <a:xfrm>
              <a:off x="7787940" y="2999305"/>
              <a:ext cx="0" cy="851839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DFDE4D-7EBB-B582-8988-92133EC2A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1669" y="2990770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20B1BB-7AFF-0738-46FA-266102673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307" y="2807320"/>
              <a:ext cx="810599" cy="31144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06F63C-DC6E-608B-8045-649C8F4BDF0B}"/>
                </a:ext>
              </a:extLst>
            </p:cNvPr>
            <p:cNvCxnSpPr>
              <a:cxnSpLocks/>
            </p:cNvCxnSpPr>
            <p:nvPr/>
          </p:nvCxnSpPr>
          <p:spPr>
            <a:xfrm>
              <a:off x="8900910" y="2807318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5400" y="3839768"/>
              <a:ext cx="520487" cy="20335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2" y="4274928"/>
              <a:ext cx="290105" cy="12799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105" y="4181072"/>
              <a:ext cx="514802" cy="238913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020" y="3856833"/>
              <a:ext cx="0" cy="58874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6ED9BC36-C216-E0A7-17FF-37053D2F8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4578" y="5396971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2E8BFB36-75D3-B92E-50D2-51F1F56431D8}"/>
                </a:ext>
              </a:extLst>
            </p:cNvPr>
            <p:cNvCxnSpPr>
              <a:cxnSpLocks/>
            </p:cNvCxnSpPr>
            <p:nvPr/>
          </p:nvCxnSpPr>
          <p:spPr>
            <a:xfrm>
              <a:off x="4775927" y="6939814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6F7DFEA-C08F-3F06-E933-DE84C4FDFBDF}"/>
                </a:ext>
              </a:extLst>
            </p:cNvPr>
            <p:cNvCxnSpPr>
              <a:cxnSpLocks/>
            </p:cNvCxnSpPr>
            <p:nvPr/>
          </p:nvCxnSpPr>
          <p:spPr>
            <a:xfrm>
              <a:off x="966112" y="7029406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6B7C2DF5-5493-9740-0749-EBCCC4E148EB}"/>
                </a:ext>
              </a:extLst>
            </p:cNvPr>
            <p:cNvCxnSpPr>
              <a:cxnSpLocks/>
            </p:cNvCxnSpPr>
            <p:nvPr/>
          </p:nvCxnSpPr>
          <p:spPr>
            <a:xfrm>
              <a:off x="6144874" y="8110340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20193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DF37BB-F4DC-21F0-5641-5F78686C0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5776" y="445411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D0915B-D1FF-EA3F-AB03-9F5B45919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4307" y="4594906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9E8959D-6A76-CA5D-E5F1-7AD10EE567DF}"/>
                </a:ext>
              </a:extLst>
            </p:cNvPr>
            <p:cNvCxnSpPr>
              <a:cxnSpLocks/>
            </p:cNvCxnSpPr>
            <p:nvPr/>
          </p:nvCxnSpPr>
          <p:spPr>
            <a:xfrm>
              <a:off x="5913072" y="3862521"/>
              <a:ext cx="1284155" cy="54608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A83A23F-A78F-5BFE-22B8-315550756FC6}"/>
                </a:ext>
              </a:extLst>
            </p:cNvPr>
            <p:cNvCxnSpPr>
              <a:cxnSpLocks/>
            </p:cNvCxnSpPr>
            <p:nvPr/>
          </p:nvCxnSpPr>
          <p:spPr>
            <a:xfrm>
              <a:off x="4785340" y="3760130"/>
              <a:ext cx="574530" cy="23322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82C7592-070C-A8E1-9F12-3EA77FC48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5521" y="3826970"/>
              <a:ext cx="294366" cy="13652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BB2784-1E38-A45E-9D88-BEBBA567175E}"/>
                </a:ext>
              </a:extLst>
            </p:cNvPr>
            <p:cNvCxnSpPr>
              <a:cxnSpLocks/>
            </p:cNvCxnSpPr>
            <p:nvPr/>
          </p:nvCxnSpPr>
          <p:spPr>
            <a:xfrm>
              <a:off x="7243275" y="4343053"/>
              <a:ext cx="0" cy="13950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55EFE276-94E4-73B2-689A-96DE0E280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2781" y="4715783"/>
              <a:ext cx="2655062" cy="39250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3637901" y="2353506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13.13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878805" y="1504950"/>
            <a:ext cx="7027070" cy="2526507"/>
            <a:chOff x="1878805" y="1504950"/>
            <a:chExt cx="7027070" cy="2526507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41328" y="1886355"/>
              <a:ext cx="0" cy="1305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226844" y="3550444"/>
              <a:ext cx="764381" cy="29765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50444"/>
              <a:ext cx="614363" cy="22621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721894" y="3900487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3724274" y="3300413"/>
              <a:ext cx="0" cy="60960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7112A922-BF13-F20A-A631-CD30DBF7597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75" y="3248024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117A6F3A-77AE-2803-AAA1-C26E8E7BF91B}"/>
                </a:ext>
              </a:extLst>
            </p:cNvPr>
            <p:cNvCxnSpPr>
              <a:cxnSpLocks/>
            </p:cNvCxnSpPr>
            <p:nvPr/>
          </p:nvCxnSpPr>
          <p:spPr>
            <a:xfrm>
              <a:off x="5177631" y="3348831"/>
              <a:ext cx="3699669" cy="213519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19875" y="2069306"/>
              <a:ext cx="754856" cy="166688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4AA21B0B-A8D0-500E-B64F-9C216A4D9B7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50" y="3187700"/>
              <a:ext cx="495300" cy="82550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3EF000E-DACB-A9E9-19DB-BC424D2F2C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1743075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67425536-D91A-CA3D-C722-6924C8CCB95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19" y="1864519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25367A10-3523-2057-20A0-079536EC40B8}"/>
                </a:ext>
              </a:extLst>
            </p:cNvPr>
            <p:cNvCxnSpPr>
              <a:cxnSpLocks/>
            </p:cNvCxnSpPr>
            <p:nvPr/>
          </p:nvCxnSpPr>
          <p:spPr>
            <a:xfrm>
              <a:off x="2805113" y="1976438"/>
              <a:ext cx="0" cy="24765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DF1F82F4-20B7-06EC-1A14-10EA52359A76}"/>
                </a:ext>
              </a:extLst>
            </p:cNvPr>
            <p:cNvCxnSpPr>
              <a:cxnSpLocks/>
            </p:cNvCxnSpPr>
            <p:nvPr/>
          </p:nvCxnSpPr>
          <p:spPr>
            <a:xfrm>
              <a:off x="2807494" y="2231231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6717D8D0-DA00-B124-96AD-E847E01C9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1819" y="1643062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ADCD133-3D22-FC6C-C8C2-139494FF54D5}"/>
                </a:ext>
              </a:extLst>
            </p:cNvPr>
            <p:cNvCxnSpPr>
              <a:cxnSpLocks/>
            </p:cNvCxnSpPr>
            <p:nvPr/>
          </p:nvCxnSpPr>
          <p:spPr>
            <a:xfrm>
              <a:off x="3417094" y="1640681"/>
              <a:ext cx="159544" cy="6667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8D1F2588-92A6-58C7-3C6A-7688D8123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9019" y="1504950"/>
              <a:ext cx="435769" cy="20716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478881" y="3198018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5567" y="2001980"/>
              <a:ext cx="154309" cy="7923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79AEF69-AA68-4898-94E8-F29EB3C0EB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2426" y="3945732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BC5C2AF-E0C5-BFAC-DD69-F5F8523EF53C}"/>
                </a:ext>
              </a:extLst>
            </p:cNvPr>
            <p:cNvCxnSpPr>
              <a:cxnSpLocks/>
            </p:cNvCxnSpPr>
            <p:nvPr/>
          </p:nvCxnSpPr>
          <p:spPr>
            <a:xfrm>
              <a:off x="7822879" y="3935554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835E-E341-B0BA-6B6B-6B2A865A435E}"/>
                </a:ext>
              </a:extLst>
            </p:cNvPr>
            <p:cNvCxnSpPr>
              <a:cxnSpLocks/>
            </p:cNvCxnSpPr>
            <p:nvPr/>
          </p:nvCxnSpPr>
          <p:spPr>
            <a:xfrm>
              <a:off x="7827643" y="3826017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4E69DE8-33AE-032D-1D63-87603BF019BB}"/>
                </a:ext>
              </a:extLst>
            </p:cNvPr>
            <p:cNvCxnSpPr>
              <a:cxnSpLocks/>
            </p:cNvCxnSpPr>
            <p:nvPr/>
          </p:nvCxnSpPr>
          <p:spPr>
            <a:xfrm>
              <a:off x="7236619" y="3595688"/>
              <a:ext cx="588168" cy="24765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A8DD5CB-FF0A-EDE8-323F-D66C90728E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1364" y="3595688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C9D1CFA-148D-8250-09A7-321768E53D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0750" y="3607594"/>
              <a:ext cx="581026" cy="23574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682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1117601" y="377282"/>
            <a:ext cx="6689724" cy="4359818"/>
            <a:chOff x="-3980271" y="3398218"/>
            <a:chExt cx="7955196" cy="5184565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767" y="3398218"/>
              <a:ext cx="0" cy="1667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6793" y="3561215"/>
              <a:ext cx="354907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3618" y="3689885"/>
              <a:ext cx="0" cy="4716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0" name="Straight Connector 2379">
              <a:extLst>
                <a:ext uri="{FF2B5EF4-FFF2-40B4-BE49-F238E27FC236}">
                  <a16:creationId xmlns:a16="http://schemas.microsoft.com/office/drawing/2014/main" id="{29D88DE0-6B24-0768-5405-5EA8B0A920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5023" y="8507271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3" name="Straight Connector 2382">
              <a:extLst>
                <a:ext uri="{FF2B5EF4-FFF2-40B4-BE49-F238E27FC236}">
                  <a16:creationId xmlns:a16="http://schemas.microsoft.com/office/drawing/2014/main" id="{F9AEB903-40A1-A8C7-3E7C-4F981A892C9B}"/>
                </a:ext>
              </a:extLst>
            </p:cNvPr>
            <p:cNvCxnSpPr>
              <a:cxnSpLocks/>
            </p:cNvCxnSpPr>
            <p:nvPr/>
          </p:nvCxnSpPr>
          <p:spPr>
            <a:xfrm>
              <a:off x="3465219" y="8439310"/>
              <a:ext cx="339804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5" name="Straight Connector 2384">
              <a:extLst>
                <a:ext uri="{FF2B5EF4-FFF2-40B4-BE49-F238E27FC236}">
                  <a16:creationId xmlns:a16="http://schemas.microsoft.com/office/drawing/2014/main" id="{1D53F4D2-2538-D582-8076-1DD6B5D6A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9092" y="8424207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6" name="Straight Connector 2385">
              <a:extLst>
                <a:ext uri="{FF2B5EF4-FFF2-40B4-BE49-F238E27FC236}">
                  <a16:creationId xmlns:a16="http://schemas.microsoft.com/office/drawing/2014/main" id="{2F0609F9-3F7B-81EF-5508-C4F920921ADF}"/>
                </a:ext>
              </a:extLst>
            </p:cNvPr>
            <p:cNvCxnSpPr>
              <a:cxnSpLocks/>
            </p:cNvCxnSpPr>
            <p:nvPr/>
          </p:nvCxnSpPr>
          <p:spPr>
            <a:xfrm>
              <a:off x="2374069" y="8148587"/>
              <a:ext cx="925024" cy="35868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8" name="Straight Connector 2387">
              <a:extLst>
                <a:ext uri="{FF2B5EF4-FFF2-40B4-BE49-F238E27FC236}">
                  <a16:creationId xmlns:a16="http://schemas.microsoft.com/office/drawing/2014/main" id="{E8EC2F03-6FF7-1C3D-D621-4117721430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0293" y="7937153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9" name="Straight Connector 2388">
              <a:extLst>
                <a:ext uri="{FF2B5EF4-FFF2-40B4-BE49-F238E27FC236}">
                  <a16:creationId xmlns:a16="http://schemas.microsoft.com/office/drawing/2014/main" id="{C75BFE8B-A4B1-34D9-6C09-15058311A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6518" y="801644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" name="Straight Connector 2390">
              <a:extLst>
                <a:ext uri="{FF2B5EF4-FFF2-40B4-BE49-F238E27FC236}">
                  <a16:creationId xmlns:a16="http://schemas.microsoft.com/office/drawing/2014/main" id="{84FB094E-31BE-4AEA-7FCD-4C5AC4BD18A1}"/>
                </a:ext>
              </a:extLst>
            </p:cNvPr>
            <p:cNvCxnSpPr>
              <a:cxnSpLocks/>
            </p:cNvCxnSpPr>
            <p:nvPr/>
          </p:nvCxnSpPr>
          <p:spPr>
            <a:xfrm>
              <a:off x="2362743" y="7861641"/>
              <a:ext cx="177452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3" name="Straight Connector 2392">
              <a:extLst>
                <a:ext uri="{FF2B5EF4-FFF2-40B4-BE49-F238E27FC236}">
                  <a16:creationId xmlns:a16="http://schemas.microsoft.com/office/drawing/2014/main" id="{15F332A2-75CA-0EA4-F52B-204A10B90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7942" y="7861641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4" name="Straight Connector 2393">
              <a:extLst>
                <a:ext uri="{FF2B5EF4-FFF2-40B4-BE49-F238E27FC236}">
                  <a16:creationId xmlns:a16="http://schemas.microsoft.com/office/drawing/2014/main" id="{78EF22D9-3625-79A6-BEEB-2A3F44B42C08}"/>
                </a:ext>
              </a:extLst>
            </p:cNvPr>
            <p:cNvCxnSpPr>
              <a:cxnSpLocks/>
            </p:cNvCxnSpPr>
            <p:nvPr/>
          </p:nvCxnSpPr>
          <p:spPr>
            <a:xfrm>
              <a:off x="1837933" y="7793680"/>
              <a:ext cx="377560" cy="1472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6" name="Straight Connector 2395">
              <a:extLst>
                <a:ext uri="{FF2B5EF4-FFF2-40B4-BE49-F238E27FC236}">
                  <a16:creationId xmlns:a16="http://schemas.microsoft.com/office/drawing/2014/main" id="{C82DD372-831A-54B1-792E-BF215F35F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157" y="7544489"/>
              <a:ext cx="0" cy="2189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6" name="Straight Connector 2625">
              <a:extLst>
                <a:ext uri="{FF2B5EF4-FFF2-40B4-BE49-F238E27FC236}">
                  <a16:creationId xmlns:a16="http://schemas.microsoft.com/office/drawing/2014/main" id="{DE20BD26-A0F8-24DC-FD1A-9A1FB163D67B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05" y="7525611"/>
              <a:ext cx="362459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0" name="Straight Connector 2629">
              <a:extLst>
                <a:ext uri="{FF2B5EF4-FFF2-40B4-BE49-F238E27FC236}">
                  <a16:creationId xmlns:a16="http://schemas.microsoft.com/office/drawing/2014/main" id="{60A21C18-37C2-554D-56B8-8B6DE64EA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1700" y="6381600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2" name="Straight Connector 2631">
              <a:extLst>
                <a:ext uri="{FF2B5EF4-FFF2-40B4-BE49-F238E27FC236}">
                  <a16:creationId xmlns:a16="http://schemas.microsoft.com/office/drawing/2014/main" id="{D2FB787D-BFC7-25C1-CAE4-A99F94C7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7" y="6087102"/>
              <a:ext cx="0" cy="1548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4" name="Straight Connector 2633">
              <a:extLst>
                <a:ext uri="{FF2B5EF4-FFF2-40B4-BE49-F238E27FC236}">
                  <a16:creationId xmlns:a16="http://schemas.microsoft.com/office/drawing/2014/main" id="{092FF906-5BFB-6A2F-7ECB-F315BBB6DA50}"/>
                </a:ext>
              </a:extLst>
            </p:cNvPr>
            <p:cNvCxnSpPr>
              <a:cxnSpLocks/>
            </p:cNvCxnSpPr>
            <p:nvPr/>
          </p:nvCxnSpPr>
          <p:spPr>
            <a:xfrm>
              <a:off x="391877" y="6102204"/>
              <a:ext cx="354907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6" name="Straight Connector 2635">
              <a:extLst>
                <a:ext uri="{FF2B5EF4-FFF2-40B4-BE49-F238E27FC236}">
                  <a16:creationId xmlns:a16="http://schemas.microsoft.com/office/drawing/2014/main" id="{D126E8B4-1A92-C41C-0B1A-49064684D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321" y="6094653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8" name="Straight Connector 2637">
              <a:extLst>
                <a:ext uri="{FF2B5EF4-FFF2-40B4-BE49-F238E27FC236}">
                  <a16:creationId xmlns:a16="http://schemas.microsoft.com/office/drawing/2014/main" id="{8712145E-2071-CA78-C87F-4863B1ADE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33147" y="6321190"/>
              <a:ext cx="0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4" name="Straight Connector 2643">
              <a:extLst>
                <a:ext uri="{FF2B5EF4-FFF2-40B4-BE49-F238E27FC236}">
                  <a16:creationId xmlns:a16="http://schemas.microsoft.com/office/drawing/2014/main" id="{C638B2EC-FC10-A96B-CD4B-4327FF2B181F}"/>
                </a:ext>
              </a:extLst>
            </p:cNvPr>
            <p:cNvCxnSpPr>
              <a:cxnSpLocks/>
            </p:cNvCxnSpPr>
            <p:nvPr/>
          </p:nvCxnSpPr>
          <p:spPr>
            <a:xfrm>
              <a:off x="-888052" y="6728956"/>
              <a:ext cx="181229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8" name="Straight Connector 2647">
              <a:extLst>
                <a:ext uri="{FF2B5EF4-FFF2-40B4-BE49-F238E27FC236}">
                  <a16:creationId xmlns:a16="http://schemas.microsoft.com/office/drawing/2014/main" id="{53FC79FD-FBED-95CC-856C-00A9F312D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4117" y="6898859"/>
              <a:ext cx="354906" cy="1170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0" name="Straight Connector 2649">
              <a:extLst>
                <a:ext uri="{FF2B5EF4-FFF2-40B4-BE49-F238E27FC236}">
                  <a16:creationId xmlns:a16="http://schemas.microsoft.com/office/drawing/2014/main" id="{B560A0EF-B27E-0F5D-ED6B-96D47AE2E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700341" y="7027230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2" name="Straight Connector 2651">
              <a:extLst>
                <a:ext uri="{FF2B5EF4-FFF2-40B4-BE49-F238E27FC236}">
                  <a16:creationId xmlns:a16="http://schemas.microsoft.com/office/drawing/2014/main" id="{172DAA70-8DA2-92C7-E8B3-02B84DE9C8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885346" y="709141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4" name="Straight Connector 2653">
              <a:extLst>
                <a:ext uri="{FF2B5EF4-FFF2-40B4-BE49-F238E27FC236}">
                  <a16:creationId xmlns:a16="http://schemas.microsoft.com/office/drawing/2014/main" id="{87B8DFD4-216E-BEED-7796-96054997F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877795" y="6951717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5" name="Straight Connector 2654">
              <a:extLst>
                <a:ext uri="{FF2B5EF4-FFF2-40B4-BE49-F238E27FC236}">
                  <a16:creationId xmlns:a16="http://schemas.microsoft.com/office/drawing/2014/main" id="{544E8A9B-A563-4A8C-2852-355086927D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55248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6" name="Straight Connector 2655">
              <a:extLst>
                <a:ext uri="{FF2B5EF4-FFF2-40B4-BE49-F238E27FC236}">
                  <a16:creationId xmlns:a16="http://schemas.microsoft.com/office/drawing/2014/main" id="{B4BC59BD-AC1B-E73D-9C12-D89DEE514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055248" y="6879981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8" name="Straight Connector 2657">
              <a:extLst>
                <a:ext uri="{FF2B5EF4-FFF2-40B4-BE49-F238E27FC236}">
                  <a16:creationId xmlns:a16="http://schemas.microsoft.com/office/drawing/2014/main" id="{6E99A6D3-0E90-AE7D-E1B6-90619F01E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7080088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9" name="Straight Connector 2658">
              <a:extLst>
                <a:ext uri="{FF2B5EF4-FFF2-40B4-BE49-F238E27FC236}">
                  <a16:creationId xmlns:a16="http://schemas.microsoft.com/office/drawing/2014/main" id="{45984729-0E1B-D085-9C18-1887418133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799043" y="7083864"/>
              <a:ext cx="570116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1" name="Straight Connector 2660">
              <a:extLst>
                <a:ext uri="{FF2B5EF4-FFF2-40B4-BE49-F238E27FC236}">
                  <a16:creationId xmlns:a16="http://schemas.microsoft.com/office/drawing/2014/main" id="{772D564D-9276-3578-8990-B5C6DEE37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95266" y="7042332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2" name="Straight Connector 2661">
              <a:extLst>
                <a:ext uri="{FF2B5EF4-FFF2-40B4-BE49-F238E27FC236}">
                  <a16:creationId xmlns:a16="http://schemas.microsoft.com/office/drawing/2014/main" id="{3009E305-466D-A690-2813-66A5C247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80271" y="7031005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3" name="Straight Connector 2662">
              <a:extLst>
                <a:ext uri="{FF2B5EF4-FFF2-40B4-BE49-F238E27FC236}">
                  <a16:creationId xmlns:a16="http://schemas.microsoft.com/office/drawing/2014/main" id="{402E6901-A233-8CF7-22AD-9CD5990FBD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972720" y="6940391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4" name="Straight Connector 2663">
              <a:extLst>
                <a:ext uri="{FF2B5EF4-FFF2-40B4-BE49-F238E27FC236}">
                  <a16:creationId xmlns:a16="http://schemas.microsoft.com/office/drawing/2014/main" id="{26206B89-5518-E2F1-2ABC-2EDDDB536D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72720" y="6883756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5" name="Straight Connector 2664">
              <a:extLst>
                <a:ext uri="{FF2B5EF4-FFF2-40B4-BE49-F238E27FC236}">
                  <a16:creationId xmlns:a16="http://schemas.microsoft.com/office/drawing/2014/main" id="{5B229892-A819-DD30-D981-E415EC0D0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25257" y="674028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6" name="Straight Connector 2665">
              <a:extLst>
                <a:ext uri="{FF2B5EF4-FFF2-40B4-BE49-F238E27FC236}">
                  <a16:creationId xmlns:a16="http://schemas.microsoft.com/office/drawing/2014/main" id="{BAD7D9D3-38EA-3AF0-32B1-77E1D0D75B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787715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7" name="Straight Connector 2666">
              <a:extLst>
                <a:ext uri="{FF2B5EF4-FFF2-40B4-BE49-F238E27FC236}">
                  <a16:creationId xmlns:a16="http://schemas.microsoft.com/office/drawing/2014/main" id="{F2CC778B-EAE9-8344-AAD9-E675D85E1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610262" y="680069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8" name="Straight Connector 2667">
              <a:extLst>
                <a:ext uri="{FF2B5EF4-FFF2-40B4-BE49-F238E27FC236}">
                  <a16:creationId xmlns:a16="http://schemas.microsoft.com/office/drawing/2014/main" id="{413BC0F3-0FB5-0612-41F8-D210B7B8C9EA}"/>
                </a:ext>
              </a:extLst>
            </p:cNvPr>
            <p:cNvCxnSpPr>
              <a:cxnSpLocks/>
            </p:cNvCxnSpPr>
            <p:nvPr/>
          </p:nvCxnSpPr>
          <p:spPr>
            <a:xfrm>
              <a:off x="-3765063" y="6740283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9" name="Straight Connector 2668">
              <a:extLst>
                <a:ext uri="{FF2B5EF4-FFF2-40B4-BE49-F238E27FC236}">
                  <a16:creationId xmlns:a16="http://schemas.microsoft.com/office/drawing/2014/main" id="{300DE7D1-1208-E047-41C7-F204D6371E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410155" y="6879981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0" name="Straight Connector 2669">
              <a:extLst>
                <a:ext uri="{FF2B5EF4-FFF2-40B4-BE49-F238E27FC236}">
                  <a16:creationId xmlns:a16="http://schemas.microsoft.com/office/drawing/2014/main" id="{A0A962FA-B23E-6E88-09EE-BB7CFF2D21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36477" y="6528849"/>
              <a:ext cx="0" cy="4115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3" name="Straight Connector 2672">
              <a:extLst>
                <a:ext uri="{FF2B5EF4-FFF2-40B4-BE49-F238E27FC236}">
                  <a16:creationId xmlns:a16="http://schemas.microsoft.com/office/drawing/2014/main" id="{2CFC1F34-459D-E167-C4AD-F46C250ABA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6528849"/>
              <a:ext cx="728690" cy="2680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5" name="Straight Connector 2674">
              <a:extLst>
                <a:ext uri="{FF2B5EF4-FFF2-40B4-BE49-F238E27FC236}">
                  <a16:creationId xmlns:a16="http://schemas.microsoft.com/office/drawing/2014/main" id="{226561B1-BFDF-4586-71C5-40F4B63E6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519112" y="673650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6" name="Straight Connector 2675">
              <a:extLst>
                <a:ext uri="{FF2B5EF4-FFF2-40B4-BE49-F238E27FC236}">
                  <a16:creationId xmlns:a16="http://schemas.microsoft.com/office/drawing/2014/main" id="{F1ABD0D1-6F91-0E62-B4D9-F1D369B37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337883" y="6593034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7" name="Straight Connector 2676">
              <a:extLst>
                <a:ext uri="{FF2B5EF4-FFF2-40B4-BE49-F238E27FC236}">
                  <a16:creationId xmlns:a16="http://schemas.microsoft.com/office/drawing/2014/main" id="{F868A0B7-284A-D767-85D3-FA01815D32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51581" y="6226799"/>
              <a:ext cx="913696" cy="3549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9" name="Straight Connector 2678">
              <a:extLst>
                <a:ext uri="{FF2B5EF4-FFF2-40B4-BE49-F238E27FC236}">
                  <a16:creationId xmlns:a16="http://schemas.microsoft.com/office/drawing/2014/main" id="{656EECE6-DC41-98B6-85B7-16D8D579C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47804" y="5554740"/>
              <a:ext cx="0" cy="679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1" name="Straight Connector 2680">
              <a:extLst>
                <a:ext uri="{FF2B5EF4-FFF2-40B4-BE49-F238E27FC236}">
                  <a16:creationId xmlns:a16="http://schemas.microsoft.com/office/drawing/2014/main" id="{E7020A47-D229-B521-3792-83756CEA9F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51474" y="5743521"/>
              <a:ext cx="906145" cy="3549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3" name="Straight Connector 2682">
              <a:extLst>
                <a:ext uri="{FF2B5EF4-FFF2-40B4-BE49-F238E27FC236}">
                  <a16:creationId xmlns:a16="http://schemas.microsoft.com/office/drawing/2014/main" id="{A0B32E12-1A89-7C53-CAC9-D1BFD9455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45328" y="6019141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4" name="Straight Connector 2683">
              <a:extLst>
                <a:ext uri="{FF2B5EF4-FFF2-40B4-BE49-F238E27FC236}">
                  <a16:creationId xmlns:a16="http://schemas.microsoft.com/office/drawing/2014/main" id="{ED8078A3-17D7-10DD-96F4-8B1E525FEB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64100" y="6026692"/>
              <a:ext cx="354907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6" name="Straight Connector 2685">
              <a:extLst>
                <a:ext uri="{FF2B5EF4-FFF2-40B4-BE49-F238E27FC236}">
                  <a16:creationId xmlns:a16="http://schemas.microsoft.com/office/drawing/2014/main" id="{C4BFFFA5-0820-2C61-2EE8-51117677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12967" y="5758623"/>
              <a:ext cx="0" cy="4039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8" name="Straight Connector 2687">
              <a:extLst>
                <a:ext uri="{FF2B5EF4-FFF2-40B4-BE49-F238E27FC236}">
                  <a16:creationId xmlns:a16="http://schemas.microsoft.com/office/drawing/2014/main" id="{3CC78C1E-9978-1137-C650-5141F9C058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71651" y="5596272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0" name="Straight Connector 2689">
              <a:extLst>
                <a:ext uri="{FF2B5EF4-FFF2-40B4-BE49-F238E27FC236}">
                  <a16:creationId xmlns:a16="http://schemas.microsoft.com/office/drawing/2014/main" id="{5134E00D-629F-4E1C-F3C8-9844B6D66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67874" y="5324427"/>
              <a:ext cx="0" cy="2869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2" name="Straight Connector 2691">
              <a:extLst>
                <a:ext uri="{FF2B5EF4-FFF2-40B4-BE49-F238E27FC236}">
                  <a16:creationId xmlns:a16="http://schemas.microsoft.com/office/drawing/2014/main" id="{2675536B-4C1A-6F27-7551-F9676405CD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337885" y="5188505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3" name="Straight Connector 2692">
              <a:extLst>
                <a:ext uri="{FF2B5EF4-FFF2-40B4-BE49-F238E27FC236}">
                  <a16:creationId xmlns:a16="http://schemas.microsoft.com/office/drawing/2014/main" id="{502520C1-508A-9FAA-1451-41641B1D9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56761" y="5041256"/>
              <a:ext cx="385110" cy="143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5" name="Straight Connector 2694">
              <a:extLst>
                <a:ext uri="{FF2B5EF4-FFF2-40B4-BE49-F238E27FC236}">
                  <a16:creationId xmlns:a16="http://schemas.microsoft.com/office/drawing/2014/main" id="{96CBA73B-2165-6081-8DFD-0D54E8520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65719" y="4890232"/>
              <a:ext cx="21143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7" name="Straight Connector 2696">
              <a:extLst>
                <a:ext uri="{FF2B5EF4-FFF2-40B4-BE49-F238E27FC236}">
                  <a16:creationId xmlns:a16="http://schemas.microsoft.com/office/drawing/2014/main" id="{241B4900-3ABF-484A-1078-E3F9C98E5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088158" y="4754310"/>
              <a:ext cx="566339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9" name="Straight Connector 2698">
              <a:extLst>
                <a:ext uri="{FF2B5EF4-FFF2-40B4-BE49-F238E27FC236}">
                  <a16:creationId xmlns:a16="http://schemas.microsoft.com/office/drawing/2014/main" id="{15042EC8-27E3-0E95-58F7-14DF6B475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269389" y="4890232"/>
              <a:ext cx="20388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2" name="Straight Connector 2791">
              <a:extLst>
                <a:ext uri="{FF2B5EF4-FFF2-40B4-BE49-F238E27FC236}">
                  <a16:creationId xmlns:a16="http://schemas.microsoft.com/office/drawing/2014/main" id="{FA261517-CDF3-E305-1A41-DF250EF65958}"/>
                </a:ext>
              </a:extLst>
            </p:cNvPr>
            <p:cNvCxnSpPr>
              <a:cxnSpLocks/>
            </p:cNvCxnSpPr>
            <p:nvPr/>
          </p:nvCxnSpPr>
          <p:spPr>
            <a:xfrm>
              <a:off x="-1791365" y="6794086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4" name="Straight Connector 2793">
              <a:extLst>
                <a:ext uri="{FF2B5EF4-FFF2-40B4-BE49-F238E27FC236}">
                  <a16:creationId xmlns:a16="http://schemas.microsoft.com/office/drawing/2014/main" id="{23EA2A59-298E-4A1A-D388-1E49AF81935C}"/>
                </a:ext>
              </a:extLst>
            </p:cNvPr>
            <p:cNvCxnSpPr>
              <a:cxnSpLocks/>
            </p:cNvCxnSpPr>
            <p:nvPr/>
          </p:nvCxnSpPr>
          <p:spPr>
            <a:xfrm>
              <a:off x="-1794196" y="6932839"/>
              <a:ext cx="347354" cy="1481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6" name="Straight Connector 2795">
              <a:extLst>
                <a:ext uri="{FF2B5EF4-FFF2-40B4-BE49-F238E27FC236}">
                  <a16:creationId xmlns:a16="http://schemas.microsoft.com/office/drawing/2014/main" id="{FFB998B3-1E83-A67F-DD4B-F754EF951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05417" y="7088584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8" name="Straight Connector 2797">
              <a:extLst>
                <a:ext uri="{FF2B5EF4-FFF2-40B4-BE49-F238E27FC236}">
                  <a16:creationId xmlns:a16="http://schemas.microsoft.com/office/drawing/2014/main" id="{E43510BD-1D79-EE13-3001-63B1BCAFDC8F}"/>
                </a:ext>
              </a:extLst>
            </p:cNvPr>
            <p:cNvCxnSpPr>
              <a:cxnSpLocks/>
            </p:cNvCxnSpPr>
            <p:nvPr/>
          </p:nvCxnSpPr>
          <p:spPr>
            <a:xfrm>
              <a:off x="-1612967" y="7165040"/>
              <a:ext cx="0" cy="2756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0" name="Straight Connector 2799">
              <a:extLst>
                <a:ext uri="{FF2B5EF4-FFF2-40B4-BE49-F238E27FC236}">
                  <a16:creationId xmlns:a16="http://schemas.microsoft.com/office/drawing/2014/main" id="{B47EC08F-683F-3904-5516-F2B3E470BB93}"/>
                </a:ext>
              </a:extLst>
            </p:cNvPr>
            <p:cNvCxnSpPr>
              <a:cxnSpLocks/>
            </p:cNvCxnSpPr>
            <p:nvPr/>
          </p:nvCxnSpPr>
          <p:spPr>
            <a:xfrm>
              <a:off x="-1987696" y="7021566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2" name="Straight Connector 2801">
              <a:extLst>
                <a:ext uri="{FF2B5EF4-FFF2-40B4-BE49-F238E27FC236}">
                  <a16:creationId xmlns:a16="http://schemas.microsoft.com/office/drawing/2014/main" id="{FF056D7B-C621-7975-EBF3-DB98D19A8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65044" y="7374586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3" name="Straight Connector 2802">
              <a:extLst>
                <a:ext uri="{FF2B5EF4-FFF2-40B4-BE49-F238E27FC236}">
                  <a16:creationId xmlns:a16="http://schemas.microsoft.com/office/drawing/2014/main" id="{6922DACD-0D7B-AB17-0FD4-D9CB0A762F87}"/>
                </a:ext>
              </a:extLst>
            </p:cNvPr>
            <p:cNvCxnSpPr>
              <a:cxnSpLocks/>
            </p:cNvCxnSpPr>
            <p:nvPr/>
          </p:nvCxnSpPr>
          <p:spPr>
            <a:xfrm>
              <a:off x="-1972594" y="7301905"/>
              <a:ext cx="0" cy="1614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5" name="Straight Connector 2804">
              <a:extLst>
                <a:ext uri="{FF2B5EF4-FFF2-40B4-BE49-F238E27FC236}">
                  <a16:creationId xmlns:a16="http://schemas.microsoft.com/office/drawing/2014/main" id="{29E81810-2F18-3437-6966-2BE249319E02}"/>
                </a:ext>
              </a:extLst>
            </p:cNvPr>
            <p:cNvCxnSpPr>
              <a:cxnSpLocks/>
            </p:cNvCxnSpPr>
            <p:nvPr/>
          </p:nvCxnSpPr>
          <p:spPr>
            <a:xfrm>
              <a:off x="-2154767" y="7231112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6" name="Straight Connector 2805">
              <a:extLst>
                <a:ext uri="{FF2B5EF4-FFF2-40B4-BE49-F238E27FC236}">
                  <a16:creationId xmlns:a16="http://schemas.microsoft.com/office/drawing/2014/main" id="{C044B35C-9196-6D6F-6174-D61C4FA14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166095" y="7083864"/>
              <a:ext cx="348300" cy="150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8" name="Straight Connector 2877">
              <a:extLst>
                <a:ext uri="{FF2B5EF4-FFF2-40B4-BE49-F238E27FC236}">
                  <a16:creationId xmlns:a16="http://schemas.microsoft.com/office/drawing/2014/main" id="{52A0F0A8-F7CD-4E7B-3ACE-51608674D69C}"/>
                </a:ext>
              </a:extLst>
            </p:cNvPr>
            <p:cNvCxnSpPr>
              <a:cxnSpLocks/>
            </p:cNvCxnSpPr>
            <p:nvPr/>
          </p:nvCxnSpPr>
          <p:spPr>
            <a:xfrm>
              <a:off x="-1797973" y="7378361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8" name="Straight Connector 2777">
              <a:extLst>
                <a:ext uri="{FF2B5EF4-FFF2-40B4-BE49-F238E27FC236}">
                  <a16:creationId xmlns:a16="http://schemas.microsoft.com/office/drawing/2014/main" id="{CB6FFDD1-F0A7-5482-C7CF-85D22D76CC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1513" y="7582245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9" name="Straight Connector 2778">
              <a:extLst>
                <a:ext uri="{FF2B5EF4-FFF2-40B4-BE49-F238E27FC236}">
                  <a16:creationId xmlns:a16="http://schemas.microsoft.com/office/drawing/2014/main" id="{ADA4385C-F1FC-0BAA-EEE3-E41B3C56E7D3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55" y="7389689"/>
              <a:ext cx="547463" cy="1963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8" name="Straight Connector 2787">
              <a:extLst>
                <a:ext uri="{FF2B5EF4-FFF2-40B4-BE49-F238E27FC236}">
                  <a16:creationId xmlns:a16="http://schemas.microsoft.com/office/drawing/2014/main" id="{CC99D628-F4EE-F80B-C5D1-BD5058B2E5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2929" y="7382137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1" name="Straight Connector 2790">
              <a:extLst>
                <a:ext uri="{FF2B5EF4-FFF2-40B4-BE49-F238E27FC236}">
                  <a16:creationId xmlns:a16="http://schemas.microsoft.com/office/drawing/2014/main" id="{D7DEC1EC-8C16-BABC-3C37-A6530891A7E6}"/>
                </a:ext>
              </a:extLst>
            </p:cNvPr>
            <p:cNvCxnSpPr>
              <a:cxnSpLocks/>
            </p:cNvCxnSpPr>
            <p:nvPr/>
          </p:nvCxnSpPr>
          <p:spPr>
            <a:xfrm>
              <a:off x="1294245" y="7310401"/>
              <a:ext cx="362459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3" name="Straight Connector 2792">
              <a:extLst>
                <a:ext uri="{FF2B5EF4-FFF2-40B4-BE49-F238E27FC236}">
                  <a16:creationId xmlns:a16="http://schemas.microsoft.com/office/drawing/2014/main" id="{02B5B1A8-2424-24C5-48B8-C744F12F56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9144" y="7012127"/>
              <a:ext cx="0" cy="2944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7" name="Straight Connector 2796">
              <a:extLst>
                <a:ext uri="{FF2B5EF4-FFF2-40B4-BE49-F238E27FC236}">
                  <a16:creationId xmlns:a16="http://schemas.microsoft.com/office/drawing/2014/main" id="{3C1FC807-3446-6125-C98F-16983A2C6011}"/>
                </a:ext>
              </a:extLst>
            </p:cNvPr>
            <p:cNvCxnSpPr>
              <a:cxnSpLocks/>
            </p:cNvCxnSpPr>
            <p:nvPr/>
          </p:nvCxnSpPr>
          <p:spPr>
            <a:xfrm>
              <a:off x="1279143" y="7023454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1" name="Straight Connector 2800">
              <a:extLst>
                <a:ext uri="{FF2B5EF4-FFF2-40B4-BE49-F238E27FC236}">
                  <a16:creationId xmlns:a16="http://schemas.microsoft.com/office/drawing/2014/main" id="{18802F28-6BCE-C599-280D-1A9CBDB32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0373" y="709519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4" name="Straight Connector 2803">
              <a:extLst>
                <a:ext uri="{FF2B5EF4-FFF2-40B4-BE49-F238E27FC236}">
                  <a16:creationId xmlns:a16="http://schemas.microsoft.com/office/drawing/2014/main" id="{861A6759-B997-430B-D3E2-C79D7204CF40}"/>
                </a:ext>
              </a:extLst>
            </p:cNvPr>
            <p:cNvCxnSpPr>
              <a:cxnSpLocks/>
            </p:cNvCxnSpPr>
            <p:nvPr/>
          </p:nvCxnSpPr>
          <p:spPr>
            <a:xfrm>
              <a:off x="1460372" y="7238664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7" name="Straight Connector 2806">
              <a:extLst>
                <a:ext uri="{FF2B5EF4-FFF2-40B4-BE49-F238E27FC236}">
                  <a16:creationId xmlns:a16="http://schemas.microsoft.com/office/drawing/2014/main" id="{0A78CD37-F97B-92EB-AD3B-F812E087F1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1602" y="715560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9" name="Straight Connector 2808">
              <a:extLst>
                <a:ext uri="{FF2B5EF4-FFF2-40B4-BE49-F238E27FC236}">
                  <a16:creationId xmlns:a16="http://schemas.microsoft.com/office/drawing/2014/main" id="{032012A3-DC8D-8F1C-7675-5EFC8037D5B4}"/>
                </a:ext>
              </a:extLst>
            </p:cNvPr>
            <p:cNvCxnSpPr>
              <a:cxnSpLocks/>
            </p:cNvCxnSpPr>
            <p:nvPr/>
          </p:nvCxnSpPr>
          <p:spPr>
            <a:xfrm>
              <a:off x="1630274" y="7166927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0" name="Straight Connector 2809">
              <a:extLst>
                <a:ext uri="{FF2B5EF4-FFF2-40B4-BE49-F238E27FC236}">
                  <a16:creationId xmlns:a16="http://schemas.microsoft.com/office/drawing/2014/main" id="{ACA2A948-0522-56D6-DA38-0E3B8BEB0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055" y="7159376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1" name="Straight Connector 2810">
              <a:extLst>
                <a:ext uri="{FF2B5EF4-FFF2-40B4-BE49-F238E27FC236}">
                  <a16:creationId xmlns:a16="http://schemas.microsoft.com/office/drawing/2014/main" id="{D5F239FA-2FA5-BD0A-FC30-54E5F16C1CE5}"/>
                </a:ext>
              </a:extLst>
            </p:cNvPr>
            <p:cNvCxnSpPr>
              <a:cxnSpLocks/>
            </p:cNvCxnSpPr>
            <p:nvPr/>
          </p:nvCxnSpPr>
          <p:spPr>
            <a:xfrm>
              <a:off x="1988956" y="7163152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2" name="Straight Connector 2811">
              <a:extLst>
                <a:ext uri="{FF2B5EF4-FFF2-40B4-BE49-F238E27FC236}">
                  <a16:creationId xmlns:a16="http://schemas.microsoft.com/office/drawing/2014/main" id="{F4D48C14-75C7-934B-0EA5-14672913D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064" y="7238664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3" name="Straight Connector 2812">
              <a:extLst>
                <a:ext uri="{FF2B5EF4-FFF2-40B4-BE49-F238E27FC236}">
                  <a16:creationId xmlns:a16="http://schemas.microsoft.com/office/drawing/2014/main" id="{C796830F-5855-0DF5-CC08-F6EE27EC1A07}"/>
                </a:ext>
              </a:extLst>
            </p:cNvPr>
            <p:cNvCxnSpPr>
              <a:cxnSpLocks/>
            </p:cNvCxnSpPr>
            <p:nvPr/>
          </p:nvCxnSpPr>
          <p:spPr>
            <a:xfrm>
              <a:off x="2181512" y="7367035"/>
              <a:ext cx="385113" cy="143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5" name="Straight Connector 2814">
              <a:extLst>
                <a:ext uri="{FF2B5EF4-FFF2-40B4-BE49-F238E27FC236}">
                  <a16:creationId xmlns:a16="http://schemas.microsoft.com/office/drawing/2014/main" id="{08955345-E9F5-FFFA-BE96-D9FAE95377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849" y="738591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8" name="Straight Connector 2847">
              <a:extLst>
                <a:ext uri="{FF2B5EF4-FFF2-40B4-BE49-F238E27FC236}">
                  <a16:creationId xmlns:a16="http://schemas.microsoft.com/office/drawing/2014/main" id="{A7E54436-7BFD-F3AE-6900-FA4193E18637}"/>
                </a:ext>
              </a:extLst>
            </p:cNvPr>
            <p:cNvCxnSpPr>
              <a:cxnSpLocks/>
            </p:cNvCxnSpPr>
            <p:nvPr/>
          </p:nvCxnSpPr>
          <p:spPr>
            <a:xfrm>
              <a:off x="2362741" y="7306625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9" name="Straight Connector 2848">
              <a:extLst>
                <a:ext uri="{FF2B5EF4-FFF2-40B4-BE49-F238E27FC236}">
                  <a16:creationId xmlns:a16="http://schemas.microsoft.com/office/drawing/2014/main" id="{A2FC7498-2DC2-C366-7943-FADC5273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4069" y="7038556"/>
              <a:ext cx="0" cy="2567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1" name="Straight Connector 2850">
              <a:extLst>
                <a:ext uri="{FF2B5EF4-FFF2-40B4-BE49-F238E27FC236}">
                  <a16:creationId xmlns:a16="http://schemas.microsoft.com/office/drawing/2014/main" id="{C364D115-0A1A-2262-CA42-6F8935629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064" y="7027230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2" name="Straight Connector 2851">
              <a:extLst>
                <a:ext uri="{FF2B5EF4-FFF2-40B4-BE49-F238E27FC236}">
                  <a16:creationId xmlns:a16="http://schemas.microsoft.com/office/drawing/2014/main" id="{AF2FD7CC-1F7D-3BAC-C443-A388D11268B4}"/>
                </a:ext>
              </a:extLst>
            </p:cNvPr>
            <p:cNvCxnSpPr>
              <a:cxnSpLocks/>
            </p:cNvCxnSpPr>
            <p:nvPr/>
          </p:nvCxnSpPr>
          <p:spPr>
            <a:xfrm>
              <a:off x="1996507" y="7031005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3" name="Straight Connector 2852">
              <a:extLst>
                <a:ext uri="{FF2B5EF4-FFF2-40B4-BE49-F238E27FC236}">
                  <a16:creationId xmlns:a16="http://schemas.microsoft.com/office/drawing/2014/main" id="{023C318D-BDE9-B578-43B6-11BBC00A5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6606" y="7031005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4" name="Straight Connector 2853">
              <a:extLst>
                <a:ext uri="{FF2B5EF4-FFF2-40B4-BE49-F238E27FC236}">
                  <a16:creationId xmlns:a16="http://schemas.microsoft.com/office/drawing/2014/main" id="{A3366C73-694C-4D03-8C98-2D937DC48FA0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8" y="695549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6" name="Straight Connector 2855">
              <a:extLst>
                <a:ext uri="{FF2B5EF4-FFF2-40B4-BE49-F238E27FC236}">
                  <a16:creationId xmlns:a16="http://schemas.microsoft.com/office/drawing/2014/main" id="{14922DF7-7677-28E5-E30A-7E1DE4BA7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6704" y="6955493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7" name="Straight Connector 2856">
              <a:extLst>
                <a:ext uri="{FF2B5EF4-FFF2-40B4-BE49-F238E27FC236}">
                  <a16:creationId xmlns:a16="http://schemas.microsoft.com/office/drawing/2014/main" id="{25099ECF-323C-A4FD-5E17-78E96B438A29}"/>
                </a:ext>
              </a:extLst>
            </p:cNvPr>
            <p:cNvCxnSpPr>
              <a:cxnSpLocks/>
            </p:cNvCxnSpPr>
            <p:nvPr/>
          </p:nvCxnSpPr>
          <p:spPr>
            <a:xfrm>
              <a:off x="1290471" y="6883756"/>
              <a:ext cx="377560" cy="1321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0" name="Straight Connector 2859">
              <a:extLst>
                <a:ext uri="{FF2B5EF4-FFF2-40B4-BE49-F238E27FC236}">
                  <a16:creationId xmlns:a16="http://schemas.microsoft.com/office/drawing/2014/main" id="{7D21B59A-47D6-5185-8F69-6691222A4534}"/>
                </a:ext>
              </a:extLst>
            </p:cNvPr>
            <p:cNvCxnSpPr>
              <a:cxnSpLocks/>
            </p:cNvCxnSpPr>
            <p:nvPr/>
          </p:nvCxnSpPr>
          <p:spPr>
            <a:xfrm>
              <a:off x="1298022" y="6747834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1" name="Straight Connector 2860">
              <a:extLst>
                <a:ext uri="{FF2B5EF4-FFF2-40B4-BE49-F238E27FC236}">
                  <a16:creationId xmlns:a16="http://schemas.microsoft.com/office/drawing/2014/main" id="{B41D558E-6F20-2E2C-AB20-99B914065C85}"/>
                </a:ext>
              </a:extLst>
            </p:cNvPr>
            <p:cNvCxnSpPr>
              <a:cxnSpLocks/>
            </p:cNvCxnSpPr>
            <p:nvPr/>
          </p:nvCxnSpPr>
          <p:spPr>
            <a:xfrm>
              <a:off x="1105465" y="6679873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2" name="Straight Connector 2861">
              <a:extLst>
                <a:ext uri="{FF2B5EF4-FFF2-40B4-BE49-F238E27FC236}">
                  <a16:creationId xmlns:a16="http://schemas.microsoft.com/office/drawing/2014/main" id="{2E743F8C-A5E2-5677-A384-314B877D67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793" y="6532624"/>
              <a:ext cx="354907" cy="1472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4" name="Straight Connector 2863">
              <a:extLst>
                <a:ext uri="{FF2B5EF4-FFF2-40B4-BE49-F238E27FC236}">
                  <a16:creationId xmlns:a16="http://schemas.microsoft.com/office/drawing/2014/main" id="{E282AAB0-00E9-38B8-7C9E-4AEBD3FF7EC0}"/>
                </a:ext>
              </a:extLst>
            </p:cNvPr>
            <p:cNvCxnSpPr>
              <a:cxnSpLocks/>
            </p:cNvCxnSpPr>
            <p:nvPr/>
          </p:nvCxnSpPr>
          <p:spPr>
            <a:xfrm>
              <a:off x="1471700" y="6543951"/>
              <a:ext cx="0" cy="2718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6" name="Straight Connector 2865">
              <a:extLst>
                <a:ext uri="{FF2B5EF4-FFF2-40B4-BE49-F238E27FC236}">
                  <a16:creationId xmlns:a16="http://schemas.microsoft.com/office/drawing/2014/main" id="{2E271EAF-C1B7-E44E-A17C-A6ACD2678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4148" y="6732732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7" name="Straight Connector 2866">
              <a:extLst>
                <a:ext uri="{FF2B5EF4-FFF2-40B4-BE49-F238E27FC236}">
                  <a16:creationId xmlns:a16="http://schemas.microsoft.com/office/drawing/2014/main" id="{46A1422F-8364-3DDD-0DEB-7B96C022ADF2}"/>
                </a:ext>
              </a:extLst>
            </p:cNvPr>
            <p:cNvCxnSpPr>
              <a:cxnSpLocks/>
            </p:cNvCxnSpPr>
            <p:nvPr/>
          </p:nvCxnSpPr>
          <p:spPr>
            <a:xfrm>
              <a:off x="1645377" y="6728956"/>
              <a:ext cx="558789" cy="2152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1" name="Straight Connector 2870">
              <a:extLst>
                <a:ext uri="{FF2B5EF4-FFF2-40B4-BE49-F238E27FC236}">
                  <a16:creationId xmlns:a16="http://schemas.microsoft.com/office/drawing/2014/main" id="{A0CF0F17-8099-CDCA-3CBA-7C41B40ED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167" y="6660995"/>
              <a:ext cx="0" cy="2869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3" name="Straight Connector 2872">
              <a:extLst>
                <a:ext uri="{FF2B5EF4-FFF2-40B4-BE49-F238E27FC236}">
                  <a16:creationId xmlns:a16="http://schemas.microsoft.com/office/drawing/2014/main" id="{0A8DD6EB-854B-0536-7BF9-CF90420CB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7835" y="6664771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4" name="Straight Connector 2873">
              <a:extLst>
                <a:ext uri="{FF2B5EF4-FFF2-40B4-BE49-F238E27FC236}">
                  <a16:creationId xmlns:a16="http://schemas.microsoft.com/office/drawing/2014/main" id="{CD661A92-E219-A088-10A5-E9FED1491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9162" y="660436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5" name="Straight Connector 2874">
              <a:extLst>
                <a:ext uri="{FF2B5EF4-FFF2-40B4-BE49-F238E27FC236}">
                  <a16:creationId xmlns:a16="http://schemas.microsoft.com/office/drawing/2014/main" id="{4931198D-8528-D671-DE00-C6D497706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1709" y="6596810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6" name="Straight Connector 2875">
              <a:extLst>
                <a:ext uri="{FF2B5EF4-FFF2-40B4-BE49-F238E27FC236}">
                  <a16:creationId xmlns:a16="http://schemas.microsoft.com/office/drawing/2014/main" id="{1D6161DD-55D7-9AF3-FFC1-9B97698160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929" y="6585483"/>
              <a:ext cx="181229" cy="830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9" name="Straight Connector 2878">
              <a:extLst>
                <a:ext uri="{FF2B5EF4-FFF2-40B4-BE49-F238E27FC236}">
                  <a16:creationId xmlns:a16="http://schemas.microsoft.com/office/drawing/2014/main" id="{B798B4F1-59BD-C66D-2A0A-DB616A8F73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0480" y="6525073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39D05F32-3172-63EC-4FB3-665A2634F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7933" y="637027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7B0C5DF-6BE5-FB85-66A4-3AE9538247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9153" y="6377824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97408920-2D77-D329-47AD-A01F96DA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475" y="624945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ABE76761-1A3E-5EBB-93E5-A883BDF167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86" y="6230575"/>
              <a:ext cx="558789" cy="234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A3F85E86-CDAA-4F7F-7119-30D9B7F268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457" y="6381600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BD992A49-E9E5-C255-5572-85E53C512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7" y="6151287"/>
              <a:ext cx="558789" cy="234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4DD787-32A6-1BF5-07B1-6EAF2508E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66" y="609087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883F792-6632-CFCF-CB1F-705EE9509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5564" y="6079550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0A8823C-B517-EA11-59DC-0B0695B692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6784" y="6098428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F7EC031-9035-2DCC-02CE-5355B1F745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648" y="6177716"/>
              <a:ext cx="370009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A126736B-15CF-2E35-67BF-8CF42DC9A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28" y="6302312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E86DFFD7-358B-EA97-74EA-1D699351F2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7" y="6245677"/>
              <a:ext cx="381336" cy="13592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61962C16-2B87-9820-403F-6D004DE12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92" y="6249453"/>
              <a:ext cx="0" cy="702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3CEB50B3-FAF3-8C2C-B37D-D518DEB2E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6912" y="6951717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8AF2991F-0052-68D8-6472-7EE7CC2289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3137" y="6313638"/>
              <a:ext cx="0" cy="702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4223E9E9-D653-8ECF-7FCA-A7453F9BD6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49086" y="6233406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25B456A4-2926-874B-3EFF-7791C624A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5595" y="6226799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FCCFE645-EE34-9AA1-BC32-BAED36CEC0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87715" y="6596810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269F57B0-7A1A-C35A-F555-6581ACEEE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76390" y="6507139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13B68D70-FACF-670E-BEAA-A59DE97BF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610262" y="6366497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0BE9C5E1-31C0-DA55-E3F3-D1E4A9E211AD}"/>
                </a:ext>
              </a:extLst>
            </p:cNvPr>
            <p:cNvCxnSpPr>
              <a:cxnSpLocks/>
            </p:cNvCxnSpPr>
            <p:nvPr/>
          </p:nvCxnSpPr>
          <p:spPr>
            <a:xfrm>
              <a:off x="-3591385" y="6385375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C2C5F0E9-8483-D886-05F4-7260180929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32808" y="6445785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0DD22AE2-7827-32DF-3B34-BEDD03BB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598936" y="6582651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3A9C6580-173D-C9E7-F037-A25F4FDD2049}"/>
                </a:ext>
              </a:extLst>
            </p:cNvPr>
            <p:cNvCxnSpPr>
              <a:cxnSpLocks/>
            </p:cNvCxnSpPr>
            <p:nvPr/>
          </p:nvCxnSpPr>
          <p:spPr>
            <a:xfrm>
              <a:off x="-3587609" y="6668546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4FF4C78A-31C3-BE1F-D087-EDE9F0651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40254" y="5468845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4091FAAD-6C74-5DC2-73C5-D3D8F8F2D9B6}"/>
                </a:ext>
              </a:extLst>
            </p:cNvPr>
            <p:cNvCxnSpPr>
              <a:cxnSpLocks/>
            </p:cNvCxnSpPr>
            <p:nvPr/>
          </p:nvCxnSpPr>
          <p:spPr>
            <a:xfrm>
              <a:off x="-3066576" y="5464125"/>
              <a:ext cx="740018" cy="2756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50B61AD1-495C-79BA-B674-BF88344C5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96460" y="5748240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EFFB08BC-8766-A700-AB0A-4047BC8F8775}"/>
                </a:ext>
              </a:extLst>
            </p:cNvPr>
            <p:cNvCxnSpPr>
              <a:cxnSpLocks/>
            </p:cNvCxnSpPr>
            <p:nvPr/>
          </p:nvCxnSpPr>
          <p:spPr>
            <a:xfrm>
              <a:off x="-3077903" y="5607598"/>
              <a:ext cx="604097" cy="2189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1983">
              <a:extLst>
                <a:ext uri="{FF2B5EF4-FFF2-40B4-BE49-F238E27FC236}">
                  <a16:creationId xmlns:a16="http://schemas.microsoft.com/office/drawing/2014/main" id="{5FF88FB5-97AC-D535-E3EF-5E3C00E4D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066575" y="560382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5923" cy="5082539"/>
            <a:chOff x="137913" y="1997862"/>
            <a:chExt cx="9846637" cy="9106010"/>
          </a:xfrm>
          <a:effectLst/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8877" y="1997862"/>
              <a:ext cx="0" cy="4596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41966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26" y="3826970"/>
              <a:ext cx="294366" cy="13652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1382280" cy="55035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F6FE6B-DB23-8617-AA24-5464F17FDCAA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80" y="4153913"/>
              <a:ext cx="0" cy="2234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5E80E7-6B62-73DE-16C1-3ACB5345859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744" y="4381587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7E29D-D4FA-6902-ACAF-AD4521880ED7}"/>
                </a:ext>
              </a:extLst>
            </p:cNvPr>
            <p:cNvCxnSpPr>
              <a:cxnSpLocks/>
            </p:cNvCxnSpPr>
            <p:nvPr/>
          </p:nvCxnSpPr>
          <p:spPr>
            <a:xfrm>
              <a:off x="5603590" y="4495217"/>
              <a:ext cx="0" cy="6244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AF940F-2A34-CC2C-A51C-74C891D00767}"/>
                </a:ext>
              </a:extLst>
            </p:cNvPr>
            <p:cNvCxnSpPr>
              <a:cxnSpLocks/>
            </p:cNvCxnSpPr>
            <p:nvPr/>
          </p:nvCxnSpPr>
          <p:spPr>
            <a:xfrm>
              <a:off x="7787940" y="2999305"/>
              <a:ext cx="0" cy="86890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DFDE4D-7EBB-B582-8988-92133EC2A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1669" y="2990770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20B1BB-7AFF-0738-46FA-266102673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307" y="2807320"/>
              <a:ext cx="810599" cy="3114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06F63C-DC6E-608B-8045-649C8F4BDF0B}"/>
                </a:ext>
              </a:extLst>
            </p:cNvPr>
            <p:cNvCxnSpPr>
              <a:cxnSpLocks/>
            </p:cNvCxnSpPr>
            <p:nvPr/>
          </p:nvCxnSpPr>
          <p:spPr>
            <a:xfrm>
              <a:off x="8900910" y="2807318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973" y="4680229"/>
              <a:ext cx="221846" cy="1535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1" y="4274928"/>
              <a:ext cx="597280" cy="2389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198" y="4351725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020" y="4309062"/>
              <a:ext cx="0" cy="13651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40956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DF37BB-F4DC-21F0-5641-5F78686C0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5776" y="4454116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D0915B-D1FF-EA3F-AB03-9F5B45919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4307" y="4594906"/>
              <a:ext cx="0" cy="1749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A1EE69-640D-E41F-01FC-A2E367043AE2}"/>
                </a:ext>
              </a:extLst>
            </p:cNvPr>
            <p:cNvCxnSpPr>
              <a:cxnSpLocks/>
            </p:cNvCxnSpPr>
            <p:nvPr/>
          </p:nvCxnSpPr>
          <p:spPr>
            <a:xfrm>
              <a:off x="9976016" y="3856834"/>
              <a:ext cx="0" cy="45649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1BFD5D5-18B4-C3AC-CE8B-49F32FB024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72" y="3838343"/>
              <a:ext cx="463606" cy="1891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8" name="Straight Connector 2357">
              <a:extLst>
                <a:ext uri="{FF2B5EF4-FFF2-40B4-BE49-F238E27FC236}">
                  <a16:creationId xmlns:a16="http://schemas.microsoft.com/office/drawing/2014/main" id="{D2B9B132-CC0E-C513-B38B-9CF3AEEA5C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220" y="4789732"/>
              <a:ext cx="1393663" cy="54608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" name="Straight Connector 2360">
              <a:extLst>
                <a:ext uri="{FF2B5EF4-FFF2-40B4-BE49-F238E27FC236}">
                  <a16:creationId xmlns:a16="http://schemas.microsoft.com/office/drawing/2014/main" id="{4ED79C43-0BE7-6724-A382-24C20A2B60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3" y="5466653"/>
              <a:ext cx="250292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3" name="Straight Connector 2362">
              <a:extLst>
                <a:ext uri="{FF2B5EF4-FFF2-40B4-BE49-F238E27FC236}">
                  <a16:creationId xmlns:a16="http://schemas.microsoft.com/office/drawing/2014/main" id="{6A96DDDD-1E8A-46F3-E6B0-F4CF50029A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5574733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5" name="Straight Connector 2364">
              <a:extLst>
                <a:ext uri="{FF2B5EF4-FFF2-40B4-BE49-F238E27FC236}">
                  <a16:creationId xmlns:a16="http://schemas.microsoft.com/office/drawing/2014/main" id="{522A0586-A4E1-3FCB-DA31-30F5DE26CC69}"/>
                </a:ext>
              </a:extLst>
            </p:cNvPr>
            <p:cNvCxnSpPr>
              <a:cxnSpLocks/>
            </p:cNvCxnSpPr>
            <p:nvPr/>
          </p:nvCxnSpPr>
          <p:spPr>
            <a:xfrm>
              <a:off x="7800198" y="5802269"/>
              <a:ext cx="1063733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7" name="Straight Connector 2366">
              <a:extLst>
                <a:ext uri="{FF2B5EF4-FFF2-40B4-BE49-F238E27FC236}">
                  <a16:creationId xmlns:a16="http://schemas.microsoft.com/office/drawing/2014/main" id="{4995228A-94F7-B123-DAF5-A436EAF80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9621" y="6177704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8" name="Straight Connector 2367">
              <a:extLst>
                <a:ext uri="{FF2B5EF4-FFF2-40B4-BE49-F238E27FC236}">
                  <a16:creationId xmlns:a16="http://schemas.microsoft.com/office/drawing/2014/main" id="{EF04E161-F80F-7346-7B9D-D75C1D0C4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0" y="6416618"/>
              <a:ext cx="1063735" cy="43231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0" name="Straight Connector 2369">
              <a:extLst>
                <a:ext uri="{FF2B5EF4-FFF2-40B4-BE49-F238E27FC236}">
                  <a16:creationId xmlns:a16="http://schemas.microsoft.com/office/drawing/2014/main" id="{068CDF5A-1193-3B49-2088-B1D5628B396D}"/>
                </a:ext>
              </a:extLst>
            </p:cNvPr>
            <p:cNvCxnSpPr>
              <a:cxnSpLocks/>
            </p:cNvCxnSpPr>
            <p:nvPr/>
          </p:nvCxnSpPr>
          <p:spPr>
            <a:xfrm>
              <a:off x="7237045" y="6604335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2" name="Straight Connector 2371">
              <a:extLst>
                <a:ext uri="{FF2B5EF4-FFF2-40B4-BE49-F238E27FC236}">
                  <a16:creationId xmlns:a16="http://schemas.microsoft.com/office/drawing/2014/main" id="{798A12D1-7CB5-ECC4-4E40-DC8F59FA0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662708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3" name="Straight Connector 2372">
              <a:extLst>
                <a:ext uri="{FF2B5EF4-FFF2-40B4-BE49-F238E27FC236}">
                  <a16:creationId xmlns:a16="http://schemas.microsoft.com/office/drawing/2014/main" id="{63740077-9361-5243-F7D3-A2A73EE4FA3D}"/>
                </a:ext>
              </a:extLst>
            </p:cNvPr>
            <p:cNvCxnSpPr>
              <a:cxnSpLocks/>
            </p:cNvCxnSpPr>
            <p:nvPr/>
          </p:nvCxnSpPr>
          <p:spPr>
            <a:xfrm>
              <a:off x="7231357" y="6831872"/>
              <a:ext cx="1666705" cy="6598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5" name="Straight Connector 2374">
              <a:extLst>
                <a:ext uri="{FF2B5EF4-FFF2-40B4-BE49-F238E27FC236}">
                  <a16:creationId xmlns:a16="http://schemas.microsoft.com/office/drawing/2014/main" id="{50D0AF27-54A1-73A7-8E88-60CBBB490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7553" y="7491727"/>
              <a:ext cx="813445" cy="3014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7" name="Straight Connector 2376">
              <a:extLst>
                <a:ext uri="{FF2B5EF4-FFF2-40B4-BE49-F238E27FC236}">
                  <a16:creationId xmlns:a16="http://schemas.microsoft.com/office/drawing/2014/main" id="{EA474F05-864F-9B01-E802-73DF2A97E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7815967"/>
              <a:ext cx="0" cy="102960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3" name="Straight Connector 2412">
              <a:extLst>
                <a:ext uri="{FF2B5EF4-FFF2-40B4-BE49-F238E27FC236}">
                  <a16:creationId xmlns:a16="http://schemas.microsoft.com/office/drawing/2014/main" id="{2EBEA9AB-0079-F004-53DC-9B526B69D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61865" y="8862634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6" name="Straight Connector 2415">
              <a:extLst>
                <a:ext uri="{FF2B5EF4-FFF2-40B4-BE49-F238E27FC236}">
                  <a16:creationId xmlns:a16="http://schemas.microsoft.com/office/drawing/2014/main" id="{D723D793-92D3-BF3A-5D30-6DA7D2AD2B6C}"/>
                </a:ext>
              </a:extLst>
            </p:cNvPr>
            <p:cNvCxnSpPr>
              <a:cxnSpLocks/>
            </p:cNvCxnSpPr>
            <p:nvPr/>
          </p:nvCxnSpPr>
          <p:spPr>
            <a:xfrm>
              <a:off x="8340597" y="8760243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7" name="Straight Connector 2416">
              <a:extLst>
                <a:ext uri="{FF2B5EF4-FFF2-40B4-BE49-F238E27FC236}">
                  <a16:creationId xmlns:a16="http://schemas.microsoft.com/office/drawing/2014/main" id="{0597C820-C935-B45D-1B60-1122D513A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3534" y="875455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9" name="Straight Connector 2418">
              <a:extLst>
                <a:ext uri="{FF2B5EF4-FFF2-40B4-BE49-F238E27FC236}">
                  <a16:creationId xmlns:a16="http://schemas.microsoft.com/office/drawing/2014/main" id="{2BB1B548-1368-F03B-9520-66B6C378AC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3641" y="8748866"/>
              <a:ext cx="250290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3" name="Straight Connector 2422">
              <a:extLst>
                <a:ext uri="{FF2B5EF4-FFF2-40B4-BE49-F238E27FC236}">
                  <a16:creationId xmlns:a16="http://schemas.microsoft.com/office/drawing/2014/main" id="{C1559C55-8744-E01A-B26A-7D81CA79A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2556" y="8743178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4" name="Straight Connector 2423">
              <a:extLst>
                <a:ext uri="{FF2B5EF4-FFF2-40B4-BE49-F238E27FC236}">
                  <a16:creationId xmlns:a16="http://schemas.microsoft.com/office/drawing/2014/main" id="{ECC2289B-4C82-90A2-F56A-FBBA26902227}"/>
                </a:ext>
              </a:extLst>
            </p:cNvPr>
            <p:cNvCxnSpPr>
              <a:cxnSpLocks/>
            </p:cNvCxnSpPr>
            <p:nvPr/>
          </p:nvCxnSpPr>
          <p:spPr>
            <a:xfrm>
              <a:off x="8869620" y="8953649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5" name="Straight Connector 2424">
              <a:extLst>
                <a:ext uri="{FF2B5EF4-FFF2-40B4-BE49-F238E27FC236}">
                  <a16:creationId xmlns:a16="http://schemas.microsoft.com/office/drawing/2014/main" id="{C982EAA8-FACF-8054-166E-4D6BD16CC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4042" y="9056041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6" name="Straight Connector 2425">
              <a:extLst>
                <a:ext uri="{FF2B5EF4-FFF2-40B4-BE49-F238E27FC236}">
                  <a16:creationId xmlns:a16="http://schemas.microsoft.com/office/drawing/2014/main" id="{EAF0FE5A-8031-F6E2-2752-E8C06F646BCA}"/>
                </a:ext>
              </a:extLst>
            </p:cNvPr>
            <p:cNvCxnSpPr>
              <a:cxnSpLocks/>
            </p:cNvCxnSpPr>
            <p:nvPr/>
          </p:nvCxnSpPr>
          <p:spPr>
            <a:xfrm>
              <a:off x="9165417" y="927220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7" name="Straight Connector 2426">
              <a:extLst>
                <a:ext uri="{FF2B5EF4-FFF2-40B4-BE49-F238E27FC236}">
                  <a16:creationId xmlns:a16="http://schemas.microsoft.com/office/drawing/2014/main" id="{84044321-E7E2-B58A-6CAD-7053E456C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8462" y="9385970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8" name="Straight Connector 2427">
              <a:extLst>
                <a:ext uri="{FF2B5EF4-FFF2-40B4-BE49-F238E27FC236}">
                  <a16:creationId xmlns:a16="http://schemas.microsoft.com/office/drawing/2014/main" id="{BD3B21A4-2C76-EEA4-FE60-79BFEE939239}"/>
                </a:ext>
              </a:extLst>
            </p:cNvPr>
            <p:cNvCxnSpPr>
              <a:cxnSpLocks/>
            </p:cNvCxnSpPr>
            <p:nvPr/>
          </p:nvCxnSpPr>
          <p:spPr>
            <a:xfrm>
              <a:off x="9159729" y="9494048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9" name="Straight Connector 2428">
              <a:extLst>
                <a:ext uri="{FF2B5EF4-FFF2-40B4-BE49-F238E27FC236}">
                  <a16:creationId xmlns:a16="http://schemas.microsoft.com/office/drawing/2014/main" id="{3CF67FA0-7D97-4C10-46DD-E66E3364E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107" y="950542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0" name="Straight Connector 2429">
              <a:extLst>
                <a:ext uri="{FF2B5EF4-FFF2-40B4-BE49-F238E27FC236}">
                  <a16:creationId xmlns:a16="http://schemas.microsoft.com/office/drawing/2014/main" id="{88A9091C-FA2E-3F05-F912-DA2900D1E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4" y="9727273"/>
              <a:ext cx="574530" cy="2047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2" name="Straight Connector 2431">
              <a:extLst>
                <a:ext uri="{FF2B5EF4-FFF2-40B4-BE49-F238E27FC236}">
                  <a16:creationId xmlns:a16="http://schemas.microsoft.com/office/drawing/2014/main" id="{8B60DA8A-9BCB-CBAB-6E47-3601C6A3F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6" y="9516804"/>
              <a:ext cx="0" cy="42662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4" name="Straight Connector 2433">
              <a:extLst>
                <a:ext uri="{FF2B5EF4-FFF2-40B4-BE49-F238E27FC236}">
                  <a16:creationId xmlns:a16="http://schemas.microsoft.com/office/drawing/2014/main" id="{9543F6F1-D785-928C-5161-282E69555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3" y="9397347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6" name="Straight Connector 2435">
              <a:extLst>
                <a:ext uri="{FF2B5EF4-FFF2-40B4-BE49-F238E27FC236}">
                  <a16:creationId xmlns:a16="http://schemas.microsoft.com/office/drawing/2014/main" id="{B0C5F3EF-D757-B746-E16C-B75E6D1A7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8063" y="9175497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7" name="Straight Connector 2436">
              <a:extLst>
                <a:ext uri="{FF2B5EF4-FFF2-40B4-BE49-F238E27FC236}">
                  <a16:creationId xmlns:a16="http://schemas.microsoft.com/office/drawing/2014/main" id="{F288C4F1-A520-ACC5-429E-0502078D198D}"/>
                </a:ext>
              </a:extLst>
            </p:cNvPr>
            <p:cNvCxnSpPr>
              <a:cxnSpLocks/>
            </p:cNvCxnSpPr>
            <p:nvPr/>
          </p:nvCxnSpPr>
          <p:spPr>
            <a:xfrm>
              <a:off x="8596576" y="905604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8" name="Straight Connector 2437">
              <a:extLst>
                <a:ext uri="{FF2B5EF4-FFF2-40B4-BE49-F238E27FC236}">
                  <a16:creationId xmlns:a16="http://schemas.microsoft.com/office/drawing/2014/main" id="{74F94EC0-2A70-F4B0-C7AB-F779A30C5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4" y="903897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9" name="Straight Connector 2438">
              <a:extLst>
                <a:ext uri="{FF2B5EF4-FFF2-40B4-BE49-F238E27FC236}">
                  <a16:creationId xmlns:a16="http://schemas.microsoft.com/office/drawing/2014/main" id="{D20069E8-A9A0-4289-8F6C-52091F71D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4909" y="927220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0" name="Straight Connector 2439">
              <a:extLst>
                <a:ext uri="{FF2B5EF4-FFF2-40B4-BE49-F238E27FC236}">
                  <a16:creationId xmlns:a16="http://schemas.microsoft.com/office/drawing/2014/main" id="{E0A8CF3B-E329-3419-93E5-2C5D82FCE6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0599" y="938596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1" name="Straight Connector 2440">
              <a:extLst>
                <a:ext uri="{FF2B5EF4-FFF2-40B4-BE49-F238E27FC236}">
                  <a16:creationId xmlns:a16="http://schemas.microsoft.com/office/drawing/2014/main" id="{9FCABF3F-2B7C-85D8-ADE3-D875145D2683}"/>
                </a:ext>
              </a:extLst>
            </p:cNvPr>
            <p:cNvCxnSpPr>
              <a:cxnSpLocks/>
            </p:cNvCxnSpPr>
            <p:nvPr/>
          </p:nvCxnSpPr>
          <p:spPr>
            <a:xfrm>
              <a:off x="8044800" y="9494050"/>
              <a:ext cx="301486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3" name="Straight Connector 2442">
              <a:extLst>
                <a:ext uri="{FF2B5EF4-FFF2-40B4-BE49-F238E27FC236}">
                  <a16:creationId xmlns:a16="http://schemas.microsoft.com/office/drawing/2014/main" id="{233B5D1F-1DE4-D629-6E18-23E4E32922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6178" y="9505425"/>
              <a:ext cx="0" cy="4152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5" name="Straight Connector 2444">
              <a:extLst>
                <a:ext uri="{FF2B5EF4-FFF2-40B4-BE49-F238E27FC236}">
                  <a16:creationId xmlns:a16="http://schemas.microsoft.com/office/drawing/2014/main" id="{47774E8A-2166-9DE1-1D3E-9D3AD18CF2DC}"/>
                </a:ext>
              </a:extLst>
            </p:cNvPr>
            <p:cNvCxnSpPr>
              <a:cxnSpLocks/>
            </p:cNvCxnSpPr>
            <p:nvPr/>
          </p:nvCxnSpPr>
          <p:spPr>
            <a:xfrm>
              <a:off x="7788821" y="981829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7" name="Straight Connector 2446">
              <a:extLst>
                <a:ext uri="{FF2B5EF4-FFF2-40B4-BE49-F238E27FC236}">
                  <a16:creationId xmlns:a16="http://schemas.microsoft.com/office/drawing/2014/main" id="{FB460EF2-7084-FCBB-04C2-4BE74D517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7154" y="9818290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8" name="Straight Connector 2447">
              <a:extLst>
                <a:ext uri="{FF2B5EF4-FFF2-40B4-BE49-F238E27FC236}">
                  <a16:creationId xmlns:a16="http://schemas.microsoft.com/office/drawing/2014/main" id="{23B58685-427C-8882-7474-9AF29B05AF23}"/>
                </a:ext>
              </a:extLst>
            </p:cNvPr>
            <p:cNvCxnSpPr>
              <a:cxnSpLocks/>
            </p:cNvCxnSpPr>
            <p:nvPr/>
          </p:nvCxnSpPr>
          <p:spPr>
            <a:xfrm>
              <a:off x="7538531" y="9949123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9" name="Straight Connector 2448">
              <a:extLst>
                <a:ext uri="{FF2B5EF4-FFF2-40B4-BE49-F238E27FC236}">
                  <a16:creationId xmlns:a16="http://schemas.microsoft.com/office/drawing/2014/main" id="{B43B5521-A656-0563-2F44-07A31A879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100230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1" name="Straight Connector 2450">
              <a:extLst>
                <a:ext uri="{FF2B5EF4-FFF2-40B4-BE49-F238E27FC236}">
                  <a16:creationId xmlns:a16="http://schemas.microsoft.com/office/drawing/2014/main" id="{426C1E84-19CF-F7ED-B97A-7B99EFD3D5D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54" y="10159595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2" name="Straight Connector 2451">
              <a:extLst>
                <a:ext uri="{FF2B5EF4-FFF2-40B4-BE49-F238E27FC236}">
                  <a16:creationId xmlns:a16="http://schemas.microsoft.com/office/drawing/2014/main" id="{E32BF37E-CBF6-1483-F4B3-AA0B02FE90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468" y="10159593"/>
              <a:ext cx="0" cy="4095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4" name="Straight Connector 2453">
              <a:extLst>
                <a:ext uri="{FF2B5EF4-FFF2-40B4-BE49-F238E27FC236}">
                  <a16:creationId xmlns:a16="http://schemas.microsoft.com/office/drawing/2014/main" id="{396D3D6E-A327-623C-51F7-E29671F47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3024" y="10472458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5" name="Straight Connector 2454">
              <a:extLst>
                <a:ext uri="{FF2B5EF4-FFF2-40B4-BE49-F238E27FC236}">
                  <a16:creationId xmlns:a16="http://schemas.microsoft.com/office/drawing/2014/main" id="{6D3F273B-5BB3-12CB-0754-601A162CAF33}"/>
                </a:ext>
              </a:extLst>
            </p:cNvPr>
            <p:cNvCxnSpPr>
              <a:cxnSpLocks/>
            </p:cNvCxnSpPr>
            <p:nvPr/>
          </p:nvCxnSpPr>
          <p:spPr>
            <a:xfrm>
              <a:off x="7783133" y="10478147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6" name="Straight Connector 2455">
              <a:extLst>
                <a:ext uri="{FF2B5EF4-FFF2-40B4-BE49-F238E27FC236}">
                  <a16:creationId xmlns:a16="http://schemas.microsoft.com/office/drawing/2014/main" id="{C1AEDFFB-5B27-3FF0-FBA0-9A54E5D87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105634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7" name="Straight Connector 2456">
              <a:extLst>
                <a:ext uri="{FF2B5EF4-FFF2-40B4-BE49-F238E27FC236}">
                  <a16:creationId xmlns:a16="http://schemas.microsoft.com/office/drawing/2014/main" id="{A85D736E-4184-4DD6-7A17-476709D72791}"/>
                </a:ext>
              </a:extLst>
            </p:cNvPr>
            <p:cNvCxnSpPr>
              <a:cxnSpLocks/>
            </p:cNvCxnSpPr>
            <p:nvPr/>
          </p:nvCxnSpPr>
          <p:spPr>
            <a:xfrm>
              <a:off x="7777444" y="1068293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8" name="Straight Connector 2457">
              <a:extLst>
                <a:ext uri="{FF2B5EF4-FFF2-40B4-BE49-F238E27FC236}">
                  <a16:creationId xmlns:a16="http://schemas.microsoft.com/office/drawing/2014/main" id="{2D25D651-3EE4-6170-DFC8-332939210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5" y="10671551"/>
              <a:ext cx="0" cy="43232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0" name="Straight Connector 2459">
              <a:extLst>
                <a:ext uri="{FF2B5EF4-FFF2-40B4-BE49-F238E27FC236}">
                  <a16:creationId xmlns:a16="http://schemas.microsoft.com/office/drawing/2014/main" id="{69D54A31-890B-8200-3C04-36C0B924EA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734" y="10893401"/>
              <a:ext cx="517645" cy="19909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2" name="Straight Connector 2461">
              <a:extLst>
                <a:ext uri="{FF2B5EF4-FFF2-40B4-BE49-F238E27FC236}">
                  <a16:creationId xmlns:a16="http://schemas.microsoft.com/office/drawing/2014/main" id="{E05B812A-551E-EE5E-2279-4FD4CA986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690" y="1088771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3" name="Straight Connector 2462">
              <a:extLst>
                <a:ext uri="{FF2B5EF4-FFF2-40B4-BE49-F238E27FC236}">
                  <a16:creationId xmlns:a16="http://schemas.microsoft.com/office/drawing/2014/main" id="{E59F7FA8-1E17-5C1A-326E-2F4D68A34653}"/>
                </a:ext>
              </a:extLst>
            </p:cNvPr>
            <p:cNvCxnSpPr>
              <a:cxnSpLocks/>
            </p:cNvCxnSpPr>
            <p:nvPr/>
          </p:nvCxnSpPr>
          <p:spPr>
            <a:xfrm>
              <a:off x="6719400" y="10904778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4" name="Straight Connector 2463">
              <a:extLst>
                <a:ext uri="{FF2B5EF4-FFF2-40B4-BE49-F238E27FC236}">
                  <a16:creationId xmlns:a16="http://schemas.microsoft.com/office/drawing/2014/main" id="{CA5537B7-BFC7-A18E-BBA6-C5EA99F99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914" y="1089908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5" name="Straight Connector 2464">
              <a:extLst>
                <a:ext uri="{FF2B5EF4-FFF2-40B4-BE49-F238E27FC236}">
                  <a16:creationId xmlns:a16="http://schemas.microsoft.com/office/drawing/2014/main" id="{838939B7-7128-1FC2-4D67-7810D4D21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1079669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6" name="Straight Connector 2465">
              <a:extLst>
                <a:ext uri="{FF2B5EF4-FFF2-40B4-BE49-F238E27FC236}">
                  <a16:creationId xmlns:a16="http://schemas.microsoft.com/office/drawing/2014/main" id="{C5C4E473-15F1-080E-31F7-510D8063C4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449704"/>
              <a:ext cx="858950" cy="35837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0" name="Straight Connector 2469">
              <a:extLst>
                <a:ext uri="{FF2B5EF4-FFF2-40B4-BE49-F238E27FC236}">
                  <a16:creationId xmlns:a16="http://schemas.microsoft.com/office/drawing/2014/main" id="{662CAA80-2AA0-3C8D-77EA-956B8A34AF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10227856"/>
              <a:ext cx="1114929" cy="46076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1" name="Straight Connector 2470">
              <a:extLst>
                <a:ext uri="{FF2B5EF4-FFF2-40B4-BE49-F238E27FC236}">
                  <a16:creationId xmlns:a16="http://schemas.microsoft.com/office/drawing/2014/main" id="{A9F94405-62F2-8FE9-45D8-2DD412E88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10227855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3" name="Straight Connector 2472">
              <a:extLst>
                <a:ext uri="{FF2B5EF4-FFF2-40B4-BE49-F238E27FC236}">
                  <a16:creationId xmlns:a16="http://schemas.microsoft.com/office/drawing/2014/main" id="{3EF89C54-784A-E4E6-D025-CE9567F1D05D}"/>
                </a:ext>
              </a:extLst>
            </p:cNvPr>
            <p:cNvCxnSpPr>
              <a:cxnSpLocks/>
            </p:cNvCxnSpPr>
            <p:nvPr/>
          </p:nvCxnSpPr>
          <p:spPr>
            <a:xfrm>
              <a:off x="5860450" y="10557784"/>
              <a:ext cx="290109" cy="12514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4" name="Straight Connector 2473">
              <a:extLst>
                <a:ext uri="{FF2B5EF4-FFF2-40B4-BE49-F238E27FC236}">
                  <a16:creationId xmlns:a16="http://schemas.microsoft.com/office/drawing/2014/main" id="{4A24C3F3-7FB5-C591-57E6-F843CA9C9C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6138" y="10455393"/>
              <a:ext cx="30717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5" name="Straight Connector 2474">
              <a:extLst>
                <a:ext uri="{FF2B5EF4-FFF2-40B4-BE49-F238E27FC236}">
                  <a16:creationId xmlns:a16="http://schemas.microsoft.com/office/drawing/2014/main" id="{99FDFB6B-6FAE-8063-4C72-61CA89A1B083}"/>
                </a:ext>
              </a:extLst>
            </p:cNvPr>
            <p:cNvCxnSpPr>
              <a:cxnSpLocks/>
            </p:cNvCxnSpPr>
            <p:nvPr/>
          </p:nvCxnSpPr>
          <p:spPr>
            <a:xfrm>
              <a:off x="5604471" y="10250610"/>
              <a:ext cx="551776" cy="20478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7" name="Straight Connector 2476">
              <a:extLst>
                <a:ext uri="{FF2B5EF4-FFF2-40B4-BE49-F238E27FC236}">
                  <a16:creationId xmlns:a16="http://schemas.microsoft.com/office/drawing/2014/main" id="{67377409-819C-FEA9-EB2A-1516DA72F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4473" y="10023073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8" name="Straight Connector 2477">
              <a:extLst>
                <a:ext uri="{FF2B5EF4-FFF2-40B4-BE49-F238E27FC236}">
                  <a16:creationId xmlns:a16="http://schemas.microsoft.com/office/drawing/2014/main" id="{70D8A064-27B9-187A-64A9-F6F9AFC63DAF}"/>
                </a:ext>
              </a:extLst>
            </p:cNvPr>
            <p:cNvCxnSpPr>
              <a:cxnSpLocks/>
            </p:cNvCxnSpPr>
            <p:nvPr/>
          </p:nvCxnSpPr>
          <p:spPr>
            <a:xfrm>
              <a:off x="5610160" y="10028762"/>
              <a:ext cx="273044" cy="10239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0" name="Straight Connector 2479">
              <a:extLst>
                <a:ext uri="{FF2B5EF4-FFF2-40B4-BE49-F238E27FC236}">
                  <a16:creationId xmlns:a16="http://schemas.microsoft.com/office/drawing/2014/main" id="{8E76AAA4-3926-5962-63E2-724928840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7517" y="9732964"/>
              <a:ext cx="0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2" name="Straight Connector 2481">
              <a:extLst>
                <a:ext uri="{FF2B5EF4-FFF2-40B4-BE49-F238E27FC236}">
                  <a16:creationId xmlns:a16="http://schemas.microsoft.com/office/drawing/2014/main" id="{4182AA81-611D-5052-0DC2-28CADEFBC5AF}"/>
                </a:ext>
              </a:extLst>
            </p:cNvPr>
            <p:cNvCxnSpPr>
              <a:cxnSpLocks/>
            </p:cNvCxnSpPr>
            <p:nvPr/>
          </p:nvCxnSpPr>
          <p:spPr>
            <a:xfrm>
              <a:off x="5860450" y="9710211"/>
              <a:ext cx="574530" cy="21047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4" name="Straight Connector 2483">
              <a:extLst>
                <a:ext uri="{FF2B5EF4-FFF2-40B4-BE49-F238E27FC236}">
                  <a16:creationId xmlns:a16="http://schemas.microsoft.com/office/drawing/2014/main" id="{EABF0BDB-50C5-63EC-7E8E-D22DB1366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9920682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5" name="Straight Connector 2484">
              <a:extLst>
                <a:ext uri="{FF2B5EF4-FFF2-40B4-BE49-F238E27FC236}">
                  <a16:creationId xmlns:a16="http://schemas.microsoft.com/office/drawing/2014/main" id="{9FA8E537-2281-BE3B-6257-9E9DA93970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04013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6" name="Straight Connector 2485">
              <a:extLst>
                <a:ext uri="{FF2B5EF4-FFF2-40B4-BE49-F238E27FC236}">
                  <a16:creationId xmlns:a16="http://schemas.microsoft.com/office/drawing/2014/main" id="{33E5F89B-1495-D2CC-BCE7-B37B404BA7C8}"/>
                </a:ext>
              </a:extLst>
            </p:cNvPr>
            <p:cNvCxnSpPr>
              <a:cxnSpLocks/>
            </p:cNvCxnSpPr>
            <p:nvPr/>
          </p:nvCxnSpPr>
          <p:spPr>
            <a:xfrm>
              <a:off x="6696646" y="1003445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8" name="Straight Connector 2487">
              <a:extLst>
                <a:ext uri="{FF2B5EF4-FFF2-40B4-BE49-F238E27FC236}">
                  <a16:creationId xmlns:a16="http://schemas.microsoft.com/office/drawing/2014/main" id="{B4E7E871-6004-238E-4360-FFE196612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8315" y="989792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9" name="Straight Connector 2488">
              <a:extLst>
                <a:ext uri="{FF2B5EF4-FFF2-40B4-BE49-F238E27FC236}">
                  <a16:creationId xmlns:a16="http://schemas.microsoft.com/office/drawing/2014/main" id="{E69D62D7-2D81-E63E-2DBB-8B9BEC821630}"/>
                </a:ext>
              </a:extLst>
            </p:cNvPr>
            <p:cNvCxnSpPr>
              <a:cxnSpLocks/>
            </p:cNvCxnSpPr>
            <p:nvPr/>
          </p:nvCxnSpPr>
          <p:spPr>
            <a:xfrm>
              <a:off x="6150559" y="9596443"/>
              <a:ext cx="802066" cy="31855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1" name="Straight Connector 2490">
              <a:extLst>
                <a:ext uri="{FF2B5EF4-FFF2-40B4-BE49-F238E27FC236}">
                  <a16:creationId xmlns:a16="http://schemas.microsoft.com/office/drawing/2014/main" id="{1815CE70-DFFE-40B4-CF3A-0D945968D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9482674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2" name="Straight Connector 2491">
              <a:extLst>
                <a:ext uri="{FF2B5EF4-FFF2-40B4-BE49-F238E27FC236}">
                  <a16:creationId xmlns:a16="http://schemas.microsoft.com/office/drawing/2014/main" id="{7C2E758B-2E61-D8F2-38B8-45AD8034828F}"/>
                </a:ext>
              </a:extLst>
            </p:cNvPr>
            <p:cNvCxnSpPr>
              <a:cxnSpLocks/>
            </p:cNvCxnSpPr>
            <p:nvPr/>
          </p:nvCxnSpPr>
          <p:spPr>
            <a:xfrm>
              <a:off x="6417914" y="9494051"/>
              <a:ext cx="557464" cy="19909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4" name="Straight Connector 2493">
              <a:extLst>
                <a:ext uri="{FF2B5EF4-FFF2-40B4-BE49-F238E27FC236}">
                  <a16:creationId xmlns:a16="http://schemas.microsoft.com/office/drawing/2014/main" id="{15B7442C-4BD2-60F1-5B8C-872FA60C3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78" y="9579377"/>
              <a:ext cx="295797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6" name="Straight Connector 2495">
              <a:extLst>
                <a:ext uri="{FF2B5EF4-FFF2-40B4-BE49-F238E27FC236}">
                  <a16:creationId xmlns:a16="http://schemas.microsoft.com/office/drawing/2014/main" id="{3DC208B5-827A-989E-D7EF-CC3A6212CEFC}"/>
                </a:ext>
              </a:extLst>
            </p:cNvPr>
            <p:cNvCxnSpPr>
              <a:cxnSpLocks/>
            </p:cNvCxnSpPr>
            <p:nvPr/>
          </p:nvCxnSpPr>
          <p:spPr>
            <a:xfrm>
              <a:off x="6981067" y="94883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7" name="Straight Connector 2496">
              <a:extLst>
                <a:ext uri="{FF2B5EF4-FFF2-40B4-BE49-F238E27FC236}">
                  <a16:creationId xmlns:a16="http://schemas.microsoft.com/office/drawing/2014/main" id="{F0051FDB-4983-9847-9D5E-C4109035A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1067" y="938028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9" name="Straight Connector 2498">
              <a:extLst>
                <a:ext uri="{FF2B5EF4-FFF2-40B4-BE49-F238E27FC236}">
                  <a16:creationId xmlns:a16="http://schemas.microsoft.com/office/drawing/2014/main" id="{458B04E5-DBF4-B190-3739-C2867CAEADEC}"/>
                </a:ext>
              </a:extLst>
            </p:cNvPr>
            <p:cNvCxnSpPr>
              <a:cxnSpLocks/>
            </p:cNvCxnSpPr>
            <p:nvPr/>
          </p:nvCxnSpPr>
          <p:spPr>
            <a:xfrm>
              <a:off x="7254111" y="9380283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1" name="Straight Connector 2500">
              <a:extLst>
                <a:ext uri="{FF2B5EF4-FFF2-40B4-BE49-F238E27FC236}">
                  <a16:creationId xmlns:a16="http://schemas.microsoft.com/office/drawing/2014/main" id="{D55CDF25-7BBA-DD19-D9A4-90DF3D5303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0244" y="9383124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2" name="Straight Connector 2501">
              <a:extLst>
                <a:ext uri="{FF2B5EF4-FFF2-40B4-BE49-F238E27FC236}">
                  <a16:creationId xmlns:a16="http://schemas.microsoft.com/office/drawing/2014/main" id="{B32A42A1-0C2B-DC61-462F-99BABBE1112A}"/>
                </a:ext>
              </a:extLst>
            </p:cNvPr>
            <p:cNvCxnSpPr>
              <a:cxnSpLocks/>
            </p:cNvCxnSpPr>
            <p:nvPr/>
          </p:nvCxnSpPr>
          <p:spPr>
            <a:xfrm>
              <a:off x="7235625" y="9189720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3" name="Straight Connector 2502">
              <a:extLst>
                <a:ext uri="{FF2B5EF4-FFF2-40B4-BE49-F238E27FC236}">
                  <a16:creationId xmlns:a16="http://schemas.microsoft.com/office/drawing/2014/main" id="{9111F965-ADA6-C255-369A-EB9036151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1357" y="9078797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4" name="Straight Connector 2503">
              <a:extLst>
                <a:ext uri="{FF2B5EF4-FFF2-40B4-BE49-F238E27FC236}">
                  <a16:creationId xmlns:a16="http://schemas.microsoft.com/office/drawing/2014/main" id="{D29DC37D-AE8F-65E3-3E98-7C738F618695}"/>
                </a:ext>
              </a:extLst>
            </p:cNvPr>
            <p:cNvCxnSpPr>
              <a:cxnSpLocks/>
            </p:cNvCxnSpPr>
            <p:nvPr/>
          </p:nvCxnSpPr>
          <p:spPr>
            <a:xfrm>
              <a:off x="7521466" y="9061732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5" name="Straight Connector 2504">
              <a:extLst>
                <a:ext uri="{FF2B5EF4-FFF2-40B4-BE49-F238E27FC236}">
                  <a16:creationId xmlns:a16="http://schemas.microsoft.com/office/drawing/2014/main" id="{39103C32-5FBA-E604-E36F-22B898669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2" y="898067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6" name="Straight Connector 2505">
              <a:extLst>
                <a:ext uri="{FF2B5EF4-FFF2-40B4-BE49-F238E27FC236}">
                  <a16:creationId xmlns:a16="http://schemas.microsoft.com/office/drawing/2014/main" id="{9D5D8214-4787-F8F5-2387-AA7E11776FEA}"/>
                </a:ext>
              </a:extLst>
            </p:cNvPr>
            <p:cNvCxnSpPr>
              <a:cxnSpLocks/>
            </p:cNvCxnSpPr>
            <p:nvPr/>
          </p:nvCxnSpPr>
          <p:spPr>
            <a:xfrm>
              <a:off x="7544220" y="8885391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7" name="Straight Connector 2506">
              <a:extLst>
                <a:ext uri="{FF2B5EF4-FFF2-40B4-BE49-F238E27FC236}">
                  <a16:creationId xmlns:a16="http://schemas.microsoft.com/office/drawing/2014/main" id="{D252BE47-FF1B-3C17-C0A2-0B1868103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531" y="877162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8" name="Straight Connector 2507">
              <a:extLst>
                <a:ext uri="{FF2B5EF4-FFF2-40B4-BE49-F238E27FC236}">
                  <a16:creationId xmlns:a16="http://schemas.microsoft.com/office/drawing/2014/main" id="{421FF0D0-8BF8-DA8B-F2B0-6C795F6C47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734" y="8532709"/>
              <a:ext cx="551776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0" name="Straight Connector 2509">
              <a:extLst>
                <a:ext uri="{FF2B5EF4-FFF2-40B4-BE49-F238E27FC236}">
                  <a16:creationId xmlns:a16="http://schemas.microsoft.com/office/drawing/2014/main" id="{0259E40B-8139-26A6-4814-CCDEB8E13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690" y="8515644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1" name="Straight Connector 2510">
              <a:extLst>
                <a:ext uri="{FF2B5EF4-FFF2-40B4-BE49-F238E27FC236}">
                  <a16:creationId xmlns:a16="http://schemas.microsoft.com/office/drawing/2014/main" id="{B8DB06BB-88A5-0819-7094-632FAA7F5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80" y="8629410"/>
              <a:ext cx="0" cy="66270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3" name="Straight Connector 2512">
              <a:extLst>
                <a:ext uri="{FF2B5EF4-FFF2-40B4-BE49-F238E27FC236}">
                  <a16:creationId xmlns:a16="http://schemas.microsoft.com/office/drawing/2014/main" id="{5658FC0E-365C-E82D-1D03-5AFED28098C6}"/>
                </a:ext>
              </a:extLst>
            </p:cNvPr>
            <p:cNvCxnSpPr>
              <a:cxnSpLocks/>
            </p:cNvCxnSpPr>
            <p:nvPr/>
          </p:nvCxnSpPr>
          <p:spPr>
            <a:xfrm>
              <a:off x="6708023" y="918118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4" name="Straight Connector 2513">
              <a:extLst>
                <a:ext uri="{FF2B5EF4-FFF2-40B4-BE49-F238E27FC236}">
                  <a16:creationId xmlns:a16="http://schemas.microsoft.com/office/drawing/2014/main" id="{4DF65C73-06F8-A126-354B-BFE21F400F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025" y="8561151"/>
              <a:ext cx="0" cy="63141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6" name="Straight Connector 2515">
              <a:extLst>
                <a:ext uri="{FF2B5EF4-FFF2-40B4-BE49-F238E27FC236}">
                  <a16:creationId xmlns:a16="http://schemas.microsoft.com/office/drawing/2014/main" id="{B7E60901-F11E-E169-61B0-3AAE66E2285C}"/>
                </a:ext>
              </a:extLst>
            </p:cNvPr>
            <p:cNvCxnSpPr>
              <a:cxnSpLocks/>
            </p:cNvCxnSpPr>
            <p:nvPr/>
          </p:nvCxnSpPr>
          <p:spPr>
            <a:xfrm>
              <a:off x="5587406" y="8100390"/>
              <a:ext cx="295797" cy="12514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1" name="Straight Connector 2520">
              <a:extLst>
                <a:ext uri="{FF2B5EF4-FFF2-40B4-BE49-F238E27FC236}">
                  <a16:creationId xmlns:a16="http://schemas.microsoft.com/office/drawing/2014/main" id="{E8739258-CD5E-6F57-77E4-7F84F0B35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051" y="810607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2" name="Straight Connector 2521">
              <a:extLst>
                <a:ext uri="{FF2B5EF4-FFF2-40B4-BE49-F238E27FC236}">
                  <a16:creationId xmlns:a16="http://schemas.microsoft.com/office/drawing/2014/main" id="{555C405B-9B2E-A260-1D93-7346227D1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5741" y="7798904"/>
              <a:ext cx="0" cy="4493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4" name="Straight Connector 2523">
              <a:extLst>
                <a:ext uri="{FF2B5EF4-FFF2-40B4-BE49-F238E27FC236}">
                  <a16:creationId xmlns:a16="http://schemas.microsoft.com/office/drawing/2014/main" id="{24067694-8FA3-B2A3-6F73-C12B0D2F5277}"/>
                </a:ext>
              </a:extLst>
            </p:cNvPr>
            <p:cNvCxnSpPr>
              <a:cxnSpLocks/>
            </p:cNvCxnSpPr>
            <p:nvPr/>
          </p:nvCxnSpPr>
          <p:spPr>
            <a:xfrm>
              <a:off x="5047007" y="768513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5" name="Straight Connector 2524">
              <a:extLst>
                <a:ext uri="{FF2B5EF4-FFF2-40B4-BE49-F238E27FC236}">
                  <a16:creationId xmlns:a16="http://schemas.microsoft.com/office/drawing/2014/main" id="{EF56AE80-447E-A70C-4ADF-AC7653A05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2697" y="7679447"/>
              <a:ext cx="0" cy="63141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7" name="Straight Connector 2526">
              <a:extLst>
                <a:ext uri="{FF2B5EF4-FFF2-40B4-BE49-F238E27FC236}">
                  <a16:creationId xmlns:a16="http://schemas.microsoft.com/office/drawing/2014/main" id="{A6B9D496-980D-E119-62DA-50A051474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9652" y="832223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8" name="Straight Connector 2527">
              <a:extLst>
                <a:ext uri="{FF2B5EF4-FFF2-40B4-BE49-F238E27FC236}">
                  <a16:creationId xmlns:a16="http://schemas.microsoft.com/office/drawing/2014/main" id="{FB79CA6D-82CF-E013-5F3C-AA3E2AC1B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844596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9" name="Straight Connector 2528">
              <a:extLst>
                <a:ext uri="{FF2B5EF4-FFF2-40B4-BE49-F238E27FC236}">
                  <a16:creationId xmlns:a16="http://schemas.microsoft.com/office/drawing/2014/main" id="{F655BF1C-7FB3-AE89-466F-E5793D986641}"/>
                </a:ext>
              </a:extLst>
            </p:cNvPr>
            <p:cNvCxnSpPr>
              <a:cxnSpLocks/>
            </p:cNvCxnSpPr>
            <p:nvPr/>
          </p:nvCxnSpPr>
          <p:spPr>
            <a:xfrm>
              <a:off x="4523673" y="853839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0" name="Straight Connector 2529">
              <a:extLst>
                <a:ext uri="{FF2B5EF4-FFF2-40B4-BE49-F238E27FC236}">
                  <a16:creationId xmlns:a16="http://schemas.microsoft.com/office/drawing/2014/main" id="{A51D2501-2229-D651-D4F1-ED911617D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9363" y="854835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1" name="Straight Connector 2530">
              <a:extLst>
                <a:ext uri="{FF2B5EF4-FFF2-40B4-BE49-F238E27FC236}">
                  <a16:creationId xmlns:a16="http://schemas.microsoft.com/office/drawing/2014/main" id="{ABF94062-4365-48A0-3ECF-CDE5EA480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788" y="8851260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3" name="Straight Connector 2532">
              <a:extLst>
                <a:ext uri="{FF2B5EF4-FFF2-40B4-BE49-F238E27FC236}">
                  <a16:creationId xmlns:a16="http://schemas.microsoft.com/office/drawing/2014/main" id="{6205CE73-A5E9-6C7B-6DB5-871CBBD8A5D6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897640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4" name="Straight Connector 2533">
              <a:extLst>
                <a:ext uri="{FF2B5EF4-FFF2-40B4-BE49-F238E27FC236}">
                  <a16:creationId xmlns:a16="http://schemas.microsoft.com/office/drawing/2014/main" id="{184C12D1-299B-8B37-6562-10CA1A25C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6" y="878157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5" name="Straight Connector 2534">
              <a:extLst>
                <a:ext uri="{FF2B5EF4-FFF2-40B4-BE49-F238E27FC236}">
                  <a16:creationId xmlns:a16="http://schemas.microsoft.com/office/drawing/2014/main" id="{16316BAA-6127-258A-73FE-E3CFEF984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4" y="8316550"/>
              <a:ext cx="1109240" cy="46076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7" name="Straight Connector 2536">
              <a:extLst>
                <a:ext uri="{FF2B5EF4-FFF2-40B4-BE49-F238E27FC236}">
                  <a16:creationId xmlns:a16="http://schemas.microsoft.com/office/drawing/2014/main" id="{738D7EC6-41C7-C7B0-0CD5-4EC41128B41F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29" y="8219847"/>
              <a:ext cx="284421" cy="7963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9" name="Straight Connector 2538">
              <a:extLst>
                <a:ext uri="{FF2B5EF4-FFF2-40B4-BE49-F238E27FC236}">
                  <a16:creationId xmlns:a16="http://schemas.microsoft.com/office/drawing/2014/main" id="{7F0B8EDF-31A7-3A6D-5C92-97C07EE1DA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4941" y="7997998"/>
              <a:ext cx="540399" cy="2389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1" name="Straight Connector 2540">
              <a:extLst>
                <a:ext uri="{FF2B5EF4-FFF2-40B4-BE49-F238E27FC236}">
                  <a16:creationId xmlns:a16="http://schemas.microsoft.com/office/drawing/2014/main" id="{5E2FCCCC-A167-F122-EAA4-5B5042C4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7594121"/>
              <a:ext cx="0" cy="40387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3" name="Straight Connector 2542">
              <a:extLst>
                <a:ext uri="{FF2B5EF4-FFF2-40B4-BE49-F238E27FC236}">
                  <a16:creationId xmlns:a16="http://schemas.microsoft.com/office/drawing/2014/main" id="{2F4F95D8-C660-4983-F594-5FA9D5C53C1E}"/>
                </a:ext>
              </a:extLst>
            </p:cNvPr>
            <p:cNvCxnSpPr>
              <a:cxnSpLocks/>
            </p:cNvCxnSpPr>
            <p:nvPr/>
          </p:nvCxnSpPr>
          <p:spPr>
            <a:xfrm>
              <a:off x="4506608" y="746897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4" name="Straight Connector 2543">
              <a:extLst>
                <a:ext uri="{FF2B5EF4-FFF2-40B4-BE49-F238E27FC236}">
                  <a16:creationId xmlns:a16="http://schemas.microsoft.com/office/drawing/2014/main" id="{6CB72E2D-30DE-8C1B-EA21-AF02A6B7C0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2298" y="74675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5" name="Straight Connector 2544">
              <a:extLst>
                <a:ext uri="{FF2B5EF4-FFF2-40B4-BE49-F238E27FC236}">
                  <a16:creationId xmlns:a16="http://schemas.microsoft.com/office/drawing/2014/main" id="{BE9F5DFE-8FD5-94B9-4852-4DF368CD9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4941" y="7673759"/>
              <a:ext cx="26166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7" name="Straight Connector 2546">
              <a:extLst>
                <a:ext uri="{FF2B5EF4-FFF2-40B4-BE49-F238E27FC236}">
                  <a16:creationId xmlns:a16="http://schemas.microsoft.com/office/drawing/2014/main" id="{40F1734B-9515-433E-9150-FB9FC4A39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254" y="758132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0" name="Straight Connector 2549">
              <a:extLst>
                <a:ext uri="{FF2B5EF4-FFF2-40B4-BE49-F238E27FC236}">
                  <a16:creationId xmlns:a16="http://schemas.microsoft.com/office/drawing/2014/main" id="{3851CCA9-2706-6DC6-8159-A263067595FB}"/>
                </a:ext>
              </a:extLst>
            </p:cNvPr>
            <p:cNvCxnSpPr>
              <a:cxnSpLocks/>
            </p:cNvCxnSpPr>
            <p:nvPr/>
          </p:nvCxnSpPr>
          <p:spPr>
            <a:xfrm>
              <a:off x="3977585" y="746897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1" name="Straight Connector 2550">
              <a:extLst>
                <a:ext uri="{FF2B5EF4-FFF2-40B4-BE49-F238E27FC236}">
                  <a16:creationId xmlns:a16="http://schemas.microsoft.com/office/drawing/2014/main" id="{93D121E4-4A75-12E2-78C9-CBAC5D950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4834" y="7467553"/>
              <a:ext cx="0" cy="8717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3" name="Straight Connector 2552">
              <a:extLst>
                <a:ext uri="{FF2B5EF4-FFF2-40B4-BE49-F238E27FC236}">
                  <a16:creationId xmlns:a16="http://schemas.microsoft.com/office/drawing/2014/main" id="{D0EE0061-DF74-000E-780B-FF22870A0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788" y="8316550"/>
              <a:ext cx="261667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5" name="Straight Connector 2554">
              <a:extLst>
                <a:ext uri="{FF2B5EF4-FFF2-40B4-BE49-F238E27FC236}">
                  <a16:creationId xmlns:a16="http://schemas.microsoft.com/office/drawing/2014/main" id="{589BDC94-3F93-7A6E-DD8E-81064C1D8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3167" y="7575633"/>
              <a:ext cx="0" cy="8717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6" name="Straight Connector 2555">
              <a:extLst>
                <a:ext uri="{FF2B5EF4-FFF2-40B4-BE49-F238E27FC236}">
                  <a16:creationId xmlns:a16="http://schemas.microsoft.com/office/drawing/2014/main" id="{DAD517B5-1F2E-2236-0BCC-F589BE33DA4A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746328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7" name="Straight Connector 2556">
              <a:extLst>
                <a:ext uri="{FF2B5EF4-FFF2-40B4-BE49-F238E27FC236}">
                  <a16:creationId xmlns:a16="http://schemas.microsoft.com/office/drawing/2014/main" id="{3B1B88FC-A4BE-FDEE-208C-17EE7D459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077" y="7468976"/>
              <a:ext cx="26166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8" name="Straight Connector 2557">
              <a:extLst>
                <a:ext uri="{FF2B5EF4-FFF2-40B4-BE49-F238E27FC236}">
                  <a16:creationId xmlns:a16="http://schemas.microsoft.com/office/drawing/2014/main" id="{4F81736E-1CD2-E549-DAC0-4F8E47646B25}"/>
                </a:ext>
              </a:extLst>
            </p:cNvPr>
            <p:cNvCxnSpPr>
              <a:cxnSpLocks/>
            </p:cNvCxnSpPr>
            <p:nvPr/>
          </p:nvCxnSpPr>
          <p:spPr>
            <a:xfrm>
              <a:off x="3158454" y="75827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9" name="Straight Connector 2558">
              <a:extLst>
                <a:ext uri="{FF2B5EF4-FFF2-40B4-BE49-F238E27FC236}">
                  <a16:creationId xmlns:a16="http://schemas.microsoft.com/office/drawing/2014/main" id="{7BE8C899-F3E6-97B6-6476-C2CC37601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0123" y="7700778"/>
              <a:ext cx="0" cy="86037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1" name="Straight Connector 2560">
              <a:extLst>
                <a:ext uri="{FF2B5EF4-FFF2-40B4-BE49-F238E27FC236}">
                  <a16:creationId xmlns:a16="http://schemas.microsoft.com/office/drawing/2014/main" id="{F70E65F0-A2E4-F9EC-BFB9-EF54421F1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012" y="853839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3" name="Straight Connector 2562">
              <a:extLst>
                <a:ext uri="{FF2B5EF4-FFF2-40B4-BE49-F238E27FC236}">
                  <a16:creationId xmlns:a16="http://schemas.microsoft.com/office/drawing/2014/main" id="{B2BD6A52-DB80-BD6D-D2AC-3D462E684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5702" y="865643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4" name="Straight Connector 2563">
              <a:extLst>
                <a:ext uri="{FF2B5EF4-FFF2-40B4-BE49-F238E27FC236}">
                  <a16:creationId xmlns:a16="http://schemas.microsoft.com/office/drawing/2014/main" id="{D383E220-E6ED-B058-FDE2-AEAB6E923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85126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5" name="Straight Connector 2564">
              <a:extLst>
                <a:ext uri="{FF2B5EF4-FFF2-40B4-BE49-F238E27FC236}">
                  <a16:creationId xmlns:a16="http://schemas.microsoft.com/office/drawing/2014/main" id="{E930FB2D-D619-3B0A-6420-EC1BC0BD9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5" y="833361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7" name="Straight Connector 2566">
              <a:extLst>
                <a:ext uri="{FF2B5EF4-FFF2-40B4-BE49-F238E27FC236}">
                  <a16:creationId xmlns:a16="http://schemas.microsoft.com/office/drawing/2014/main" id="{A1369E34-6ECF-88FC-E792-37A968373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5410" y="821415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8" name="Straight Connector 2567">
              <a:extLst>
                <a:ext uri="{FF2B5EF4-FFF2-40B4-BE49-F238E27FC236}">
                  <a16:creationId xmlns:a16="http://schemas.microsoft.com/office/drawing/2014/main" id="{3B0F6F99-2CE7-7A3A-514F-7C4285F57CAE}"/>
                </a:ext>
              </a:extLst>
            </p:cNvPr>
            <p:cNvCxnSpPr>
              <a:cxnSpLocks/>
            </p:cNvCxnSpPr>
            <p:nvPr/>
          </p:nvCxnSpPr>
          <p:spPr>
            <a:xfrm>
              <a:off x="2879722" y="81231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9" name="Straight Connector 2568">
              <a:extLst>
                <a:ext uri="{FF2B5EF4-FFF2-40B4-BE49-F238E27FC236}">
                  <a16:creationId xmlns:a16="http://schemas.microsoft.com/office/drawing/2014/main" id="{88925AAF-3037-82FE-88D4-921BFFA93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0150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0" name="Straight Connector 2569">
              <a:extLst>
                <a:ext uri="{FF2B5EF4-FFF2-40B4-BE49-F238E27FC236}">
                  <a16:creationId xmlns:a16="http://schemas.microsoft.com/office/drawing/2014/main" id="{8056D9CB-6AA3-CD17-2508-359DDBA513D7}"/>
                </a:ext>
              </a:extLst>
            </p:cNvPr>
            <p:cNvCxnSpPr>
              <a:cxnSpLocks/>
            </p:cNvCxnSpPr>
            <p:nvPr/>
          </p:nvCxnSpPr>
          <p:spPr>
            <a:xfrm>
              <a:off x="2868345" y="792404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1" name="Straight Connector 2570">
              <a:extLst>
                <a:ext uri="{FF2B5EF4-FFF2-40B4-BE49-F238E27FC236}">
                  <a16:creationId xmlns:a16="http://schemas.microsoft.com/office/drawing/2014/main" id="{B8A3B1F0-5914-03CC-CC9F-186A0A66D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347" y="7717844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2" name="Straight Connector 2571">
              <a:extLst>
                <a:ext uri="{FF2B5EF4-FFF2-40B4-BE49-F238E27FC236}">
                  <a16:creationId xmlns:a16="http://schemas.microsoft.com/office/drawing/2014/main" id="{D195B6EC-85B1-6FF2-0E00-4D027A632A70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7486041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4" name="Straight Connector 2573">
              <a:extLst>
                <a:ext uri="{FF2B5EF4-FFF2-40B4-BE49-F238E27FC236}">
                  <a16:creationId xmlns:a16="http://schemas.microsoft.com/office/drawing/2014/main" id="{54945624-5954-DC85-05E5-D6D2B2E3C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9214" y="74746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5" name="Straight Connector 2574">
              <a:extLst>
                <a:ext uri="{FF2B5EF4-FFF2-40B4-BE49-F238E27FC236}">
                  <a16:creationId xmlns:a16="http://schemas.microsoft.com/office/drawing/2014/main" id="{2121EE19-E800-D668-F23A-411CC66D5535}"/>
                </a:ext>
              </a:extLst>
            </p:cNvPr>
            <p:cNvCxnSpPr>
              <a:cxnSpLocks/>
            </p:cNvCxnSpPr>
            <p:nvPr/>
          </p:nvCxnSpPr>
          <p:spPr>
            <a:xfrm>
              <a:off x="2071968" y="7577056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6" name="Straight Connector 2575">
              <a:extLst>
                <a:ext uri="{FF2B5EF4-FFF2-40B4-BE49-F238E27FC236}">
                  <a16:creationId xmlns:a16="http://schemas.microsoft.com/office/drawing/2014/main" id="{CB0B75F1-4FA0-3D8C-8145-1350754B3D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7787527"/>
              <a:ext cx="557464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7" name="Straight Connector 2576">
              <a:extLst>
                <a:ext uri="{FF2B5EF4-FFF2-40B4-BE49-F238E27FC236}">
                  <a16:creationId xmlns:a16="http://schemas.microsoft.com/office/drawing/2014/main" id="{13847BED-E02C-EDBB-631B-C617F783C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549" y="789987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9" name="Straight Connector 2578">
              <a:extLst>
                <a:ext uri="{FF2B5EF4-FFF2-40B4-BE49-F238E27FC236}">
                  <a16:creationId xmlns:a16="http://schemas.microsoft.com/office/drawing/2014/main" id="{EF7C24BD-D5A8-CB15-A6C9-1C38AAFEA846}"/>
                </a:ext>
              </a:extLst>
            </p:cNvPr>
            <p:cNvCxnSpPr>
              <a:cxnSpLocks/>
            </p:cNvCxnSpPr>
            <p:nvPr/>
          </p:nvCxnSpPr>
          <p:spPr>
            <a:xfrm>
              <a:off x="1787547" y="790698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0" name="Straight Connector 2579">
              <a:extLst>
                <a:ext uri="{FF2B5EF4-FFF2-40B4-BE49-F238E27FC236}">
                  <a16:creationId xmlns:a16="http://schemas.microsoft.com/office/drawing/2014/main" id="{7F3FFD60-C3A6-14C1-63ED-589447D07CEE}"/>
                </a:ext>
              </a:extLst>
            </p:cNvPr>
            <p:cNvCxnSpPr>
              <a:cxnSpLocks/>
            </p:cNvCxnSpPr>
            <p:nvPr/>
          </p:nvCxnSpPr>
          <p:spPr>
            <a:xfrm>
              <a:off x="1798924" y="81060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1" name="Straight Connector 2580">
              <a:extLst>
                <a:ext uri="{FF2B5EF4-FFF2-40B4-BE49-F238E27FC236}">
                  <a16:creationId xmlns:a16="http://schemas.microsoft.com/office/drawing/2014/main" id="{216FC0FA-971B-B283-6702-C8C66FB3F3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0591" y="811176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2" name="Straight Connector 2581">
              <a:extLst>
                <a:ext uri="{FF2B5EF4-FFF2-40B4-BE49-F238E27FC236}">
                  <a16:creationId xmlns:a16="http://schemas.microsoft.com/office/drawing/2014/main" id="{93B7152B-EB37-FED6-E2AF-5EDFA801EEB1}"/>
                </a:ext>
              </a:extLst>
            </p:cNvPr>
            <p:cNvCxnSpPr>
              <a:cxnSpLocks/>
            </p:cNvCxnSpPr>
            <p:nvPr/>
          </p:nvCxnSpPr>
          <p:spPr>
            <a:xfrm>
              <a:off x="2327946" y="811745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3" name="Straight Connector 2582">
              <a:extLst>
                <a:ext uri="{FF2B5EF4-FFF2-40B4-BE49-F238E27FC236}">
                  <a16:creationId xmlns:a16="http://schemas.microsoft.com/office/drawing/2014/main" id="{9C7BBF7F-18B6-7AB2-3A4A-29823DA226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5303" y="8218424"/>
              <a:ext cx="0" cy="84330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5" name="Straight Connector 2584">
              <a:extLst>
                <a:ext uri="{FF2B5EF4-FFF2-40B4-BE49-F238E27FC236}">
                  <a16:creationId xmlns:a16="http://schemas.microsoft.com/office/drawing/2014/main" id="{FEA646BE-3949-2FA2-0E49-35C29689415C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89479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6" name="Straight Connector 2585">
              <a:extLst>
                <a:ext uri="{FF2B5EF4-FFF2-40B4-BE49-F238E27FC236}">
                  <a16:creationId xmlns:a16="http://schemas.microsoft.com/office/drawing/2014/main" id="{40BB0DE1-4F1E-87E9-9E2F-6608CCF80E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325" y="8327926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7" name="Straight Connector 2586">
              <a:extLst>
                <a:ext uri="{FF2B5EF4-FFF2-40B4-BE49-F238E27FC236}">
                  <a16:creationId xmlns:a16="http://schemas.microsoft.com/office/drawing/2014/main" id="{A647D048-C0A7-B6BD-40E0-6C6038C8B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8327926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8" name="Straight Connector 2587">
              <a:extLst>
                <a:ext uri="{FF2B5EF4-FFF2-40B4-BE49-F238E27FC236}">
                  <a16:creationId xmlns:a16="http://schemas.microsoft.com/office/drawing/2014/main" id="{229B1850-B94D-6137-47D0-A0784FD9A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7839" y="844169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9" name="Straight Connector 2588">
              <a:extLst>
                <a:ext uri="{FF2B5EF4-FFF2-40B4-BE49-F238E27FC236}">
                  <a16:creationId xmlns:a16="http://schemas.microsoft.com/office/drawing/2014/main" id="{5037C2FD-E214-FF9D-C339-E3AF6A5321C2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851260"/>
              <a:ext cx="523334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1" name="Straight Connector 2590">
              <a:extLst>
                <a:ext uri="{FF2B5EF4-FFF2-40B4-BE49-F238E27FC236}">
                  <a16:creationId xmlns:a16="http://schemas.microsoft.com/office/drawing/2014/main" id="{98CD6B43-6332-456D-7020-242084E0E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7438" y="875455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2" name="Straight Connector 2591">
              <a:extLst>
                <a:ext uri="{FF2B5EF4-FFF2-40B4-BE49-F238E27FC236}">
                  <a16:creationId xmlns:a16="http://schemas.microsoft.com/office/drawing/2014/main" id="{AD28AC72-D438-DBA7-4496-C0ED89969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8571106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3" name="Straight Connector 2592">
              <a:extLst>
                <a:ext uri="{FF2B5EF4-FFF2-40B4-BE49-F238E27FC236}">
                  <a16:creationId xmlns:a16="http://schemas.microsoft.com/office/drawing/2014/main" id="{943854A3-A543-865D-AF8F-74D62F7F2CD3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43031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4" name="Straight Connector 2593">
              <a:extLst>
                <a:ext uri="{FF2B5EF4-FFF2-40B4-BE49-F238E27FC236}">
                  <a16:creationId xmlns:a16="http://schemas.microsoft.com/office/drawing/2014/main" id="{628F73B3-2909-1E04-8DF2-606FFD6220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8424629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Straight Connector 2594">
              <a:extLst>
                <a:ext uri="{FF2B5EF4-FFF2-40B4-BE49-F238E27FC236}">
                  <a16:creationId xmlns:a16="http://schemas.microsoft.com/office/drawing/2014/main" id="{AEF55FA1-93FF-4770-F0E7-4BCE6505E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461" y="853697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6" name="Straight Connector 2595">
              <a:extLst>
                <a:ext uri="{FF2B5EF4-FFF2-40B4-BE49-F238E27FC236}">
                  <a16:creationId xmlns:a16="http://schemas.microsoft.com/office/drawing/2014/main" id="{9E227391-70B8-037A-66D6-FD34169463F9}"/>
                </a:ext>
              </a:extLst>
            </p:cNvPr>
            <p:cNvCxnSpPr>
              <a:cxnSpLocks/>
            </p:cNvCxnSpPr>
            <p:nvPr/>
          </p:nvCxnSpPr>
          <p:spPr>
            <a:xfrm>
              <a:off x="979793" y="864078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7" name="Straight Connector 2596">
              <a:extLst>
                <a:ext uri="{FF2B5EF4-FFF2-40B4-BE49-F238E27FC236}">
                  <a16:creationId xmlns:a16="http://schemas.microsoft.com/office/drawing/2014/main" id="{ECF7FFFC-4197-E725-070C-0A9864612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106" y="845733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8" name="Straight Connector 2597">
              <a:extLst>
                <a:ext uri="{FF2B5EF4-FFF2-40B4-BE49-F238E27FC236}">
                  <a16:creationId xmlns:a16="http://schemas.microsoft.com/office/drawing/2014/main" id="{5B802EFB-B2C1-0E5B-411B-0D23B1879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6" y="832223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9" name="Straight Connector 2598">
              <a:extLst>
                <a:ext uri="{FF2B5EF4-FFF2-40B4-BE49-F238E27FC236}">
                  <a16:creationId xmlns:a16="http://schemas.microsoft.com/office/drawing/2014/main" id="{8862AAD6-50DD-C48F-6ECD-0A7312088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4396" y="7889919"/>
              <a:ext cx="0" cy="44369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1" name="Straight Connector 2600">
              <a:extLst>
                <a:ext uri="{FF2B5EF4-FFF2-40B4-BE49-F238E27FC236}">
                  <a16:creationId xmlns:a16="http://schemas.microsoft.com/office/drawing/2014/main" id="{4F9ABA39-C3A7-B364-E066-48C2B41FF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3017" y="7679447"/>
              <a:ext cx="563153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3" name="Straight Connector 2602">
              <a:extLst>
                <a:ext uri="{FF2B5EF4-FFF2-40B4-BE49-F238E27FC236}">
                  <a16:creationId xmlns:a16="http://schemas.microsoft.com/office/drawing/2014/main" id="{B86FF14A-D081-D55B-E39C-7E9AD36EE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747324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4" name="Straight Connector 2603">
              <a:extLst>
                <a:ext uri="{FF2B5EF4-FFF2-40B4-BE49-F238E27FC236}">
                  <a16:creationId xmlns:a16="http://schemas.microsoft.com/office/drawing/2014/main" id="{432AC4DB-D10B-2AA4-80E7-5EE8ADADF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7463288"/>
              <a:ext cx="551776" cy="25029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6" name="Straight Connector 2605">
              <a:extLst>
                <a:ext uri="{FF2B5EF4-FFF2-40B4-BE49-F238E27FC236}">
                  <a16:creationId xmlns:a16="http://schemas.microsoft.com/office/drawing/2014/main" id="{C569EBDE-49F2-5285-6ED2-333595523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5773" y="750737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8" name="Straight Connector 2607">
              <a:extLst>
                <a:ext uri="{FF2B5EF4-FFF2-40B4-BE49-F238E27FC236}">
                  <a16:creationId xmlns:a16="http://schemas.microsoft.com/office/drawing/2014/main" id="{EAA5CC3E-B42D-D895-E0FC-11C175142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2727" y="7395027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9" name="Straight Connector 2608">
              <a:extLst>
                <a:ext uri="{FF2B5EF4-FFF2-40B4-BE49-F238E27FC236}">
                  <a16:creationId xmlns:a16="http://schemas.microsoft.com/office/drawing/2014/main" id="{E130C4A8-C3E7-76A2-F206-0803B879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8" y="7387916"/>
              <a:ext cx="0" cy="40530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1" name="Straight Connector 2610">
              <a:extLst>
                <a:ext uri="{FF2B5EF4-FFF2-40B4-BE49-F238E27FC236}">
                  <a16:creationId xmlns:a16="http://schemas.microsoft.com/office/drawing/2014/main" id="{7F1968FC-CC55-7297-2B3A-E67151501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060" y="7770462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2" name="Straight Connector 2611">
              <a:extLst>
                <a:ext uri="{FF2B5EF4-FFF2-40B4-BE49-F238E27FC236}">
                  <a16:creationId xmlns:a16="http://schemas.microsoft.com/office/drawing/2014/main" id="{EFDC950A-C8DE-5599-069E-42B6F23BA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352" y="80079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4" name="Straight Connector 2613">
              <a:extLst>
                <a:ext uri="{FF2B5EF4-FFF2-40B4-BE49-F238E27FC236}">
                  <a16:creationId xmlns:a16="http://schemas.microsoft.com/office/drawing/2014/main" id="{DD7DC516-8102-0D66-15E2-23337A2666F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72" y="788423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5" name="Straight Connector 2614">
              <a:extLst>
                <a:ext uri="{FF2B5EF4-FFF2-40B4-BE49-F238E27FC236}">
                  <a16:creationId xmlns:a16="http://schemas.microsoft.com/office/drawing/2014/main" id="{C0F6F7B6-663D-755A-5D71-2ACF0A3E6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618" y="820847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6" name="Straight Connector 2615">
              <a:extLst>
                <a:ext uri="{FF2B5EF4-FFF2-40B4-BE49-F238E27FC236}">
                  <a16:creationId xmlns:a16="http://schemas.microsoft.com/office/drawing/2014/main" id="{0E0DBC25-646C-FA83-D6E9-99E4A24E5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932" y="812172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7" name="Straight Connector 2616">
              <a:extLst>
                <a:ext uri="{FF2B5EF4-FFF2-40B4-BE49-F238E27FC236}">
                  <a16:creationId xmlns:a16="http://schemas.microsoft.com/office/drawing/2014/main" id="{D89B0914-65D3-FE9E-4F51-94852A43E720}"/>
                </a:ext>
              </a:extLst>
            </p:cNvPr>
            <p:cNvCxnSpPr>
              <a:cxnSpLocks/>
            </p:cNvCxnSpPr>
            <p:nvPr/>
          </p:nvCxnSpPr>
          <p:spPr>
            <a:xfrm>
              <a:off x="410951" y="799231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8" name="Straight Connector 2617">
              <a:extLst>
                <a:ext uri="{FF2B5EF4-FFF2-40B4-BE49-F238E27FC236}">
                  <a16:creationId xmlns:a16="http://schemas.microsoft.com/office/drawing/2014/main" id="{667C29CC-DC52-CB8A-DDD8-B0628A5863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8" y="780317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9" name="Straight Connector 2618">
              <a:extLst>
                <a:ext uri="{FF2B5EF4-FFF2-40B4-BE49-F238E27FC236}">
                  <a16:creationId xmlns:a16="http://schemas.microsoft.com/office/drawing/2014/main" id="{00B4EED9-DC6E-0DDE-80AD-267E85BA5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951" y="7696513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0" name="Straight Connector 2619">
              <a:extLst>
                <a:ext uri="{FF2B5EF4-FFF2-40B4-BE49-F238E27FC236}">
                  <a16:creationId xmlns:a16="http://schemas.microsoft.com/office/drawing/2014/main" id="{694EF789-90EF-EBE7-4892-70C1BAD25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7" y="7468976"/>
              <a:ext cx="261667" cy="1365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2" name="Straight Connector 2621">
              <a:extLst>
                <a:ext uri="{FF2B5EF4-FFF2-40B4-BE49-F238E27FC236}">
                  <a16:creationId xmlns:a16="http://schemas.microsoft.com/office/drawing/2014/main" id="{BF596AD4-5223-DEF2-FD30-E27A5A879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374" y="746186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3" name="Straight Connector 2622">
              <a:extLst>
                <a:ext uri="{FF2B5EF4-FFF2-40B4-BE49-F238E27FC236}">
                  <a16:creationId xmlns:a16="http://schemas.microsoft.com/office/drawing/2014/main" id="{CF6EA844-13AA-A5D9-55DC-F900FB477A82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6" y="86464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4" name="Straight Connector 2623">
              <a:extLst>
                <a:ext uri="{FF2B5EF4-FFF2-40B4-BE49-F238E27FC236}">
                  <a16:creationId xmlns:a16="http://schemas.microsoft.com/office/drawing/2014/main" id="{8192393E-A440-6451-5108-552F8C0C5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2008" y="862799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652120-6FAD-8B49-759E-36ECD3D0F438}"/>
                </a:ext>
              </a:extLst>
            </p:cNvPr>
            <p:cNvCxnSpPr>
              <a:cxnSpLocks/>
            </p:cNvCxnSpPr>
            <p:nvPr/>
          </p:nvCxnSpPr>
          <p:spPr>
            <a:xfrm>
              <a:off x="6434979" y="8447383"/>
              <a:ext cx="29579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3F3383-F8B9-9205-45A3-8CD463356A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3203" y="810607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5" name="Straight Connector 2774">
              <a:extLst>
                <a:ext uri="{FF2B5EF4-FFF2-40B4-BE49-F238E27FC236}">
                  <a16:creationId xmlns:a16="http://schemas.microsoft.com/office/drawing/2014/main" id="{B4BF2C2B-827C-D246-F8E7-B57EF5A12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4981" y="8241178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3696638" y="2420181"/>
            <a:ext cx="508473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13. 11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273174" y="1549400"/>
            <a:ext cx="7632701" cy="5577681"/>
            <a:chOff x="1273174" y="1549400"/>
            <a:chExt cx="7632701" cy="5577681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57203" y="1886355"/>
              <a:ext cx="0" cy="130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584575" y="3257550"/>
              <a:ext cx="427037" cy="1555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4022724" y="3413125"/>
              <a:ext cx="0" cy="4778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29400" y="2062956"/>
              <a:ext cx="754856" cy="166688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49" y="2957512"/>
              <a:ext cx="0" cy="3452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2392" y="1989280"/>
              <a:ext cx="154308" cy="712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F5E8133-1890-64B2-9FB6-3D1B50EDF524}"/>
                </a:ext>
              </a:extLst>
            </p:cNvPr>
            <p:cNvCxnSpPr>
              <a:cxnSpLocks/>
            </p:cNvCxnSpPr>
            <p:nvPr/>
          </p:nvCxnSpPr>
          <p:spPr>
            <a:xfrm>
              <a:off x="1893094" y="2474118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8E05DE-C7CD-2C84-0801-AD801613656A}"/>
                </a:ext>
              </a:extLst>
            </p:cNvPr>
            <p:cNvCxnSpPr>
              <a:cxnSpLocks/>
            </p:cNvCxnSpPr>
            <p:nvPr/>
          </p:nvCxnSpPr>
          <p:spPr>
            <a:xfrm>
              <a:off x="2035968" y="2519362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8BB69DE-7F6F-DCE2-F268-ED1D0D87A31D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07" y="2647950"/>
              <a:ext cx="778668" cy="295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51E1C6D-E6DA-1C6E-CA58-E279BC6CD0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2675" y="3288506"/>
              <a:ext cx="440531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8136B51B-FE61-7670-BDB9-6A41EB7B685F}"/>
                </a:ext>
              </a:extLst>
            </p:cNvPr>
            <p:cNvCxnSpPr>
              <a:cxnSpLocks/>
            </p:cNvCxnSpPr>
            <p:nvPr/>
          </p:nvCxnSpPr>
          <p:spPr>
            <a:xfrm>
              <a:off x="2346324" y="3476625"/>
              <a:ext cx="0" cy="600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48672D7-29DC-D36D-340B-4BB7970168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1525" y="4070350"/>
              <a:ext cx="296863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9594AC22-A027-4874-CFDA-25E6B2FAB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3888" y="4135437"/>
              <a:ext cx="150812" cy="587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011BF6AB-B4B0-A8AF-CEFA-F9C679DDE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506" y="40703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CD8DBDB0-55A0-1B05-7782-3193DD269AE7}"/>
                </a:ext>
              </a:extLst>
            </p:cNvPr>
            <p:cNvCxnSpPr>
              <a:cxnSpLocks/>
            </p:cNvCxnSpPr>
            <p:nvPr/>
          </p:nvCxnSpPr>
          <p:spPr>
            <a:xfrm>
              <a:off x="2040730" y="39417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2AA5432B-E6F0-CE33-7FE4-C4BE2C2D4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8750" y="3949700"/>
              <a:ext cx="6191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C0A8BA8-4103-E294-C15B-78028D956962}"/>
                </a:ext>
              </a:extLst>
            </p:cNvPr>
            <p:cNvCxnSpPr>
              <a:cxnSpLocks/>
            </p:cNvCxnSpPr>
            <p:nvPr/>
          </p:nvCxnSpPr>
          <p:spPr>
            <a:xfrm>
              <a:off x="1431130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C76C866A-7A34-6813-F74D-5708553ED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4184650"/>
              <a:ext cx="314325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5BDA444-6095-12B0-8DA8-F8FBCE014511}"/>
                </a:ext>
              </a:extLst>
            </p:cNvPr>
            <p:cNvCxnSpPr>
              <a:cxnSpLocks/>
            </p:cNvCxnSpPr>
            <p:nvPr/>
          </p:nvCxnSpPr>
          <p:spPr>
            <a:xfrm>
              <a:off x="1729580" y="41830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9982F05-A5E1-3BD9-729D-9A80E1EA06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313" y="4310062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736D406C-2E0E-BEB2-95D1-41735B5E0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9581" y="437197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C261AE37-C53F-1428-D36F-060ED3057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7838" y="44338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4764C218-DF13-91C3-D875-65A640B742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1625" y="4495800"/>
              <a:ext cx="319088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F1ED2C8D-A706-BBD1-9BD1-20DB4FEB1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17638" y="45481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B0027453-ABFC-9A95-1516-839AB85169B4}"/>
                </a:ext>
              </a:extLst>
            </p:cNvPr>
            <p:cNvCxnSpPr>
              <a:cxnSpLocks/>
            </p:cNvCxnSpPr>
            <p:nvPr/>
          </p:nvCxnSpPr>
          <p:spPr>
            <a:xfrm>
              <a:off x="1421605" y="4538663"/>
              <a:ext cx="0" cy="242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C43E9AC-0067-AE38-1952-F7622D6381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6050" y="4546600"/>
              <a:ext cx="60960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B4FFF554-E702-571B-3232-2995D68D2779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80" y="45291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4996573E-1E19-FF89-C67D-7F2F2A04B9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6425" y="46609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5405812D-7ED5-07EC-D9BC-978708AA5FAF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47259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75E29716-948D-2112-6E9F-6E817C531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7200" y="48450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4E3B9D9-A2D7-A06C-B20B-179AED349239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47863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10E8A3E3-AF9E-AC59-E2EC-0ED2E67C38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9525" y="4791075"/>
              <a:ext cx="463550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F3DB784-E338-B5DB-96DA-E5BBDBC3D962}"/>
                </a:ext>
              </a:extLst>
            </p:cNvPr>
            <p:cNvCxnSpPr>
              <a:cxnSpLocks/>
            </p:cNvCxnSpPr>
            <p:nvPr/>
          </p:nvCxnSpPr>
          <p:spPr>
            <a:xfrm>
              <a:off x="1281905" y="4960938"/>
              <a:ext cx="0" cy="363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BC43442-18CC-F911-BC76-5B343C41B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2700" y="5254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BFA9D7B6-768F-69D3-96CE-DF0516B9C6E9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029200"/>
              <a:ext cx="0" cy="239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57E2127A-4051-3BB4-53D6-3D0381AD1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925" y="4959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3721C8E0-F433-B636-7E4E-797A058426DB}"/>
                </a:ext>
              </a:extLst>
            </p:cNvPr>
            <p:cNvCxnSpPr>
              <a:cxnSpLocks/>
            </p:cNvCxnSpPr>
            <p:nvPr/>
          </p:nvCxnSpPr>
          <p:spPr>
            <a:xfrm>
              <a:off x="1583530" y="4965700"/>
              <a:ext cx="0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7D782DBE-4BE8-B39F-CDDD-543EB08B0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53054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BCBA13B-5AF5-578F-9C6B-A7F861B8CA48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376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6CA3ABD8-F0AE-F6B8-26D8-E63093FF4F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3513" y="5503862"/>
              <a:ext cx="307181" cy="1206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05D649DB-CB0B-6957-AE80-128AFD2A610C}"/>
                </a:ext>
              </a:extLst>
            </p:cNvPr>
            <p:cNvCxnSpPr>
              <a:cxnSpLocks/>
            </p:cNvCxnSpPr>
            <p:nvPr/>
          </p:nvCxnSpPr>
          <p:spPr>
            <a:xfrm>
              <a:off x="2043905" y="56372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E2EDFB6D-B5B5-F317-7AF3-4DDFA7F64C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7975" y="5445125"/>
              <a:ext cx="473074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2E7286B-9119-F42B-9385-4365F986A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1150" y="5381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51D65231-F43F-D176-882E-6927197F7F58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5153025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5F6A136B-797B-FED7-405F-1AF45E9EF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0375" y="5086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1C53B154-3F9D-4AF7-238F-541E01C69277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5083175"/>
              <a:ext cx="0" cy="349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CF8D303E-6874-22FD-1E6E-338248FC64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250" y="542607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F05529C4-C213-E81F-2FFC-9F22640A9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350" y="5435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CF412D5-95BA-6570-CBAE-371B50EE5304}"/>
                </a:ext>
              </a:extLst>
            </p:cNvPr>
            <p:cNvCxnSpPr>
              <a:cxnSpLocks/>
            </p:cNvCxnSpPr>
            <p:nvPr/>
          </p:nvCxnSpPr>
          <p:spPr>
            <a:xfrm>
              <a:off x="2186780" y="5437188"/>
              <a:ext cx="0" cy="207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5E767663-C7E8-E6D5-AB97-B39C08F24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5661025"/>
              <a:ext cx="167481" cy="777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D755CBAD-12CB-9BCA-13F8-F5388B5F5C59}"/>
                </a:ext>
              </a:extLst>
            </p:cNvPr>
            <p:cNvCxnSpPr>
              <a:cxnSpLocks/>
            </p:cNvCxnSpPr>
            <p:nvPr/>
          </p:nvCxnSpPr>
          <p:spPr>
            <a:xfrm>
              <a:off x="2342355" y="5499100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5EA590E2-1A00-8778-A066-BA1DF951EA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3150" y="5492750"/>
              <a:ext cx="15875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76BCCA0-44DB-C654-A427-8A8707188674}"/>
                </a:ext>
              </a:extLst>
            </p:cNvPr>
            <p:cNvCxnSpPr>
              <a:cxnSpLocks/>
            </p:cNvCxnSpPr>
            <p:nvPr/>
          </p:nvCxnSpPr>
          <p:spPr>
            <a:xfrm>
              <a:off x="2494755" y="5557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6CFF67A4-0543-67B4-6603-451C0710C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6261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2BAAEA61-6505-0FEA-AC26-41D11D818ED1}"/>
                </a:ext>
              </a:extLst>
            </p:cNvPr>
            <p:cNvCxnSpPr>
              <a:cxnSpLocks/>
            </p:cNvCxnSpPr>
            <p:nvPr/>
          </p:nvCxnSpPr>
          <p:spPr>
            <a:xfrm>
              <a:off x="2650330" y="5503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D3B9DB18-A211-B4A6-1086-880869041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3879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2051F-F37E-56E3-9A6C-EF80CA5C6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8250" y="5445125"/>
              <a:ext cx="15875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ED635E3C-CD9F-82A5-26DA-2048807EB6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5197475"/>
              <a:ext cx="460375" cy="196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B076E022-B838-A926-8ED7-C3403665FC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2000" y="51847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35A90C7F-63D6-AAFA-062F-5FBC39C2DA61}"/>
                </a:ext>
              </a:extLst>
            </p:cNvPr>
            <p:cNvCxnSpPr>
              <a:cxnSpLocks/>
            </p:cNvCxnSpPr>
            <p:nvPr/>
          </p:nvCxnSpPr>
          <p:spPr>
            <a:xfrm>
              <a:off x="2037555" y="5038725"/>
              <a:ext cx="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D3D8D5E7-C96A-2D49-63B5-8EFBDE823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5175" y="5029200"/>
              <a:ext cx="60960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B68DA4B4-B31B-6770-FA86-23EFAAEDB084}"/>
                </a:ext>
              </a:extLst>
            </p:cNvPr>
            <p:cNvCxnSpPr>
              <a:cxnSpLocks/>
            </p:cNvCxnSpPr>
            <p:nvPr/>
          </p:nvCxnSpPr>
          <p:spPr>
            <a:xfrm>
              <a:off x="2647155" y="51419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0D36BB45-F992-0C75-4F28-761A58CFC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4968875"/>
              <a:ext cx="47307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A96D445B-A0A8-CC59-1C8B-B308873E3F02}"/>
                </a:ext>
              </a:extLst>
            </p:cNvPr>
            <p:cNvCxnSpPr>
              <a:cxnSpLocks/>
            </p:cNvCxnSpPr>
            <p:nvPr/>
          </p:nvCxnSpPr>
          <p:spPr>
            <a:xfrm>
              <a:off x="2189955" y="48434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8FA5CFD0-134E-E94F-A37B-6DC706FC5A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4875" y="48418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D015498D-AAE9-FA27-0883-DDD877DACB32}"/>
                </a:ext>
              </a:extLst>
            </p:cNvPr>
            <p:cNvCxnSpPr>
              <a:cxnSpLocks/>
            </p:cNvCxnSpPr>
            <p:nvPr/>
          </p:nvCxnSpPr>
          <p:spPr>
            <a:xfrm>
              <a:off x="2656680" y="48942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3C9A919F-4CE1-8EEB-951D-922DD7D53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7575" y="472122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69502577-BDB4-C9EA-15F5-1D1C3D196DCA}"/>
                </a:ext>
              </a:extLst>
            </p:cNvPr>
            <p:cNvCxnSpPr>
              <a:cxnSpLocks/>
            </p:cNvCxnSpPr>
            <p:nvPr/>
          </p:nvCxnSpPr>
          <p:spPr>
            <a:xfrm>
              <a:off x="2193130" y="4614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6A5A364-93FE-678C-FC13-E7744391ED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46132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94148182-6DCC-0E0D-1FCB-3D080BEA3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000" y="47244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2792ACE8-AED7-C53D-7C75-DC0478A113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6069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C6B6D85-C68E-7075-D23C-EE3AC71B4B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4546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72FA2007-44BA-86A0-2C25-ADAE8E4D35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7100" y="43719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4D3FDD42-CBBB-1569-329D-7945D5470344}"/>
                </a:ext>
              </a:extLst>
            </p:cNvPr>
            <p:cNvCxnSpPr>
              <a:cxnSpLocks/>
            </p:cNvCxnSpPr>
            <p:nvPr/>
          </p:nvCxnSpPr>
          <p:spPr>
            <a:xfrm>
              <a:off x="2199480" y="42370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88412A75-E9AC-69E2-8F58-4A73A5E6A8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925" y="41846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9F3D3FE1-A1F5-0341-B4D8-951864523BEB}"/>
                </a:ext>
              </a:extLst>
            </p:cNvPr>
            <p:cNvCxnSpPr>
              <a:cxnSpLocks/>
            </p:cNvCxnSpPr>
            <p:nvPr/>
          </p:nvCxnSpPr>
          <p:spPr>
            <a:xfrm>
              <a:off x="2348705" y="41767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7632E04B-3ECE-3608-675C-FF4299E48E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6325" y="4305300"/>
              <a:ext cx="625475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6855508-F712-E278-8F36-1A69E32FE4C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5" y="44211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0F26578E-3F95-F47A-7666-4CD814FA4C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2576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087017B-EA93-09A4-814A-59A27DFD9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1425" y="41941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13D53826-C1EA-7FFB-4E04-FECEB45619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0175" y="42005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F7E8D1B4-59FB-A34F-5C1D-C13110DAE3BB}"/>
                </a:ext>
              </a:extLst>
            </p:cNvPr>
            <p:cNvCxnSpPr>
              <a:cxnSpLocks/>
            </p:cNvCxnSpPr>
            <p:nvPr/>
          </p:nvCxnSpPr>
          <p:spPr>
            <a:xfrm>
              <a:off x="2963862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A30C4D34-EFFE-96A6-FD19-320E0D699E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4000" y="4124325"/>
              <a:ext cx="173038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5F5382C0-6CE6-5D5A-E628-C34EADF1D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40608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E649ECDF-F2D6-F309-DF62-3733962B2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40608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55985789-B0A4-DBB9-84BA-8FB3AB203E46}"/>
                </a:ext>
              </a:extLst>
            </p:cNvPr>
            <p:cNvCxnSpPr>
              <a:cxnSpLocks/>
            </p:cNvCxnSpPr>
            <p:nvPr/>
          </p:nvCxnSpPr>
          <p:spPr>
            <a:xfrm>
              <a:off x="3113880" y="4148138"/>
              <a:ext cx="0" cy="579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5115E9C3-A1F3-66F6-FD8B-08AECA5E80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5625" y="471805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9B71C0A7-07D5-45B7-33D5-D3BAFF971735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5" y="4799013"/>
              <a:ext cx="0" cy="350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3D0B3F8C-2B2E-C3C8-DA28-FE0ED50ED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5150" y="50641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4264B3CB-ECE9-1541-7121-20FEB6B47068}"/>
                </a:ext>
              </a:extLst>
            </p:cNvPr>
            <p:cNvCxnSpPr>
              <a:cxnSpLocks/>
            </p:cNvCxnSpPr>
            <p:nvPr/>
          </p:nvCxnSpPr>
          <p:spPr>
            <a:xfrm>
              <a:off x="3107530" y="4851400"/>
              <a:ext cx="0" cy="223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03A705D-7612-5A0E-9D67-12F0E5AC4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0350" y="4854575"/>
              <a:ext cx="298450" cy="111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FB6A189B-67B3-454D-F66C-19ECBE1975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0825" y="495300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F7F038EE-64DB-4213-8988-C738A7D5B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525" y="503872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Straight Connector 1987">
              <a:extLst>
                <a:ext uri="{FF2B5EF4-FFF2-40B4-BE49-F238E27FC236}">
                  <a16:creationId xmlns:a16="http://schemas.microsoft.com/office/drawing/2014/main" id="{FFD5E795-F995-23B6-A055-A44A63BB1391}"/>
                </a:ext>
              </a:extLst>
            </p:cNvPr>
            <p:cNvCxnSpPr>
              <a:cxnSpLocks/>
            </p:cNvCxnSpPr>
            <p:nvPr/>
          </p:nvCxnSpPr>
          <p:spPr>
            <a:xfrm>
              <a:off x="2802730" y="50815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930E1EBB-196D-A962-C444-3D98D7344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6225" y="51498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5F6CD90B-7962-AF84-46DE-D7E6F9DF0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2750" y="51435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9145FE32-4B0D-C408-4AC0-32FDEEAE2424}"/>
                </a:ext>
              </a:extLst>
            </p:cNvPr>
            <p:cNvCxnSpPr>
              <a:cxnSpLocks/>
            </p:cNvCxnSpPr>
            <p:nvPr/>
          </p:nvCxnSpPr>
          <p:spPr>
            <a:xfrm>
              <a:off x="3104355" y="5202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C9CE743B-F0BB-AA72-7D39-F22BD5048B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52578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D6C4A011-A05F-D256-C1D5-09373FA933A4}"/>
                </a:ext>
              </a:extLst>
            </p:cNvPr>
            <p:cNvCxnSpPr>
              <a:cxnSpLocks/>
            </p:cNvCxnSpPr>
            <p:nvPr/>
          </p:nvCxnSpPr>
          <p:spPr>
            <a:xfrm>
              <a:off x="2951955" y="5268913"/>
              <a:ext cx="0" cy="347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B6B1F23B-E253-1051-0D61-C5F2F5F0F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9100" y="561657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BA743247-5ED3-DF8F-B213-3DB1B33F0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8325" y="5565775"/>
              <a:ext cx="298450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A8EE184F-F47A-7F43-8826-178C449A42A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557838"/>
              <a:ext cx="150020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636AD313-066F-E837-C42A-AF49A8AE4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1200" y="5629275"/>
              <a:ext cx="307975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70017B48-ADFC-9605-5B83-40E0E6EDF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1200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F5877D3A-202E-BA51-0A48-3672663C491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7927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A99712C4-2C26-2069-E180-7B8FC279E1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9950" y="59277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BD02D2C0-1076-99A6-F8D4-97948E20CEAC}"/>
                </a:ext>
              </a:extLst>
            </p:cNvPr>
            <p:cNvCxnSpPr>
              <a:cxnSpLocks/>
            </p:cNvCxnSpPr>
            <p:nvPr/>
          </p:nvCxnSpPr>
          <p:spPr>
            <a:xfrm>
              <a:off x="3567905" y="5743575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0F0D76C7-20A8-2461-1B1C-B0AF61BF95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9175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7D0F58A9-21AE-81F6-ED9D-A717A5A9A2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1575" y="5737225"/>
              <a:ext cx="161925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0196E861-F298-AE3E-29E4-6C2A03FBF7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0325" y="57372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D5739DA3-B458-5C11-2866-6425EBEA4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4950" y="5676900"/>
              <a:ext cx="2825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E82406F9-4159-E2DB-C4E1-1D10A7EC3397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FC680C0-B416-3B85-EC7B-2ECF8E4379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5118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4FA1225-7AAA-718C-2619-D2B151EAC30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130" y="54975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229A034A-76D8-EAA7-AE3C-B3587DC83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0400" y="5553075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4926C7BD-1842-A957-C8A9-98EDF4997129}"/>
                </a:ext>
              </a:extLst>
            </p:cNvPr>
            <p:cNvCxnSpPr>
              <a:cxnSpLocks/>
            </p:cNvCxnSpPr>
            <p:nvPr/>
          </p:nvCxnSpPr>
          <p:spPr>
            <a:xfrm>
              <a:off x="4637880" y="5424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F5F5043A-56A8-44DB-A276-E756966D9E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975" y="5429250"/>
              <a:ext cx="32385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EA74FCEF-0FC2-73E1-898A-B98B726CDB5F}"/>
                </a:ext>
              </a:extLst>
            </p:cNvPr>
            <p:cNvCxnSpPr>
              <a:cxnSpLocks/>
            </p:cNvCxnSpPr>
            <p:nvPr/>
          </p:nvCxnSpPr>
          <p:spPr>
            <a:xfrm>
              <a:off x="49426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22707A6C-BBB4-60FF-6763-731C5228B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43475" y="56769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018D656F-01EC-BC90-1D9D-9AA2A9D088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4725" y="5984875"/>
              <a:ext cx="294481" cy="1135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AE8EA051-5BC1-7311-A081-9E45C1AAA2B0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5738813"/>
              <a:ext cx="0" cy="24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482054B8-8876-84C5-E14C-804745115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6806" y="5740400"/>
              <a:ext cx="157163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7DD49F85-B528-13D8-8D55-34A39DA8A5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9050" y="5870575"/>
              <a:ext cx="292100" cy="104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3A4833CE-7CBC-D366-56B2-96FD5A57AE62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00" y="5870575"/>
              <a:ext cx="0" cy="108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11664BF8-3D61-C55C-FD3C-F7B8DFC1EB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1925" y="58039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BB2B4FAB-68F1-15C7-F144-1B42D5257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400" y="57594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8D0C1D06-A9E5-4BC2-7671-D5B5CD7BF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9525" y="5619750"/>
              <a:ext cx="31432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Straight Connector 2015">
              <a:extLst>
                <a:ext uri="{FF2B5EF4-FFF2-40B4-BE49-F238E27FC236}">
                  <a16:creationId xmlns:a16="http://schemas.microsoft.com/office/drawing/2014/main" id="{0C755F1D-FE31-55E9-4420-588B679CC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6350" y="556577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AED50892-5F74-E9C8-C100-A4AE3A421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5381625"/>
              <a:ext cx="47942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Straight Connector 2018">
              <a:extLst>
                <a:ext uri="{FF2B5EF4-FFF2-40B4-BE49-F238E27FC236}">
                  <a16:creationId xmlns:a16="http://schemas.microsoft.com/office/drawing/2014/main" id="{6EA78136-14DC-28A9-77AC-B259327A7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550" y="53340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8C6D75C5-B2FF-EB81-64AD-0A7292159E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7125" y="533717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2" name="Straight Connector 2021">
              <a:extLst>
                <a:ext uri="{FF2B5EF4-FFF2-40B4-BE49-F238E27FC236}">
                  <a16:creationId xmlns:a16="http://schemas.microsoft.com/office/drawing/2014/main" id="{3B010FBA-0260-379F-638F-BCCF0FFC4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2700" y="5314950"/>
              <a:ext cx="15557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AC2F9EB0-C52E-ABE5-E8D8-51088AF2F30D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5" y="53165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2024">
              <a:extLst>
                <a:ext uri="{FF2B5EF4-FFF2-40B4-BE49-F238E27FC236}">
                  <a16:creationId xmlns:a16="http://schemas.microsoft.com/office/drawing/2014/main" id="{B32E626A-E340-2707-F9DC-FCCECBAD94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8750" y="54546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9FAF269C-FF4F-1C56-0CDF-C4A64ED0EBB8}"/>
                </a:ext>
              </a:extLst>
            </p:cNvPr>
            <p:cNvCxnSpPr>
              <a:cxnSpLocks/>
            </p:cNvCxnSpPr>
            <p:nvPr/>
          </p:nvCxnSpPr>
          <p:spPr>
            <a:xfrm>
              <a:off x="5387180" y="53673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7" name="Straight Connector 2026">
              <a:extLst>
                <a:ext uri="{FF2B5EF4-FFF2-40B4-BE49-F238E27FC236}">
                  <a16:creationId xmlns:a16="http://schemas.microsoft.com/office/drawing/2014/main" id="{70E20C09-6625-33AA-8467-9586D81F6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7975" y="53784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CF478CD6-3EFC-A1B5-A36D-5609DFA20336}"/>
                </a:ext>
              </a:extLst>
            </p:cNvPr>
            <p:cNvCxnSpPr>
              <a:cxnSpLocks/>
            </p:cNvCxnSpPr>
            <p:nvPr/>
          </p:nvCxnSpPr>
          <p:spPr>
            <a:xfrm>
              <a:off x="5539580" y="54403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9" name="Straight Connector 2028">
              <a:extLst>
                <a:ext uri="{FF2B5EF4-FFF2-40B4-BE49-F238E27FC236}">
                  <a16:creationId xmlns:a16="http://schemas.microsoft.com/office/drawing/2014/main" id="{573C9CF1-9EF9-C762-3E39-E3AB55708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4025" y="5492750"/>
              <a:ext cx="1682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9C6659D2-A1E0-ADB2-266B-4C12C236C3AE}"/>
                </a:ext>
              </a:extLst>
            </p:cNvPr>
            <p:cNvCxnSpPr>
              <a:cxnSpLocks/>
            </p:cNvCxnSpPr>
            <p:nvPr/>
          </p:nvCxnSpPr>
          <p:spPr>
            <a:xfrm>
              <a:off x="5698330" y="5497513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F2EDD809-8D12-E5AF-B25F-00842810B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2775" y="5570538"/>
              <a:ext cx="164305" cy="555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CE3DFB4B-4E1E-13FB-D8BE-55BCB32109EA}"/>
                </a:ext>
              </a:extLst>
            </p:cNvPr>
            <p:cNvCxnSpPr>
              <a:cxnSpLocks/>
            </p:cNvCxnSpPr>
            <p:nvPr/>
          </p:nvCxnSpPr>
          <p:spPr>
            <a:xfrm>
              <a:off x="5695155" y="5614988"/>
              <a:ext cx="0" cy="474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4E5130AF-3062-1C20-B645-A8990C25D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369" y="6094413"/>
              <a:ext cx="461961" cy="1658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04DED8DA-C21A-D470-1D29-D2AE801AE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6" y="6048375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1B65A7F4-F9C1-D284-A3A7-8904F98AB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6825" y="614600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2042">
              <a:extLst>
                <a:ext uri="{FF2B5EF4-FFF2-40B4-BE49-F238E27FC236}">
                  <a16:creationId xmlns:a16="http://schemas.microsoft.com/office/drawing/2014/main" id="{420BAD35-A907-3B99-D752-635ADD13D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4425" y="6096000"/>
              <a:ext cx="140494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8D5658C1-5B24-79A1-79C0-DE23F144B2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2307" y="620553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CADA2D5F-37AA-0E79-FEDC-4979D673A413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5727700"/>
              <a:ext cx="0" cy="473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F0EEFD7A-407E-408D-E91C-5631B24A09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1650" y="57277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2049">
              <a:extLst>
                <a:ext uri="{FF2B5EF4-FFF2-40B4-BE49-F238E27FC236}">
                  <a16:creationId xmlns:a16="http://schemas.microsoft.com/office/drawing/2014/main" id="{246CB369-4623-2452-8AD8-D2B52177B5EE}"/>
                </a:ext>
              </a:extLst>
            </p:cNvPr>
            <p:cNvCxnSpPr>
              <a:cxnSpLocks/>
            </p:cNvCxnSpPr>
            <p:nvPr/>
          </p:nvCxnSpPr>
          <p:spPr>
            <a:xfrm>
              <a:off x="4317205" y="5791200"/>
              <a:ext cx="0" cy="346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7420A939-B969-DA3C-11BA-B6F38298F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1475" y="6146800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AD7A641A-EA3A-E6AD-0E21-7DF0A6D567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25" y="61658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FC823607-2C3B-EECF-00DE-A3E0D27A952C}"/>
                </a:ext>
              </a:extLst>
            </p:cNvPr>
            <p:cNvCxnSpPr>
              <a:cxnSpLocks/>
            </p:cNvCxnSpPr>
            <p:nvPr/>
          </p:nvCxnSpPr>
          <p:spPr>
            <a:xfrm>
              <a:off x="4018755" y="60436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86FCF6B9-A110-BBB2-A043-8FA94778A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3500" y="6035675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5FBB60BF-AB4F-17EB-946C-3BD2D590E74A}"/>
                </a:ext>
              </a:extLst>
            </p:cNvPr>
            <p:cNvCxnSpPr>
              <a:cxnSpLocks/>
            </p:cNvCxnSpPr>
            <p:nvPr/>
          </p:nvCxnSpPr>
          <p:spPr>
            <a:xfrm>
              <a:off x="3875880" y="6103938"/>
              <a:ext cx="0" cy="112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95544C6F-00FE-344C-5525-8ABF6B4888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207919"/>
              <a:ext cx="132555" cy="53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2060">
              <a:extLst>
                <a:ext uri="{FF2B5EF4-FFF2-40B4-BE49-F238E27FC236}">
                  <a16:creationId xmlns:a16="http://schemas.microsoft.com/office/drawing/2014/main" id="{CE259520-B006-9585-E99E-013EDF204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8600" y="6262688"/>
              <a:ext cx="292894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888529DE-CE13-4AE3-F6BC-DF736B3DA7F1}"/>
                </a:ext>
              </a:extLst>
            </p:cNvPr>
            <p:cNvCxnSpPr>
              <a:cxnSpLocks/>
            </p:cNvCxnSpPr>
            <p:nvPr/>
          </p:nvCxnSpPr>
          <p:spPr>
            <a:xfrm>
              <a:off x="4024311" y="6384925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99ACB893-89CB-D5F3-CEED-7BBC40C5D5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2406" y="6507956"/>
              <a:ext cx="321469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C96825CB-C63F-1C1B-ACDB-34AE66DB40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9150" y="6627019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D0E864F6-4200-5821-88E5-87333C1A125E}"/>
                </a:ext>
              </a:extLst>
            </p:cNvPr>
            <p:cNvCxnSpPr>
              <a:cxnSpLocks/>
            </p:cNvCxnSpPr>
            <p:nvPr/>
          </p:nvCxnSpPr>
          <p:spPr>
            <a:xfrm>
              <a:off x="4329905" y="65166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1D7544BA-ED04-A15E-2B90-9B576A794BAA}"/>
                </a:ext>
              </a:extLst>
            </p:cNvPr>
            <p:cNvCxnSpPr>
              <a:cxnSpLocks/>
            </p:cNvCxnSpPr>
            <p:nvPr/>
          </p:nvCxnSpPr>
          <p:spPr>
            <a:xfrm>
              <a:off x="4628355" y="6507956"/>
              <a:ext cx="0" cy="1143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21C68955-C26D-2B43-ECDF-2DB9A12DE3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7525" y="6273800"/>
              <a:ext cx="307975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D0DDE090-3740-C2B0-E34B-A5F7C874B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375" y="62174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0E313CD7-3987-2E9C-B57F-680A1310E9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9168" y="6572250"/>
              <a:ext cx="328613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AE2FD257-50FF-E1F0-B6E2-FF51DED5F31F}"/>
                </a:ext>
              </a:extLst>
            </p:cNvPr>
            <p:cNvCxnSpPr>
              <a:cxnSpLocks/>
            </p:cNvCxnSpPr>
            <p:nvPr/>
          </p:nvCxnSpPr>
          <p:spPr>
            <a:xfrm>
              <a:off x="4934745" y="6165056"/>
              <a:ext cx="0" cy="2309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7B0FB7CC-168E-C116-9919-C1678822D6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6446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E635F513-63C5-6FC5-829B-777507329A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1431" y="6575424"/>
              <a:ext cx="137319" cy="563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14438CBF-58CC-8DB8-4339-62B782EE7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7461" y="6577013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9F261C38-F9D9-F49F-E993-6D7882F1EF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2363" y="6754018"/>
              <a:ext cx="165893" cy="68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8F478C97-6D9B-6879-D85C-1890D87C0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4406" y="6746081"/>
              <a:ext cx="15478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3E51B417-89E7-354E-B088-1DEF333A3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3894" y="6755606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7F5ACDFE-B3F7-B4BB-5D0B-E695C30BC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350" y="6872288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2C0CB4CF-EFBF-2646-F800-768468E16F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4313" y="6743700"/>
              <a:ext cx="299243" cy="1246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B52B236F-036A-2A86-AC9A-02548D740D47}"/>
                </a:ext>
              </a:extLst>
            </p:cNvPr>
            <p:cNvCxnSpPr>
              <a:cxnSpLocks/>
            </p:cNvCxnSpPr>
            <p:nvPr/>
          </p:nvCxnSpPr>
          <p:spPr>
            <a:xfrm>
              <a:off x="4028280" y="662781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3AD085DA-FF02-5046-1E9E-828024E86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8419" y="656590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4FFFD7FA-E618-2BD7-64F4-FD961D234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5544" y="6688931"/>
              <a:ext cx="165894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CB84A6B9-48C1-7BB6-2E3E-9AF99369AA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6750844"/>
              <a:ext cx="297656" cy="123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3116B0BD-6D26-F932-20EE-198546F585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9256" y="668972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2F9EB267-438C-18F4-31DE-FF88056A7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5587" y="6690519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08070FF3-BF62-A369-48A9-22AD1F50B5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7313" y="6687344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2EB6781E-DEE8-C747-AEF9-CD552308C6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49" y="6685757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4494C587-0B2C-0218-828B-B43764C22A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5931" y="6450806"/>
              <a:ext cx="768351" cy="2984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B4305602-23F9-2585-84BE-A4B8BF924EA3}"/>
                </a:ext>
              </a:extLst>
            </p:cNvPr>
            <p:cNvCxnSpPr>
              <a:cxnSpLocks/>
            </p:cNvCxnSpPr>
            <p:nvPr/>
          </p:nvCxnSpPr>
          <p:spPr>
            <a:xfrm>
              <a:off x="1732755" y="63373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34ACEC1C-3699-FEA3-6E5A-5914806F94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67657" y="6275387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FE2B4094-BA96-5001-AD69-EFF5AD54D612}"/>
                </a:ext>
              </a:extLst>
            </p:cNvPr>
            <p:cNvCxnSpPr>
              <a:cxnSpLocks/>
            </p:cNvCxnSpPr>
            <p:nvPr/>
          </p:nvCxnSpPr>
          <p:spPr>
            <a:xfrm>
              <a:off x="1577974" y="61563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26BEFB3F-196D-8086-2ECA-BD083EB91C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23988" y="6093619"/>
              <a:ext cx="151607" cy="531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2CF69C6B-A42D-C299-3B05-540F50DD0675}"/>
                </a:ext>
              </a:extLst>
            </p:cNvPr>
            <p:cNvCxnSpPr>
              <a:cxnSpLocks/>
            </p:cNvCxnSpPr>
            <p:nvPr/>
          </p:nvCxnSpPr>
          <p:spPr>
            <a:xfrm>
              <a:off x="1273174" y="5911851"/>
              <a:ext cx="0" cy="2349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AFBDB1CB-53B4-4081-82A4-0DE7122C6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8732" y="61388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1F132D34-3480-0BB1-24D8-49B0024A4FAC}"/>
                </a:ext>
              </a:extLst>
            </p:cNvPr>
            <p:cNvCxnSpPr>
              <a:cxnSpLocks/>
            </p:cNvCxnSpPr>
            <p:nvPr/>
          </p:nvCxnSpPr>
          <p:spPr>
            <a:xfrm>
              <a:off x="1435099" y="62071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87ACFF39-EEB3-4668-FD7C-151BFBFCA2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132" y="63293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B007ADD2-A3BF-88E7-14F9-AFC7E861207D}"/>
                </a:ext>
              </a:extLst>
            </p:cNvPr>
            <p:cNvCxnSpPr>
              <a:cxnSpLocks/>
            </p:cNvCxnSpPr>
            <p:nvPr/>
          </p:nvCxnSpPr>
          <p:spPr>
            <a:xfrm>
              <a:off x="1587499" y="63881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19E85990-5BF0-F8A0-61BC-2A61792FB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6707" y="65071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FFDDC26B-09F4-F82F-0C2F-D527AEAAAA33}"/>
                </a:ext>
              </a:extLst>
            </p:cNvPr>
            <p:cNvCxnSpPr>
              <a:cxnSpLocks/>
            </p:cNvCxnSpPr>
            <p:nvPr/>
          </p:nvCxnSpPr>
          <p:spPr>
            <a:xfrm>
              <a:off x="1733549" y="65659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8F2AF566-6CBD-CAC6-0090-0E1563777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757" y="6688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E70B4398-15C4-76C3-BE2E-33980C98A1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74" y="66230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8ABBCF2C-48E6-D69A-08FA-FC3C47E919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81982" y="66278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B0D80446-BD60-6D0A-C6A2-464D27D28B30}"/>
                </a:ext>
              </a:extLst>
            </p:cNvPr>
            <p:cNvCxnSpPr>
              <a:cxnSpLocks/>
            </p:cNvCxnSpPr>
            <p:nvPr/>
          </p:nvCxnSpPr>
          <p:spPr>
            <a:xfrm>
              <a:off x="2028824" y="6677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B4EF40F1-3BA2-A7A0-7920-1DA247655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7557" y="6799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D0E1B395-2192-B6DF-D1A1-1D7CBCD25BEC}"/>
                </a:ext>
              </a:extLst>
            </p:cNvPr>
            <p:cNvCxnSpPr>
              <a:cxnSpLocks/>
            </p:cNvCxnSpPr>
            <p:nvPr/>
          </p:nvCxnSpPr>
          <p:spPr>
            <a:xfrm>
              <a:off x="2193924" y="67405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2846EAD1-E463-D6DB-9D32-08EA86662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2657" y="67421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55AEA779-573A-1493-F7B2-70CFC9CD5A28}"/>
                </a:ext>
              </a:extLst>
            </p:cNvPr>
            <p:cNvCxnSpPr>
              <a:cxnSpLocks/>
            </p:cNvCxnSpPr>
            <p:nvPr/>
          </p:nvCxnSpPr>
          <p:spPr>
            <a:xfrm>
              <a:off x="2352674" y="6804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ED1C5C8B-5BD7-61CE-FDEE-761ADD4AD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1882" y="6926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3189A4CE-68D6-820A-9C7B-28C6EAC125F1}"/>
                </a:ext>
              </a:extLst>
            </p:cNvPr>
            <p:cNvCxnSpPr>
              <a:cxnSpLocks/>
            </p:cNvCxnSpPr>
            <p:nvPr/>
          </p:nvCxnSpPr>
          <p:spPr>
            <a:xfrm>
              <a:off x="2501899" y="686117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FAB7B0A4-A056-F851-7C14-744F10BC55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107" y="68659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DF07CB26-AA51-C765-CF29-62ECB5720D9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124" y="68008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509AC9C2-D31C-97CE-7702-C5C00489CD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9857" y="6815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9FD58A07-1E36-3FF6-8F25-4750F7DDF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719" y="6767513"/>
              <a:ext cx="0" cy="3444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2151">
              <a:extLst>
                <a:ext uri="{FF2B5EF4-FFF2-40B4-BE49-F238E27FC236}">
                  <a16:creationId xmlns:a16="http://schemas.microsoft.com/office/drawing/2014/main" id="{C3DF67CE-F831-CA32-13EC-BD02FB1A2B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7925" y="704611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Straight Connector 2152">
              <a:extLst>
                <a:ext uri="{FF2B5EF4-FFF2-40B4-BE49-F238E27FC236}">
                  <a16:creationId xmlns:a16="http://schemas.microsoft.com/office/drawing/2014/main" id="{CAADD745-F083-DD0D-A0F9-EB7B64B84B1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0" y="69310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Straight Connector 2153">
              <a:extLst>
                <a:ext uri="{FF2B5EF4-FFF2-40B4-BE49-F238E27FC236}">
                  <a16:creationId xmlns:a16="http://schemas.microsoft.com/office/drawing/2014/main" id="{51781B2A-3998-B423-6664-8418F20119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928644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3473B385-30D2-3583-D9BD-832AB3B36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9075" y="70397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2158">
              <a:extLst>
                <a:ext uri="{FF2B5EF4-FFF2-40B4-BE49-F238E27FC236}">
                  <a16:creationId xmlns:a16="http://schemas.microsoft.com/office/drawing/2014/main" id="{C6393DC5-305E-0603-00B5-65EF2CFB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4769" y="6810375"/>
              <a:ext cx="465931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6FAC0FE6-15A2-2EA6-55C0-2EBFDA096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350" y="70492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2161">
              <a:extLst>
                <a:ext uri="{FF2B5EF4-FFF2-40B4-BE49-F238E27FC236}">
                  <a16:creationId xmlns:a16="http://schemas.microsoft.com/office/drawing/2014/main" id="{D2BAEAED-3368-B511-1605-9E78DC3A76D6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6827044"/>
              <a:ext cx="0" cy="2182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139E55BC-6E4C-CF91-0781-7BD176306CF1}"/>
                </a:ext>
              </a:extLst>
            </p:cNvPr>
            <p:cNvCxnSpPr>
              <a:cxnSpLocks/>
            </p:cNvCxnSpPr>
            <p:nvPr/>
          </p:nvCxnSpPr>
          <p:spPr>
            <a:xfrm>
              <a:off x="4634705" y="6772275"/>
              <a:ext cx="0" cy="330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4A89595C-05C3-9012-7E87-EA65103EB4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5500" y="704294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BBBB481E-D164-6A3D-F0A8-EB3A5BDA46E2}"/>
                </a:ext>
              </a:extLst>
            </p:cNvPr>
            <p:cNvCxnSpPr>
              <a:cxnSpLocks/>
            </p:cNvCxnSpPr>
            <p:nvPr/>
          </p:nvCxnSpPr>
          <p:spPr>
            <a:xfrm>
              <a:off x="4777580" y="69215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2036040D-B8EE-DB01-8BAA-26E7BEBA10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2344" y="6918325"/>
              <a:ext cx="154781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5E730FB0-8E9A-6872-5943-A6553654F471}"/>
                </a:ext>
              </a:extLst>
            </p:cNvPr>
            <p:cNvCxnSpPr>
              <a:cxnSpLocks/>
            </p:cNvCxnSpPr>
            <p:nvPr/>
          </p:nvCxnSpPr>
          <p:spPr>
            <a:xfrm>
              <a:off x="4949030" y="69850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4750EDA8-7C4B-E87B-8435-87FD97592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3475" y="6972300"/>
              <a:ext cx="304800" cy="1531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373B5788-7159-971A-E6D7-D0B9DA776802}"/>
                </a:ext>
              </a:extLst>
            </p:cNvPr>
            <p:cNvCxnSpPr>
              <a:cxnSpLocks/>
            </p:cNvCxnSpPr>
            <p:nvPr/>
          </p:nvCxnSpPr>
          <p:spPr>
            <a:xfrm>
              <a:off x="5241130" y="69913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27A14B64-DD31-235A-42D8-D3F646C5506C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5686425"/>
              <a:ext cx="306387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3B12E916-6F32-7DD8-B3C6-6F73E2DB5006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55" y="5805488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05F2EEF4-126D-12D2-8479-13BB9CEBCA92}"/>
                </a:ext>
              </a:extLst>
            </p:cNvPr>
            <p:cNvCxnSpPr>
              <a:cxnSpLocks/>
            </p:cNvCxnSpPr>
            <p:nvPr/>
          </p:nvCxnSpPr>
          <p:spPr>
            <a:xfrm>
              <a:off x="6450805" y="5916613"/>
              <a:ext cx="305595" cy="125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D9DC3706-169A-E046-F68E-4EC59D070699}"/>
                </a:ext>
              </a:extLst>
            </p:cNvPr>
            <p:cNvCxnSpPr>
              <a:cxnSpLocks/>
            </p:cNvCxnSpPr>
            <p:nvPr/>
          </p:nvCxnSpPr>
          <p:spPr>
            <a:xfrm>
              <a:off x="6758780" y="6043613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2214">
              <a:extLst>
                <a:ext uri="{FF2B5EF4-FFF2-40B4-BE49-F238E27FC236}">
                  <a16:creationId xmlns:a16="http://schemas.microsoft.com/office/drawing/2014/main" id="{1FBE4629-D432-2F0D-9167-14017B2D859E}"/>
                </a:ext>
              </a:extLst>
            </p:cNvPr>
            <p:cNvCxnSpPr>
              <a:cxnSpLocks/>
            </p:cNvCxnSpPr>
            <p:nvPr/>
          </p:nvCxnSpPr>
          <p:spPr>
            <a:xfrm>
              <a:off x="6765130" y="6148388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0FFF3FC3-FB8E-C3E3-F5A7-AFAA4AAB4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1500" y="615950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2B46A289-AAFB-4D66-1ACC-14CF5CD36EFB}"/>
                </a:ext>
              </a:extLst>
            </p:cNvPr>
            <p:cNvCxnSpPr>
              <a:cxnSpLocks/>
            </p:cNvCxnSpPr>
            <p:nvPr/>
          </p:nvCxnSpPr>
          <p:spPr>
            <a:xfrm>
              <a:off x="7085013" y="6157118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18AD0157-E24A-6270-2873-A512F14AC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9950" y="6156325"/>
              <a:ext cx="1555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80B6EF65-B237-2965-DD35-4AA25A8077A3}"/>
                </a:ext>
              </a:extLst>
            </p:cNvPr>
            <p:cNvCxnSpPr>
              <a:cxnSpLocks/>
            </p:cNvCxnSpPr>
            <p:nvPr/>
          </p:nvCxnSpPr>
          <p:spPr>
            <a:xfrm>
              <a:off x="7375525" y="6156325"/>
              <a:ext cx="457200" cy="1714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Straight Connector 2226">
              <a:extLst>
                <a:ext uri="{FF2B5EF4-FFF2-40B4-BE49-F238E27FC236}">
                  <a16:creationId xmlns:a16="http://schemas.microsoft.com/office/drawing/2014/main" id="{DEB39ECB-DF46-8267-6292-0CA5A762D0B9}"/>
                </a:ext>
              </a:extLst>
            </p:cNvPr>
            <p:cNvCxnSpPr>
              <a:cxnSpLocks/>
            </p:cNvCxnSpPr>
            <p:nvPr/>
          </p:nvCxnSpPr>
          <p:spPr>
            <a:xfrm>
              <a:off x="7831930" y="6335713"/>
              <a:ext cx="0" cy="2270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2999A164-7D4E-8A4B-F369-CA9BDDB3DC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3931" y="5745956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5FD50A69-35B8-2672-63FB-548EC4F5B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7580" y="6388894"/>
              <a:ext cx="15875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3" name="Straight Connector 2242">
              <a:extLst>
                <a:ext uri="{FF2B5EF4-FFF2-40B4-BE49-F238E27FC236}">
                  <a16:creationId xmlns:a16="http://schemas.microsoft.com/office/drawing/2014/main" id="{FBDEFFAD-E7FE-033E-9626-1DAA0DBFE149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12" y="668496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8" name="Straight Connector 2247">
              <a:extLst>
                <a:ext uri="{FF2B5EF4-FFF2-40B4-BE49-F238E27FC236}">
                  <a16:creationId xmlns:a16="http://schemas.microsoft.com/office/drawing/2014/main" id="{D9FDB02B-E23D-F508-AC0E-8708031BC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875" y="6522244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9" name="Straight Connector 2248">
              <a:extLst>
                <a:ext uri="{FF2B5EF4-FFF2-40B4-BE49-F238E27FC236}">
                  <a16:creationId xmlns:a16="http://schemas.microsoft.com/office/drawing/2014/main" id="{CDC0C6E1-8389-E672-7D7B-CE1E03537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0719" y="65031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2" name="Straight Connector 2251">
              <a:extLst>
                <a:ext uri="{FF2B5EF4-FFF2-40B4-BE49-F238E27FC236}">
                  <a16:creationId xmlns:a16="http://schemas.microsoft.com/office/drawing/2014/main" id="{B77332D0-FF4C-9104-C3EF-37EF2DC7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0737" y="63285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" name="Straight Connector 2255">
              <a:extLst>
                <a:ext uri="{FF2B5EF4-FFF2-40B4-BE49-F238E27FC236}">
                  <a16:creationId xmlns:a16="http://schemas.microsoft.com/office/drawing/2014/main" id="{47A58686-7067-56B4-8D38-85512BD6F3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182" y="614838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" name="Straight Connector 2256">
              <a:extLst>
                <a:ext uri="{FF2B5EF4-FFF2-40B4-BE49-F238E27FC236}">
                  <a16:creationId xmlns:a16="http://schemas.microsoft.com/office/drawing/2014/main" id="{ED2BF38C-CE6C-A1CC-C82B-35A4F7A888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8357" y="61412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9" name="Straight Connector 2258">
              <a:extLst>
                <a:ext uri="{FF2B5EF4-FFF2-40B4-BE49-F238E27FC236}">
                  <a16:creationId xmlns:a16="http://schemas.microsoft.com/office/drawing/2014/main" id="{E61ED548-8BCF-A69D-EDAA-D1E290640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119" y="62618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0" name="Straight Connector 2259">
              <a:extLst>
                <a:ext uri="{FF2B5EF4-FFF2-40B4-BE49-F238E27FC236}">
                  <a16:creationId xmlns:a16="http://schemas.microsoft.com/office/drawing/2014/main" id="{4E6013C1-66C2-DCDD-2FBB-045CBD0919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8736" y="6334920"/>
              <a:ext cx="0" cy="244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2" name="Straight Connector 2261">
              <a:extLst>
                <a:ext uri="{FF2B5EF4-FFF2-40B4-BE49-F238E27FC236}">
                  <a16:creationId xmlns:a16="http://schemas.microsoft.com/office/drawing/2014/main" id="{B219E812-A34C-3A3B-867B-BB2E21AE2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955" y="6638925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4" name="Straight Connector 2263">
              <a:extLst>
                <a:ext uri="{FF2B5EF4-FFF2-40B4-BE49-F238E27FC236}">
                  <a16:creationId xmlns:a16="http://schemas.microsoft.com/office/drawing/2014/main" id="{EEE94CDC-68ED-EA8E-81E0-578CFC6F7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493" y="6741319"/>
              <a:ext cx="138113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8" name="Straight Connector 2267">
              <a:extLst>
                <a:ext uri="{FF2B5EF4-FFF2-40B4-BE49-F238E27FC236}">
                  <a16:creationId xmlns:a16="http://schemas.microsoft.com/office/drawing/2014/main" id="{B972934D-E180-9DB3-FE0F-7425DBCB5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74" y="6693694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Straight Connector 2276">
              <a:extLst>
                <a:ext uri="{FF2B5EF4-FFF2-40B4-BE49-F238E27FC236}">
                  <a16:creationId xmlns:a16="http://schemas.microsoft.com/office/drawing/2014/main" id="{849386D5-70FF-BFD1-F7BF-B8FCCA334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755" y="7005637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8" name="Straight Connector 2277">
              <a:extLst>
                <a:ext uri="{FF2B5EF4-FFF2-40B4-BE49-F238E27FC236}">
                  <a16:creationId xmlns:a16="http://schemas.microsoft.com/office/drawing/2014/main" id="{C9D56688-C65C-6CB6-5E63-3153A1B42A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569" y="7052469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4" name="Straight Connector 2283">
              <a:extLst>
                <a:ext uri="{FF2B5EF4-FFF2-40B4-BE49-F238E27FC236}">
                  <a16:creationId xmlns:a16="http://schemas.microsoft.com/office/drawing/2014/main" id="{2EFFC27D-F59B-30A7-A624-373AFC2AF9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6806" y="5917406"/>
              <a:ext cx="323850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6" name="Straight Connector 2285">
              <a:extLst>
                <a:ext uri="{FF2B5EF4-FFF2-40B4-BE49-F238E27FC236}">
                  <a16:creationId xmlns:a16="http://schemas.microsoft.com/office/drawing/2014/main" id="{3D416AB6-1F89-4678-366F-94DC0D3F62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744" y="5858669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0" name="Straight Connector 2289">
              <a:extLst>
                <a:ext uri="{FF2B5EF4-FFF2-40B4-BE49-F238E27FC236}">
                  <a16:creationId xmlns:a16="http://schemas.microsoft.com/office/drawing/2014/main" id="{90F5B5B0-E515-AB76-D118-6FDDDA8993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481" y="7050087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1" name="Straight Connector 2290">
              <a:extLst>
                <a:ext uri="{FF2B5EF4-FFF2-40B4-BE49-F238E27FC236}">
                  <a16:creationId xmlns:a16="http://schemas.microsoft.com/office/drawing/2014/main" id="{16BADE7C-EC9B-17C5-9729-5A1D2913C46A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48" y="6457950"/>
              <a:ext cx="0" cy="5953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3" name="Straight Connector 2292">
              <a:extLst>
                <a:ext uri="{FF2B5EF4-FFF2-40B4-BE49-F238E27FC236}">
                  <a16:creationId xmlns:a16="http://schemas.microsoft.com/office/drawing/2014/main" id="{DBE3AEA9-3162-33C5-A657-169FDCE5CC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3969" y="6324600"/>
              <a:ext cx="316706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Straight Connector 2294">
              <a:extLst>
                <a:ext uri="{FF2B5EF4-FFF2-40B4-BE49-F238E27FC236}">
                  <a16:creationId xmlns:a16="http://schemas.microsoft.com/office/drawing/2014/main" id="{C020ABD7-0017-97FF-2E79-91E3332A1848}"/>
                </a:ext>
              </a:extLst>
            </p:cNvPr>
            <p:cNvCxnSpPr>
              <a:cxnSpLocks/>
            </p:cNvCxnSpPr>
            <p:nvPr/>
          </p:nvCxnSpPr>
          <p:spPr>
            <a:xfrm>
              <a:off x="5087144" y="621506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9" name="Straight Connector 2298">
              <a:extLst>
                <a:ext uri="{FF2B5EF4-FFF2-40B4-BE49-F238E27FC236}">
                  <a16:creationId xmlns:a16="http://schemas.microsoft.com/office/drawing/2014/main" id="{1297BD65-0953-AFEF-C65A-2A9397A8B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1344" y="5675313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2" name="Straight Connector 2301">
              <a:extLst>
                <a:ext uri="{FF2B5EF4-FFF2-40B4-BE49-F238E27FC236}">
                  <a16:creationId xmlns:a16="http://schemas.microsoft.com/office/drawing/2014/main" id="{10C80E7A-8A7F-E787-29B6-36FC250F7D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5575" y="62738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Straight Connector 2302">
              <a:extLst>
                <a:ext uri="{FF2B5EF4-FFF2-40B4-BE49-F238E27FC236}">
                  <a16:creationId xmlns:a16="http://schemas.microsoft.com/office/drawing/2014/main" id="{DD094766-7B35-6B05-F980-6DD5413A7F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325" y="6210300"/>
              <a:ext cx="31750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5" name="Straight Connector 2304">
              <a:extLst>
                <a:ext uri="{FF2B5EF4-FFF2-40B4-BE49-F238E27FC236}">
                  <a16:creationId xmlns:a16="http://schemas.microsoft.com/office/drawing/2014/main" id="{0720004E-EE00-9BBB-5CA6-B974E31BF67D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4" y="6218238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6" name="Straight Connector 2305">
              <a:extLst>
                <a:ext uri="{FF2B5EF4-FFF2-40B4-BE49-F238E27FC236}">
                  <a16:creationId xmlns:a16="http://schemas.microsoft.com/office/drawing/2014/main" id="{F87C3CE7-7B1A-9099-C306-3E3604A3ED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7675" y="633015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7" name="Straight Connector 2306">
              <a:extLst>
                <a:ext uri="{FF2B5EF4-FFF2-40B4-BE49-F238E27FC236}">
                  <a16:creationId xmlns:a16="http://schemas.microsoft.com/office/drawing/2014/main" id="{B916EACE-6DCD-19DA-1253-928B0B29E89D}"/>
                </a:ext>
              </a:extLst>
            </p:cNvPr>
            <p:cNvCxnSpPr>
              <a:cxnSpLocks/>
            </p:cNvCxnSpPr>
            <p:nvPr/>
          </p:nvCxnSpPr>
          <p:spPr>
            <a:xfrm>
              <a:off x="5534819" y="6405563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9" name="Straight Connector 2308">
              <a:extLst>
                <a:ext uri="{FF2B5EF4-FFF2-40B4-BE49-F238E27FC236}">
                  <a16:creationId xmlns:a16="http://schemas.microsoft.com/office/drawing/2014/main" id="{6186CF30-183B-DEBC-140D-8099A69F80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0850" y="6514306"/>
              <a:ext cx="333375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0" name="Straight Connector 2309">
              <a:extLst>
                <a:ext uri="{FF2B5EF4-FFF2-40B4-BE49-F238E27FC236}">
                  <a16:creationId xmlns:a16="http://schemas.microsoft.com/office/drawing/2014/main" id="{3E130B2E-00F0-B19C-A030-B19A1CDD2515}"/>
                </a:ext>
              </a:extLst>
            </p:cNvPr>
            <p:cNvCxnSpPr>
              <a:cxnSpLocks/>
            </p:cNvCxnSpPr>
            <p:nvPr/>
          </p:nvCxnSpPr>
          <p:spPr>
            <a:xfrm>
              <a:off x="5852319" y="652621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1" name="Straight Connector 2310">
              <a:extLst>
                <a:ext uri="{FF2B5EF4-FFF2-40B4-BE49-F238E27FC236}">
                  <a16:creationId xmlns:a16="http://schemas.microsoft.com/office/drawing/2014/main" id="{D9079971-89CC-02D5-3CB7-C3ED76A50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8350" y="6568281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2" name="Straight Connector 2311">
              <a:extLst>
                <a:ext uri="{FF2B5EF4-FFF2-40B4-BE49-F238E27FC236}">
                  <a16:creationId xmlns:a16="http://schemas.microsoft.com/office/drawing/2014/main" id="{D9C2E8C8-8EC1-3AFC-F75D-2FA9FDD190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9800" y="657225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3" name="Straight Connector 2312">
              <a:extLst>
                <a:ext uri="{FF2B5EF4-FFF2-40B4-BE49-F238E27FC236}">
                  <a16:creationId xmlns:a16="http://schemas.microsoft.com/office/drawing/2014/main" id="{B2436915-C32B-487A-488D-021B74926F1F}"/>
                </a:ext>
              </a:extLst>
            </p:cNvPr>
            <p:cNvCxnSpPr>
              <a:cxnSpLocks/>
            </p:cNvCxnSpPr>
            <p:nvPr/>
          </p:nvCxnSpPr>
          <p:spPr>
            <a:xfrm>
              <a:off x="6166644" y="6640513"/>
              <a:ext cx="0" cy="1031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5" name="Straight Connector 2314">
              <a:extLst>
                <a:ext uri="{FF2B5EF4-FFF2-40B4-BE49-F238E27FC236}">
                  <a16:creationId xmlns:a16="http://schemas.microsoft.com/office/drawing/2014/main" id="{EA9D9CF7-CBE6-9AA2-2933-31E5FA254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8825" y="6746081"/>
              <a:ext cx="327025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9" name="Straight Connector 2318">
              <a:extLst>
                <a:ext uri="{FF2B5EF4-FFF2-40B4-BE49-F238E27FC236}">
                  <a16:creationId xmlns:a16="http://schemas.microsoft.com/office/drawing/2014/main" id="{446ECEB3-5229-609C-E8E0-DF32ADD00A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4025" y="6750050"/>
              <a:ext cx="304800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1" name="Straight Connector 2320">
              <a:extLst>
                <a:ext uri="{FF2B5EF4-FFF2-40B4-BE49-F238E27FC236}">
                  <a16:creationId xmlns:a16="http://schemas.microsoft.com/office/drawing/2014/main" id="{98759EF6-4E0B-269A-C0C5-05712FC3A567}"/>
                </a:ext>
              </a:extLst>
            </p:cNvPr>
            <p:cNvCxnSpPr>
              <a:cxnSpLocks/>
            </p:cNvCxnSpPr>
            <p:nvPr/>
          </p:nvCxnSpPr>
          <p:spPr>
            <a:xfrm>
              <a:off x="5544344" y="6742113"/>
              <a:ext cx="0" cy="3659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2" name="Straight Connector 2321">
              <a:extLst>
                <a:ext uri="{FF2B5EF4-FFF2-40B4-BE49-F238E27FC236}">
                  <a16:creationId xmlns:a16="http://schemas.microsoft.com/office/drawing/2014/main" id="{CF8439B3-E670-ADE8-669A-484618F9F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4769" y="6572250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2" name="Straight Connector 2701">
              <a:extLst>
                <a:ext uri="{FF2B5EF4-FFF2-40B4-BE49-F238E27FC236}">
                  <a16:creationId xmlns:a16="http://schemas.microsoft.com/office/drawing/2014/main" id="{8114C4D0-0D6F-0B65-A3DB-6B4B932F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9900" y="703659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4" name="Straight Connector 2703">
              <a:extLst>
                <a:ext uri="{FF2B5EF4-FFF2-40B4-BE49-F238E27FC236}">
                  <a16:creationId xmlns:a16="http://schemas.microsoft.com/office/drawing/2014/main" id="{77A20F87-FB19-222A-DD3F-0F3CF836F9D4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2" y="6910387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5" name="Straight Connector 2704">
              <a:extLst>
                <a:ext uri="{FF2B5EF4-FFF2-40B4-BE49-F238E27FC236}">
                  <a16:creationId xmlns:a16="http://schemas.microsoft.com/office/drawing/2014/main" id="{B0537908-4B35-E6F9-54FB-475726DD4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5475" y="692150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7" name="Straight Connector 2706">
              <a:extLst>
                <a:ext uri="{FF2B5EF4-FFF2-40B4-BE49-F238E27FC236}">
                  <a16:creationId xmlns:a16="http://schemas.microsoft.com/office/drawing/2014/main" id="{2C27EA95-FB06-A827-79BB-5425AF3669FC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48" y="697706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8" name="Straight Connector 2707">
              <a:extLst>
                <a:ext uri="{FF2B5EF4-FFF2-40B4-BE49-F238E27FC236}">
                  <a16:creationId xmlns:a16="http://schemas.microsoft.com/office/drawing/2014/main" id="{96DD4579-BA3C-E271-44E6-A9A388D612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7556" y="7043738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9" name="Straight Connector 2708">
              <a:extLst>
                <a:ext uri="{FF2B5EF4-FFF2-40B4-BE49-F238E27FC236}">
                  <a16:creationId xmlns:a16="http://schemas.microsoft.com/office/drawing/2014/main" id="{FA436135-6C30-90B9-1621-86107BA282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5512" y="7047706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0" name="Straight Connector 2709">
              <a:extLst>
                <a:ext uri="{FF2B5EF4-FFF2-40B4-BE49-F238E27FC236}">
                  <a16:creationId xmlns:a16="http://schemas.microsoft.com/office/drawing/2014/main" id="{2039A67A-20BD-75CC-7CAD-0059DE6F2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5212" y="705564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1" name="Straight Connector 2710">
              <a:extLst>
                <a:ext uri="{FF2B5EF4-FFF2-40B4-BE49-F238E27FC236}">
                  <a16:creationId xmlns:a16="http://schemas.microsoft.com/office/drawing/2014/main" id="{92178253-5912-4047-B4BA-2CDB29D46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70524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2" name="Straight Connector 2711">
              <a:extLst>
                <a:ext uri="{FF2B5EF4-FFF2-40B4-BE49-F238E27FC236}">
                  <a16:creationId xmlns:a16="http://schemas.microsoft.com/office/drawing/2014/main" id="{5AF5B4E5-2DF6-7FA2-7EEB-5F2D149589ED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30" y="7003256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3" name="Straight Connector 2712">
              <a:extLst>
                <a:ext uri="{FF2B5EF4-FFF2-40B4-BE49-F238E27FC236}">
                  <a16:creationId xmlns:a16="http://schemas.microsoft.com/office/drawing/2014/main" id="{51E7830C-18FE-A17D-5B37-29D7B8653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3169" y="69381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4" name="Straight Connector 2713">
              <a:extLst>
                <a:ext uri="{FF2B5EF4-FFF2-40B4-BE49-F238E27FC236}">
                  <a16:creationId xmlns:a16="http://schemas.microsoft.com/office/drawing/2014/main" id="{71467C05-C5C5-7EEB-D967-D5F25F233F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93420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5" name="Straight Connector 2714">
              <a:extLst>
                <a:ext uri="{FF2B5EF4-FFF2-40B4-BE49-F238E27FC236}">
                  <a16:creationId xmlns:a16="http://schemas.microsoft.com/office/drawing/2014/main" id="{BC35DB83-9C2D-51AF-6F56-670156D940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5987" y="6928643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6" name="Straight Connector 2715">
              <a:extLst>
                <a:ext uri="{FF2B5EF4-FFF2-40B4-BE49-F238E27FC236}">
                  <a16:creationId xmlns:a16="http://schemas.microsoft.com/office/drawing/2014/main" id="{E232CA99-1A1C-CE80-820B-B9DFEAB70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0431" y="6807994"/>
              <a:ext cx="322263" cy="1238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8" name="Straight Connector 2717">
              <a:extLst>
                <a:ext uri="{FF2B5EF4-FFF2-40B4-BE49-F238E27FC236}">
                  <a16:creationId xmlns:a16="http://schemas.microsoft.com/office/drawing/2014/main" id="{8C48A4A5-40A6-9D00-6836-41193E5173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5075" y="6809581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9" name="Straight Connector 2718">
              <a:extLst>
                <a:ext uri="{FF2B5EF4-FFF2-40B4-BE49-F238E27FC236}">
                  <a16:creationId xmlns:a16="http://schemas.microsoft.com/office/drawing/2014/main" id="{ACFC55F1-4A2C-57AB-80E7-249187F537EE}"/>
                </a:ext>
              </a:extLst>
            </p:cNvPr>
            <p:cNvCxnSpPr>
              <a:cxnSpLocks/>
            </p:cNvCxnSpPr>
            <p:nvPr/>
          </p:nvCxnSpPr>
          <p:spPr>
            <a:xfrm>
              <a:off x="6465093" y="67532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0" name="Straight Connector 2719">
              <a:extLst>
                <a:ext uri="{FF2B5EF4-FFF2-40B4-BE49-F238E27FC236}">
                  <a16:creationId xmlns:a16="http://schemas.microsoft.com/office/drawing/2014/main" id="{F95621E0-00BD-024F-35D6-8363C18F72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6692899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1" name="Straight Connector 2720">
              <a:extLst>
                <a:ext uri="{FF2B5EF4-FFF2-40B4-BE49-F238E27FC236}">
                  <a16:creationId xmlns:a16="http://schemas.microsoft.com/office/drawing/2014/main" id="{97A09B61-DD1A-ED47-3D5B-91F8A4AC635A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5722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2" name="Straight Connector 2721">
              <a:extLst>
                <a:ext uri="{FF2B5EF4-FFF2-40B4-BE49-F238E27FC236}">
                  <a16:creationId xmlns:a16="http://schemas.microsoft.com/office/drawing/2014/main" id="{2623BF09-7A89-8246-2BF7-5F7CDF8036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3149" y="650478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3" name="Straight Connector 2722">
              <a:extLst>
                <a:ext uri="{FF2B5EF4-FFF2-40B4-BE49-F238E27FC236}">
                  <a16:creationId xmlns:a16="http://schemas.microsoft.com/office/drawing/2014/main" id="{C3320AF7-E02A-1DB0-F47E-02EA03B6A3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45318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4" name="Straight Connector 2723">
              <a:extLst>
                <a:ext uri="{FF2B5EF4-FFF2-40B4-BE49-F238E27FC236}">
                  <a16:creationId xmlns:a16="http://schemas.microsoft.com/office/drawing/2014/main" id="{A5DA96D0-5050-C057-E828-92B2863275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5530" y="6383337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5" name="Straight Connector 2724">
              <a:extLst>
                <a:ext uri="{FF2B5EF4-FFF2-40B4-BE49-F238E27FC236}">
                  <a16:creationId xmlns:a16="http://schemas.microsoft.com/office/drawing/2014/main" id="{26AAD58E-4F0D-2E21-C5FB-FFFF1A3236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7593" y="6331745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6" name="Straight Connector 2725">
              <a:extLst>
                <a:ext uri="{FF2B5EF4-FFF2-40B4-BE49-F238E27FC236}">
                  <a16:creationId xmlns:a16="http://schemas.microsoft.com/office/drawing/2014/main" id="{D80707E1-7FFB-A318-CE4B-B466F7FC8718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08885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8" name="Straight Connector 2727">
              <a:extLst>
                <a:ext uri="{FF2B5EF4-FFF2-40B4-BE49-F238E27FC236}">
                  <a16:creationId xmlns:a16="http://schemas.microsoft.com/office/drawing/2014/main" id="{85AB2952-2FDB-92B4-029F-84E098CF30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0292" y="602853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9" name="Straight Connector 2728">
              <a:extLst>
                <a:ext uri="{FF2B5EF4-FFF2-40B4-BE49-F238E27FC236}">
                  <a16:creationId xmlns:a16="http://schemas.microsoft.com/office/drawing/2014/main" id="{4B048901-B3A4-A52F-4633-2584AC13A64F}"/>
                </a:ext>
              </a:extLst>
            </p:cNvPr>
            <p:cNvCxnSpPr>
              <a:cxnSpLocks/>
            </p:cNvCxnSpPr>
            <p:nvPr/>
          </p:nvCxnSpPr>
          <p:spPr>
            <a:xfrm>
              <a:off x="6162674" y="6022181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0" name="Straight Connector 2729">
              <a:extLst>
                <a:ext uri="{FF2B5EF4-FFF2-40B4-BE49-F238E27FC236}">
                  <a16:creationId xmlns:a16="http://schemas.microsoft.com/office/drawing/2014/main" id="{84FDA9BB-0C2B-1685-2D10-798CC1F40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4243" y="626745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1" name="Straight Connector 2730">
              <a:extLst>
                <a:ext uri="{FF2B5EF4-FFF2-40B4-BE49-F238E27FC236}">
                  <a16:creationId xmlns:a16="http://schemas.microsoft.com/office/drawing/2014/main" id="{985A5C03-D039-A5F2-43E3-BDABB6AA5D1B}"/>
                </a:ext>
              </a:extLst>
            </p:cNvPr>
            <p:cNvCxnSpPr>
              <a:cxnSpLocks/>
            </p:cNvCxnSpPr>
            <p:nvPr/>
          </p:nvCxnSpPr>
          <p:spPr>
            <a:xfrm>
              <a:off x="6007892" y="619601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2" name="Straight Connector 2731">
              <a:extLst>
                <a:ext uri="{FF2B5EF4-FFF2-40B4-BE49-F238E27FC236}">
                  <a16:creationId xmlns:a16="http://schemas.microsoft.com/office/drawing/2014/main" id="{EDA3B1C0-C040-06DC-C49A-9F781BF21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9936" y="62055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3" name="Straight Connector 2732">
              <a:extLst>
                <a:ext uri="{FF2B5EF4-FFF2-40B4-BE49-F238E27FC236}">
                  <a16:creationId xmlns:a16="http://schemas.microsoft.com/office/drawing/2014/main" id="{ABF883B5-2351-69D2-5EE9-61F7A05273C6}"/>
                </a:ext>
              </a:extLst>
            </p:cNvPr>
            <p:cNvCxnSpPr>
              <a:cxnSpLocks/>
            </p:cNvCxnSpPr>
            <p:nvPr/>
          </p:nvCxnSpPr>
          <p:spPr>
            <a:xfrm>
              <a:off x="5855492" y="5672138"/>
              <a:ext cx="0" cy="583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5" name="Straight Connector 2734">
              <a:extLst>
                <a:ext uri="{FF2B5EF4-FFF2-40B4-BE49-F238E27FC236}">
                  <a16:creationId xmlns:a16="http://schemas.microsoft.com/office/drawing/2014/main" id="{A9C11D85-7947-5051-16B6-8444B2DEE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7874" y="5673724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6" name="Straight Connector 2735">
              <a:extLst>
                <a:ext uri="{FF2B5EF4-FFF2-40B4-BE49-F238E27FC236}">
                  <a16:creationId xmlns:a16="http://schemas.microsoft.com/office/drawing/2014/main" id="{9E45BFDC-1DFD-C3AE-0F3D-5ED06C2CD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9479" y="56721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0" name="Straight Connector 2739">
              <a:extLst>
                <a:ext uri="{FF2B5EF4-FFF2-40B4-BE49-F238E27FC236}">
                  <a16:creationId xmlns:a16="http://schemas.microsoft.com/office/drawing/2014/main" id="{9D8A5E4B-84B6-88CF-BAF7-63DCD2E8B9AA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6286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2" name="Straight Connector 2741">
              <a:extLst>
                <a:ext uri="{FF2B5EF4-FFF2-40B4-BE49-F238E27FC236}">
                  <a16:creationId xmlns:a16="http://schemas.microsoft.com/office/drawing/2014/main" id="{B5D8B2D1-5234-8755-E204-C4FA47570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606" y="67484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4" name="Straight Connector 2743">
              <a:extLst>
                <a:ext uri="{FF2B5EF4-FFF2-40B4-BE49-F238E27FC236}">
                  <a16:creationId xmlns:a16="http://schemas.microsoft.com/office/drawing/2014/main" id="{8F54D23D-4E44-7169-87ED-9BF404A3B368}"/>
                </a:ext>
              </a:extLst>
            </p:cNvPr>
            <p:cNvCxnSpPr>
              <a:cxnSpLocks/>
            </p:cNvCxnSpPr>
            <p:nvPr/>
          </p:nvCxnSpPr>
          <p:spPr>
            <a:xfrm>
              <a:off x="7222331" y="6686550"/>
              <a:ext cx="30480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6" name="Straight Connector 2745">
              <a:extLst>
                <a:ext uri="{FF2B5EF4-FFF2-40B4-BE49-F238E27FC236}">
                  <a16:creationId xmlns:a16="http://schemas.microsoft.com/office/drawing/2014/main" id="{9F0E8A13-6CC6-9F1A-F374-E0F85E119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2294" y="6684169"/>
              <a:ext cx="30003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8" name="Straight Connector 2747">
              <a:extLst>
                <a:ext uri="{FF2B5EF4-FFF2-40B4-BE49-F238E27FC236}">
                  <a16:creationId xmlns:a16="http://schemas.microsoft.com/office/drawing/2014/main" id="{8D40FD49-8DC4-DFEC-FBC2-4AC79375A0C9}"/>
                </a:ext>
              </a:extLst>
            </p:cNvPr>
            <p:cNvCxnSpPr>
              <a:cxnSpLocks/>
            </p:cNvCxnSpPr>
            <p:nvPr/>
          </p:nvCxnSpPr>
          <p:spPr>
            <a:xfrm>
              <a:off x="6925469" y="6797674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9" name="Straight Connector 2748">
              <a:extLst>
                <a:ext uri="{FF2B5EF4-FFF2-40B4-BE49-F238E27FC236}">
                  <a16:creationId xmlns:a16="http://schemas.microsoft.com/office/drawing/2014/main" id="{91D29C2E-0DD9-FADA-F4B5-F90D7B215F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025" y="680561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0" name="Straight Connector 2749">
              <a:extLst>
                <a:ext uri="{FF2B5EF4-FFF2-40B4-BE49-F238E27FC236}">
                  <a16:creationId xmlns:a16="http://schemas.microsoft.com/office/drawing/2014/main" id="{763B104E-F2CC-2374-54C2-11F1A7508326}"/>
                </a:ext>
              </a:extLst>
            </p:cNvPr>
            <p:cNvCxnSpPr>
              <a:cxnSpLocks/>
            </p:cNvCxnSpPr>
            <p:nvPr/>
          </p:nvCxnSpPr>
          <p:spPr>
            <a:xfrm>
              <a:off x="7220744" y="6804817"/>
              <a:ext cx="156369" cy="603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2" name="Straight Connector 2751">
              <a:extLst>
                <a:ext uri="{FF2B5EF4-FFF2-40B4-BE49-F238E27FC236}">
                  <a16:creationId xmlns:a16="http://schemas.microsoft.com/office/drawing/2014/main" id="{9EEEDE89-30B9-9E43-FF18-F6C0734D8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806" y="68627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3" name="Straight Connector 2752">
              <a:extLst>
                <a:ext uri="{FF2B5EF4-FFF2-40B4-BE49-F238E27FC236}">
                  <a16:creationId xmlns:a16="http://schemas.microsoft.com/office/drawing/2014/main" id="{556A4112-BD09-8017-7D59-DCEB7AD2A4D6}"/>
                </a:ext>
              </a:extLst>
            </p:cNvPr>
            <p:cNvCxnSpPr>
              <a:cxnSpLocks/>
            </p:cNvCxnSpPr>
            <p:nvPr/>
          </p:nvCxnSpPr>
          <p:spPr>
            <a:xfrm>
              <a:off x="7215982" y="6919117"/>
              <a:ext cx="315912" cy="11747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5" name="Straight Connector 2754">
              <a:extLst>
                <a:ext uri="{FF2B5EF4-FFF2-40B4-BE49-F238E27FC236}">
                  <a16:creationId xmlns:a16="http://schemas.microsoft.com/office/drawing/2014/main" id="{80E0C044-AB96-1F6E-9D0C-A3D1DFA69EE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30" y="6928644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6" name="Straight Connector 2755">
              <a:extLst>
                <a:ext uri="{FF2B5EF4-FFF2-40B4-BE49-F238E27FC236}">
                  <a16:creationId xmlns:a16="http://schemas.microsoft.com/office/drawing/2014/main" id="{5751920D-A4AB-DC93-9D0B-FF5B3975A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4750" y="686514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7" name="Straight Connector 2756">
              <a:extLst>
                <a:ext uri="{FF2B5EF4-FFF2-40B4-BE49-F238E27FC236}">
                  <a16:creationId xmlns:a16="http://schemas.microsoft.com/office/drawing/2014/main" id="{DAC25350-BE50-5763-6E8A-2789DF35303C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8572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8" name="Straight Connector 2757">
              <a:extLst>
                <a:ext uri="{FF2B5EF4-FFF2-40B4-BE49-F238E27FC236}">
                  <a16:creationId xmlns:a16="http://schemas.microsoft.com/office/drawing/2014/main" id="{39C50DC5-D756-A8FE-8A41-CB314E550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2388" y="6919912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9" name="Straight Connector 2758">
              <a:extLst>
                <a:ext uri="{FF2B5EF4-FFF2-40B4-BE49-F238E27FC236}">
                  <a16:creationId xmlns:a16="http://schemas.microsoft.com/office/drawing/2014/main" id="{8BE11963-2315-70BF-ABC7-727201CDF7A7}"/>
                </a:ext>
              </a:extLst>
            </p:cNvPr>
            <p:cNvCxnSpPr>
              <a:cxnSpLocks/>
            </p:cNvCxnSpPr>
            <p:nvPr/>
          </p:nvCxnSpPr>
          <p:spPr>
            <a:xfrm>
              <a:off x="7834312" y="6698456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1" name="Straight Connector 2760">
              <a:extLst>
                <a:ext uri="{FF2B5EF4-FFF2-40B4-BE49-F238E27FC236}">
                  <a16:creationId xmlns:a16="http://schemas.microsoft.com/office/drawing/2014/main" id="{E1939E15-348E-3C99-F0BE-7D2019927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9550" y="663178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2" name="Straight Connector 2761">
              <a:extLst>
                <a:ext uri="{FF2B5EF4-FFF2-40B4-BE49-F238E27FC236}">
                  <a16:creationId xmlns:a16="http://schemas.microsoft.com/office/drawing/2014/main" id="{18A31322-1089-4691-5C6C-1394A66F921B}"/>
                </a:ext>
              </a:extLst>
            </p:cNvPr>
            <p:cNvCxnSpPr>
              <a:cxnSpLocks/>
            </p:cNvCxnSpPr>
            <p:nvPr/>
          </p:nvCxnSpPr>
          <p:spPr>
            <a:xfrm>
              <a:off x="7986712" y="66270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3" name="Straight Connector 2762">
              <a:extLst>
                <a:ext uri="{FF2B5EF4-FFF2-40B4-BE49-F238E27FC236}">
                  <a16:creationId xmlns:a16="http://schemas.microsoft.com/office/drawing/2014/main" id="{B3F6C72F-7977-87B5-DB48-D014DBF8C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9095" y="679132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4" name="Straight Connector 2763">
              <a:extLst>
                <a:ext uri="{FF2B5EF4-FFF2-40B4-BE49-F238E27FC236}">
                  <a16:creationId xmlns:a16="http://schemas.microsoft.com/office/drawing/2014/main" id="{8D063BF6-AAEB-1E21-6195-5D118FC7D199}"/>
                </a:ext>
              </a:extLst>
            </p:cNvPr>
            <p:cNvCxnSpPr>
              <a:cxnSpLocks/>
            </p:cNvCxnSpPr>
            <p:nvPr/>
          </p:nvCxnSpPr>
          <p:spPr>
            <a:xfrm>
              <a:off x="8141494" y="657939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" name="Straight Connector 2764">
              <a:extLst>
                <a:ext uri="{FF2B5EF4-FFF2-40B4-BE49-F238E27FC236}">
                  <a16:creationId xmlns:a16="http://schemas.microsoft.com/office/drawing/2014/main" id="{35398DFB-E0C3-91CD-A152-6DF13C203DC9}"/>
                </a:ext>
              </a:extLst>
            </p:cNvPr>
            <p:cNvCxnSpPr>
              <a:cxnSpLocks/>
            </p:cNvCxnSpPr>
            <p:nvPr/>
          </p:nvCxnSpPr>
          <p:spPr>
            <a:xfrm>
              <a:off x="8008937" y="6516687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" name="Straight Connector 2765">
              <a:extLst>
                <a:ext uri="{FF2B5EF4-FFF2-40B4-BE49-F238E27FC236}">
                  <a16:creationId xmlns:a16="http://schemas.microsoft.com/office/drawing/2014/main" id="{63FF3FD6-D373-BD11-E356-8CEF0BDD5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00" y="6455568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7" name="Straight Connector 2766">
              <a:extLst>
                <a:ext uri="{FF2B5EF4-FFF2-40B4-BE49-F238E27FC236}">
                  <a16:creationId xmlns:a16="http://schemas.microsoft.com/office/drawing/2014/main" id="{2D563B8B-098E-F045-64C2-38F5BD197FFE}"/>
                </a:ext>
              </a:extLst>
            </p:cNvPr>
            <p:cNvCxnSpPr>
              <a:cxnSpLocks/>
            </p:cNvCxnSpPr>
            <p:nvPr/>
          </p:nvCxnSpPr>
          <p:spPr>
            <a:xfrm>
              <a:off x="8158956" y="6454775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8" name="Straight Connector 2767">
              <a:extLst>
                <a:ext uri="{FF2B5EF4-FFF2-40B4-BE49-F238E27FC236}">
                  <a16:creationId xmlns:a16="http://schemas.microsoft.com/office/drawing/2014/main" id="{57CE582A-5715-AD52-01AB-9B5B2B1E8F15}"/>
                </a:ext>
              </a:extLst>
            </p:cNvPr>
            <p:cNvCxnSpPr>
              <a:cxnSpLocks/>
            </p:cNvCxnSpPr>
            <p:nvPr/>
          </p:nvCxnSpPr>
          <p:spPr>
            <a:xfrm>
              <a:off x="8281988" y="65127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9" name="Straight Connector 2768">
              <a:extLst>
                <a:ext uri="{FF2B5EF4-FFF2-40B4-BE49-F238E27FC236}">
                  <a16:creationId xmlns:a16="http://schemas.microsoft.com/office/drawing/2014/main" id="{11FEE148-6373-432F-7707-072323197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6751" y="667226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0" name="Straight Connector 2769">
              <a:extLst>
                <a:ext uri="{FF2B5EF4-FFF2-40B4-BE49-F238E27FC236}">
                  <a16:creationId xmlns:a16="http://schemas.microsoft.com/office/drawing/2014/main" id="{3FB278B8-E463-6DC7-8580-88D7B8996559}"/>
                </a:ext>
              </a:extLst>
            </p:cNvPr>
            <p:cNvCxnSpPr>
              <a:cxnSpLocks/>
            </p:cNvCxnSpPr>
            <p:nvPr/>
          </p:nvCxnSpPr>
          <p:spPr>
            <a:xfrm>
              <a:off x="8439151" y="644604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1" name="Straight Connector 2770">
              <a:extLst>
                <a:ext uri="{FF2B5EF4-FFF2-40B4-BE49-F238E27FC236}">
                  <a16:creationId xmlns:a16="http://schemas.microsoft.com/office/drawing/2014/main" id="{69DBF74E-38BB-E459-23D4-3A510B158E10}"/>
                </a:ext>
              </a:extLst>
            </p:cNvPr>
            <p:cNvCxnSpPr>
              <a:cxnSpLocks/>
            </p:cNvCxnSpPr>
            <p:nvPr/>
          </p:nvCxnSpPr>
          <p:spPr>
            <a:xfrm>
              <a:off x="8449469" y="6447632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2" name="Straight Connector 2771">
              <a:extLst>
                <a:ext uri="{FF2B5EF4-FFF2-40B4-BE49-F238E27FC236}">
                  <a16:creationId xmlns:a16="http://schemas.microsoft.com/office/drawing/2014/main" id="{DA1388FD-0EE2-728C-BC44-ABD6F9BFE67D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3" y="6393656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3" name="Straight Connector 2772">
              <a:extLst>
                <a:ext uri="{FF2B5EF4-FFF2-40B4-BE49-F238E27FC236}">
                  <a16:creationId xmlns:a16="http://schemas.microsoft.com/office/drawing/2014/main" id="{7B8BE0BC-2D21-44A9-5619-B67EBD39E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3912" y="6334125"/>
              <a:ext cx="145257" cy="59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0" name="Straight Connector 2779">
              <a:extLst>
                <a:ext uri="{FF2B5EF4-FFF2-40B4-BE49-F238E27FC236}">
                  <a16:creationId xmlns:a16="http://schemas.microsoft.com/office/drawing/2014/main" id="{FAC65998-EAE3-6972-14C1-033A049310CC}"/>
                </a:ext>
              </a:extLst>
            </p:cNvPr>
            <p:cNvCxnSpPr>
              <a:cxnSpLocks/>
            </p:cNvCxnSpPr>
            <p:nvPr/>
          </p:nvCxnSpPr>
          <p:spPr>
            <a:xfrm>
              <a:off x="8448677" y="6215063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1" name="Straight Connector 2780">
              <a:extLst>
                <a:ext uri="{FF2B5EF4-FFF2-40B4-BE49-F238E27FC236}">
                  <a16:creationId xmlns:a16="http://schemas.microsoft.com/office/drawing/2014/main" id="{B45FCA6A-EEDB-B5FC-41F7-BBEA91C7AB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8674" y="6210300"/>
              <a:ext cx="29765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3" name="Straight Connector 2782">
              <a:extLst>
                <a:ext uri="{FF2B5EF4-FFF2-40B4-BE49-F238E27FC236}">
                  <a16:creationId xmlns:a16="http://schemas.microsoft.com/office/drawing/2014/main" id="{67B5E840-98C2-1946-7B38-40DFB9E458BB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34" y="5981700"/>
              <a:ext cx="0" cy="3476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5" name="Straight Connector 2784">
              <a:extLst>
                <a:ext uri="{FF2B5EF4-FFF2-40B4-BE49-F238E27FC236}">
                  <a16:creationId xmlns:a16="http://schemas.microsoft.com/office/drawing/2014/main" id="{15F6D054-FDF6-8E14-2C8D-DD8C1F94F4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9170" y="597217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6" name="Straight Connector 2785">
              <a:extLst>
                <a:ext uri="{FF2B5EF4-FFF2-40B4-BE49-F238E27FC236}">
                  <a16:creationId xmlns:a16="http://schemas.microsoft.com/office/drawing/2014/main" id="{1672626F-EAEB-3139-F2AC-716DF4729FD4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4" y="6026944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87" name="Straight Connector 2786">
            <a:extLst>
              <a:ext uri="{FF2B5EF4-FFF2-40B4-BE49-F238E27FC236}">
                <a16:creationId xmlns:a16="http://schemas.microsoft.com/office/drawing/2014/main" id="{1770D5A1-EEFE-E931-7530-D17B81997098}"/>
              </a:ext>
            </a:extLst>
          </p:cNvPr>
          <p:cNvCxnSpPr>
            <a:cxnSpLocks/>
          </p:cNvCxnSpPr>
          <p:nvPr/>
        </p:nvCxnSpPr>
        <p:spPr>
          <a:xfrm flipH="1">
            <a:off x="2981325" y="3183731"/>
            <a:ext cx="704850" cy="6111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8" name="Straight Connector 2807">
            <a:extLst>
              <a:ext uri="{FF2B5EF4-FFF2-40B4-BE49-F238E27FC236}">
                <a16:creationId xmlns:a16="http://schemas.microsoft.com/office/drawing/2014/main" id="{BAA1887D-C745-795E-3726-A5DCB20E9BBE}"/>
              </a:ext>
            </a:extLst>
          </p:cNvPr>
          <p:cNvCxnSpPr>
            <a:cxnSpLocks/>
          </p:cNvCxnSpPr>
          <p:nvPr/>
        </p:nvCxnSpPr>
        <p:spPr>
          <a:xfrm flipH="1" flipV="1">
            <a:off x="2486026" y="3309937"/>
            <a:ext cx="290512" cy="10001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18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1117601" y="377282"/>
            <a:ext cx="6689724" cy="4359818"/>
            <a:chOff x="-3980271" y="3398218"/>
            <a:chExt cx="7955196" cy="5184565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767" y="3398218"/>
              <a:ext cx="0" cy="1667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6793" y="3561215"/>
              <a:ext cx="354907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3618" y="3689885"/>
              <a:ext cx="0" cy="4716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0" name="Straight Connector 2379">
              <a:extLst>
                <a:ext uri="{FF2B5EF4-FFF2-40B4-BE49-F238E27FC236}">
                  <a16:creationId xmlns:a16="http://schemas.microsoft.com/office/drawing/2014/main" id="{29D88DE0-6B24-0768-5405-5EA8B0A920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5023" y="8507271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3" name="Straight Connector 2382">
              <a:extLst>
                <a:ext uri="{FF2B5EF4-FFF2-40B4-BE49-F238E27FC236}">
                  <a16:creationId xmlns:a16="http://schemas.microsoft.com/office/drawing/2014/main" id="{F9AEB903-40A1-A8C7-3E7C-4F981A892C9B}"/>
                </a:ext>
              </a:extLst>
            </p:cNvPr>
            <p:cNvCxnSpPr>
              <a:cxnSpLocks/>
            </p:cNvCxnSpPr>
            <p:nvPr/>
          </p:nvCxnSpPr>
          <p:spPr>
            <a:xfrm>
              <a:off x="3465219" y="8439310"/>
              <a:ext cx="339804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5" name="Straight Connector 2384">
              <a:extLst>
                <a:ext uri="{FF2B5EF4-FFF2-40B4-BE49-F238E27FC236}">
                  <a16:creationId xmlns:a16="http://schemas.microsoft.com/office/drawing/2014/main" id="{1D53F4D2-2538-D582-8076-1DD6B5D6A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9092" y="8424207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6" name="Straight Connector 2385">
              <a:extLst>
                <a:ext uri="{FF2B5EF4-FFF2-40B4-BE49-F238E27FC236}">
                  <a16:creationId xmlns:a16="http://schemas.microsoft.com/office/drawing/2014/main" id="{2F0609F9-3F7B-81EF-5508-C4F920921ADF}"/>
                </a:ext>
              </a:extLst>
            </p:cNvPr>
            <p:cNvCxnSpPr>
              <a:cxnSpLocks/>
            </p:cNvCxnSpPr>
            <p:nvPr/>
          </p:nvCxnSpPr>
          <p:spPr>
            <a:xfrm>
              <a:off x="2374069" y="8148587"/>
              <a:ext cx="925024" cy="35868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8" name="Straight Connector 2387">
              <a:extLst>
                <a:ext uri="{FF2B5EF4-FFF2-40B4-BE49-F238E27FC236}">
                  <a16:creationId xmlns:a16="http://schemas.microsoft.com/office/drawing/2014/main" id="{E8EC2F03-6FF7-1C3D-D621-4117721430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0293" y="7937153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9" name="Straight Connector 2388">
              <a:extLst>
                <a:ext uri="{FF2B5EF4-FFF2-40B4-BE49-F238E27FC236}">
                  <a16:creationId xmlns:a16="http://schemas.microsoft.com/office/drawing/2014/main" id="{C75BFE8B-A4B1-34D9-6C09-15058311A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6518" y="801644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" name="Straight Connector 2390">
              <a:extLst>
                <a:ext uri="{FF2B5EF4-FFF2-40B4-BE49-F238E27FC236}">
                  <a16:creationId xmlns:a16="http://schemas.microsoft.com/office/drawing/2014/main" id="{84FB094E-31BE-4AEA-7FCD-4C5AC4BD18A1}"/>
                </a:ext>
              </a:extLst>
            </p:cNvPr>
            <p:cNvCxnSpPr>
              <a:cxnSpLocks/>
            </p:cNvCxnSpPr>
            <p:nvPr/>
          </p:nvCxnSpPr>
          <p:spPr>
            <a:xfrm>
              <a:off x="2362743" y="7861641"/>
              <a:ext cx="177452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3" name="Straight Connector 2392">
              <a:extLst>
                <a:ext uri="{FF2B5EF4-FFF2-40B4-BE49-F238E27FC236}">
                  <a16:creationId xmlns:a16="http://schemas.microsoft.com/office/drawing/2014/main" id="{15F332A2-75CA-0EA4-F52B-204A10B90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7942" y="7861641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4" name="Straight Connector 2393">
              <a:extLst>
                <a:ext uri="{FF2B5EF4-FFF2-40B4-BE49-F238E27FC236}">
                  <a16:creationId xmlns:a16="http://schemas.microsoft.com/office/drawing/2014/main" id="{78EF22D9-3625-79A6-BEEB-2A3F44B42C08}"/>
                </a:ext>
              </a:extLst>
            </p:cNvPr>
            <p:cNvCxnSpPr>
              <a:cxnSpLocks/>
            </p:cNvCxnSpPr>
            <p:nvPr/>
          </p:nvCxnSpPr>
          <p:spPr>
            <a:xfrm>
              <a:off x="1837933" y="7793680"/>
              <a:ext cx="377560" cy="1472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6" name="Straight Connector 2395">
              <a:extLst>
                <a:ext uri="{FF2B5EF4-FFF2-40B4-BE49-F238E27FC236}">
                  <a16:creationId xmlns:a16="http://schemas.microsoft.com/office/drawing/2014/main" id="{C82DD372-831A-54B1-792E-BF215F35F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157" y="7544489"/>
              <a:ext cx="0" cy="2189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6" name="Straight Connector 2625">
              <a:extLst>
                <a:ext uri="{FF2B5EF4-FFF2-40B4-BE49-F238E27FC236}">
                  <a16:creationId xmlns:a16="http://schemas.microsoft.com/office/drawing/2014/main" id="{DE20BD26-A0F8-24DC-FD1A-9A1FB163D67B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05" y="7525611"/>
              <a:ext cx="362459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0" name="Straight Connector 2629">
              <a:extLst>
                <a:ext uri="{FF2B5EF4-FFF2-40B4-BE49-F238E27FC236}">
                  <a16:creationId xmlns:a16="http://schemas.microsoft.com/office/drawing/2014/main" id="{60A21C18-37C2-554D-56B8-8B6DE64EA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1700" y="6381600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2" name="Straight Connector 2631">
              <a:extLst>
                <a:ext uri="{FF2B5EF4-FFF2-40B4-BE49-F238E27FC236}">
                  <a16:creationId xmlns:a16="http://schemas.microsoft.com/office/drawing/2014/main" id="{D2FB787D-BFC7-25C1-CAE4-A99F94C7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7" y="6087102"/>
              <a:ext cx="0" cy="1548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4" name="Straight Connector 2633">
              <a:extLst>
                <a:ext uri="{FF2B5EF4-FFF2-40B4-BE49-F238E27FC236}">
                  <a16:creationId xmlns:a16="http://schemas.microsoft.com/office/drawing/2014/main" id="{092FF906-5BFB-6A2F-7ECB-F315BBB6DA50}"/>
                </a:ext>
              </a:extLst>
            </p:cNvPr>
            <p:cNvCxnSpPr>
              <a:cxnSpLocks/>
            </p:cNvCxnSpPr>
            <p:nvPr/>
          </p:nvCxnSpPr>
          <p:spPr>
            <a:xfrm>
              <a:off x="391877" y="6102204"/>
              <a:ext cx="354907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6" name="Straight Connector 2635">
              <a:extLst>
                <a:ext uri="{FF2B5EF4-FFF2-40B4-BE49-F238E27FC236}">
                  <a16:creationId xmlns:a16="http://schemas.microsoft.com/office/drawing/2014/main" id="{D126E8B4-1A92-C41C-0B1A-49064684D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321" y="6094653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8" name="Straight Connector 2637">
              <a:extLst>
                <a:ext uri="{FF2B5EF4-FFF2-40B4-BE49-F238E27FC236}">
                  <a16:creationId xmlns:a16="http://schemas.microsoft.com/office/drawing/2014/main" id="{8712145E-2071-CA78-C87F-4863B1ADE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33147" y="6321190"/>
              <a:ext cx="0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4" name="Straight Connector 2643">
              <a:extLst>
                <a:ext uri="{FF2B5EF4-FFF2-40B4-BE49-F238E27FC236}">
                  <a16:creationId xmlns:a16="http://schemas.microsoft.com/office/drawing/2014/main" id="{C638B2EC-FC10-A96B-CD4B-4327FF2B181F}"/>
                </a:ext>
              </a:extLst>
            </p:cNvPr>
            <p:cNvCxnSpPr>
              <a:cxnSpLocks/>
            </p:cNvCxnSpPr>
            <p:nvPr/>
          </p:nvCxnSpPr>
          <p:spPr>
            <a:xfrm>
              <a:off x="-888052" y="6728956"/>
              <a:ext cx="181229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8" name="Straight Connector 2647">
              <a:extLst>
                <a:ext uri="{FF2B5EF4-FFF2-40B4-BE49-F238E27FC236}">
                  <a16:creationId xmlns:a16="http://schemas.microsoft.com/office/drawing/2014/main" id="{53FC79FD-FBED-95CC-856C-00A9F312D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4117" y="6898859"/>
              <a:ext cx="354906" cy="1170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0" name="Straight Connector 2649">
              <a:extLst>
                <a:ext uri="{FF2B5EF4-FFF2-40B4-BE49-F238E27FC236}">
                  <a16:creationId xmlns:a16="http://schemas.microsoft.com/office/drawing/2014/main" id="{B560A0EF-B27E-0F5D-ED6B-96D47AE2E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700341" y="7027230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2" name="Straight Connector 2651">
              <a:extLst>
                <a:ext uri="{FF2B5EF4-FFF2-40B4-BE49-F238E27FC236}">
                  <a16:creationId xmlns:a16="http://schemas.microsoft.com/office/drawing/2014/main" id="{172DAA70-8DA2-92C7-E8B3-02B84DE9C8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885346" y="709141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4" name="Straight Connector 2653">
              <a:extLst>
                <a:ext uri="{FF2B5EF4-FFF2-40B4-BE49-F238E27FC236}">
                  <a16:creationId xmlns:a16="http://schemas.microsoft.com/office/drawing/2014/main" id="{87B8DFD4-216E-BEED-7796-96054997F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877795" y="6951717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5" name="Straight Connector 2654">
              <a:extLst>
                <a:ext uri="{FF2B5EF4-FFF2-40B4-BE49-F238E27FC236}">
                  <a16:creationId xmlns:a16="http://schemas.microsoft.com/office/drawing/2014/main" id="{544E8A9B-A563-4A8C-2852-355086927D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55248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6" name="Straight Connector 2655">
              <a:extLst>
                <a:ext uri="{FF2B5EF4-FFF2-40B4-BE49-F238E27FC236}">
                  <a16:creationId xmlns:a16="http://schemas.microsoft.com/office/drawing/2014/main" id="{B4BC59BD-AC1B-E73D-9C12-D89DEE514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055248" y="6879981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8" name="Straight Connector 2657">
              <a:extLst>
                <a:ext uri="{FF2B5EF4-FFF2-40B4-BE49-F238E27FC236}">
                  <a16:creationId xmlns:a16="http://schemas.microsoft.com/office/drawing/2014/main" id="{6E99A6D3-0E90-AE7D-E1B6-90619F01E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7080088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9" name="Straight Connector 2658">
              <a:extLst>
                <a:ext uri="{FF2B5EF4-FFF2-40B4-BE49-F238E27FC236}">
                  <a16:creationId xmlns:a16="http://schemas.microsoft.com/office/drawing/2014/main" id="{45984729-0E1B-D085-9C18-1887418133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799043" y="7083864"/>
              <a:ext cx="570116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1" name="Straight Connector 2660">
              <a:extLst>
                <a:ext uri="{FF2B5EF4-FFF2-40B4-BE49-F238E27FC236}">
                  <a16:creationId xmlns:a16="http://schemas.microsoft.com/office/drawing/2014/main" id="{772D564D-9276-3578-8990-B5C6DEE37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95266" y="7042332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2" name="Straight Connector 2661">
              <a:extLst>
                <a:ext uri="{FF2B5EF4-FFF2-40B4-BE49-F238E27FC236}">
                  <a16:creationId xmlns:a16="http://schemas.microsoft.com/office/drawing/2014/main" id="{3009E305-466D-A690-2813-66A5C247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80271" y="7031005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3" name="Straight Connector 2662">
              <a:extLst>
                <a:ext uri="{FF2B5EF4-FFF2-40B4-BE49-F238E27FC236}">
                  <a16:creationId xmlns:a16="http://schemas.microsoft.com/office/drawing/2014/main" id="{402E6901-A233-8CF7-22AD-9CD5990FBD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972720" y="6940391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4" name="Straight Connector 2663">
              <a:extLst>
                <a:ext uri="{FF2B5EF4-FFF2-40B4-BE49-F238E27FC236}">
                  <a16:creationId xmlns:a16="http://schemas.microsoft.com/office/drawing/2014/main" id="{26206B89-5518-E2F1-2ABC-2EDDDB536D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72720" y="6883756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5" name="Straight Connector 2664">
              <a:extLst>
                <a:ext uri="{FF2B5EF4-FFF2-40B4-BE49-F238E27FC236}">
                  <a16:creationId xmlns:a16="http://schemas.microsoft.com/office/drawing/2014/main" id="{5B229892-A819-DD30-D981-E415EC0D0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25257" y="674028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6" name="Straight Connector 2665">
              <a:extLst>
                <a:ext uri="{FF2B5EF4-FFF2-40B4-BE49-F238E27FC236}">
                  <a16:creationId xmlns:a16="http://schemas.microsoft.com/office/drawing/2014/main" id="{BAD7D9D3-38EA-3AF0-32B1-77E1D0D75B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787715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7" name="Straight Connector 2666">
              <a:extLst>
                <a:ext uri="{FF2B5EF4-FFF2-40B4-BE49-F238E27FC236}">
                  <a16:creationId xmlns:a16="http://schemas.microsoft.com/office/drawing/2014/main" id="{F2CC778B-EAE9-8344-AAD9-E675D85E1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610262" y="680069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8" name="Straight Connector 2667">
              <a:extLst>
                <a:ext uri="{FF2B5EF4-FFF2-40B4-BE49-F238E27FC236}">
                  <a16:creationId xmlns:a16="http://schemas.microsoft.com/office/drawing/2014/main" id="{413BC0F3-0FB5-0612-41F8-D210B7B8C9EA}"/>
                </a:ext>
              </a:extLst>
            </p:cNvPr>
            <p:cNvCxnSpPr>
              <a:cxnSpLocks/>
            </p:cNvCxnSpPr>
            <p:nvPr/>
          </p:nvCxnSpPr>
          <p:spPr>
            <a:xfrm>
              <a:off x="-3765063" y="6740283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9" name="Straight Connector 2668">
              <a:extLst>
                <a:ext uri="{FF2B5EF4-FFF2-40B4-BE49-F238E27FC236}">
                  <a16:creationId xmlns:a16="http://schemas.microsoft.com/office/drawing/2014/main" id="{300DE7D1-1208-E047-41C7-F204D6371E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410155" y="6879981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0" name="Straight Connector 2669">
              <a:extLst>
                <a:ext uri="{FF2B5EF4-FFF2-40B4-BE49-F238E27FC236}">
                  <a16:creationId xmlns:a16="http://schemas.microsoft.com/office/drawing/2014/main" id="{A0A962FA-B23E-6E88-09EE-BB7CFF2D21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36477" y="6528849"/>
              <a:ext cx="0" cy="4115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3" name="Straight Connector 2672">
              <a:extLst>
                <a:ext uri="{FF2B5EF4-FFF2-40B4-BE49-F238E27FC236}">
                  <a16:creationId xmlns:a16="http://schemas.microsoft.com/office/drawing/2014/main" id="{2CFC1F34-459D-E167-C4AD-F46C250ABA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6528849"/>
              <a:ext cx="728690" cy="2680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5" name="Straight Connector 2674">
              <a:extLst>
                <a:ext uri="{FF2B5EF4-FFF2-40B4-BE49-F238E27FC236}">
                  <a16:creationId xmlns:a16="http://schemas.microsoft.com/office/drawing/2014/main" id="{226561B1-BFDF-4586-71C5-40F4B63E6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519112" y="673650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6" name="Straight Connector 2675">
              <a:extLst>
                <a:ext uri="{FF2B5EF4-FFF2-40B4-BE49-F238E27FC236}">
                  <a16:creationId xmlns:a16="http://schemas.microsoft.com/office/drawing/2014/main" id="{F1ABD0D1-6F91-0E62-B4D9-F1D369B37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337883" y="6593034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7" name="Straight Connector 2676">
              <a:extLst>
                <a:ext uri="{FF2B5EF4-FFF2-40B4-BE49-F238E27FC236}">
                  <a16:creationId xmlns:a16="http://schemas.microsoft.com/office/drawing/2014/main" id="{F868A0B7-284A-D767-85D3-FA01815D32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51581" y="6226799"/>
              <a:ext cx="913696" cy="3549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9" name="Straight Connector 2678">
              <a:extLst>
                <a:ext uri="{FF2B5EF4-FFF2-40B4-BE49-F238E27FC236}">
                  <a16:creationId xmlns:a16="http://schemas.microsoft.com/office/drawing/2014/main" id="{656EECE6-DC41-98B6-85B7-16D8D579C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47804" y="5554740"/>
              <a:ext cx="0" cy="679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1" name="Straight Connector 2680">
              <a:extLst>
                <a:ext uri="{FF2B5EF4-FFF2-40B4-BE49-F238E27FC236}">
                  <a16:creationId xmlns:a16="http://schemas.microsoft.com/office/drawing/2014/main" id="{E7020A47-D229-B521-3792-83756CEA9F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51474" y="5743521"/>
              <a:ext cx="906145" cy="3549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3" name="Straight Connector 2682">
              <a:extLst>
                <a:ext uri="{FF2B5EF4-FFF2-40B4-BE49-F238E27FC236}">
                  <a16:creationId xmlns:a16="http://schemas.microsoft.com/office/drawing/2014/main" id="{A0B32E12-1A89-7C53-CAC9-D1BFD9455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45328" y="6019141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4" name="Straight Connector 2683">
              <a:extLst>
                <a:ext uri="{FF2B5EF4-FFF2-40B4-BE49-F238E27FC236}">
                  <a16:creationId xmlns:a16="http://schemas.microsoft.com/office/drawing/2014/main" id="{ED8078A3-17D7-10DD-96F4-8B1E525FEB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64100" y="6026692"/>
              <a:ext cx="354907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6" name="Straight Connector 2685">
              <a:extLst>
                <a:ext uri="{FF2B5EF4-FFF2-40B4-BE49-F238E27FC236}">
                  <a16:creationId xmlns:a16="http://schemas.microsoft.com/office/drawing/2014/main" id="{C4BFFFA5-0820-2C61-2EE8-51117677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12967" y="5758623"/>
              <a:ext cx="0" cy="4039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8" name="Straight Connector 2687">
              <a:extLst>
                <a:ext uri="{FF2B5EF4-FFF2-40B4-BE49-F238E27FC236}">
                  <a16:creationId xmlns:a16="http://schemas.microsoft.com/office/drawing/2014/main" id="{3CC78C1E-9978-1137-C650-5141F9C058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71651" y="5596272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0" name="Straight Connector 2689">
              <a:extLst>
                <a:ext uri="{FF2B5EF4-FFF2-40B4-BE49-F238E27FC236}">
                  <a16:creationId xmlns:a16="http://schemas.microsoft.com/office/drawing/2014/main" id="{5134E00D-629F-4E1C-F3C8-9844B6D66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67874" y="5324427"/>
              <a:ext cx="0" cy="2869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2" name="Straight Connector 2691">
              <a:extLst>
                <a:ext uri="{FF2B5EF4-FFF2-40B4-BE49-F238E27FC236}">
                  <a16:creationId xmlns:a16="http://schemas.microsoft.com/office/drawing/2014/main" id="{2675536B-4C1A-6F27-7551-F9676405CD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337885" y="5188505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3" name="Straight Connector 2692">
              <a:extLst>
                <a:ext uri="{FF2B5EF4-FFF2-40B4-BE49-F238E27FC236}">
                  <a16:creationId xmlns:a16="http://schemas.microsoft.com/office/drawing/2014/main" id="{502520C1-508A-9FAA-1451-41641B1D9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56761" y="5041256"/>
              <a:ext cx="385110" cy="143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5" name="Straight Connector 2694">
              <a:extLst>
                <a:ext uri="{FF2B5EF4-FFF2-40B4-BE49-F238E27FC236}">
                  <a16:creationId xmlns:a16="http://schemas.microsoft.com/office/drawing/2014/main" id="{96CBA73B-2165-6081-8DFD-0D54E8520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65719" y="4890232"/>
              <a:ext cx="21143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7" name="Straight Connector 2696">
              <a:extLst>
                <a:ext uri="{FF2B5EF4-FFF2-40B4-BE49-F238E27FC236}">
                  <a16:creationId xmlns:a16="http://schemas.microsoft.com/office/drawing/2014/main" id="{241B4900-3ABF-484A-1078-E3F9C98E5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088158" y="4754310"/>
              <a:ext cx="566339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9" name="Straight Connector 2698">
              <a:extLst>
                <a:ext uri="{FF2B5EF4-FFF2-40B4-BE49-F238E27FC236}">
                  <a16:creationId xmlns:a16="http://schemas.microsoft.com/office/drawing/2014/main" id="{15042EC8-27E3-0E95-58F7-14DF6B475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269389" y="4890232"/>
              <a:ext cx="20388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2" name="Straight Connector 2791">
              <a:extLst>
                <a:ext uri="{FF2B5EF4-FFF2-40B4-BE49-F238E27FC236}">
                  <a16:creationId xmlns:a16="http://schemas.microsoft.com/office/drawing/2014/main" id="{FA261517-CDF3-E305-1A41-DF250EF65958}"/>
                </a:ext>
              </a:extLst>
            </p:cNvPr>
            <p:cNvCxnSpPr>
              <a:cxnSpLocks/>
            </p:cNvCxnSpPr>
            <p:nvPr/>
          </p:nvCxnSpPr>
          <p:spPr>
            <a:xfrm>
              <a:off x="-1791365" y="6794086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4" name="Straight Connector 2793">
              <a:extLst>
                <a:ext uri="{FF2B5EF4-FFF2-40B4-BE49-F238E27FC236}">
                  <a16:creationId xmlns:a16="http://schemas.microsoft.com/office/drawing/2014/main" id="{23EA2A59-298E-4A1A-D388-1E49AF81935C}"/>
                </a:ext>
              </a:extLst>
            </p:cNvPr>
            <p:cNvCxnSpPr>
              <a:cxnSpLocks/>
            </p:cNvCxnSpPr>
            <p:nvPr/>
          </p:nvCxnSpPr>
          <p:spPr>
            <a:xfrm>
              <a:off x="-1794196" y="6932839"/>
              <a:ext cx="347354" cy="1481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6" name="Straight Connector 2795">
              <a:extLst>
                <a:ext uri="{FF2B5EF4-FFF2-40B4-BE49-F238E27FC236}">
                  <a16:creationId xmlns:a16="http://schemas.microsoft.com/office/drawing/2014/main" id="{FFB998B3-1E83-A67F-DD4B-F754EF951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05417" y="7088584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8" name="Straight Connector 2797">
              <a:extLst>
                <a:ext uri="{FF2B5EF4-FFF2-40B4-BE49-F238E27FC236}">
                  <a16:creationId xmlns:a16="http://schemas.microsoft.com/office/drawing/2014/main" id="{E43510BD-1D79-EE13-3001-63B1BCAFDC8F}"/>
                </a:ext>
              </a:extLst>
            </p:cNvPr>
            <p:cNvCxnSpPr>
              <a:cxnSpLocks/>
            </p:cNvCxnSpPr>
            <p:nvPr/>
          </p:nvCxnSpPr>
          <p:spPr>
            <a:xfrm>
              <a:off x="-1612967" y="7165040"/>
              <a:ext cx="0" cy="2756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0" name="Straight Connector 2799">
              <a:extLst>
                <a:ext uri="{FF2B5EF4-FFF2-40B4-BE49-F238E27FC236}">
                  <a16:creationId xmlns:a16="http://schemas.microsoft.com/office/drawing/2014/main" id="{B47EC08F-683F-3904-5516-F2B3E470BB93}"/>
                </a:ext>
              </a:extLst>
            </p:cNvPr>
            <p:cNvCxnSpPr>
              <a:cxnSpLocks/>
            </p:cNvCxnSpPr>
            <p:nvPr/>
          </p:nvCxnSpPr>
          <p:spPr>
            <a:xfrm>
              <a:off x="-1987696" y="7021566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2" name="Straight Connector 2801">
              <a:extLst>
                <a:ext uri="{FF2B5EF4-FFF2-40B4-BE49-F238E27FC236}">
                  <a16:creationId xmlns:a16="http://schemas.microsoft.com/office/drawing/2014/main" id="{FF056D7B-C621-7975-EBF3-DB98D19A8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65044" y="7374586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3" name="Straight Connector 2802">
              <a:extLst>
                <a:ext uri="{FF2B5EF4-FFF2-40B4-BE49-F238E27FC236}">
                  <a16:creationId xmlns:a16="http://schemas.microsoft.com/office/drawing/2014/main" id="{6922DACD-0D7B-AB17-0FD4-D9CB0A762F87}"/>
                </a:ext>
              </a:extLst>
            </p:cNvPr>
            <p:cNvCxnSpPr>
              <a:cxnSpLocks/>
            </p:cNvCxnSpPr>
            <p:nvPr/>
          </p:nvCxnSpPr>
          <p:spPr>
            <a:xfrm>
              <a:off x="-1972594" y="7301905"/>
              <a:ext cx="0" cy="1614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5" name="Straight Connector 2804">
              <a:extLst>
                <a:ext uri="{FF2B5EF4-FFF2-40B4-BE49-F238E27FC236}">
                  <a16:creationId xmlns:a16="http://schemas.microsoft.com/office/drawing/2014/main" id="{29E81810-2F18-3437-6966-2BE249319E02}"/>
                </a:ext>
              </a:extLst>
            </p:cNvPr>
            <p:cNvCxnSpPr>
              <a:cxnSpLocks/>
            </p:cNvCxnSpPr>
            <p:nvPr/>
          </p:nvCxnSpPr>
          <p:spPr>
            <a:xfrm>
              <a:off x="-2154767" y="7231112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6" name="Straight Connector 2805">
              <a:extLst>
                <a:ext uri="{FF2B5EF4-FFF2-40B4-BE49-F238E27FC236}">
                  <a16:creationId xmlns:a16="http://schemas.microsoft.com/office/drawing/2014/main" id="{C044B35C-9196-6D6F-6174-D61C4FA14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166095" y="7083864"/>
              <a:ext cx="348300" cy="150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8" name="Straight Connector 2877">
              <a:extLst>
                <a:ext uri="{FF2B5EF4-FFF2-40B4-BE49-F238E27FC236}">
                  <a16:creationId xmlns:a16="http://schemas.microsoft.com/office/drawing/2014/main" id="{52A0F0A8-F7CD-4E7B-3ACE-51608674D69C}"/>
                </a:ext>
              </a:extLst>
            </p:cNvPr>
            <p:cNvCxnSpPr>
              <a:cxnSpLocks/>
            </p:cNvCxnSpPr>
            <p:nvPr/>
          </p:nvCxnSpPr>
          <p:spPr>
            <a:xfrm>
              <a:off x="-1797973" y="7378361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8" name="Straight Connector 2777">
              <a:extLst>
                <a:ext uri="{FF2B5EF4-FFF2-40B4-BE49-F238E27FC236}">
                  <a16:creationId xmlns:a16="http://schemas.microsoft.com/office/drawing/2014/main" id="{CB6FFDD1-F0A7-5482-C7CF-85D22D76CC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1513" y="7582245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9" name="Straight Connector 2778">
              <a:extLst>
                <a:ext uri="{FF2B5EF4-FFF2-40B4-BE49-F238E27FC236}">
                  <a16:creationId xmlns:a16="http://schemas.microsoft.com/office/drawing/2014/main" id="{ADA4385C-F1FC-0BAA-EEE3-E41B3C56E7D3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55" y="7389689"/>
              <a:ext cx="547463" cy="1963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8" name="Straight Connector 2787">
              <a:extLst>
                <a:ext uri="{FF2B5EF4-FFF2-40B4-BE49-F238E27FC236}">
                  <a16:creationId xmlns:a16="http://schemas.microsoft.com/office/drawing/2014/main" id="{CC99D628-F4EE-F80B-C5D1-BD5058B2E5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2929" y="7382137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1" name="Straight Connector 2790">
              <a:extLst>
                <a:ext uri="{FF2B5EF4-FFF2-40B4-BE49-F238E27FC236}">
                  <a16:creationId xmlns:a16="http://schemas.microsoft.com/office/drawing/2014/main" id="{D7DEC1EC-8C16-BABC-3C37-A6530891A7E6}"/>
                </a:ext>
              </a:extLst>
            </p:cNvPr>
            <p:cNvCxnSpPr>
              <a:cxnSpLocks/>
            </p:cNvCxnSpPr>
            <p:nvPr/>
          </p:nvCxnSpPr>
          <p:spPr>
            <a:xfrm>
              <a:off x="1294245" y="7310401"/>
              <a:ext cx="362459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3" name="Straight Connector 2792">
              <a:extLst>
                <a:ext uri="{FF2B5EF4-FFF2-40B4-BE49-F238E27FC236}">
                  <a16:creationId xmlns:a16="http://schemas.microsoft.com/office/drawing/2014/main" id="{02B5B1A8-2424-24C5-48B8-C744F12F56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9144" y="7012127"/>
              <a:ext cx="0" cy="2944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7" name="Straight Connector 2796">
              <a:extLst>
                <a:ext uri="{FF2B5EF4-FFF2-40B4-BE49-F238E27FC236}">
                  <a16:creationId xmlns:a16="http://schemas.microsoft.com/office/drawing/2014/main" id="{3C1FC807-3446-6125-C98F-16983A2C6011}"/>
                </a:ext>
              </a:extLst>
            </p:cNvPr>
            <p:cNvCxnSpPr>
              <a:cxnSpLocks/>
            </p:cNvCxnSpPr>
            <p:nvPr/>
          </p:nvCxnSpPr>
          <p:spPr>
            <a:xfrm>
              <a:off x="1279143" y="7023454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1" name="Straight Connector 2800">
              <a:extLst>
                <a:ext uri="{FF2B5EF4-FFF2-40B4-BE49-F238E27FC236}">
                  <a16:creationId xmlns:a16="http://schemas.microsoft.com/office/drawing/2014/main" id="{18802F28-6BCE-C599-280D-1A9CBDB32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0373" y="709519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4" name="Straight Connector 2803">
              <a:extLst>
                <a:ext uri="{FF2B5EF4-FFF2-40B4-BE49-F238E27FC236}">
                  <a16:creationId xmlns:a16="http://schemas.microsoft.com/office/drawing/2014/main" id="{861A6759-B997-430B-D3E2-C79D7204CF40}"/>
                </a:ext>
              </a:extLst>
            </p:cNvPr>
            <p:cNvCxnSpPr>
              <a:cxnSpLocks/>
            </p:cNvCxnSpPr>
            <p:nvPr/>
          </p:nvCxnSpPr>
          <p:spPr>
            <a:xfrm>
              <a:off x="1460372" y="7238664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7" name="Straight Connector 2806">
              <a:extLst>
                <a:ext uri="{FF2B5EF4-FFF2-40B4-BE49-F238E27FC236}">
                  <a16:creationId xmlns:a16="http://schemas.microsoft.com/office/drawing/2014/main" id="{0A78CD37-F97B-92EB-AD3B-F812E087F1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1602" y="715560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9" name="Straight Connector 2808">
              <a:extLst>
                <a:ext uri="{FF2B5EF4-FFF2-40B4-BE49-F238E27FC236}">
                  <a16:creationId xmlns:a16="http://schemas.microsoft.com/office/drawing/2014/main" id="{032012A3-DC8D-8F1C-7675-5EFC8037D5B4}"/>
                </a:ext>
              </a:extLst>
            </p:cNvPr>
            <p:cNvCxnSpPr>
              <a:cxnSpLocks/>
            </p:cNvCxnSpPr>
            <p:nvPr/>
          </p:nvCxnSpPr>
          <p:spPr>
            <a:xfrm>
              <a:off x="1630274" y="7166927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0" name="Straight Connector 2809">
              <a:extLst>
                <a:ext uri="{FF2B5EF4-FFF2-40B4-BE49-F238E27FC236}">
                  <a16:creationId xmlns:a16="http://schemas.microsoft.com/office/drawing/2014/main" id="{ACA2A948-0522-56D6-DA38-0E3B8BEB0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055" y="7159376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1" name="Straight Connector 2810">
              <a:extLst>
                <a:ext uri="{FF2B5EF4-FFF2-40B4-BE49-F238E27FC236}">
                  <a16:creationId xmlns:a16="http://schemas.microsoft.com/office/drawing/2014/main" id="{D5F239FA-2FA5-BD0A-FC30-54E5F16C1CE5}"/>
                </a:ext>
              </a:extLst>
            </p:cNvPr>
            <p:cNvCxnSpPr>
              <a:cxnSpLocks/>
            </p:cNvCxnSpPr>
            <p:nvPr/>
          </p:nvCxnSpPr>
          <p:spPr>
            <a:xfrm>
              <a:off x="1988956" y="7163152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2" name="Straight Connector 2811">
              <a:extLst>
                <a:ext uri="{FF2B5EF4-FFF2-40B4-BE49-F238E27FC236}">
                  <a16:creationId xmlns:a16="http://schemas.microsoft.com/office/drawing/2014/main" id="{F4D48C14-75C7-934B-0EA5-14672913D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064" y="7238664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3" name="Straight Connector 2812">
              <a:extLst>
                <a:ext uri="{FF2B5EF4-FFF2-40B4-BE49-F238E27FC236}">
                  <a16:creationId xmlns:a16="http://schemas.microsoft.com/office/drawing/2014/main" id="{C796830F-5855-0DF5-CC08-F6EE27EC1A07}"/>
                </a:ext>
              </a:extLst>
            </p:cNvPr>
            <p:cNvCxnSpPr>
              <a:cxnSpLocks/>
            </p:cNvCxnSpPr>
            <p:nvPr/>
          </p:nvCxnSpPr>
          <p:spPr>
            <a:xfrm>
              <a:off x="2181512" y="7367035"/>
              <a:ext cx="385113" cy="143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5" name="Straight Connector 2814">
              <a:extLst>
                <a:ext uri="{FF2B5EF4-FFF2-40B4-BE49-F238E27FC236}">
                  <a16:creationId xmlns:a16="http://schemas.microsoft.com/office/drawing/2014/main" id="{08955345-E9F5-FFFA-BE96-D9FAE95377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849" y="738591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8" name="Straight Connector 2847">
              <a:extLst>
                <a:ext uri="{FF2B5EF4-FFF2-40B4-BE49-F238E27FC236}">
                  <a16:creationId xmlns:a16="http://schemas.microsoft.com/office/drawing/2014/main" id="{A7E54436-7BFD-F3AE-6900-FA4193E18637}"/>
                </a:ext>
              </a:extLst>
            </p:cNvPr>
            <p:cNvCxnSpPr>
              <a:cxnSpLocks/>
            </p:cNvCxnSpPr>
            <p:nvPr/>
          </p:nvCxnSpPr>
          <p:spPr>
            <a:xfrm>
              <a:off x="2362741" y="7306625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9" name="Straight Connector 2848">
              <a:extLst>
                <a:ext uri="{FF2B5EF4-FFF2-40B4-BE49-F238E27FC236}">
                  <a16:creationId xmlns:a16="http://schemas.microsoft.com/office/drawing/2014/main" id="{A2FC7498-2DC2-C366-7943-FADC5273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4069" y="7038556"/>
              <a:ext cx="0" cy="2567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1" name="Straight Connector 2850">
              <a:extLst>
                <a:ext uri="{FF2B5EF4-FFF2-40B4-BE49-F238E27FC236}">
                  <a16:creationId xmlns:a16="http://schemas.microsoft.com/office/drawing/2014/main" id="{C364D115-0A1A-2262-CA42-6F8935629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064" y="7027230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2" name="Straight Connector 2851">
              <a:extLst>
                <a:ext uri="{FF2B5EF4-FFF2-40B4-BE49-F238E27FC236}">
                  <a16:creationId xmlns:a16="http://schemas.microsoft.com/office/drawing/2014/main" id="{AF2FD7CC-1F7D-3BAC-C443-A388D11268B4}"/>
                </a:ext>
              </a:extLst>
            </p:cNvPr>
            <p:cNvCxnSpPr>
              <a:cxnSpLocks/>
            </p:cNvCxnSpPr>
            <p:nvPr/>
          </p:nvCxnSpPr>
          <p:spPr>
            <a:xfrm>
              <a:off x="1996507" y="7031005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3" name="Straight Connector 2852">
              <a:extLst>
                <a:ext uri="{FF2B5EF4-FFF2-40B4-BE49-F238E27FC236}">
                  <a16:creationId xmlns:a16="http://schemas.microsoft.com/office/drawing/2014/main" id="{023C318D-BDE9-B578-43B6-11BBC00A5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6606" y="7031005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4" name="Straight Connector 2853">
              <a:extLst>
                <a:ext uri="{FF2B5EF4-FFF2-40B4-BE49-F238E27FC236}">
                  <a16:creationId xmlns:a16="http://schemas.microsoft.com/office/drawing/2014/main" id="{A3366C73-694C-4D03-8C98-2D937DC48FA0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8" y="695549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6" name="Straight Connector 2855">
              <a:extLst>
                <a:ext uri="{FF2B5EF4-FFF2-40B4-BE49-F238E27FC236}">
                  <a16:creationId xmlns:a16="http://schemas.microsoft.com/office/drawing/2014/main" id="{14922DF7-7677-28E5-E30A-7E1DE4BA7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6704" y="6955493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7" name="Straight Connector 2856">
              <a:extLst>
                <a:ext uri="{FF2B5EF4-FFF2-40B4-BE49-F238E27FC236}">
                  <a16:creationId xmlns:a16="http://schemas.microsoft.com/office/drawing/2014/main" id="{25099ECF-323C-A4FD-5E17-78E96B438A29}"/>
                </a:ext>
              </a:extLst>
            </p:cNvPr>
            <p:cNvCxnSpPr>
              <a:cxnSpLocks/>
            </p:cNvCxnSpPr>
            <p:nvPr/>
          </p:nvCxnSpPr>
          <p:spPr>
            <a:xfrm>
              <a:off x="1290471" y="6883756"/>
              <a:ext cx="377560" cy="1321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0" name="Straight Connector 2859">
              <a:extLst>
                <a:ext uri="{FF2B5EF4-FFF2-40B4-BE49-F238E27FC236}">
                  <a16:creationId xmlns:a16="http://schemas.microsoft.com/office/drawing/2014/main" id="{7D21B59A-47D6-5185-8F69-6691222A4534}"/>
                </a:ext>
              </a:extLst>
            </p:cNvPr>
            <p:cNvCxnSpPr>
              <a:cxnSpLocks/>
            </p:cNvCxnSpPr>
            <p:nvPr/>
          </p:nvCxnSpPr>
          <p:spPr>
            <a:xfrm>
              <a:off x="1298022" y="6747834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1" name="Straight Connector 2860">
              <a:extLst>
                <a:ext uri="{FF2B5EF4-FFF2-40B4-BE49-F238E27FC236}">
                  <a16:creationId xmlns:a16="http://schemas.microsoft.com/office/drawing/2014/main" id="{B41D558E-6F20-2E2C-AB20-99B914065C85}"/>
                </a:ext>
              </a:extLst>
            </p:cNvPr>
            <p:cNvCxnSpPr>
              <a:cxnSpLocks/>
            </p:cNvCxnSpPr>
            <p:nvPr/>
          </p:nvCxnSpPr>
          <p:spPr>
            <a:xfrm>
              <a:off x="1105465" y="6679873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2" name="Straight Connector 2861">
              <a:extLst>
                <a:ext uri="{FF2B5EF4-FFF2-40B4-BE49-F238E27FC236}">
                  <a16:creationId xmlns:a16="http://schemas.microsoft.com/office/drawing/2014/main" id="{2E743F8C-A5E2-5677-A384-314B877D67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793" y="6532624"/>
              <a:ext cx="354907" cy="1472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4" name="Straight Connector 2863">
              <a:extLst>
                <a:ext uri="{FF2B5EF4-FFF2-40B4-BE49-F238E27FC236}">
                  <a16:creationId xmlns:a16="http://schemas.microsoft.com/office/drawing/2014/main" id="{E282AAB0-00E9-38B8-7C9E-4AEBD3FF7EC0}"/>
                </a:ext>
              </a:extLst>
            </p:cNvPr>
            <p:cNvCxnSpPr>
              <a:cxnSpLocks/>
            </p:cNvCxnSpPr>
            <p:nvPr/>
          </p:nvCxnSpPr>
          <p:spPr>
            <a:xfrm>
              <a:off x="1471700" y="6543951"/>
              <a:ext cx="0" cy="2718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6" name="Straight Connector 2865">
              <a:extLst>
                <a:ext uri="{FF2B5EF4-FFF2-40B4-BE49-F238E27FC236}">
                  <a16:creationId xmlns:a16="http://schemas.microsoft.com/office/drawing/2014/main" id="{2E271EAF-C1B7-E44E-A17C-A6ACD2678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4148" y="6732732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7" name="Straight Connector 2866">
              <a:extLst>
                <a:ext uri="{FF2B5EF4-FFF2-40B4-BE49-F238E27FC236}">
                  <a16:creationId xmlns:a16="http://schemas.microsoft.com/office/drawing/2014/main" id="{46A1422F-8364-3DDD-0DEB-7B96C022ADF2}"/>
                </a:ext>
              </a:extLst>
            </p:cNvPr>
            <p:cNvCxnSpPr>
              <a:cxnSpLocks/>
            </p:cNvCxnSpPr>
            <p:nvPr/>
          </p:nvCxnSpPr>
          <p:spPr>
            <a:xfrm>
              <a:off x="1645377" y="6728956"/>
              <a:ext cx="558789" cy="2152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1" name="Straight Connector 2870">
              <a:extLst>
                <a:ext uri="{FF2B5EF4-FFF2-40B4-BE49-F238E27FC236}">
                  <a16:creationId xmlns:a16="http://schemas.microsoft.com/office/drawing/2014/main" id="{A0CF0F17-8099-CDCA-3CBA-7C41B40ED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167" y="6660995"/>
              <a:ext cx="0" cy="2869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3" name="Straight Connector 2872">
              <a:extLst>
                <a:ext uri="{FF2B5EF4-FFF2-40B4-BE49-F238E27FC236}">
                  <a16:creationId xmlns:a16="http://schemas.microsoft.com/office/drawing/2014/main" id="{0A8DD6EB-854B-0536-7BF9-CF90420CB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7835" y="6664771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4" name="Straight Connector 2873">
              <a:extLst>
                <a:ext uri="{FF2B5EF4-FFF2-40B4-BE49-F238E27FC236}">
                  <a16:creationId xmlns:a16="http://schemas.microsoft.com/office/drawing/2014/main" id="{CD661A92-E219-A088-10A5-E9FED1491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9162" y="660436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5" name="Straight Connector 2874">
              <a:extLst>
                <a:ext uri="{FF2B5EF4-FFF2-40B4-BE49-F238E27FC236}">
                  <a16:creationId xmlns:a16="http://schemas.microsoft.com/office/drawing/2014/main" id="{4931198D-8528-D671-DE00-C6D497706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1709" y="6596810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6" name="Straight Connector 2875">
              <a:extLst>
                <a:ext uri="{FF2B5EF4-FFF2-40B4-BE49-F238E27FC236}">
                  <a16:creationId xmlns:a16="http://schemas.microsoft.com/office/drawing/2014/main" id="{1D6161DD-55D7-9AF3-FFC1-9B97698160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929" y="6585483"/>
              <a:ext cx="181229" cy="830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9" name="Straight Connector 2878">
              <a:extLst>
                <a:ext uri="{FF2B5EF4-FFF2-40B4-BE49-F238E27FC236}">
                  <a16:creationId xmlns:a16="http://schemas.microsoft.com/office/drawing/2014/main" id="{B798B4F1-59BD-C66D-2A0A-DB616A8F73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0480" y="6525073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39D05F32-3172-63EC-4FB3-665A2634F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7933" y="637027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7B0C5DF-6BE5-FB85-66A4-3AE9538247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9153" y="6377824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97408920-2D77-D329-47AD-A01F96DA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475" y="624945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ABE76761-1A3E-5EBB-93E5-A883BDF167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86" y="6230575"/>
              <a:ext cx="558789" cy="234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A3F85E86-CDAA-4F7F-7119-30D9B7F268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457" y="6381600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BD992A49-E9E5-C255-5572-85E53C512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7" y="6151287"/>
              <a:ext cx="558789" cy="234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4DD787-32A6-1BF5-07B1-6EAF2508E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66" y="609087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883F792-6632-CFCF-CB1F-705EE9509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5564" y="6079550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0A8823C-B517-EA11-59DC-0B0695B692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6784" y="6098428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F7EC031-9035-2DCC-02CE-5355B1F745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648" y="6177716"/>
              <a:ext cx="370009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A126736B-15CF-2E35-67BF-8CF42DC9A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28" y="6302312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E86DFFD7-358B-EA97-74EA-1D699351F2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7" y="6245677"/>
              <a:ext cx="381336" cy="13592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61962C16-2B87-9820-403F-6D004DE12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92" y="6249453"/>
              <a:ext cx="0" cy="702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3CEB50B3-FAF3-8C2C-B37D-D518DEB2E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6912" y="6951717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8AF2991F-0052-68D8-6472-7EE7CC2289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3137" y="6313638"/>
              <a:ext cx="0" cy="702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4223E9E9-D653-8ECF-7FCA-A7453F9BD6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49086" y="6233406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25B456A4-2926-874B-3EFF-7791C624A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5595" y="6226799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FCCFE645-EE34-9AA1-BC32-BAED36CEC0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87715" y="6596810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269F57B0-7A1A-C35A-F555-6581ACEEE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76390" y="6507139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13B68D70-FACF-670E-BEAA-A59DE97BF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610262" y="6366497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0BE9C5E1-31C0-DA55-E3F3-D1E4A9E211AD}"/>
                </a:ext>
              </a:extLst>
            </p:cNvPr>
            <p:cNvCxnSpPr>
              <a:cxnSpLocks/>
            </p:cNvCxnSpPr>
            <p:nvPr/>
          </p:nvCxnSpPr>
          <p:spPr>
            <a:xfrm>
              <a:off x="-3591385" y="6385375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C2C5F0E9-8483-D886-05F4-7260180929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32808" y="6445785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0DD22AE2-7827-32DF-3B34-BEDD03BB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598936" y="6582651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3A9C6580-173D-C9E7-F037-A25F4FDD2049}"/>
                </a:ext>
              </a:extLst>
            </p:cNvPr>
            <p:cNvCxnSpPr>
              <a:cxnSpLocks/>
            </p:cNvCxnSpPr>
            <p:nvPr/>
          </p:nvCxnSpPr>
          <p:spPr>
            <a:xfrm>
              <a:off x="-3587609" y="6668546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4FF4C78A-31C3-BE1F-D087-EDE9F0651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40254" y="5468845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4091FAAD-6C74-5DC2-73C5-D3D8F8F2D9B6}"/>
                </a:ext>
              </a:extLst>
            </p:cNvPr>
            <p:cNvCxnSpPr>
              <a:cxnSpLocks/>
            </p:cNvCxnSpPr>
            <p:nvPr/>
          </p:nvCxnSpPr>
          <p:spPr>
            <a:xfrm>
              <a:off x="-3066576" y="5464125"/>
              <a:ext cx="740018" cy="2756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50B61AD1-495C-79BA-B674-BF88344C5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96460" y="5748240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EFFB08BC-8766-A700-AB0A-4047BC8F8775}"/>
                </a:ext>
              </a:extLst>
            </p:cNvPr>
            <p:cNvCxnSpPr>
              <a:cxnSpLocks/>
            </p:cNvCxnSpPr>
            <p:nvPr/>
          </p:nvCxnSpPr>
          <p:spPr>
            <a:xfrm>
              <a:off x="-3077903" y="5607598"/>
              <a:ext cx="604097" cy="2189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1983">
              <a:extLst>
                <a:ext uri="{FF2B5EF4-FFF2-40B4-BE49-F238E27FC236}">
                  <a16:creationId xmlns:a16="http://schemas.microsoft.com/office/drawing/2014/main" id="{5FF88FB5-97AC-D535-E3EF-5E3C00E4D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066575" y="560382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5923" cy="5082539"/>
            <a:chOff x="137913" y="1997862"/>
            <a:chExt cx="9846637" cy="9106010"/>
          </a:xfrm>
          <a:effectLst/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8877" y="1997862"/>
              <a:ext cx="0" cy="4596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41966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26" y="3826970"/>
              <a:ext cx="294366" cy="13652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1382280" cy="55035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F6FE6B-DB23-8617-AA24-5464F17FDCAA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80" y="4153913"/>
              <a:ext cx="0" cy="2234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5E80E7-6B62-73DE-16C1-3ACB5345859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744" y="4381587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7E29D-D4FA-6902-ACAF-AD4521880ED7}"/>
                </a:ext>
              </a:extLst>
            </p:cNvPr>
            <p:cNvCxnSpPr>
              <a:cxnSpLocks/>
            </p:cNvCxnSpPr>
            <p:nvPr/>
          </p:nvCxnSpPr>
          <p:spPr>
            <a:xfrm>
              <a:off x="5603590" y="4495217"/>
              <a:ext cx="0" cy="6244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AF940F-2A34-CC2C-A51C-74C891D00767}"/>
                </a:ext>
              </a:extLst>
            </p:cNvPr>
            <p:cNvCxnSpPr>
              <a:cxnSpLocks/>
            </p:cNvCxnSpPr>
            <p:nvPr/>
          </p:nvCxnSpPr>
          <p:spPr>
            <a:xfrm>
              <a:off x="7787940" y="2999305"/>
              <a:ext cx="0" cy="86890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DFDE4D-7EBB-B582-8988-92133EC2A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1669" y="2990770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20B1BB-7AFF-0738-46FA-266102673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307" y="2807320"/>
              <a:ext cx="810599" cy="3114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06F63C-DC6E-608B-8045-649C8F4BDF0B}"/>
                </a:ext>
              </a:extLst>
            </p:cNvPr>
            <p:cNvCxnSpPr>
              <a:cxnSpLocks/>
            </p:cNvCxnSpPr>
            <p:nvPr/>
          </p:nvCxnSpPr>
          <p:spPr>
            <a:xfrm>
              <a:off x="8900910" y="2807318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973" y="4680229"/>
              <a:ext cx="221846" cy="1535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1" y="4274928"/>
              <a:ext cx="597280" cy="2389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198" y="4351725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020" y="4309062"/>
              <a:ext cx="0" cy="13651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40956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DF37BB-F4DC-21F0-5641-5F78686C0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5776" y="4454116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D0915B-D1FF-EA3F-AB03-9F5B45919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4307" y="4594906"/>
              <a:ext cx="0" cy="1749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A1EE69-640D-E41F-01FC-A2E367043AE2}"/>
                </a:ext>
              </a:extLst>
            </p:cNvPr>
            <p:cNvCxnSpPr>
              <a:cxnSpLocks/>
            </p:cNvCxnSpPr>
            <p:nvPr/>
          </p:nvCxnSpPr>
          <p:spPr>
            <a:xfrm>
              <a:off x="9976016" y="3856834"/>
              <a:ext cx="0" cy="45649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1BFD5D5-18B4-C3AC-CE8B-49F32FB024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72" y="3838343"/>
              <a:ext cx="463606" cy="1891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8" name="Straight Connector 2357">
              <a:extLst>
                <a:ext uri="{FF2B5EF4-FFF2-40B4-BE49-F238E27FC236}">
                  <a16:creationId xmlns:a16="http://schemas.microsoft.com/office/drawing/2014/main" id="{D2B9B132-CC0E-C513-B38B-9CF3AEEA5C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220" y="4789732"/>
              <a:ext cx="1393663" cy="54608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" name="Straight Connector 2360">
              <a:extLst>
                <a:ext uri="{FF2B5EF4-FFF2-40B4-BE49-F238E27FC236}">
                  <a16:creationId xmlns:a16="http://schemas.microsoft.com/office/drawing/2014/main" id="{4ED79C43-0BE7-6724-A382-24C20A2B60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3" y="5466653"/>
              <a:ext cx="250292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3" name="Straight Connector 2362">
              <a:extLst>
                <a:ext uri="{FF2B5EF4-FFF2-40B4-BE49-F238E27FC236}">
                  <a16:creationId xmlns:a16="http://schemas.microsoft.com/office/drawing/2014/main" id="{6A96DDDD-1E8A-46F3-E6B0-F4CF50029A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5574733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5" name="Straight Connector 2364">
              <a:extLst>
                <a:ext uri="{FF2B5EF4-FFF2-40B4-BE49-F238E27FC236}">
                  <a16:creationId xmlns:a16="http://schemas.microsoft.com/office/drawing/2014/main" id="{522A0586-A4E1-3FCB-DA31-30F5DE26CC69}"/>
                </a:ext>
              </a:extLst>
            </p:cNvPr>
            <p:cNvCxnSpPr>
              <a:cxnSpLocks/>
            </p:cNvCxnSpPr>
            <p:nvPr/>
          </p:nvCxnSpPr>
          <p:spPr>
            <a:xfrm>
              <a:off x="7800198" y="5802269"/>
              <a:ext cx="1063733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7" name="Straight Connector 2366">
              <a:extLst>
                <a:ext uri="{FF2B5EF4-FFF2-40B4-BE49-F238E27FC236}">
                  <a16:creationId xmlns:a16="http://schemas.microsoft.com/office/drawing/2014/main" id="{4995228A-94F7-B123-DAF5-A436EAF80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9621" y="6177704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8" name="Straight Connector 2367">
              <a:extLst>
                <a:ext uri="{FF2B5EF4-FFF2-40B4-BE49-F238E27FC236}">
                  <a16:creationId xmlns:a16="http://schemas.microsoft.com/office/drawing/2014/main" id="{EF04E161-F80F-7346-7B9D-D75C1D0C4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0" y="6416618"/>
              <a:ext cx="1063735" cy="43231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0" name="Straight Connector 2369">
              <a:extLst>
                <a:ext uri="{FF2B5EF4-FFF2-40B4-BE49-F238E27FC236}">
                  <a16:creationId xmlns:a16="http://schemas.microsoft.com/office/drawing/2014/main" id="{068CDF5A-1193-3B49-2088-B1D5628B396D}"/>
                </a:ext>
              </a:extLst>
            </p:cNvPr>
            <p:cNvCxnSpPr>
              <a:cxnSpLocks/>
            </p:cNvCxnSpPr>
            <p:nvPr/>
          </p:nvCxnSpPr>
          <p:spPr>
            <a:xfrm>
              <a:off x="7237045" y="6604335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2" name="Straight Connector 2371">
              <a:extLst>
                <a:ext uri="{FF2B5EF4-FFF2-40B4-BE49-F238E27FC236}">
                  <a16:creationId xmlns:a16="http://schemas.microsoft.com/office/drawing/2014/main" id="{798A12D1-7CB5-ECC4-4E40-DC8F59FA0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662708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3" name="Straight Connector 2372">
              <a:extLst>
                <a:ext uri="{FF2B5EF4-FFF2-40B4-BE49-F238E27FC236}">
                  <a16:creationId xmlns:a16="http://schemas.microsoft.com/office/drawing/2014/main" id="{63740077-9361-5243-F7D3-A2A73EE4FA3D}"/>
                </a:ext>
              </a:extLst>
            </p:cNvPr>
            <p:cNvCxnSpPr>
              <a:cxnSpLocks/>
            </p:cNvCxnSpPr>
            <p:nvPr/>
          </p:nvCxnSpPr>
          <p:spPr>
            <a:xfrm>
              <a:off x="7231357" y="6831872"/>
              <a:ext cx="1666705" cy="6598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5" name="Straight Connector 2374">
              <a:extLst>
                <a:ext uri="{FF2B5EF4-FFF2-40B4-BE49-F238E27FC236}">
                  <a16:creationId xmlns:a16="http://schemas.microsoft.com/office/drawing/2014/main" id="{50D0AF27-54A1-73A7-8E88-60CBBB490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7553" y="7491727"/>
              <a:ext cx="813445" cy="3014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7" name="Straight Connector 2376">
              <a:extLst>
                <a:ext uri="{FF2B5EF4-FFF2-40B4-BE49-F238E27FC236}">
                  <a16:creationId xmlns:a16="http://schemas.microsoft.com/office/drawing/2014/main" id="{EA474F05-864F-9B01-E802-73DF2A97E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7815967"/>
              <a:ext cx="0" cy="102960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3" name="Straight Connector 2412">
              <a:extLst>
                <a:ext uri="{FF2B5EF4-FFF2-40B4-BE49-F238E27FC236}">
                  <a16:creationId xmlns:a16="http://schemas.microsoft.com/office/drawing/2014/main" id="{2EBEA9AB-0079-F004-53DC-9B526B69D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61865" y="8862634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6" name="Straight Connector 2415">
              <a:extLst>
                <a:ext uri="{FF2B5EF4-FFF2-40B4-BE49-F238E27FC236}">
                  <a16:creationId xmlns:a16="http://schemas.microsoft.com/office/drawing/2014/main" id="{D723D793-92D3-BF3A-5D30-6DA7D2AD2B6C}"/>
                </a:ext>
              </a:extLst>
            </p:cNvPr>
            <p:cNvCxnSpPr>
              <a:cxnSpLocks/>
            </p:cNvCxnSpPr>
            <p:nvPr/>
          </p:nvCxnSpPr>
          <p:spPr>
            <a:xfrm>
              <a:off x="8340597" y="8760243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7" name="Straight Connector 2416">
              <a:extLst>
                <a:ext uri="{FF2B5EF4-FFF2-40B4-BE49-F238E27FC236}">
                  <a16:creationId xmlns:a16="http://schemas.microsoft.com/office/drawing/2014/main" id="{0597C820-C935-B45D-1B60-1122D513A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3534" y="875455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9" name="Straight Connector 2418">
              <a:extLst>
                <a:ext uri="{FF2B5EF4-FFF2-40B4-BE49-F238E27FC236}">
                  <a16:creationId xmlns:a16="http://schemas.microsoft.com/office/drawing/2014/main" id="{2BB1B548-1368-F03B-9520-66B6C378AC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3641" y="8748866"/>
              <a:ext cx="250290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3" name="Straight Connector 2422">
              <a:extLst>
                <a:ext uri="{FF2B5EF4-FFF2-40B4-BE49-F238E27FC236}">
                  <a16:creationId xmlns:a16="http://schemas.microsoft.com/office/drawing/2014/main" id="{C1559C55-8744-E01A-B26A-7D81CA79A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2556" y="8743178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4" name="Straight Connector 2423">
              <a:extLst>
                <a:ext uri="{FF2B5EF4-FFF2-40B4-BE49-F238E27FC236}">
                  <a16:creationId xmlns:a16="http://schemas.microsoft.com/office/drawing/2014/main" id="{ECC2289B-4C82-90A2-F56A-FBBA26902227}"/>
                </a:ext>
              </a:extLst>
            </p:cNvPr>
            <p:cNvCxnSpPr>
              <a:cxnSpLocks/>
            </p:cNvCxnSpPr>
            <p:nvPr/>
          </p:nvCxnSpPr>
          <p:spPr>
            <a:xfrm>
              <a:off x="8869620" y="8953649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5" name="Straight Connector 2424">
              <a:extLst>
                <a:ext uri="{FF2B5EF4-FFF2-40B4-BE49-F238E27FC236}">
                  <a16:creationId xmlns:a16="http://schemas.microsoft.com/office/drawing/2014/main" id="{C982EAA8-FACF-8054-166E-4D6BD16CC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4042" y="9056041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6" name="Straight Connector 2425">
              <a:extLst>
                <a:ext uri="{FF2B5EF4-FFF2-40B4-BE49-F238E27FC236}">
                  <a16:creationId xmlns:a16="http://schemas.microsoft.com/office/drawing/2014/main" id="{EAF0FE5A-8031-F6E2-2752-E8C06F646BCA}"/>
                </a:ext>
              </a:extLst>
            </p:cNvPr>
            <p:cNvCxnSpPr>
              <a:cxnSpLocks/>
            </p:cNvCxnSpPr>
            <p:nvPr/>
          </p:nvCxnSpPr>
          <p:spPr>
            <a:xfrm>
              <a:off x="9165417" y="927220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7" name="Straight Connector 2426">
              <a:extLst>
                <a:ext uri="{FF2B5EF4-FFF2-40B4-BE49-F238E27FC236}">
                  <a16:creationId xmlns:a16="http://schemas.microsoft.com/office/drawing/2014/main" id="{84044321-E7E2-B58A-6CAD-7053E456C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8462" y="9385970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8" name="Straight Connector 2427">
              <a:extLst>
                <a:ext uri="{FF2B5EF4-FFF2-40B4-BE49-F238E27FC236}">
                  <a16:creationId xmlns:a16="http://schemas.microsoft.com/office/drawing/2014/main" id="{BD3B21A4-2C76-EEA4-FE60-79BFEE939239}"/>
                </a:ext>
              </a:extLst>
            </p:cNvPr>
            <p:cNvCxnSpPr>
              <a:cxnSpLocks/>
            </p:cNvCxnSpPr>
            <p:nvPr/>
          </p:nvCxnSpPr>
          <p:spPr>
            <a:xfrm>
              <a:off x="9159729" y="9494048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9" name="Straight Connector 2428">
              <a:extLst>
                <a:ext uri="{FF2B5EF4-FFF2-40B4-BE49-F238E27FC236}">
                  <a16:creationId xmlns:a16="http://schemas.microsoft.com/office/drawing/2014/main" id="{3CF67FA0-7D97-4C10-46DD-E66E3364E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107" y="950542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0" name="Straight Connector 2429">
              <a:extLst>
                <a:ext uri="{FF2B5EF4-FFF2-40B4-BE49-F238E27FC236}">
                  <a16:creationId xmlns:a16="http://schemas.microsoft.com/office/drawing/2014/main" id="{88A9091C-FA2E-3F05-F912-DA2900D1E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4" y="9727273"/>
              <a:ext cx="574530" cy="2047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2" name="Straight Connector 2431">
              <a:extLst>
                <a:ext uri="{FF2B5EF4-FFF2-40B4-BE49-F238E27FC236}">
                  <a16:creationId xmlns:a16="http://schemas.microsoft.com/office/drawing/2014/main" id="{8B60DA8A-9BCB-CBAB-6E47-3601C6A3F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6" y="9516804"/>
              <a:ext cx="0" cy="42662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4" name="Straight Connector 2433">
              <a:extLst>
                <a:ext uri="{FF2B5EF4-FFF2-40B4-BE49-F238E27FC236}">
                  <a16:creationId xmlns:a16="http://schemas.microsoft.com/office/drawing/2014/main" id="{9543F6F1-D785-928C-5161-282E69555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3" y="9397347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6" name="Straight Connector 2435">
              <a:extLst>
                <a:ext uri="{FF2B5EF4-FFF2-40B4-BE49-F238E27FC236}">
                  <a16:creationId xmlns:a16="http://schemas.microsoft.com/office/drawing/2014/main" id="{B0C5F3EF-D757-B746-E16C-B75E6D1A7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8063" y="9175497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7" name="Straight Connector 2436">
              <a:extLst>
                <a:ext uri="{FF2B5EF4-FFF2-40B4-BE49-F238E27FC236}">
                  <a16:creationId xmlns:a16="http://schemas.microsoft.com/office/drawing/2014/main" id="{F288C4F1-A520-ACC5-429E-0502078D198D}"/>
                </a:ext>
              </a:extLst>
            </p:cNvPr>
            <p:cNvCxnSpPr>
              <a:cxnSpLocks/>
            </p:cNvCxnSpPr>
            <p:nvPr/>
          </p:nvCxnSpPr>
          <p:spPr>
            <a:xfrm>
              <a:off x="8596576" y="905604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8" name="Straight Connector 2437">
              <a:extLst>
                <a:ext uri="{FF2B5EF4-FFF2-40B4-BE49-F238E27FC236}">
                  <a16:creationId xmlns:a16="http://schemas.microsoft.com/office/drawing/2014/main" id="{74F94EC0-2A70-F4B0-C7AB-F779A30C5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4" y="903897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9" name="Straight Connector 2438">
              <a:extLst>
                <a:ext uri="{FF2B5EF4-FFF2-40B4-BE49-F238E27FC236}">
                  <a16:creationId xmlns:a16="http://schemas.microsoft.com/office/drawing/2014/main" id="{D20069E8-A9A0-4289-8F6C-52091F71D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4909" y="927220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0" name="Straight Connector 2439">
              <a:extLst>
                <a:ext uri="{FF2B5EF4-FFF2-40B4-BE49-F238E27FC236}">
                  <a16:creationId xmlns:a16="http://schemas.microsoft.com/office/drawing/2014/main" id="{E0A8CF3B-E329-3419-93E5-2C5D82FCE6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0599" y="938596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1" name="Straight Connector 2440">
              <a:extLst>
                <a:ext uri="{FF2B5EF4-FFF2-40B4-BE49-F238E27FC236}">
                  <a16:creationId xmlns:a16="http://schemas.microsoft.com/office/drawing/2014/main" id="{9FCABF3F-2B7C-85D8-ADE3-D875145D2683}"/>
                </a:ext>
              </a:extLst>
            </p:cNvPr>
            <p:cNvCxnSpPr>
              <a:cxnSpLocks/>
            </p:cNvCxnSpPr>
            <p:nvPr/>
          </p:nvCxnSpPr>
          <p:spPr>
            <a:xfrm>
              <a:off x="8044800" y="9494050"/>
              <a:ext cx="301486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3" name="Straight Connector 2442">
              <a:extLst>
                <a:ext uri="{FF2B5EF4-FFF2-40B4-BE49-F238E27FC236}">
                  <a16:creationId xmlns:a16="http://schemas.microsoft.com/office/drawing/2014/main" id="{233B5D1F-1DE4-D629-6E18-23E4E32922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6178" y="9505425"/>
              <a:ext cx="0" cy="4152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5" name="Straight Connector 2444">
              <a:extLst>
                <a:ext uri="{FF2B5EF4-FFF2-40B4-BE49-F238E27FC236}">
                  <a16:creationId xmlns:a16="http://schemas.microsoft.com/office/drawing/2014/main" id="{47774E8A-2166-9DE1-1D3E-9D3AD18CF2DC}"/>
                </a:ext>
              </a:extLst>
            </p:cNvPr>
            <p:cNvCxnSpPr>
              <a:cxnSpLocks/>
            </p:cNvCxnSpPr>
            <p:nvPr/>
          </p:nvCxnSpPr>
          <p:spPr>
            <a:xfrm>
              <a:off x="7788821" y="981829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7" name="Straight Connector 2446">
              <a:extLst>
                <a:ext uri="{FF2B5EF4-FFF2-40B4-BE49-F238E27FC236}">
                  <a16:creationId xmlns:a16="http://schemas.microsoft.com/office/drawing/2014/main" id="{FB460EF2-7084-FCBB-04C2-4BE74D517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7154" y="9818290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8" name="Straight Connector 2447">
              <a:extLst>
                <a:ext uri="{FF2B5EF4-FFF2-40B4-BE49-F238E27FC236}">
                  <a16:creationId xmlns:a16="http://schemas.microsoft.com/office/drawing/2014/main" id="{23B58685-427C-8882-7474-9AF29B05AF23}"/>
                </a:ext>
              </a:extLst>
            </p:cNvPr>
            <p:cNvCxnSpPr>
              <a:cxnSpLocks/>
            </p:cNvCxnSpPr>
            <p:nvPr/>
          </p:nvCxnSpPr>
          <p:spPr>
            <a:xfrm>
              <a:off x="7538531" y="9949123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9" name="Straight Connector 2448">
              <a:extLst>
                <a:ext uri="{FF2B5EF4-FFF2-40B4-BE49-F238E27FC236}">
                  <a16:creationId xmlns:a16="http://schemas.microsoft.com/office/drawing/2014/main" id="{B43B5521-A656-0563-2F44-07A31A879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100230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1" name="Straight Connector 2450">
              <a:extLst>
                <a:ext uri="{FF2B5EF4-FFF2-40B4-BE49-F238E27FC236}">
                  <a16:creationId xmlns:a16="http://schemas.microsoft.com/office/drawing/2014/main" id="{426C1E84-19CF-F7ED-B97A-7B99EFD3D5D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54" y="10159595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2" name="Straight Connector 2451">
              <a:extLst>
                <a:ext uri="{FF2B5EF4-FFF2-40B4-BE49-F238E27FC236}">
                  <a16:creationId xmlns:a16="http://schemas.microsoft.com/office/drawing/2014/main" id="{E32BF37E-CBF6-1483-F4B3-AA0B02FE90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468" y="10159593"/>
              <a:ext cx="0" cy="4095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4" name="Straight Connector 2453">
              <a:extLst>
                <a:ext uri="{FF2B5EF4-FFF2-40B4-BE49-F238E27FC236}">
                  <a16:creationId xmlns:a16="http://schemas.microsoft.com/office/drawing/2014/main" id="{396D3D6E-A327-623C-51F7-E29671F47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3024" y="10472458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5" name="Straight Connector 2454">
              <a:extLst>
                <a:ext uri="{FF2B5EF4-FFF2-40B4-BE49-F238E27FC236}">
                  <a16:creationId xmlns:a16="http://schemas.microsoft.com/office/drawing/2014/main" id="{6D3F273B-5BB3-12CB-0754-601A162CAF33}"/>
                </a:ext>
              </a:extLst>
            </p:cNvPr>
            <p:cNvCxnSpPr>
              <a:cxnSpLocks/>
            </p:cNvCxnSpPr>
            <p:nvPr/>
          </p:nvCxnSpPr>
          <p:spPr>
            <a:xfrm>
              <a:off x="7783133" y="10478147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6" name="Straight Connector 2455">
              <a:extLst>
                <a:ext uri="{FF2B5EF4-FFF2-40B4-BE49-F238E27FC236}">
                  <a16:creationId xmlns:a16="http://schemas.microsoft.com/office/drawing/2014/main" id="{C1AEDFFB-5B27-3FF0-FBA0-9A54E5D87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105634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7" name="Straight Connector 2456">
              <a:extLst>
                <a:ext uri="{FF2B5EF4-FFF2-40B4-BE49-F238E27FC236}">
                  <a16:creationId xmlns:a16="http://schemas.microsoft.com/office/drawing/2014/main" id="{A85D736E-4184-4DD6-7A17-476709D72791}"/>
                </a:ext>
              </a:extLst>
            </p:cNvPr>
            <p:cNvCxnSpPr>
              <a:cxnSpLocks/>
            </p:cNvCxnSpPr>
            <p:nvPr/>
          </p:nvCxnSpPr>
          <p:spPr>
            <a:xfrm>
              <a:off x="7777444" y="1068293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8" name="Straight Connector 2457">
              <a:extLst>
                <a:ext uri="{FF2B5EF4-FFF2-40B4-BE49-F238E27FC236}">
                  <a16:creationId xmlns:a16="http://schemas.microsoft.com/office/drawing/2014/main" id="{2D25D651-3EE4-6170-DFC8-332939210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5" y="10671551"/>
              <a:ext cx="0" cy="43232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0" name="Straight Connector 2459">
              <a:extLst>
                <a:ext uri="{FF2B5EF4-FFF2-40B4-BE49-F238E27FC236}">
                  <a16:creationId xmlns:a16="http://schemas.microsoft.com/office/drawing/2014/main" id="{69D54A31-890B-8200-3C04-36C0B924EA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734" y="10893401"/>
              <a:ext cx="517645" cy="19909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2" name="Straight Connector 2461">
              <a:extLst>
                <a:ext uri="{FF2B5EF4-FFF2-40B4-BE49-F238E27FC236}">
                  <a16:creationId xmlns:a16="http://schemas.microsoft.com/office/drawing/2014/main" id="{E05B812A-551E-EE5E-2279-4FD4CA986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690" y="1088771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3" name="Straight Connector 2462">
              <a:extLst>
                <a:ext uri="{FF2B5EF4-FFF2-40B4-BE49-F238E27FC236}">
                  <a16:creationId xmlns:a16="http://schemas.microsoft.com/office/drawing/2014/main" id="{E59F7FA8-1E17-5C1A-326E-2F4D68A34653}"/>
                </a:ext>
              </a:extLst>
            </p:cNvPr>
            <p:cNvCxnSpPr>
              <a:cxnSpLocks/>
            </p:cNvCxnSpPr>
            <p:nvPr/>
          </p:nvCxnSpPr>
          <p:spPr>
            <a:xfrm>
              <a:off x="6719400" y="10904778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4" name="Straight Connector 2463">
              <a:extLst>
                <a:ext uri="{FF2B5EF4-FFF2-40B4-BE49-F238E27FC236}">
                  <a16:creationId xmlns:a16="http://schemas.microsoft.com/office/drawing/2014/main" id="{CA5537B7-BFC7-A18E-BBA6-C5EA99F99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914" y="1089908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5" name="Straight Connector 2464">
              <a:extLst>
                <a:ext uri="{FF2B5EF4-FFF2-40B4-BE49-F238E27FC236}">
                  <a16:creationId xmlns:a16="http://schemas.microsoft.com/office/drawing/2014/main" id="{838939B7-7128-1FC2-4D67-7810D4D21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1079669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6" name="Straight Connector 2465">
              <a:extLst>
                <a:ext uri="{FF2B5EF4-FFF2-40B4-BE49-F238E27FC236}">
                  <a16:creationId xmlns:a16="http://schemas.microsoft.com/office/drawing/2014/main" id="{C5C4E473-15F1-080E-31F7-510D8063C4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449704"/>
              <a:ext cx="858950" cy="35837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0" name="Straight Connector 2469">
              <a:extLst>
                <a:ext uri="{FF2B5EF4-FFF2-40B4-BE49-F238E27FC236}">
                  <a16:creationId xmlns:a16="http://schemas.microsoft.com/office/drawing/2014/main" id="{662CAA80-2AA0-3C8D-77EA-956B8A34AF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10227856"/>
              <a:ext cx="1114929" cy="46076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1" name="Straight Connector 2470">
              <a:extLst>
                <a:ext uri="{FF2B5EF4-FFF2-40B4-BE49-F238E27FC236}">
                  <a16:creationId xmlns:a16="http://schemas.microsoft.com/office/drawing/2014/main" id="{A9F94405-62F2-8FE9-45D8-2DD412E88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10227855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3" name="Straight Connector 2472">
              <a:extLst>
                <a:ext uri="{FF2B5EF4-FFF2-40B4-BE49-F238E27FC236}">
                  <a16:creationId xmlns:a16="http://schemas.microsoft.com/office/drawing/2014/main" id="{3EF89C54-784A-E4E6-D025-CE9567F1D05D}"/>
                </a:ext>
              </a:extLst>
            </p:cNvPr>
            <p:cNvCxnSpPr>
              <a:cxnSpLocks/>
            </p:cNvCxnSpPr>
            <p:nvPr/>
          </p:nvCxnSpPr>
          <p:spPr>
            <a:xfrm>
              <a:off x="5860450" y="10557784"/>
              <a:ext cx="290109" cy="12514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4" name="Straight Connector 2473">
              <a:extLst>
                <a:ext uri="{FF2B5EF4-FFF2-40B4-BE49-F238E27FC236}">
                  <a16:creationId xmlns:a16="http://schemas.microsoft.com/office/drawing/2014/main" id="{4A24C3F3-7FB5-C591-57E6-F843CA9C9C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6138" y="10455393"/>
              <a:ext cx="30717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5" name="Straight Connector 2474">
              <a:extLst>
                <a:ext uri="{FF2B5EF4-FFF2-40B4-BE49-F238E27FC236}">
                  <a16:creationId xmlns:a16="http://schemas.microsoft.com/office/drawing/2014/main" id="{99FDFB6B-6FAE-8063-4C72-61CA89A1B083}"/>
                </a:ext>
              </a:extLst>
            </p:cNvPr>
            <p:cNvCxnSpPr>
              <a:cxnSpLocks/>
            </p:cNvCxnSpPr>
            <p:nvPr/>
          </p:nvCxnSpPr>
          <p:spPr>
            <a:xfrm>
              <a:off x="5604471" y="10250610"/>
              <a:ext cx="551776" cy="20478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7" name="Straight Connector 2476">
              <a:extLst>
                <a:ext uri="{FF2B5EF4-FFF2-40B4-BE49-F238E27FC236}">
                  <a16:creationId xmlns:a16="http://schemas.microsoft.com/office/drawing/2014/main" id="{67377409-819C-FEA9-EB2A-1516DA72F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4473" y="10023073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8" name="Straight Connector 2477">
              <a:extLst>
                <a:ext uri="{FF2B5EF4-FFF2-40B4-BE49-F238E27FC236}">
                  <a16:creationId xmlns:a16="http://schemas.microsoft.com/office/drawing/2014/main" id="{70D8A064-27B9-187A-64A9-F6F9AFC63DAF}"/>
                </a:ext>
              </a:extLst>
            </p:cNvPr>
            <p:cNvCxnSpPr>
              <a:cxnSpLocks/>
            </p:cNvCxnSpPr>
            <p:nvPr/>
          </p:nvCxnSpPr>
          <p:spPr>
            <a:xfrm>
              <a:off x="5610160" y="10028762"/>
              <a:ext cx="273044" cy="10239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0" name="Straight Connector 2479">
              <a:extLst>
                <a:ext uri="{FF2B5EF4-FFF2-40B4-BE49-F238E27FC236}">
                  <a16:creationId xmlns:a16="http://schemas.microsoft.com/office/drawing/2014/main" id="{8E76AAA4-3926-5962-63E2-724928840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7517" y="9732964"/>
              <a:ext cx="0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2" name="Straight Connector 2481">
              <a:extLst>
                <a:ext uri="{FF2B5EF4-FFF2-40B4-BE49-F238E27FC236}">
                  <a16:creationId xmlns:a16="http://schemas.microsoft.com/office/drawing/2014/main" id="{4182AA81-611D-5052-0DC2-28CADEFBC5AF}"/>
                </a:ext>
              </a:extLst>
            </p:cNvPr>
            <p:cNvCxnSpPr>
              <a:cxnSpLocks/>
            </p:cNvCxnSpPr>
            <p:nvPr/>
          </p:nvCxnSpPr>
          <p:spPr>
            <a:xfrm>
              <a:off x="5860450" y="9710211"/>
              <a:ext cx="574530" cy="21047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4" name="Straight Connector 2483">
              <a:extLst>
                <a:ext uri="{FF2B5EF4-FFF2-40B4-BE49-F238E27FC236}">
                  <a16:creationId xmlns:a16="http://schemas.microsoft.com/office/drawing/2014/main" id="{EABF0BDB-50C5-63EC-7E8E-D22DB1366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9920682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5" name="Straight Connector 2484">
              <a:extLst>
                <a:ext uri="{FF2B5EF4-FFF2-40B4-BE49-F238E27FC236}">
                  <a16:creationId xmlns:a16="http://schemas.microsoft.com/office/drawing/2014/main" id="{9FA8E537-2281-BE3B-6257-9E9DA93970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04013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6" name="Straight Connector 2485">
              <a:extLst>
                <a:ext uri="{FF2B5EF4-FFF2-40B4-BE49-F238E27FC236}">
                  <a16:creationId xmlns:a16="http://schemas.microsoft.com/office/drawing/2014/main" id="{33E5F89B-1495-D2CC-BCE7-B37B404BA7C8}"/>
                </a:ext>
              </a:extLst>
            </p:cNvPr>
            <p:cNvCxnSpPr>
              <a:cxnSpLocks/>
            </p:cNvCxnSpPr>
            <p:nvPr/>
          </p:nvCxnSpPr>
          <p:spPr>
            <a:xfrm>
              <a:off x="6696646" y="1003445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8" name="Straight Connector 2487">
              <a:extLst>
                <a:ext uri="{FF2B5EF4-FFF2-40B4-BE49-F238E27FC236}">
                  <a16:creationId xmlns:a16="http://schemas.microsoft.com/office/drawing/2014/main" id="{B4E7E871-6004-238E-4360-FFE196612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8315" y="989792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9" name="Straight Connector 2488">
              <a:extLst>
                <a:ext uri="{FF2B5EF4-FFF2-40B4-BE49-F238E27FC236}">
                  <a16:creationId xmlns:a16="http://schemas.microsoft.com/office/drawing/2014/main" id="{E69D62D7-2D81-E63E-2DBB-8B9BEC821630}"/>
                </a:ext>
              </a:extLst>
            </p:cNvPr>
            <p:cNvCxnSpPr>
              <a:cxnSpLocks/>
            </p:cNvCxnSpPr>
            <p:nvPr/>
          </p:nvCxnSpPr>
          <p:spPr>
            <a:xfrm>
              <a:off x="6150559" y="9596443"/>
              <a:ext cx="802066" cy="31855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1" name="Straight Connector 2490">
              <a:extLst>
                <a:ext uri="{FF2B5EF4-FFF2-40B4-BE49-F238E27FC236}">
                  <a16:creationId xmlns:a16="http://schemas.microsoft.com/office/drawing/2014/main" id="{1815CE70-DFFE-40B4-CF3A-0D945968D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9482674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2" name="Straight Connector 2491">
              <a:extLst>
                <a:ext uri="{FF2B5EF4-FFF2-40B4-BE49-F238E27FC236}">
                  <a16:creationId xmlns:a16="http://schemas.microsoft.com/office/drawing/2014/main" id="{7C2E758B-2E61-D8F2-38B8-45AD8034828F}"/>
                </a:ext>
              </a:extLst>
            </p:cNvPr>
            <p:cNvCxnSpPr>
              <a:cxnSpLocks/>
            </p:cNvCxnSpPr>
            <p:nvPr/>
          </p:nvCxnSpPr>
          <p:spPr>
            <a:xfrm>
              <a:off x="6417914" y="9494051"/>
              <a:ext cx="557464" cy="19909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4" name="Straight Connector 2493">
              <a:extLst>
                <a:ext uri="{FF2B5EF4-FFF2-40B4-BE49-F238E27FC236}">
                  <a16:creationId xmlns:a16="http://schemas.microsoft.com/office/drawing/2014/main" id="{15B7442C-4BD2-60F1-5B8C-872FA60C3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78" y="9579377"/>
              <a:ext cx="295797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6" name="Straight Connector 2495">
              <a:extLst>
                <a:ext uri="{FF2B5EF4-FFF2-40B4-BE49-F238E27FC236}">
                  <a16:creationId xmlns:a16="http://schemas.microsoft.com/office/drawing/2014/main" id="{3DC208B5-827A-989E-D7EF-CC3A6212CEFC}"/>
                </a:ext>
              </a:extLst>
            </p:cNvPr>
            <p:cNvCxnSpPr>
              <a:cxnSpLocks/>
            </p:cNvCxnSpPr>
            <p:nvPr/>
          </p:nvCxnSpPr>
          <p:spPr>
            <a:xfrm>
              <a:off x="6981067" y="94883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7" name="Straight Connector 2496">
              <a:extLst>
                <a:ext uri="{FF2B5EF4-FFF2-40B4-BE49-F238E27FC236}">
                  <a16:creationId xmlns:a16="http://schemas.microsoft.com/office/drawing/2014/main" id="{F0051FDB-4983-9847-9D5E-C4109035A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1067" y="938028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9" name="Straight Connector 2498">
              <a:extLst>
                <a:ext uri="{FF2B5EF4-FFF2-40B4-BE49-F238E27FC236}">
                  <a16:creationId xmlns:a16="http://schemas.microsoft.com/office/drawing/2014/main" id="{458B04E5-DBF4-B190-3739-C2867CAEADEC}"/>
                </a:ext>
              </a:extLst>
            </p:cNvPr>
            <p:cNvCxnSpPr>
              <a:cxnSpLocks/>
            </p:cNvCxnSpPr>
            <p:nvPr/>
          </p:nvCxnSpPr>
          <p:spPr>
            <a:xfrm>
              <a:off x="7254111" y="9380283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1" name="Straight Connector 2500">
              <a:extLst>
                <a:ext uri="{FF2B5EF4-FFF2-40B4-BE49-F238E27FC236}">
                  <a16:creationId xmlns:a16="http://schemas.microsoft.com/office/drawing/2014/main" id="{D55CDF25-7BBA-DD19-D9A4-90DF3D5303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0244" y="9383124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2" name="Straight Connector 2501">
              <a:extLst>
                <a:ext uri="{FF2B5EF4-FFF2-40B4-BE49-F238E27FC236}">
                  <a16:creationId xmlns:a16="http://schemas.microsoft.com/office/drawing/2014/main" id="{B32A42A1-0C2B-DC61-462F-99BABBE1112A}"/>
                </a:ext>
              </a:extLst>
            </p:cNvPr>
            <p:cNvCxnSpPr>
              <a:cxnSpLocks/>
            </p:cNvCxnSpPr>
            <p:nvPr/>
          </p:nvCxnSpPr>
          <p:spPr>
            <a:xfrm>
              <a:off x="7235625" y="9189720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3" name="Straight Connector 2502">
              <a:extLst>
                <a:ext uri="{FF2B5EF4-FFF2-40B4-BE49-F238E27FC236}">
                  <a16:creationId xmlns:a16="http://schemas.microsoft.com/office/drawing/2014/main" id="{9111F965-ADA6-C255-369A-EB9036151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1357" y="9078797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4" name="Straight Connector 2503">
              <a:extLst>
                <a:ext uri="{FF2B5EF4-FFF2-40B4-BE49-F238E27FC236}">
                  <a16:creationId xmlns:a16="http://schemas.microsoft.com/office/drawing/2014/main" id="{D29DC37D-AE8F-65E3-3E98-7C738F618695}"/>
                </a:ext>
              </a:extLst>
            </p:cNvPr>
            <p:cNvCxnSpPr>
              <a:cxnSpLocks/>
            </p:cNvCxnSpPr>
            <p:nvPr/>
          </p:nvCxnSpPr>
          <p:spPr>
            <a:xfrm>
              <a:off x="7521466" y="9061732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5" name="Straight Connector 2504">
              <a:extLst>
                <a:ext uri="{FF2B5EF4-FFF2-40B4-BE49-F238E27FC236}">
                  <a16:creationId xmlns:a16="http://schemas.microsoft.com/office/drawing/2014/main" id="{39103C32-5FBA-E604-E36F-22B898669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2" y="898067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6" name="Straight Connector 2505">
              <a:extLst>
                <a:ext uri="{FF2B5EF4-FFF2-40B4-BE49-F238E27FC236}">
                  <a16:creationId xmlns:a16="http://schemas.microsoft.com/office/drawing/2014/main" id="{9D5D8214-4787-F8F5-2387-AA7E11776FEA}"/>
                </a:ext>
              </a:extLst>
            </p:cNvPr>
            <p:cNvCxnSpPr>
              <a:cxnSpLocks/>
            </p:cNvCxnSpPr>
            <p:nvPr/>
          </p:nvCxnSpPr>
          <p:spPr>
            <a:xfrm>
              <a:off x="7544220" y="8885391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7" name="Straight Connector 2506">
              <a:extLst>
                <a:ext uri="{FF2B5EF4-FFF2-40B4-BE49-F238E27FC236}">
                  <a16:creationId xmlns:a16="http://schemas.microsoft.com/office/drawing/2014/main" id="{D252BE47-FF1B-3C17-C0A2-0B1868103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531" y="877162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8" name="Straight Connector 2507">
              <a:extLst>
                <a:ext uri="{FF2B5EF4-FFF2-40B4-BE49-F238E27FC236}">
                  <a16:creationId xmlns:a16="http://schemas.microsoft.com/office/drawing/2014/main" id="{421FF0D0-8BF8-DA8B-F2B0-6C795F6C47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734" y="8532709"/>
              <a:ext cx="551776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0" name="Straight Connector 2509">
              <a:extLst>
                <a:ext uri="{FF2B5EF4-FFF2-40B4-BE49-F238E27FC236}">
                  <a16:creationId xmlns:a16="http://schemas.microsoft.com/office/drawing/2014/main" id="{0259E40B-8139-26A6-4814-CCDEB8E13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690" y="8515644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1" name="Straight Connector 2510">
              <a:extLst>
                <a:ext uri="{FF2B5EF4-FFF2-40B4-BE49-F238E27FC236}">
                  <a16:creationId xmlns:a16="http://schemas.microsoft.com/office/drawing/2014/main" id="{B8DB06BB-88A5-0819-7094-632FAA7F5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80" y="8629410"/>
              <a:ext cx="0" cy="66270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3" name="Straight Connector 2512">
              <a:extLst>
                <a:ext uri="{FF2B5EF4-FFF2-40B4-BE49-F238E27FC236}">
                  <a16:creationId xmlns:a16="http://schemas.microsoft.com/office/drawing/2014/main" id="{5658FC0E-365C-E82D-1D03-5AFED28098C6}"/>
                </a:ext>
              </a:extLst>
            </p:cNvPr>
            <p:cNvCxnSpPr>
              <a:cxnSpLocks/>
            </p:cNvCxnSpPr>
            <p:nvPr/>
          </p:nvCxnSpPr>
          <p:spPr>
            <a:xfrm>
              <a:off x="6708023" y="918118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4" name="Straight Connector 2513">
              <a:extLst>
                <a:ext uri="{FF2B5EF4-FFF2-40B4-BE49-F238E27FC236}">
                  <a16:creationId xmlns:a16="http://schemas.microsoft.com/office/drawing/2014/main" id="{4DF65C73-06F8-A126-354B-BFE21F400F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025" y="8561151"/>
              <a:ext cx="0" cy="63141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6" name="Straight Connector 2515">
              <a:extLst>
                <a:ext uri="{FF2B5EF4-FFF2-40B4-BE49-F238E27FC236}">
                  <a16:creationId xmlns:a16="http://schemas.microsoft.com/office/drawing/2014/main" id="{B7E60901-F11E-E169-61B0-3AAE66E2285C}"/>
                </a:ext>
              </a:extLst>
            </p:cNvPr>
            <p:cNvCxnSpPr>
              <a:cxnSpLocks/>
            </p:cNvCxnSpPr>
            <p:nvPr/>
          </p:nvCxnSpPr>
          <p:spPr>
            <a:xfrm>
              <a:off x="5587406" y="8100390"/>
              <a:ext cx="295797" cy="12514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1" name="Straight Connector 2520">
              <a:extLst>
                <a:ext uri="{FF2B5EF4-FFF2-40B4-BE49-F238E27FC236}">
                  <a16:creationId xmlns:a16="http://schemas.microsoft.com/office/drawing/2014/main" id="{E8739258-CD5E-6F57-77E4-7F84F0B35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051" y="810607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2" name="Straight Connector 2521">
              <a:extLst>
                <a:ext uri="{FF2B5EF4-FFF2-40B4-BE49-F238E27FC236}">
                  <a16:creationId xmlns:a16="http://schemas.microsoft.com/office/drawing/2014/main" id="{555C405B-9B2E-A260-1D93-7346227D1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5741" y="7798904"/>
              <a:ext cx="0" cy="4493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4" name="Straight Connector 2523">
              <a:extLst>
                <a:ext uri="{FF2B5EF4-FFF2-40B4-BE49-F238E27FC236}">
                  <a16:creationId xmlns:a16="http://schemas.microsoft.com/office/drawing/2014/main" id="{24067694-8FA3-B2A3-6F73-C12B0D2F5277}"/>
                </a:ext>
              </a:extLst>
            </p:cNvPr>
            <p:cNvCxnSpPr>
              <a:cxnSpLocks/>
            </p:cNvCxnSpPr>
            <p:nvPr/>
          </p:nvCxnSpPr>
          <p:spPr>
            <a:xfrm>
              <a:off x="5047007" y="768513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5" name="Straight Connector 2524">
              <a:extLst>
                <a:ext uri="{FF2B5EF4-FFF2-40B4-BE49-F238E27FC236}">
                  <a16:creationId xmlns:a16="http://schemas.microsoft.com/office/drawing/2014/main" id="{EF56AE80-447E-A70C-4ADF-AC7653A05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2697" y="7679447"/>
              <a:ext cx="0" cy="63141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7" name="Straight Connector 2526">
              <a:extLst>
                <a:ext uri="{FF2B5EF4-FFF2-40B4-BE49-F238E27FC236}">
                  <a16:creationId xmlns:a16="http://schemas.microsoft.com/office/drawing/2014/main" id="{A6B9D496-980D-E119-62DA-50A051474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9652" y="832223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8" name="Straight Connector 2527">
              <a:extLst>
                <a:ext uri="{FF2B5EF4-FFF2-40B4-BE49-F238E27FC236}">
                  <a16:creationId xmlns:a16="http://schemas.microsoft.com/office/drawing/2014/main" id="{FB79CA6D-82CF-E013-5F3C-AA3E2AC1B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844596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9" name="Straight Connector 2528">
              <a:extLst>
                <a:ext uri="{FF2B5EF4-FFF2-40B4-BE49-F238E27FC236}">
                  <a16:creationId xmlns:a16="http://schemas.microsoft.com/office/drawing/2014/main" id="{F655BF1C-7FB3-AE89-466F-E5793D986641}"/>
                </a:ext>
              </a:extLst>
            </p:cNvPr>
            <p:cNvCxnSpPr>
              <a:cxnSpLocks/>
            </p:cNvCxnSpPr>
            <p:nvPr/>
          </p:nvCxnSpPr>
          <p:spPr>
            <a:xfrm>
              <a:off x="4523673" y="853839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0" name="Straight Connector 2529">
              <a:extLst>
                <a:ext uri="{FF2B5EF4-FFF2-40B4-BE49-F238E27FC236}">
                  <a16:creationId xmlns:a16="http://schemas.microsoft.com/office/drawing/2014/main" id="{A51D2501-2229-D651-D4F1-ED911617D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9363" y="854835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1" name="Straight Connector 2530">
              <a:extLst>
                <a:ext uri="{FF2B5EF4-FFF2-40B4-BE49-F238E27FC236}">
                  <a16:creationId xmlns:a16="http://schemas.microsoft.com/office/drawing/2014/main" id="{ABF94062-4365-48A0-3ECF-CDE5EA480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788" y="8851260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3" name="Straight Connector 2532">
              <a:extLst>
                <a:ext uri="{FF2B5EF4-FFF2-40B4-BE49-F238E27FC236}">
                  <a16:creationId xmlns:a16="http://schemas.microsoft.com/office/drawing/2014/main" id="{6205CE73-A5E9-6C7B-6DB5-871CBBD8A5D6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897640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4" name="Straight Connector 2533">
              <a:extLst>
                <a:ext uri="{FF2B5EF4-FFF2-40B4-BE49-F238E27FC236}">
                  <a16:creationId xmlns:a16="http://schemas.microsoft.com/office/drawing/2014/main" id="{184C12D1-299B-8B37-6562-10CA1A25C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6" y="878157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5" name="Straight Connector 2534">
              <a:extLst>
                <a:ext uri="{FF2B5EF4-FFF2-40B4-BE49-F238E27FC236}">
                  <a16:creationId xmlns:a16="http://schemas.microsoft.com/office/drawing/2014/main" id="{16316BAA-6127-258A-73FE-E3CFEF984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4" y="8316550"/>
              <a:ext cx="1109240" cy="46076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7" name="Straight Connector 2536">
              <a:extLst>
                <a:ext uri="{FF2B5EF4-FFF2-40B4-BE49-F238E27FC236}">
                  <a16:creationId xmlns:a16="http://schemas.microsoft.com/office/drawing/2014/main" id="{738D7EC6-41C7-C7B0-0CD5-4EC41128B41F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29" y="8219847"/>
              <a:ext cx="284421" cy="7963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9" name="Straight Connector 2538">
              <a:extLst>
                <a:ext uri="{FF2B5EF4-FFF2-40B4-BE49-F238E27FC236}">
                  <a16:creationId xmlns:a16="http://schemas.microsoft.com/office/drawing/2014/main" id="{7F0B8EDF-31A7-3A6D-5C92-97C07EE1DA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4941" y="7997998"/>
              <a:ext cx="540399" cy="2389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1" name="Straight Connector 2540">
              <a:extLst>
                <a:ext uri="{FF2B5EF4-FFF2-40B4-BE49-F238E27FC236}">
                  <a16:creationId xmlns:a16="http://schemas.microsoft.com/office/drawing/2014/main" id="{5E2FCCCC-A167-F122-EAA4-5B5042C4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7594121"/>
              <a:ext cx="0" cy="40387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3" name="Straight Connector 2542">
              <a:extLst>
                <a:ext uri="{FF2B5EF4-FFF2-40B4-BE49-F238E27FC236}">
                  <a16:creationId xmlns:a16="http://schemas.microsoft.com/office/drawing/2014/main" id="{2F4F95D8-C660-4983-F594-5FA9D5C53C1E}"/>
                </a:ext>
              </a:extLst>
            </p:cNvPr>
            <p:cNvCxnSpPr>
              <a:cxnSpLocks/>
            </p:cNvCxnSpPr>
            <p:nvPr/>
          </p:nvCxnSpPr>
          <p:spPr>
            <a:xfrm>
              <a:off x="4506608" y="746897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4" name="Straight Connector 2543">
              <a:extLst>
                <a:ext uri="{FF2B5EF4-FFF2-40B4-BE49-F238E27FC236}">
                  <a16:creationId xmlns:a16="http://schemas.microsoft.com/office/drawing/2014/main" id="{6CB72E2D-30DE-8C1B-EA21-AF02A6B7C0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2298" y="74675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5" name="Straight Connector 2544">
              <a:extLst>
                <a:ext uri="{FF2B5EF4-FFF2-40B4-BE49-F238E27FC236}">
                  <a16:creationId xmlns:a16="http://schemas.microsoft.com/office/drawing/2014/main" id="{BE9F5DFE-8FD5-94B9-4852-4DF368CD9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4941" y="7673759"/>
              <a:ext cx="26166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7" name="Straight Connector 2546">
              <a:extLst>
                <a:ext uri="{FF2B5EF4-FFF2-40B4-BE49-F238E27FC236}">
                  <a16:creationId xmlns:a16="http://schemas.microsoft.com/office/drawing/2014/main" id="{40F1734B-9515-433E-9150-FB9FC4A39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254" y="758132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0" name="Straight Connector 2549">
              <a:extLst>
                <a:ext uri="{FF2B5EF4-FFF2-40B4-BE49-F238E27FC236}">
                  <a16:creationId xmlns:a16="http://schemas.microsoft.com/office/drawing/2014/main" id="{3851CCA9-2706-6DC6-8159-A263067595FB}"/>
                </a:ext>
              </a:extLst>
            </p:cNvPr>
            <p:cNvCxnSpPr>
              <a:cxnSpLocks/>
            </p:cNvCxnSpPr>
            <p:nvPr/>
          </p:nvCxnSpPr>
          <p:spPr>
            <a:xfrm>
              <a:off x="3977585" y="746897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1" name="Straight Connector 2550">
              <a:extLst>
                <a:ext uri="{FF2B5EF4-FFF2-40B4-BE49-F238E27FC236}">
                  <a16:creationId xmlns:a16="http://schemas.microsoft.com/office/drawing/2014/main" id="{93D121E4-4A75-12E2-78C9-CBAC5D950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4834" y="7467553"/>
              <a:ext cx="0" cy="8717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3" name="Straight Connector 2552">
              <a:extLst>
                <a:ext uri="{FF2B5EF4-FFF2-40B4-BE49-F238E27FC236}">
                  <a16:creationId xmlns:a16="http://schemas.microsoft.com/office/drawing/2014/main" id="{D0EE0061-DF74-000E-780B-FF22870A0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788" y="8316550"/>
              <a:ext cx="261667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5" name="Straight Connector 2554">
              <a:extLst>
                <a:ext uri="{FF2B5EF4-FFF2-40B4-BE49-F238E27FC236}">
                  <a16:creationId xmlns:a16="http://schemas.microsoft.com/office/drawing/2014/main" id="{589BDC94-3F93-7A6E-DD8E-81064C1D8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3167" y="7575633"/>
              <a:ext cx="0" cy="8717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6" name="Straight Connector 2555">
              <a:extLst>
                <a:ext uri="{FF2B5EF4-FFF2-40B4-BE49-F238E27FC236}">
                  <a16:creationId xmlns:a16="http://schemas.microsoft.com/office/drawing/2014/main" id="{DAD517B5-1F2E-2236-0BCC-F589BE33DA4A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746328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7" name="Straight Connector 2556">
              <a:extLst>
                <a:ext uri="{FF2B5EF4-FFF2-40B4-BE49-F238E27FC236}">
                  <a16:creationId xmlns:a16="http://schemas.microsoft.com/office/drawing/2014/main" id="{3B1B88FC-A4BE-FDEE-208C-17EE7D459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077" y="7468976"/>
              <a:ext cx="26166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8" name="Straight Connector 2557">
              <a:extLst>
                <a:ext uri="{FF2B5EF4-FFF2-40B4-BE49-F238E27FC236}">
                  <a16:creationId xmlns:a16="http://schemas.microsoft.com/office/drawing/2014/main" id="{4F81736E-1CD2-E549-DAC0-4F8E47646B25}"/>
                </a:ext>
              </a:extLst>
            </p:cNvPr>
            <p:cNvCxnSpPr>
              <a:cxnSpLocks/>
            </p:cNvCxnSpPr>
            <p:nvPr/>
          </p:nvCxnSpPr>
          <p:spPr>
            <a:xfrm>
              <a:off x="3158454" y="75827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9" name="Straight Connector 2558">
              <a:extLst>
                <a:ext uri="{FF2B5EF4-FFF2-40B4-BE49-F238E27FC236}">
                  <a16:creationId xmlns:a16="http://schemas.microsoft.com/office/drawing/2014/main" id="{7BE8C899-F3E6-97B6-6476-C2CC37601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0123" y="7700778"/>
              <a:ext cx="0" cy="86037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1" name="Straight Connector 2560">
              <a:extLst>
                <a:ext uri="{FF2B5EF4-FFF2-40B4-BE49-F238E27FC236}">
                  <a16:creationId xmlns:a16="http://schemas.microsoft.com/office/drawing/2014/main" id="{F70E65F0-A2E4-F9EC-BFB9-EF54421F1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012" y="853839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3" name="Straight Connector 2562">
              <a:extLst>
                <a:ext uri="{FF2B5EF4-FFF2-40B4-BE49-F238E27FC236}">
                  <a16:creationId xmlns:a16="http://schemas.microsoft.com/office/drawing/2014/main" id="{B2BD6A52-DB80-BD6D-D2AC-3D462E684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5702" y="865643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4" name="Straight Connector 2563">
              <a:extLst>
                <a:ext uri="{FF2B5EF4-FFF2-40B4-BE49-F238E27FC236}">
                  <a16:creationId xmlns:a16="http://schemas.microsoft.com/office/drawing/2014/main" id="{D383E220-E6ED-B058-FDE2-AEAB6E923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85126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5" name="Straight Connector 2564">
              <a:extLst>
                <a:ext uri="{FF2B5EF4-FFF2-40B4-BE49-F238E27FC236}">
                  <a16:creationId xmlns:a16="http://schemas.microsoft.com/office/drawing/2014/main" id="{E930FB2D-D619-3B0A-6420-EC1BC0BD9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5" y="833361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7" name="Straight Connector 2566">
              <a:extLst>
                <a:ext uri="{FF2B5EF4-FFF2-40B4-BE49-F238E27FC236}">
                  <a16:creationId xmlns:a16="http://schemas.microsoft.com/office/drawing/2014/main" id="{A1369E34-6ECF-88FC-E792-37A968373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5410" y="821415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8" name="Straight Connector 2567">
              <a:extLst>
                <a:ext uri="{FF2B5EF4-FFF2-40B4-BE49-F238E27FC236}">
                  <a16:creationId xmlns:a16="http://schemas.microsoft.com/office/drawing/2014/main" id="{3B0F6F99-2CE7-7A3A-514F-7C4285F57CAE}"/>
                </a:ext>
              </a:extLst>
            </p:cNvPr>
            <p:cNvCxnSpPr>
              <a:cxnSpLocks/>
            </p:cNvCxnSpPr>
            <p:nvPr/>
          </p:nvCxnSpPr>
          <p:spPr>
            <a:xfrm>
              <a:off x="2879722" y="81231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9" name="Straight Connector 2568">
              <a:extLst>
                <a:ext uri="{FF2B5EF4-FFF2-40B4-BE49-F238E27FC236}">
                  <a16:creationId xmlns:a16="http://schemas.microsoft.com/office/drawing/2014/main" id="{88925AAF-3037-82FE-88D4-921BFFA93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0150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0" name="Straight Connector 2569">
              <a:extLst>
                <a:ext uri="{FF2B5EF4-FFF2-40B4-BE49-F238E27FC236}">
                  <a16:creationId xmlns:a16="http://schemas.microsoft.com/office/drawing/2014/main" id="{8056D9CB-6AA3-CD17-2508-359DDBA513D7}"/>
                </a:ext>
              </a:extLst>
            </p:cNvPr>
            <p:cNvCxnSpPr>
              <a:cxnSpLocks/>
            </p:cNvCxnSpPr>
            <p:nvPr/>
          </p:nvCxnSpPr>
          <p:spPr>
            <a:xfrm>
              <a:off x="2868345" y="792404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1" name="Straight Connector 2570">
              <a:extLst>
                <a:ext uri="{FF2B5EF4-FFF2-40B4-BE49-F238E27FC236}">
                  <a16:creationId xmlns:a16="http://schemas.microsoft.com/office/drawing/2014/main" id="{B8A3B1F0-5914-03CC-CC9F-186A0A66D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347" y="7717844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2" name="Straight Connector 2571">
              <a:extLst>
                <a:ext uri="{FF2B5EF4-FFF2-40B4-BE49-F238E27FC236}">
                  <a16:creationId xmlns:a16="http://schemas.microsoft.com/office/drawing/2014/main" id="{D195B6EC-85B1-6FF2-0E00-4D027A632A70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7486041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4" name="Straight Connector 2573">
              <a:extLst>
                <a:ext uri="{FF2B5EF4-FFF2-40B4-BE49-F238E27FC236}">
                  <a16:creationId xmlns:a16="http://schemas.microsoft.com/office/drawing/2014/main" id="{54945624-5954-DC85-05E5-D6D2B2E3C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9214" y="74746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5" name="Straight Connector 2574">
              <a:extLst>
                <a:ext uri="{FF2B5EF4-FFF2-40B4-BE49-F238E27FC236}">
                  <a16:creationId xmlns:a16="http://schemas.microsoft.com/office/drawing/2014/main" id="{2121EE19-E800-D668-F23A-411CC66D5535}"/>
                </a:ext>
              </a:extLst>
            </p:cNvPr>
            <p:cNvCxnSpPr>
              <a:cxnSpLocks/>
            </p:cNvCxnSpPr>
            <p:nvPr/>
          </p:nvCxnSpPr>
          <p:spPr>
            <a:xfrm>
              <a:off x="2071968" y="7577056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6" name="Straight Connector 2575">
              <a:extLst>
                <a:ext uri="{FF2B5EF4-FFF2-40B4-BE49-F238E27FC236}">
                  <a16:creationId xmlns:a16="http://schemas.microsoft.com/office/drawing/2014/main" id="{CB0B75F1-4FA0-3D8C-8145-1350754B3D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7787527"/>
              <a:ext cx="557464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7" name="Straight Connector 2576">
              <a:extLst>
                <a:ext uri="{FF2B5EF4-FFF2-40B4-BE49-F238E27FC236}">
                  <a16:creationId xmlns:a16="http://schemas.microsoft.com/office/drawing/2014/main" id="{13847BED-E02C-EDBB-631B-C617F783C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549" y="789987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9" name="Straight Connector 2578">
              <a:extLst>
                <a:ext uri="{FF2B5EF4-FFF2-40B4-BE49-F238E27FC236}">
                  <a16:creationId xmlns:a16="http://schemas.microsoft.com/office/drawing/2014/main" id="{EF7C24BD-D5A8-CB15-A6C9-1C38AAFEA846}"/>
                </a:ext>
              </a:extLst>
            </p:cNvPr>
            <p:cNvCxnSpPr>
              <a:cxnSpLocks/>
            </p:cNvCxnSpPr>
            <p:nvPr/>
          </p:nvCxnSpPr>
          <p:spPr>
            <a:xfrm>
              <a:off x="1787547" y="790698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0" name="Straight Connector 2579">
              <a:extLst>
                <a:ext uri="{FF2B5EF4-FFF2-40B4-BE49-F238E27FC236}">
                  <a16:creationId xmlns:a16="http://schemas.microsoft.com/office/drawing/2014/main" id="{7F3FFD60-C3A6-14C1-63ED-589447D07CEE}"/>
                </a:ext>
              </a:extLst>
            </p:cNvPr>
            <p:cNvCxnSpPr>
              <a:cxnSpLocks/>
            </p:cNvCxnSpPr>
            <p:nvPr/>
          </p:nvCxnSpPr>
          <p:spPr>
            <a:xfrm>
              <a:off x="1798924" y="81060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1" name="Straight Connector 2580">
              <a:extLst>
                <a:ext uri="{FF2B5EF4-FFF2-40B4-BE49-F238E27FC236}">
                  <a16:creationId xmlns:a16="http://schemas.microsoft.com/office/drawing/2014/main" id="{216FC0FA-971B-B283-6702-C8C66FB3F3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0591" y="811176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2" name="Straight Connector 2581">
              <a:extLst>
                <a:ext uri="{FF2B5EF4-FFF2-40B4-BE49-F238E27FC236}">
                  <a16:creationId xmlns:a16="http://schemas.microsoft.com/office/drawing/2014/main" id="{93B7152B-EB37-FED6-E2AF-5EDFA801EEB1}"/>
                </a:ext>
              </a:extLst>
            </p:cNvPr>
            <p:cNvCxnSpPr>
              <a:cxnSpLocks/>
            </p:cNvCxnSpPr>
            <p:nvPr/>
          </p:nvCxnSpPr>
          <p:spPr>
            <a:xfrm>
              <a:off x="2327946" y="811745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3" name="Straight Connector 2582">
              <a:extLst>
                <a:ext uri="{FF2B5EF4-FFF2-40B4-BE49-F238E27FC236}">
                  <a16:creationId xmlns:a16="http://schemas.microsoft.com/office/drawing/2014/main" id="{9C7BBF7F-18B6-7AB2-3A4A-29823DA226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5303" y="8218424"/>
              <a:ext cx="0" cy="84330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5" name="Straight Connector 2584">
              <a:extLst>
                <a:ext uri="{FF2B5EF4-FFF2-40B4-BE49-F238E27FC236}">
                  <a16:creationId xmlns:a16="http://schemas.microsoft.com/office/drawing/2014/main" id="{FEA646BE-3949-2FA2-0E49-35C29689415C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89479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6" name="Straight Connector 2585">
              <a:extLst>
                <a:ext uri="{FF2B5EF4-FFF2-40B4-BE49-F238E27FC236}">
                  <a16:creationId xmlns:a16="http://schemas.microsoft.com/office/drawing/2014/main" id="{40BB0DE1-4F1E-87E9-9E2F-6608CCF80E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325" y="8327926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7" name="Straight Connector 2586">
              <a:extLst>
                <a:ext uri="{FF2B5EF4-FFF2-40B4-BE49-F238E27FC236}">
                  <a16:creationId xmlns:a16="http://schemas.microsoft.com/office/drawing/2014/main" id="{A647D048-C0A7-B6BD-40E0-6C6038C8B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8327926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8" name="Straight Connector 2587">
              <a:extLst>
                <a:ext uri="{FF2B5EF4-FFF2-40B4-BE49-F238E27FC236}">
                  <a16:creationId xmlns:a16="http://schemas.microsoft.com/office/drawing/2014/main" id="{229B1850-B94D-6137-47D0-A0784FD9A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7839" y="844169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9" name="Straight Connector 2588">
              <a:extLst>
                <a:ext uri="{FF2B5EF4-FFF2-40B4-BE49-F238E27FC236}">
                  <a16:creationId xmlns:a16="http://schemas.microsoft.com/office/drawing/2014/main" id="{5037C2FD-E214-FF9D-C339-E3AF6A5321C2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851260"/>
              <a:ext cx="523334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1" name="Straight Connector 2590">
              <a:extLst>
                <a:ext uri="{FF2B5EF4-FFF2-40B4-BE49-F238E27FC236}">
                  <a16:creationId xmlns:a16="http://schemas.microsoft.com/office/drawing/2014/main" id="{98CD6B43-6332-456D-7020-242084E0E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7438" y="875455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2" name="Straight Connector 2591">
              <a:extLst>
                <a:ext uri="{FF2B5EF4-FFF2-40B4-BE49-F238E27FC236}">
                  <a16:creationId xmlns:a16="http://schemas.microsoft.com/office/drawing/2014/main" id="{AD28AC72-D438-DBA7-4496-C0ED89969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8571106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3" name="Straight Connector 2592">
              <a:extLst>
                <a:ext uri="{FF2B5EF4-FFF2-40B4-BE49-F238E27FC236}">
                  <a16:creationId xmlns:a16="http://schemas.microsoft.com/office/drawing/2014/main" id="{943854A3-A543-865D-AF8F-74D62F7F2CD3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43031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4" name="Straight Connector 2593">
              <a:extLst>
                <a:ext uri="{FF2B5EF4-FFF2-40B4-BE49-F238E27FC236}">
                  <a16:creationId xmlns:a16="http://schemas.microsoft.com/office/drawing/2014/main" id="{628F73B3-2909-1E04-8DF2-606FFD6220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8424629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Straight Connector 2594">
              <a:extLst>
                <a:ext uri="{FF2B5EF4-FFF2-40B4-BE49-F238E27FC236}">
                  <a16:creationId xmlns:a16="http://schemas.microsoft.com/office/drawing/2014/main" id="{AEF55FA1-93FF-4770-F0E7-4BCE6505E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461" y="853697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6" name="Straight Connector 2595">
              <a:extLst>
                <a:ext uri="{FF2B5EF4-FFF2-40B4-BE49-F238E27FC236}">
                  <a16:creationId xmlns:a16="http://schemas.microsoft.com/office/drawing/2014/main" id="{9E227391-70B8-037A-66D6-FD34169463F9}"/>
                </a:ext>
              </a:extLst>
            </p:cNvPr>
            <p:cNvCxnSpPr>
              <a:cxnSpLocks/>
            </p:cNvCxnSpPr>
            <p:nvPr/>
          </p:nvCxnSpPr>
          <p:spPr>
            <a:xfrm>
              <a:off x="979793" y="864078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7" name="Straight Connector 2596">
              <a:extLst>
                <a:ext uri="{FF2B5EF4-FFF2-40B4-BE49-F238E27FC236}">
                  <a16:creationId xmlns:a16="http://schemas.microsoft.com/office/drawing/2014/main" id="{ECF7FFFC-4197-E725-070C-0A9864612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106" y="845733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8" name="Straight Connector 2597">
              <a:extLst>
                <a:ext uri="{FF2B5EF4-FFF2-40B4-BE49-F238E27FC236}">
                  <a16:creationId xmlns:a16="http://schemas.microsoft.com/office/drawing/2014/main" id="{5B802EFB-B2C1-0E5B-411B-0D23B1879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6" y="832223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9" name="Straight Connector 2598">
              <a:extLst>
                <a:ext uri="{FF2B5EF4-FFF2-40B4-BE49-F238E27FC236}">
                  <a16:creationId xmlns:a16="http://schemas.microsoft.com/office/drawing/2014/main" id="{8862AAD6-50DD-C48F-6ECD-0A7312088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4396" y="7889919"/>
              <a:ext cx="0" cy="44369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1" name="Straight Connector 2600">
              <a:extLst>
                <a:ext uri="{FF2B5EF4-FFF2-40B4-BE49-F238E27FC236}">
                  <a16:creationId xmlns:a16="http://schemas.microsoft.com/office/drawing/2014/main" id="{4F9ABA39-C3A7-B364-E066-48C2B41FF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3017" y="7679447"/>
              <a:ext cx="563153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3" name="Straight Connector 2602">
              <a:extLst>
                <a:ext uri="{FF2B5EF4-FFF2-40B4-BE49-F238E27FC236}">
                  <a16:creationId xmlns:a16="http://schemas.microsoft.com/office/drawing/2014/main" id="{B86FF14A-D081-D55B-E39C-7E9AD36EE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747324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4" name="Straight Connector 2603">
              <a:extLst>
                <a:ext uri="{FF2B5EF4-FFF2-40B4-BE49-F238E27FC236}">
                  <a16:creationId xmlns:a16="http://schemas.microsoft.com/office/drawing/2014/main" id="{432AC4DB-D10B-2AA4-80E7-5EE8ADADF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7463288"/>
              <a:ext cx="551776" cy="25029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6" name="Straight Connector 2605">
              <a:extLst>
                <a:ext uri="{FF2B5EF4-FFF2-40B4-BE49-F238E27FC236}">
                  <a16:creationId xmlns:a16="http://schemas.microsoft.com/office/drawing/2014/main" id="{C569EBDE-49F2-5285-6ED2-333595523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5773" y="750737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8" name="Straight Connector 2607">
              <a:extLst>
                <a:ext uri="{FF2B5EF4-FFF2-40B4-BE49-F238E27FC236}">
                  <a16:creationId xmlns:a16="http://schemas.microsoft.com/office/drawing/2014/main" id="{EAA5CC3E-B42D-D895-E0FC-11C175142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2727" y="7395027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9" name="Straight Connector 2608">
              <a:extLst>
                <a:ext uri="{FF2B5EF4-FFF2-40B4-BE49-F238E27FC236}">
                  <a16:creationId xmlns:a16="http://schemas.microsoft.com/office/drawing/2014/main" id="{E130C4A8-C3E7-76A2-F206-0803B879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8" y="7387916"/>
              <a:ext cx="0" cy="40530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1" name="Straight Connector 2610">
              <a:extLst>
                <a:ext uri="{FF2B5EF4-FFF2-40B4-BE49-F238E27FC236}">
                  <a16:creationId xmlns:a16="http://schemas.microsoft.com/office/drawing/2014/main" id="{7F1968FC-CC55-7297-2B3A-E67151501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060" y="7770462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2" name="Straight Connector 2611">
              <a:extLst>
                <a:ext uri="{FF2B5EF4-FFF2-40B4-BE49-F238E27FC236}">
                  <a16:creationId xmlns:a16="http://schemas.microsoft.com/office/drawing/2014/main" id="{EFDC950A-C8DE-5599-069E-42B6F23BA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352" y="80079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4" name="Straight Connector 2613">
              <a:extLst>
                <a:ext uri="{FF2B5EF4-FFF2-40B4-BE49-F238E27FC236}">
                  <a16:creationId xmlns:a16="http://schemas.microsoft.com/office/drawing/2014/main" id="{DD7DC516-8102-0D66-15E2-23337A2666F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72" y="788423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5" name="Straight Connector 2614">
              <a:extLst>
                <a:ext uri="{FF2B5EF4-FFF2-40B4-BE49-F238E27FC236}">
                  <a16:creationId xmlns:a16="http://schemas.microsoft.com/office/drawing/2014/main" id="{C0F6F7B6-663D-755A-5D71-2ACF0A3E6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618" y="820847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6" name="Straight Connector 2615">
              <a:extLst>
                <a:ext uri="{FF2B5EF4-FFF2-40B4-BE49-F238E27FC236}">
                  <a16:creationId xmlns:a16="http://schemas.microsoft.com/office/drawing/2014/main" id="{0E0DBC25-646C-FA83-D6E9-99E4A24E5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932" y="812172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7" name="Straight Connector 2616">
              <a:extLst>
                <a:ext uri="{FF2B5EF4-FFF2-40B4-BE49-F238E27FC236}">
                  <a16:creationId xmlns:a16="http://schemas.microsoft.com/office/drawing/2014/main" id="{D89B0914-65D3-FE9E-4F51-94852A43E720}"/>
                </a:ext>
              </a:extLst>
            </p:cNvPr>
            <p:cNvCxnSpPr>
              <a:cxnSpLocks/>
            </p:cNvCxnSpPr>
            <p:nvPr/>
          </p:nvCxnSpPr>
          <p:spPr>
            <a:xfrm>
              <a:off x="410951" y="799231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8" name="Straight Connector 2617">
              <a:extLst>
                <a:ext uri="{FF2B5EF4-FFF2-40B4-BE49-F238E27FC236}">
                  <a16:creationId xmlns:a16="http://schemas.microsoft.com/office/drawing/2014/main" id="{667C29CC-DC52-CB8A-DDD8-B0628A5863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8" y="780317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9" name="Straight Connector 2618">
              <a:extLst>
                <a:ext uri="{FF2B5EF4-FFF2-40B4-BE49-F238E27FC236}">
                  <a16:creationId xmlns:a16="http://schemas.microsoft.com/office/drawing/2014/main" id="{00B4EED9-DC6E-0DDE-80AD-267E85BA5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951" y="7696513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0" name="Straight Connector 2619">
              <a:extLst>
                <a:ext uri="{FF2B5EF4-FFF2-40B4-BE49-F238E27FC236}">
                  <a16:creationId xmlns:a16="http://schemas.microsoft.com/office/drawing/2014/main" id="{694EF789-90EF-EBE7-4892-70C1BAD25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7" y="7468976"/>
              <a:ext cx="261667" cy="1365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2" name="Straight Connector 2621">
              <a:extLst>
                <a:ext uri="{FF2B5EF4-FFF2-40B4-BE49-F238E27FC236}">
                  <a16:creationId xmlns:a16="http://schemas.microsoft.com/office/drawing/2014/main" id="{BF596AD4-5223-DEF2-FD30-E27A5A879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374" y="746186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3" name="Straight Connector 2622">
              <a:extLst>
                <a:ext uri="{FF2B5EF4-FFF2-40B4-BE49-F238E27FC236}">
                  <a16:creationId xmlns:a16="http://schemas.microsoft.com/office/drawing/2014/main" id="{CF6EA844-13AA-A5D9-55DC-F900FB477A82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6" y="86464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4" name="Straight Connector 2623">
              <a:extLst>
                <a:ext uri="{FF2B5EF4-FFF2-40B4-BE49-F238E27FC236}">
                  <a16:creationId xmlns:a16="http://schemas.microsoft.com/office/drawing/2014/main" id="{8192393E-A440-6451-5108-552F8C0C5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2008" y="862799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652120-6FAD-8B49-759E-36ECD3D0F438}"/>
                </a:ext>
              </a:extLst>
            </p:cNvPr>
            <p:cNvCxnSpPr>
              <a:cxnSpLocks/>
            </p:cNvCxnSpPr>
            <p:nvPr/>
          </p:nvCxnSpPr>
          <p:spPr>
            <a:xfrm>
              <a:off x="6434979" y="8447383"/>
              <a:ext cx="29579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3F3383-F8B9-9205-45A3-8CD463356A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3203" y="810607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5" name="Straight Connector 2774">
              <a:extLst>
                <a:ext uri="{FF2B5EF4-FFF2-40B4-BE49-F238E27FC236}">
                  <a16:creationId xmlns:a16="http://schemas.microsoft.com/office/drawing/2014/main" id="{B4BF2C2B-827C-D246-F8E7-B57EF5A12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4981" y="8241178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3696638" y="2420181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13.08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273174" y="1549400"/>
            <a:ext cx="7632701" cy="5577681"/>
            <a:chOff x="1273174" y="1549400"/>
            <a:chExt cx="7632701" cy="5577681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57203" y="1886355"/>
              <a:ext cx="0" cy="130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584575" y="3257550"/>
              <a:ext cx="427037" cy="1555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4022724" y="3413125"/>
              <a:ext cx="0" cy="4778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29400" y="2062956"/>
              <a:ext cx="754856" cy="166688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49" y="2957512"/>
              <a:ext cx="0" cy="3452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2392" y="1989280"/>
              <a:ext cx="154308" cy="712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F5E8133-1890-64B2-9FB6-3D1B50EDF524}"/>
                </a:ext>
              </a:extLst>
            </p:cNvPr>
            <p:cNvCxnSpPr>
              <a:cxnSpLocks/>
            </p:cNvCxnSpPr>
            <p:nvPr/>
          </p:nvCxnSpPr>
          <p:spPr>
            <a:xfrm>
              <a:off x="1893094" y="2474118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8E05DE-C7CD-2C84-0801-AD801613656A}"/>
                </a:ext>
              </a:extLst>
            </p:cNvPr>
            <p:cNvCxnSpPr>
              <a:cxnSpLocks/>
            </p:cNvCxnSpPr>
            <p:nvPr/>
          </p:nvCxnSpPr>
          <p:spPr>
            <a:xfrm>
              <a:off x="2035968" y="2519362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8BB69DE-7F6F-DCE2-F268-ED1D0D87A31D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07" y="2647950"/>
              <a:ext cx="778668" cy="295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51E1C6D-E6DA-1C6E-CA58-E279BC6CD0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2675" y="3288506"/>
              <a:ext cx="440531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8136B51B-FE61-7670-BDB9-6A41EB7B685F}"/>
                </a:ext>
              </a:extLst>
            </p:cNvPr>
            <p:cNvCxnSpPr>
              <a:cxnSpLocks/>
            </p:cNvCxnSpPr>
            <p:nvPr/>
          </p:nvCxnSpPr>
          <p:spPr>
            <a:xfrm>
              <a:off x="2346324" y="3476625"/>
              <a:ext cx="0" cy="600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48672D7-29DC-D36D-340B-4BB7970168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1525" y="4070350"/>
              <a:ext cx="296863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9594AC22-A027-4874-CFDA-25E6B2FAB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3888" y="4135437"/>
              <a:ext cx="150812" cy="587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011BF6AB-B4B0-A8AF-CEFA-F9C679DDE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506" y="40703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CD8DBDB0-55A0-1B05-7782-3193DD269AE7}"/>
                </a:ext>
              </a:extLst>
            </p:cNvPr>
            <p:cNvCxnSpPr>
              <a:cxnSpLocks/>
            </p:cNvCxnSpPr>
            <p:nvPr/>
          </p:nvCxnSpPr>
          <p:spPr>
            <a:xfrm>
              <a:off x="2040730" y="39417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2AA5432B-E6F0-CE33-7FE4-C4BE2C2D4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8750" y="3949700"/>
              <a:ext cx="6191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C0A8BA8-4103-E294-C15B-78028D956962}"/>
                </a:ext>
              </a:extLst>
            </p:cNvPr>
            <p:cNvCxnSpPr>
              <a:cxnSpLocks/>
            </p:cNvCxnSpPr>
            <p:nvPr/>
          </p:nvCxnSpPr>
          <p:spPr>
            <a:xfrm>
              <a:off x="1431130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C76C866A-7A34-6813-F74D-5708553ED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4184650"/>
              <a:ext cx="314325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5BDA444-6095-12B0-8DA8-F8FBCE014511}"/>
                </a:ext>
              </a:extLst>
            </p:cNvPr>
            <p:cNvCxnSpPr>
              <a:cxnSpLocks/>
            </p:cNvCxnSpPr>
            <p:nvPr/>
          </p:nvCxnSpPr>
          <p:spPr>
            <a:xfrm>
              <a:off x="1729580" y="41830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9982F05-A5E1-3BD9-729D-9A80E1EA06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313" y="4310062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736D406C-2E0E-BEB2-95D1-41735B5E0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9581" y="437197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C261AE37-C53F-1428-D36F-060ED3057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7838" y="44338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4764C218-DF13-91C3-D875-65A640B742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1625" y="4495800"/>
              <a:ext cx="319088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F1ED2C8D-A706-BBD1-9BD1-20DB4FEB1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17638" y="45481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B0027453-ABFC-9A95-1516-839AB85169B4}"/>
                </a:ext>
              </a:extLst>
            </p:cNvPr>
            <p:cNvCxnSpPr>
              <a:cxnSpLocks/>
            </p:cNvCxnSpPr>
            <p:nvPr/>
          </p:nvCxnSpPr>
          <p:spPr>
            <a:xfrm>
              <a:off x="1421605" y="4538663"/>
              <a:ext cx="0" cy="242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C43E9AC-0067-AE38-1952-F7622D6381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6050" y="4546600"/>
              <a:ext cx="60960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B4FFF554-E702-571B-3232-2995D68D2779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80" y="45291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4996573E-1E19-FF89-C67D-7F2F2A04B9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6425" y="46609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5405812D-7ED5-07EC-D9BC-978708AA5FAF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47259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75E29716-948D-2112-6E9F-6E817C531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7200" y="48450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4E3B9D9-A2D7-A06C-B20B-179AED349239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47863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10E8A3E3-AF9E-AC59-E2EC-0ED2E67C38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9525" y="4791075"/>
              <a:ext cx="463550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F3DB784-E338-B5DB-96DA-E5BBDBC3D962}"/>
                </a:ext>
              </a:extLst>
            </p:cNvPr>
            <p:cNvCxnSpPr>
              <a:cxnSpLocks/>
            </p:cNvCxnSpPr>
            <p:nvPr/>
          </p:nvCxnSpPr>
          <p:spPr>
            <a:xfrm>
              <a:off x="1281905" y="4960938"/>
              <a:ext cx="0" cy="363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BC43442-18CC-F911-BC76-5B343C41B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2700" y="5254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BFA9D7B6-768F-69D3-96CE-DF0516B9C6E9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029200"/>
              <a:ext cx="0" cy="239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57E2127A-4051-3BB4-53D6-3D0381AD1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925" y="4959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3721C8E0-F433-B636-7E4E-797A058426DB}"/>
                </a:ext>
              </a:extLst>
            </p:cNvPr>
            <p:cNvCxnSpPr>
              <a:cxnSpLocks/>
            </p:cNvCxnSpPr>
            <p:nvPr/>
          </p:nvCxnSpPr>
          <p:spPr>
            <a:xfrm>
              <a:off x="1583530" y="4965700"/>
              <a:ext cx="0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7D782DBE-4BE8-B39F-CDDD-543EB08B0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53054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BCBA13B-5AF5-578F-9C6B-A7F861B8CA48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376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6CA3ABD8-F0AE-F6B8-26D8-E63093FF4F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3513" y="5503862"/>
              <a:ext cx="307181" cy="1206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05D649DB-CB0B-6957-AE80-128AFD2A610C}"/>
                </a:ext>
              </a:extLst>
            </p:cNvPr>
            <p:cNvCxnSpPr>
              <a:cxnSpLocks/>
            </p:cNvCxnSpPr>
            <p:nvPr/>
          </p:nvCxnSpPr>
          <p:spPr>
            <a:xfrm>
              <a:off x="2043905" y="56372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E2EDFB6D-B5B5-F317-7AF3-4DDFA7F64C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7975" y="5445125"/>
              <a:ext cx="473074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2E7286B-9119-F42B-9385-4365F986A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1150" y="5381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51D65231-F43F-D176-882E-6927197F7F58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5153025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5F6A136B-797B-FED7-405F-1AF45E9EF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0375" y="5086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1C53B154-3F9D-4AF7-238F-541E01C69277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5083175"/>
              <a:ext cx="0" cy="349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CF8D303E-6874-22FD-1E6E-338248FC64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250" y="542607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F05529C4-C213-E81F-2FFC-9F22640A9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350" y="5435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CF412D5-95BA-6570-CBAE-371B50EE5304}"/>
                </a:ext>
              </a:extLst>
            </p:cNvPr>
            <p:cNvCxnSpPr>
              <a:cxnSpLocks/>
            </p:cNvCxnSpPr>
            <p:nvPr/>
          </p:nvCxnSpPr>
          <p:spPr>
            <a:xfrm>
              <a:off x="2186780" y="5437188"/>
              <a:ext cx="0" cy="207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5E767663-C7E8-E6D5-AB97-B39C08F24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5661025"/>
              <a:ext cx="167481" cy="777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D755CBAD-12CB-9BCA-13F8-F5388B5F5C59}"/>
                </a:ext>
              </a:extLst>
            </p:cNvPr>
            <p:cNvCxnSpPr>
              <a:cxnSpLocks/>
            </p:cNvCxnSpPr>
            <p:nvPr/>
          </p:nvCxnSpPr>
          <p:spPr>
            <a:xfrm>
              <a:off x="2342355" y="5499100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5EA590E2-1A00-8778-A066-BA1DF951EA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3150" y="5492750"/>
              <a:ext cx="15875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76BCCA0-44DB-C654-A427-8A8707188674}"/>
                </a:ext>
              </a:extLst>
            </p:cNvPr>
            <p:cNvCxnSpPr>
              <a:cxnSpLocks/>
            </p:cNvCxnSpPr>
            <p:nvPr/>
          </p:nvCxnSpPr>
          <p:spPr>
            <a:xfrm>
              <a:off x="2494755" y="5557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6CFF67A4-0543-67B4-6603-451C0710C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6261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2BAAEA61-6505-0FEA-AC26-41D11D818ED1}"/>
                </a:ext>
              </a:extLst>
            </p:cNvPr>
            <p:cNvCxnSpPr>
              <a:cxnSpLocks/>
            </p:cNvCxnSpPr>
            <p:nvPr/>
          </p:nvCxnSpPr>
          <p:spPr>
            <a:xfrm>
              <a:off x="2650330" y="5503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D3B9DB18-A211-B4A6-1086-880869041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3879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2051F-F37E-56E3-9A6C-EF80CA5C6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8250" y="5445125"/>
              <a:ext cx="15875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ED635E3C-CD9F-82A5-26DA-2048807EB6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5197475"/>
              <a:ext cx="460375" cy="196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B076E022-B838-A926-8ED7-C3403665FC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2000" y="51847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35A90C7F-63D6-AAFA-062F-5FBC39C2DA61}"/>
                </a:ext>
              </a:extLst>
            </p:cNvPr>
            <p:cNvCxnSpPr>
              <a:cxnSpLocks/>
            </p:cNvCxnSpPr>
            <p:nvPr/>
          </p:nvCxnSpPr>
          <p:spPr>
            <a:xfrm>
              <a:off x="2037555" y="5038725"/>
              <a:ext cx="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D3D8D5E7-C96A-2D49-63B5-8EFBDE823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5175" y="5029200"/>
              <a:ext cx="60960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B68DA4B4-B31B-6770-FA86-23EFAAEDB084}"/>
                </a:ext>
              </a:extLst>
            </p:cNvPr>
            <p:cNvCxnSpPr>
              <a:cxnSpLocks/>
            </p:cNvCxnSpPr>
            <p:nvPr/>
          </p:nvCxnSpPr>
          <p:spPr>
            <a:xfrm>
              <a:off x="2647155" y="51419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0D36BB45-F992-0C75-4F28-761A58CFC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4968875"/>
              <a:ext cx="47307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A96D445B-A0A8-CC59-1C8B-B308873E3F02}"/>
                </a:ext>
              </a:extLst>
            </p:cNvPr>
            <p:cNvCxnSpPr>
              <a:cxnSpLocks/>
            </p:cNvCxnSpPr>
            <p:nvPr/>
          </p:nvCxnSpPr>
          <p:spPr>
            <a:xfrm>
              <a:off x="2189955" y="48434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8FA5CFD0-134E-E94F-A37B-6DC706FC5A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4875" y="48418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D015498D-AAE9-FA27-0883-DDD877DACB32}"/>
                </a:ext>
              </a:extLst>
            </p:cNvPr>
            <p:cNvCxnSpPr>
              <a:cxnSpLocks/>
            </p:cNvCxnSpPr>
            <p:nvPr/>
          </p:nvCxnSpPr>
          <p:spPr>
            <a:xfrm>
              <a:off x="2656680" y="48942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3C9A919F-4CE1-8EEB-951D-922DD7D53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7575" y="472122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69502577-BDB4-C9EA-15F5-1D1C3D196DCA}"/>
                </a:ext>
              </a:extLst>
            </p:cNvPr>
            <p:cNvCxnSpPr>
              <a:cxnSpLocks/>
            </p:cNvCxnSpPr>
            <p:nvPr/>
          </p:nvCxnSpPr>
          <p:spPr>
            <a:xfrm>
              <a:off x="2193130" y="4614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6A5A364-93FE-678C-FC13-E7744391ED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46132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94148182-6DCC-0E0D-1FCB-3D080BEA3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000" y="47244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2792ACE8-AED7-C53D-7C75-DC0478A113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6069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C6B6D85-C68E-7075-D23C-EE3AC71B4B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4546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72FA2007-44BA-86A0-2C25-ADAE8E4D35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7100" y="43719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4D3FDD42-CBBB-1569-329D-7945D5470344}"/>
                </a:ext>
              </a:extLst>
            </p:cNvPr>
            <p:cNvCxnSpPr>
              <a:cxnSpLocks/>
            </p:cNvCxnSpPr>
            <p:nvPr/>
          </p:nvCxnSpPr>
          <p:spPr>
            <a:xfrm>
              <a:off x="2199480" y="42370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88412A75-E9AC-69E2-8F58-4A73A5E6A8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925" y="41846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9F3D3FE1-A1F5-0341-B4D8-951864523BEB}"/>
                </a:ext>
              </a:extLst>
            </p:cNvPr>
            <p:cNvCxnSpPr>
              <a:cxnSpLocks/>
            </p:cNvCxnSpPr>
            <p:nvPr/>
          </p:nvCxnSpPr>
          <p:spPr>
            <a:xfrm>
              <a:off x="2348705" y="41767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7632E04B-3ECE-3608-675C-FF4299E48E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6325" y="4305300"/>
              <a:ext cx="625475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6855508-F712-E278-8F36-1A69E32FE4C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5" y="44211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0F26578E-3F95-F47A-7666-4CD814FA4C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2576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087017B-EA93-09A4-814A-59A27DFD9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1425" y="41941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13D53826-C1EA-7FFB-4E04-FECEB45619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0175" y="42005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F7E8D1B4-59FB-A34F-5C1D-C13110DAE3BB}"/>
                </a:ext>
              </a:extLst>
            </p:cNvPr>
            <p:cNvCxnSpPr>
              <a:cxnSpLocks/>
            </p:cNvCxnSpPr>
            <p:nvPr/>
          </p:nvCxnSpPr>
          <p:spPr>
            <a:xfrm>
              <a:off x="2963862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A30C4D34-EFFE-96A6-FD19-320E0D699E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4000" y="4124325"/>
              <a:ext cx="173038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5F5382C0-6CE6-5D5A-E628-C34EADF1D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40608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E649ECDF-F2D6-F309-DF62-3733962B2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40608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55985789-B0A4-DBB9-84BA-8FB3AB203E46}"/>
                </a:ext>
              </a:extLst>
            </p:cNvPr>
            <p:cNvCxnSpPr>
              <a:cxnSpLocks/>
            </p:cNvCxnSpPr>
            <p:nvPr/>
          </p:nvCxnSpPr>
          <p:spPr>
            <a:xfrm>
              <a:off x="3113880" y="4148138"/>
              <a:ext cx="0" cy="579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5115E9C3-A1F3-66F6-FD8B-08AECA5E80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5625" y="471805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9B71C0A7-07D5-45B7-33D5-D3BAFF971735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5" y="4799013"/>
              <a:ext cx="0" cy="350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3D0B3F8C-2B2E-C3C8-DA28-FE0ED50ED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5150" y="50641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4264B3CB-ECE9-1541-7121-20FEB6B47068}"/>
                </a:ext>
              </a:extLst>
            </p:cNvPr>
            <p:cNvCxnSpPr>
              <a:cxnSpLocks/>
            </p:cNvCxnSpPr>
            <p:nvPr/>
          </p:nvCxnSpPr>
          <p:spPr>
            <a:xfrm>
              <a:off x="3107530" y="4851400"/>
              <a:ext cx="0" cy="223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03A705D-7612-5A0E-9D67-12F0E5AC4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0350" y="4854575"/>
              <a:ext cx="298450" cy="111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FB6A189B-67B3-454D-F66C-19ECBE1975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0825" y="495300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F7F038EE-64DB-4213-8988-C738A7D5B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525" y="503872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Straight Connector 1987">
              <a:extLst>
                <a:ext uri="{FF2B5EF4-FFF2-40B4-BE49-F238E27FC236}">
                  <a16:creationId xmlns:a16="http://schemas.microsoft.com/office/drawing/2014/main" id="{FFD5E795-F995-23B6-A055-A44A63BB1391}"/>
                </a:ext>
              </a:extLst>
            </p:cNvPr>
            <p:cNvCxnSpPr>
              <a:cxnSpLocks/>
            </p:cNvCxnSpPr>
            <p:nvPr/>
          </p:nvCxnSpPr>
          <p:spPr>
            <a:xfrm>
              <a:off x="2802730" y="50815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930E1EBB-196D-A962-C444-3D98D7344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6225" y="51498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5F6CD90B-7962-AF84-46DE-D7E6F9DF0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2750" y="51435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9145FE32-4B0D-C408-4AC0-32FDEEAE2424}"/>
                </a:ext>
              </a:extLst>
            </p:cNvPr>
            <p:cNvCxnSpPr>
              <a:cxnSpLocks/>
            </p:cNvCxnSpPr>
            <p:nvPr/>
          </p:nvCxnSpPr>
          <p:spPr>
            <a:xfrm>
              <a:off x="3104355" y="5202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C9CE743B-F0BB-AA72-7D39-F22BD5048B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52578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D6C4A011-A05F-D256-C1D5-09373FA933A4}"/>
                </a:ext>
              </a:extLst>
            </p:cNvPr>
            <p:cNvCxnSpPr>
              <a:cxnSpLocks/>
            </p:cNvCxnSpPr>
            <p:nvPr/>
          </p:nvCxnSpPr>
          <p:spPr>
            <a:xfrm>
              <a:off x="2951955" y="5268913"/>
              <a:ext cx="0" cy="347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B6B1F23B-E253-1051-0D61-C5F2F5F0F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9100" y="561657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BA743247-5ED3-DF8F-B213-3DB1B33F0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8325" y="5565775"/>
              <a:ext cx="298450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A8EE184F-F47A-7F43-8826-178C449A42A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557838"/>
              <a:ext cx="150020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636AD313-066F-E837-C42A-AF49A8AE4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1200" y="5629275"/>
              <a:ext cx="307975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70017B48-ADFC-9605-5B83-40E0E6EDF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1200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F5877D3A-202E-BA51-0A48-3672663C491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7927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A99712C4-2C26-2069-E180-7B8FC279E1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9950" y="59277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BD02D2C0-1076-99A6-F8D4-97948E20CEAC}"/>
                </a:ext>
              </a:extLst>
            </p:cNvPr>
            <p:cNvCxnSpPr>
              <a:cxnSpLocks/>
            </p:cNvCxnSpPr>
            <p:nvPr/>
          </p:nvCxnSpPr>
          <p:spPr>
            <a:xfrm>
              <a:off x="3567905" y="5743575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0F0D76C7-20A8-2461-1B1C-B0AF61BF95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9175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7D0F58A9-21AE-81F6-ED9D-A717A5A9A2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1575" y="5737225"/>
              <a:ext cx="161925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0196E861-F298-AE3E-29E4-6C2A03FBF7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0325" y="57372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D5739DA3-B458-5C11-2866-6425EBEA4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4950" y="5676900"/>
              <a:ext cx="2825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E82406F9-4159-E2DB-C4E1-1D10A7EC3397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FC680C0-B416-3B85-EC7B-2ECF8E4379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5118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4FA1225-7AAA-718C-2619-D2B151EAC30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130" y="54975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229A034A-76D8-EAA7-AE3C-B3587DC83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0400" y="5553075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4926C7BD-1842-A957-C8A9-98EDF4997129}"/>
                </a:ext>
              </a:extLst>
            </p:cNvPr>
            <p:cNvCxnSpPr>
              <a:cxnSpLocks/>
            </p:cNvCxnSpPr>
            <p:nvPr/>
          </p:nvCxnSpPr>
          <p:spPr>
            <a:xfrm>
              <a:off x="4637880" y="5424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F5F5043A-56A8-44DB-A276-E756966D9E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975" y="5429250"/>
              <a:ext cx="32385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EA74FCEF-0FC2-73E1-898A-B98B726CDB5F}"/>
                </a:ext>
              </a:extLst>
            </p:cNvPr>
            <p:cNvCxnSpPr>
              <a:cxnSpLocks/>
            </p:cNvCxnSpPr>
            <p:nvPr/>
          </p:nvCxnSpPr>
          <p:spPr>
            <a:xfrm>
              <a:off x="49426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22707A6C-BBB4-60FF-6763-731C5228B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43475" y="56769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018D656F-01EC-BC90-1D9D-9AA2A9D088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4725" y="5984875"/>
              <a:ext cx="294481" cy="1135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AE8EA051-5BC1-7311-A081-9E45C1AAA2B0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5738813"/>
              <a:ext cx="0" cy="24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482054B8-8876-84C5-E14C-804745115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6806" y="5740400"/>
              <a:ext cx="157163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7DD49F85-B528-13D8-8D55-34A39DA8A5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9050" y="5870575"/>
              <a:ext cx="292100" cy="104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3A4833CE-7CBC-D366-56B2-96FD5A57AE62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00" y="5870575"/>
              <a:ext cx="0" cy="108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11664BF8-3D61-C55C-FD3C-F7B8DFC1EB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1925" y="58039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BB2B4FAB-68F1-15C7-F144-1B42D5257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400" y="57594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8D0C1D06-A9E5-4BC2-7671-D5B5CD7BF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9525" y="5619750"/>
              <a:ext cx="31432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Straight Connector 2015">
              <a:extLst>
                <a:ext uri="{FF2B5EF4-FFF2-40B4-BE49-F238E27FC236}">
                  <a16:creationId xmlns:a16="http://schemas.microsoft.com/office/drawing/2014/main" id="{0C755F1D-FE31-55E9-4420-588B679CC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6350" y="556577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AED50892-5F74-E9C8-C100-A4AE3A421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5381625"/>
              <a:ext cx="47942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Straight Connector 2018">
              <a:extLst>
                <a:ext uri="{FF2B5EF4-FFF2-40B4-BE49-F238E27FC236}">
                  <a16:creationId xmlns:a16="http://schemas.microsoft.com/office/drawing/2014/main" id="{6EA78136-14DC-28A9-77AC-B259327A7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550" y="53340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8C6D75C5-B2FF-EB81-64AD-0A7292159E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7125" y="533717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2" name="Straight Connector 2021">
              <a:extLst>
                <a:ext uri="{FF2B5EF4-FFF2-40B4-BE49-F238E27FC236}">
                  <a16:creationId xmlns:a16="http://schemas.microsoft.com/office/drawing/2014/main" id="{3B010FBA-0260-379F-638F-BCCF0FFC4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2700" y="5314950"/>
              <a:ext cx="15557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AC2F9EB0-C52E-ABE5-E8D8-51088AF2F30D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5" y="53165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2024">
              <a:extLst>
                <a:ext uri="{FF2B5EF4-FFF2-40B4-BE49-F238E27FC236}">
                  <a16:creationId xmlns:a16="http://schemas.microsoft.com/office/drawing/2014/main" id="{B32E626A-E340-2707-F9DC-FCCECBAD94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8750" y="54546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9FAF269C-FF4F-1C56-0CDF-C4A64ED0EBB8}"/>
                </a:ext>
              </a:extLst>
            </p:cNvPr>
            <p:cNvCxnSpPr>
              <a:cxnSpLocks/>
            </p:cNvCxnSpPr>
            <p:nvPr/>
          </p:nvCxnSpPr>
          <p:spPr>
            <a:xfrm>
              <a:off x="5387180" y="53673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7" name="Straight Connector 2026">
              <a:extLst>
                <a:ext uri="{FF2B5EF4-FFF2-40B4-BE49-F238E27FC236}">
                  <a16:creationId xmlns:a16="http://schemas.microsoft.com/office/drawing/2014/main" id="{70E20C09-6625-33AA-8467-9586D81F6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7975" y="53784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CF478CD6-3EFC-A1B5-A36D-5609DFA20336}"/>
                </a:ext>
              </a:extLst>
            </p:cNvPr>
            <p:cNvCxnSpPr>
              <a:cxnSpLocks/>
            </p:cNvCxnSpPr>
            <p:nvPr/>
          </p:nvCxnSpPr>
          <p:spPr>
            <a:xfrm>
              <a:off x="5539580" y="54403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9" name="Straight Connector 2028">
              <a:extLst>
                <a:ext uri="{FF2B5EF4-FFF2-40B4-BE49-F238E27FC236}">
                  <a16:creationId xmlns:a16="http://schemas.microsoft.com/office/drawing/2014/main" id="{573C9CF1-9EF9-C762-3E39-E3AB55708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4025" y="5492750"/>
              <a:ext cx="1682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9C6659D2-A1E0-ADB2-266B-4C12C236C3AE}"/>
                </a:ext>
              </a:extLst>
            </p:cNvPr>
            <p:cNvCxnSpPr>
              <a:cxnSpLocks/>
            </p:cNvCxnSpPr>
            <p:nvPr/>
          </p:nvCxnSpPr>
          <p:spPr>
            <a:xfrm>
              <a:off x="5698330" y="5497513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F2EDD809-8D12-E5AF-B25F-00842810B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2775" y="5570538"/>
              <a:ext cx="164305" cy="555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CE3DFB4B-4E1E-13FB-D8BE-55BCB32109EA}"/>
                </a:ext>
              </a:extLst>
            </p:cNvPr>
            <p:cNvCxnSpPr>
              <a:cxnSpLocks/>
            </p:cNvCxnSpPr>
            <p:nvPr/>
          </p:nvCxnSpPr>
          <p:spPr>
            <a:xfrm>
              <a:off x="5695155" y="5614988"/>
              <a:ext cx="0" cy="474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4E5130AF-3062-1C20-B645-A8990C25D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369" y="6094413"/>
              <a:ext cx="461961" cy="1658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04DED8DA-C21A-D470-1D29-D2AE801AE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6" y="6048375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1B65A7F4-F9C1-D284-A3A7-8904F98AB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6825" y="614600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2042">
              <a:extLst>
                <a:ext uri="{FF2B5EF4-FFF2-40B4-BE49-F238E27FC236}">
                  <a16:creationId xmlns:a16="http://schemas.microsoft.com/office/drawing/2014/main" id="{420BAD35-A907-3B99-D752-635ADD13D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4425" y="6096000"/>
              <a:ext cx="140494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8D5658C1-5B24-79A1-79C0-DE23F144B2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2307" y="620553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CADA2D5F-37AA-0E79-FEDC-4979D673A413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5727700"/>
              <a:ext cx="0" cy="473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F0EEFD7A-407E-408D-E91C-5631B24A09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1650" y="57277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2049">
              <a:extLst>
                <a:ext uri="{FF2B5EF4-FFF2-40B4-BE49-F238E27FC236}">
                  <a16:creationId xmlns:a16="http://schemas.microsoft.com/office/drawing/2014/main" id="{246CB369-4623-2452-8AD8-D2B52177B5EE}"/>
                </a:ext>
              </a:extLst>
            </p:cNvPr>
            <p:cNvCxnSpPr>
              <a:cxnSpLocks/>
            </p:cNvCxnSpPr>
            <p:nvPr/>
          </p:nvCxnSpPr>
          <p:spPr>
            <a:xfrm>
              <a:off x="4317205" y="5791200"/>
              <a:ext cx="0" cy="346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7420A939-B969-DA3C-11BA-B6F38298F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1475" y="6146800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AD7A641A-EA3A-E6AD-0E21-7DF0A6D567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25" y="61658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FC823607-2C3B-EECF-00DE-A3E0D27A952C}"/>
                </a:ext>
              </a:extLst>
            </p:cNvPr>
            <p:cNvCxnSpPr>
              <a:cxnSpLocks/>
            </p:cNvCxnSpPr>
            <p:nvPr/>
          </p:nvCxnSpPr>
          <p:spPr>
            <a:xfrm>
              <a:off x="4018755" y="60436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86FCF6B9-A110-BBB2-A043-8FA94778A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3500" y="6035675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5FBB60BF-AB4F-17EB-946C-3BD2D590E74A}"/>
                </a:ext>
              </a:extLst>
            </p:cNvPr>
            <p:cNvCxnSpPr>
              <a:cxnSpLocks/>
            </p:cNvCxnSpPr>
            <p:nvPr/>
          </p:nvCxnSpPr>
          <p:spPr>
            <a:xfrm>
              <a:off x="3875880" y="6103938"/>
              <a:ext cx="0" cy="112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95544C6F-00FE-344C-5525-8ABF6B4888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207919"/>
              <a:ext cx="132555" cy="53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2060">
              <a:extLst>
                <a:ext uri="{FF2B5EF4-FFF2-40B4-BE49-F238E27FC236}">
                  <a16:creationId xmlns:a16="http://schemas.microsoft.com/office/drawing/2014/main" id="{CE259520-B006-9585-E99E-013EDF204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8600" y="6262688"/>
              <a:ext cx="292894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888529DE-CE13-4AE3-F6BC-DF736B3DA7F1}"/>
                </a:ext>
              </a:extLst>
            </p:cNvPr>
            <p:cNvCxnSpPr>
              <a:cxnSpLocks/>
            </p:cNvCxnSpPr>
            <p:nvPr/>
          </p:nvCxnSpPr>
          <p:spPr>
            <a:xfrm>
              <a:off x="4024311" y="6384925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99ACB893-89CB-D5F3-CEED-7BBC40C5D5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2406" y="6507956"/>
              <a:ext cx="321469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C96825CB-C63F-1C1B-ACDB-34AE66DB40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9150" y="6627019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D0E864F6-4200-5821-88E5-87333C1A125E}"/>
                </a:ext>
              </a:extLst>
            </p:cNvPr>
            <p:cNvCxnSpPr>
              <a:cxnSpLocks/>
            </p:cNvCxnSpPr>
            <p:nvPr/>
          </p:nvCxnSpPr>
          <p:spPr>
            <a:xfrm>
              <a:off x="4329905" y="65166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1D7544BA-ED04-A15E-2B90-9B576A794BAA}"/>
                </a:ext>
              </a:extLst>
            </p:cNvPr>
            <p:cNvCxnSpPr>
              <a:cxnSpLocks/>
            </p:cNvCxnSpPr>
            <p:nvPr/>
          </p:nvCxnSpPr>
          <p:spPr>
            <a:xfrm>
              <a:off x="4628355" y="6507956"/>
              <a:ext cx="0" cy="1143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21C68955-C26D-2B43-ECDF-2DB9A12DE3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7525" y="6273800"/>
              <a:ext cx="307975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D0DDE090-3740-C2B0-E34B-A5F7C874B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375" y="62174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0E313CD7-3987-2E9C-B57F-680A1310E9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9168" y="6572250"/>
              <a:ext cx="328613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AE2FD257-50FF-E1F0-B6E2-FF51DED5F31F}"/>
                </a:ext>
              </a:extLst>
            </p:cNvPr>
            <p:cNvCxnSpPr>
              <a:cxnSpLocks/>
            </p:cNvCxnSpPr>
            <p:nvPr/>
          </p:nvCxnSpPr>
          <p:spPr>
            <a:xfrm>
              <a:off x="4934745" y="6165056"/>
              <a:ext cx="0" cy="2309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7B0FB7CC-168E-C116-9919-C1678822D6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6446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E635F513-63C5-6FC5-829B-777507329A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1431" y="6575424"/>
              <a:ext cx="137319" cy="563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14438CBF-58CC-8DB8-4339-62B782EE7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7461" y="6577013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9F261C38-F9D9-F49F-E993-6D7882F1EF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2363" y="6754018"/>
              <a:ext cx="165893" cy="68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8F478C97-6D9B-6879-D85C-1890D87C0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4406" y="6746081"/>
              <a:ext cx="15478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3E51B417-89E7-354E-B088-1DEF333A3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3894" y="6755606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7F5ACDFE-B3F7-B4BB-5D0B-E695C30BC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350" y="6872288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2C0CB4CF-EFBF-2646-F800-768468E16F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4313" y="6743700"/>
              <a:ext cx="299243" cy="1246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B52B236F-036A-2A86-AC9A-02548D740D47}"/>
                </a:ext>
              </a:extLst>
            </p:cNvPr>
            <p:cNvCxnSpPr>
              <a:cxnSpLocks/>
            </p:cNvCxnSpPr>
            <p:nvPr/>
          </p:nvCxnSpPr>
          <p:spPr>
            <a:xfrm>
              <a:off x="4028280" y="662781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3AD085DA-FF02-5046-1E9E-828024E86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8419" y="656590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4FFFD7FA-E618-2BD7-64F4-FD961D234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5544" y="6688931"/>
              <a:ext cx="165894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CB84A6B9-48C1-7BB6-2E3E-9AF99369AA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6750844"/>
              <a:ext cx="297656" cy="123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3116B0BD-6D26-F932-20EE-198546F585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9256" y="668972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2F9EB267-438C-18F4-31DE-FF88056A7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5587" y="6690519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08070FF3-BF62-A369-48A9-22AD1F50B5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7313" y="6687344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2EB6781E-DEE8-C747-AEF9-CD552308C6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49" y="6685757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4494C587-0B2C-0218-828B-B43764C22A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5931" y="6450806"/>
              <a:ext cx="768351" cy="2984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B4305602-23F9-2585-84BE-A4B8BF924EA3}"/>
                </a:ext>
              </a:extLst>
            </p:cNvPr>
            <p:cNvCxnSpPr>
              <a:cxnSpLocks/>
            </p:cNvCxnSpPr>
            <p:nvPr/>
          </p:nvCxnSpPr>
          <p:spPr>
            <a:xfrm>
              <a:off x="1732755" y="63373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34ACEC1C-3699-FEA3-6E5A-5914806F94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67657" y="6275387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FE2B4094-BA96-5001-AD69-EFF5AD54D612}"/>
                </a:ext>
              </a:extLst>
            </p:cNvPr>
            <p:cNvCxnSpPr>
              <a:cxnSpLocks/>
            </p:cNvCxnSpPr>
            <p:nvPr/>
          </p:nvCxnSpPr>
          <p:spPr>
            <a:xfrm>
              <a:off x="1577974" y="61563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26BEFB3F-196D-8086-2ECA-BD083EB91C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23988" y="6093619"/>
              <a:ext cx="151607" cy="531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2CF69C6B-A42D-C299-3B05-540F50DD0675}"/>
                </a:ext>
              </a:extLst>
            </p:cNvPr>
            <p:cNvCxnSpPr>
              <a:cxnSpLocks/>
            </p:cNvCxnSpPr>
            <p:nvPr/>
          </p:nvCxnSpPr>
          <p:spPr>
            <a:xfrm>
              <a:off x="1273174" y="5911851"/>
              <a:ext cx="0" cy="2349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AFBDB1CB-53B4-4081-82A4-0DE7122C6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8732" y="61388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1F132D34-3480-0BB1-24D8-49B0024A4FAC}"/>
                </a:ext>
              </a:extLst>
            </p:cNvPr>
            <p:cNvCxnSpPr>
              <a:cxnSpLocks/>
            </p:cNvCxnSpPr>
            <p:nvPr/>
          </p:nvCxnSpPr>
          <p:spPr>
            <a:xfrm>
              <a:off x="1435099" y="62071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87ACFF39-EEB3-4668-FD7C-151BFBFCA2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132" y="63293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B007ADD2-A3BF-88E7-14F9-AFC7E861207D}"/>
                </a:ext>
              </a:extLst>
            </p:cNvPr>
            <p:cNvCxnSpPr>
              <a:cxnSpLocks/>
            </p:cNvCxnSpPr>
            <p:nvPr/>
          </p:nvCxnSpPr>
          <p:spPr>
            <a:xfrm>
              <a:off x="1587499" y="63881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19E85990-5BF0-F8A0-61BC-2A61792FB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6707" y="65071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FFDDC26B-09F4-F82F-0C2F-D527AEAAAA33}"/>
                </a:ext>
              </a:extLst>
            </p:cNvPr>
            <p:cNvCxnSpPr>
              <a:cxnSpLocks/>
            </p:cNvCxnSpPr>
            <p:nvPr/>
          </p:nvCxnSpPr>
          <p:spPr>
            <a:xfrm>
              <a:off x="1733549" y="65659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8F2AF566-6CBD-CAC6-0090-0E1563777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757" y="6688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E70B4398-15C4-76C3-BE2E-33980C98A1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74" y="66230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8ABBCF2C-48E6-D69A-08FA-FC3C47E919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81982" y="66278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B0D80446-BD60-6D0A-C6A2-464D27D28B30}"/>
                </a:ext>
              </a:extLst>
            </p:cNvPr>
            <p:cNvCxnSpPr>
              <a:cxnSpLocks/>
            </p:cNvCxnSpPr>
            <p:nvPr/>
          </p:nvCxnSpPr>
          <p:spPr>
            <a:xfrm>
              <a:off x="2028824" y="6677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B4EF40F1-3BA2-A7A0-7920-1DA247655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7557" y="6799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D0E1B395-2192-B6DF-D1A1-1D7CBCD25BEC}"/>
                </a:ext>
              </a:extLst>
            </p:cNvPr>
            <p:cNvCxnSpPr>
              <a:cxnSpLocks/>
            </p:cNvCxnSpPr>
            <p:nvPr/>
          </p:nvCxnSpPr>
          <p:spPr>
            <a:xfrm>
              <a:off x="2193924" y="67405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2846EAD1-E463-D6DB-9D32-08EA86662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2657" y="67421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55AEA779-573A-1493-F7B2-70CFC9CD5A28}"/>
                </a:ext>
              </a:extLst>
            </p:cNvPr>
            <p:cNvCxnSpPr>
              <a:cxnSpLocks/>
            </p:cNvCxnSpPr>
            <p:nvPr/>
          </p:nvCxnSpPr>
          <p:spPr>
            <a:xfrm>
              <a:off x="2352674" y="6804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ED1C5C8B-5BD7-61CE-FDEE-761ADD4AD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1882" y="6926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3189A4CE-68D6-820A-9C7B-28C6EAC125F1}"/>
                </a:ext>
              </a:extLst>
            </p:cNvPr>
            <p:cNvCxnSpPr>
              <a:cxnSpLocks/>
            </p:cNvCxnSpPr>
            <p:nvPr/>
          </p:nvCxnSpPr>
          <p:spPr>
            <a:xfrm>
              <a:off x="2501899" y="686117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FAB7B0A4-A056-F851-7C14-744F10BC55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107" y="68659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DF07CB26-AA51-C765-CF29-62ECB5720D9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124" y="68008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509AC9C2-D31C-97CE-7702-C5C00489CD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9857" y="6815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9FD58A07-1E36-3FF6-8F25-4750F7DDF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719" y="6767513"/>
              <a:ext cx="0" cy="3444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2151">
              <a:extLst>
                <a:ext uri="{FF2B5EF4-FFF2-40B4-BE49-F238E27FC236}">
                  <a16:creationId xmlns:a16="http://schemas.microsoft.com/office/drawing/2014/main" id="{C3DF67CE-F831-CA32-13EC-BD02FB1A2B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7925" y="704611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Straight Connector 2152">
              <a:extLst>
                <a:ext uri="{FF2B5EF4-FFF2-40B4-BE49-F238E27FC236}">
                  <a16:creationId xmlns:a16="http://schemas.microsoft.com/office/drawing/2014/main" id="{CAADD745-F083-DD0D-A0F9-EB7B64B84B1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0" y="69310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Straight Connector 2153">
              <a:extLst>
                <a:ext uri="{FF2B5EF4-FFF2-40B4-BE49-F238E27FC236}">
                  <a16:creationId xmlns:a16="http://schemas.microsoft.com/office/drawing/2014/main" id="{51781B2A-3998-B423-6664-8418F20119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928644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3473B385-30D2-3583-D9BD-832AB3B36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9075" y="70397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2158">
              <a:extLst>
                <a:ext uri="{FF2B5EF4-FFF2-40B4-BE49-F238E27FC236}">
                  <a16:creationId xmlns:a16="http://schemas.microsoft.com/office/drawing/2014/main" id="{C6393DC5-305E-0603-00B5-65EF2CFB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4769" y="6810375"/>
              <a:ext cx="465931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6FAC0FE6-15A2-2EA6-55C0-2EBFDA096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350" y="70492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2161">
              <a:extLst>
                <a:ext uri="{FF2B5EF4-FFF2-40B4-BE49-F238E27FC236}">
                  <a16:creationId xmlns:a16="http://schemas.microsoft.com/office/drawing/2014/main" id="{D2BAEAED-3368-B511-1605-9E78DC3A76D6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6827044"/>
              <a:ext cx="0" cy="2182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139E55BC-6E4C-CF91-0781-7BD176306CF1}"/>
                </a:ext>
              </a:extLst>
            </p:cNvPr>
            <p:cNvCxnSpPr>
              <a:cxnSpLocks/>
            </p:cNvCxnSpPr>
            <p:nvPr/>
          </p:nvCxnSpPr>
          <p:spPr>
            <a:xfrm>
              <a:off x="4634705" y="6772275"/>
              <a:ext cx="0" cy="330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4A89595C-05C3-9012-7E87-EA65103EB4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5500" y="704294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BBBB481E-D164-6A3D-F0A8-EB3A5BDA46E2}"/>
                </a:ext>
              </a:extLst>
            </p:cNvPr>
            <p:cNvCxnSpPr>
              <a:cxnSpLocks/>
            </p:cNvCxnSpPr>
            <p:nvPr/>
          </p:nvCxnSpPr>
          <p:spPr>
            <a:xfrm>
              <a:off x="4777580" y="69215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2036040D-B8EE-DB01-8BAA-26E7BEBA10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2344" y="6918325"/>
              <a:ext cx="154781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5E730FB0-8E9A-6872-5943-A6553654F471}"/>
                </a:ext>
              </a:extLst>
            </p:cNvPr>
            <p:cNvCxnSpPr>
              <a:cxnSpLocks/>
            </p:cNvCxnSpPr>
            <p:nvPr/>
          </p:nvCxnSpPr>
          <p:spPr>
            <a:xfrm>
              <a:off x="4949030" y="69850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4750EDA8-7C4B-E87B-8435-87FD97592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3475" y="6972300"/>
              <a:ext cx="304800" cy="1531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373B5788-7159-971A-E6D7-D0B9DA776802}"/>
                </a:ext>
              </a:extLst>
            </p:cNvPr>
            <p:cNvCxnSpPr>
              <a:cxnSpLocks/>
            </p:cNvCxnSpPr>
            <p:nvPr/>
          </p:nvCxnSpPr>
          <p:spPr>
            <a:xfrm>
              <a:off x="5241130" y="69913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27A14B64-DD31-235A-42D8-D3F646C5506C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5686425"/>
              <a:ext cx="306387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3B12E916-6F32-7DD8-B3C6-6F73E2DB5006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55" y="5805488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05F2EEF4-126D-12D2-8479-13BB9CEBCA92}"/>
                </a:ext>
              </a:extLst>
            </p:cNvPr>
            <p:cNvCxnSpPr>
              <a:cxnSpLocks/>
            </p:cNvCxnSpPr>
            <p:nvPr/>
          </p:nvCxnSpPr>
          <p:spPr>
            <a:xfrm>
              <a:off x="6450805" y="5916613"/>
              <a:ext cx="305595" cy="125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D9DC3706-169A-E046-F68E-4EC59D070699}"/>
                </a:ext>
              </a:extLst>
            </p:cNvPr>
            <p:cNvCxnSpPr>
              <a:cxnSpLocks/>
            </p:cNvCxnSpPr>
            <p:nvPr/>
          </p:nvCxnSpPr>
          <p:spPr>
            <a:xfrm>
              <a:off x="6758780" y="6043613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2214">
              <a:extLst>
                <a:ext uri="{FF2B5EF4-FFF2-40B4-BE49-F238E27FC236}">
                  <a16:creationId xmlns:a16="http://schemas.microsoft.com/office/drawing/2014/main" id="{1FBE4629-D432-2F0D-9167-14017B2D859E}"/>
                </a:ext>
              </a:extLst>
            </p:cNvPr>
            <p:cNvCxnSpPr>
              <a:cxnSpLocks/>
            </p:cNvCxnSpPr>
            <p:nvPr/>
          </p:nvCxnSpPr>
          <p:spPr>
            <a:xfrm>
              <a:off x="6765130" y="6148388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0FFF3FC3-FB8E-C3E3-F5A7-AFAA4AAB4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1500" y="615950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2B46A289-AAFB-4D66-1ACC-14CF5CD36EFB}"/>
                </a:ext>
              </a:extLst>
            </p:cNvPr>
            <p:cNvCxnSpPr>
              <a:cxnSpLocks/>
            </p:cNvCxnSpPr>
            <p:nvPr/>
          </p:nvCxnSpPr>
          <p:spPr>
            <a:xfrm>
              <a:off x="7085013" y="6157118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18AD0157-E24A-6270-2873-A512F14AC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9950" y="6156325"/>
              <a:ext cx="1555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80B6EF65-B237-2965-DD35-4AA25A8077A3}"/>
                </a:ext>
              </a:extLst>
            </p:cNvPr>
            <p:cNvCxnSpPr>
              <a:cxnSpLocks/>
            </p:cNvCxnSpPr>
            <p:nvPr/>
          </p:nvCxnSpPr>
          <p:spPr>
            <a:xfrm>
              <a:off x="7375525" y="6156325"/>
              <a:ext cx="457200" cy="1714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Straight Connector 2226">
              <a:extLst>
                <a:ext uri="{FF2B5EF4-FFF2-40B4-BE49-F238E27FC236}">
                  <a16:creationId xmlns:a16="http://schemas.microsoft.com/office/drawing/2014/main" id="{DEB39ECB-DF46-8267-6292-0CA5A762D0B9}"/>
                </a:ext>
              </a:extLst>
            </p:cNvPr>
            <p:cNvCxnSpPr>
              <a:cxnSpLocks/>
            </p:cNvCxnSpPr>
            <p:nvPr/>
          </p:nvCxnSpPr>
          <p:spPr>
            <a:xfrm>
              <a:off x="7831930" y="6335713"/>
              <a:ext cx="0" cy="2270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2999A164-7D4E-8A4B-F369-CA9BDDB3DC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3931" y="5745956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5FD50A69-35B8-2672-63FB-548EC4F5B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7580" y="6388894"/>
              <a:ext cx="15875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3" name="Straight Connector 2242">
              <a:extLst>
                <a:ext uri="{FF2B5EF4-FFF2-40B4-BE49-F238E27FC236}">
                  <a16:creationId xmlns:a16="http://schemas.microsoft.com/office/drawing/2014/main" id="{FBDEFFAD-E7FE-033E-9626-1DAA0DBFE149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12" y="668496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8" name="Straight Connector 2247">
              <a:extLst>
                <a:ext uri="{FF2B5EF4-FFF2-40B4-BE49-F238E27FC236}">
                  <a16:creationId xmlns:a16="http://schemas.microsoft.com/office/drawing/2014/main" id="{D9FDB02B-E23D-F508-AC0E-8708031BC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875" y="6522244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9" name="Straight Connector 2248">
              <a:extLst>
                <a:ext uri="{FF2B5EF4-FFF2-40B4-BE49-F238E27FC236}">
                  <a16:creationId xmlns:a16="http://schemas.microsoft.com/office/drawing/2014/main" id="{CDC0C6E1-8389-E672-7D7B-CE1E03537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0719" y="65031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2" name="Straight Connector 2251">
              <a:extLst>
                <a:ext uri="{FF2B5EF4-FFF2-40B4-BE49-F238E27FC236}">
                  <a16:creationId xmlns:a16="http://schemas.microsoft.com/office/drawing/2014/main" id="{B77332D0-FF4C-9104-C3EF-37EF2DC7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0737" y="63285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" name="Straight Connector 2255">
              <a:extLst>
                <a:ext uri="{FF2B5EF4-FFF2-40B4-BE49-F238E27FC236}">
                  <a16:creationId xmlns:a16="http://schemas.microsoft.com/office/drawing/2014/main" id="{47A58686-7067-56B4-8D38-85512BD6F3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182" y="614838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" name="Straight Connector 2256">
              <a:extLst>
                <a:ext uri="{FF2B5EF4-FFF2-40B4-BE49-F238E27FC236}">
                  <a16:creationId xmlns:a16="http://schemas.microsoft.com/office/drawing/2014/main" id="{ED2BF38C-CE6C-A1CC-C82B-35A4F7A888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8357" y="61412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9" name="Straight Connector 2258">
              <a:extLst>
                <a:ext uri="{FF2B5EF4-FFF2-40B4-BE49-F238E27FC236}">
                  <a16:creationId xmlns:a16="http://schemas.microsoft.com/office/drawing/2014/main" id="{E61ED548-8BCF-A69D-EDAA-D1E290640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119" y="62618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0" name="Straight Connector 2259">
              <a:extLst>
                <a:ext uri="{FF2B5EF4-FFF2-40B4-BE49-F238E27FC236}">
                  <a16:creationId xmlns:a16="http://schemas.microsoft.com/office/drawing/2014/main" id="{4E6013C1-66C2-DCDD-2FBB-045CBD0919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8736" y="6334920"/>
              <a:ext cx="0" cy="244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2" name="Straight Connector 2261">
              <a:extLst>
                <a:ext uri="{FF2B5EF4-FFF2-40B4-BE49-F238E27FC236}">
                  <a16:creationId xmlns:a16="http://schemas.microsoft.com/office/drawing/2014/main" id="{B219E812-A34C-3A3B-867B-BB2E21AE2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955" y="6638925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4" name="Straight Connector 2263">
              <a:extLst>
                <a:ext uri="{FF2B5EF4-FFF2-40B4-BE49-F238E27FC236}">
                  <a16:creationId xmlns:a16="http://schemas.microsoft.com/office/drawing/2014/main" id="{EEE94CDC-68ED-EA8E-81E0-578CFC6F7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493" y="6741319"/>
              <a:ext cx="138113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8" name="Straight Connector 2267">
              <a:extLst>
                <a:ext uri="{FF2B5EF4-FFF2-40B4-BE49-F238E27FC236}">
                  <a16:creationId xmlns:a16="http://schemas.microsoft.com/office/drawing/2014/main" id="{B972934D-E180-9DB3-FE0F-7425DBCB5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74" y="6693694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Straight Connector 2276">
              <a:extLst>
                <a:ext uri="{FF2B5EF4-FFF2-40B4-BE49-F238E27FC236}">
                  <a16:creationId xmlns:a16="http://schemas.microsoft.com/office/drawing/2014/main" id="{849386D5-70FF-BFD1-F7BF-B8FCCA334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755" y="7005637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8" name="Straight Connector 2277">
              <a:extLst>
                <a:ext uri="{FF2B5EF4-FFF2-40B4-BE49-F238E27FC236}">
                  <a16:creationId xmlns:a16="http://schemas.microsoft.com/office/drawing/2014/main" id="{C9D56688-C65C-6CB6-5E63-3153A1B42A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569" y="7052469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4" name="Straight Connector 2283">
              <a:extLst>
                <a:ext uri="{FF2B5EF4-FFF2-40B4-BE49-F238E27FC236}">
                  <a16:creationId xmlns:a16="http://schemas.microsoft.com/office/drawing/2014/main" id="{2EFFC27D-F59B-30A7-A624-373AFC2AF9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6806" y="5917406"/>
              <a:ext cx="323850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6" name="Straight Connector 2285">
              <a:extLst>
                <a:ext uri="{FF2B5EF4-FFF2-40B4-BE49-F238E27FC236}">
                  <a16:creationId xmlns:a16="http://schemas.microsoft.com/office/drawing/2014/main" id="{3D416AB6-1F89-4678-366F-94DC0D3F62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744" y="5858669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0" name="Straight Connector 2289">
              <a:extLst>
                <a:ext uri="{FF2B5EF4-FFF2-40B4-BE49-F238E27FC236}">
                  <a16:creationId xmlns:a16="http://schemas.microsoft.com/office/drawing/2014/main" id="{90F5B5B0-E515-AB76-D118-6FDDDA8993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481" y="7050087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1" name="Straight Connector 2290">
              <a:extLst>
                <a:ext uri="{FF2B5EF4-FFF2-40B4-BE49-F238E27FC236}">
                  <a16:creationId xmlns:a16="http://schemas.microsoft.com/office/drawing/2014/main" id="{16BADE7C-EC9B-17C5-9729-5A1D2913C46A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48" y="6457950"/>
              <a:ext cx="0" cy="5953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3" name="Straight Connector 2292">
              <a:extLst>
                <a:ext uri="{FF2B5EF4-FFF2-40B4-BE49-F238E27FC236}">
                  <a16:creationId xmlns:a16="http://schemas.microsoft.com/office/drawing/2014/main" id="{DBE3AEA9-3162-33C5-A657-169FDCE5CC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3969" y="6324600"/>
              <a:ext cx="316706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Straight Connector 2294">
              <a:extLst>
                <a:ext uri="{FF2B5EF4-FFF2-40B4-BE49-F238E27FC236}">
                  <a16:creationId xmlns:a16="http://schemas.microsoft.com/office/drawing/2014/main" id="{C020ABD7-0017-97FF-2E79-91E3332A1848}"/>
                </a:ext>
              </a:extLst>
            </p:cNvPr>
            <p:cNvCxnSpPr>
              <a:cxnSpLocks/>
            </p:cNvCxnSpPr>
            <p:nvPr/>
          </p:nvCxnSpPr>
          <p:spPr>
            <a:xfrm>
              <a:off x="5087144" y="621506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9" name="Straight Connector 2298">
              <a:extLst>
                <a:ext uri="{FF2B5EF4-FFF2-40B4-BE49-F238E27FC236}">
                  <a16:creationId xmlns:a16="http://schemas.microsoft.com/office/drawing/2014/main" id="{1297BD65-0953-AFEF-C65A-2A9397A8B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1344" y="5675313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2" name="Straight Connector 2301">
              <a:extLst>
                <a:ext uri="{FF2B5EF4-FFF2-40B4-BE49-F238E27FC236}">
                  <a16:creationId xmlns:a16="http://schemas.microsoft.com/office/drawing/2014/main" id="{10C80E7A-8A7F-E787-29B6-36FC250F7D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5575" y="62738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Straight Connector 2302">
              <a:extLst>
                <a:ext uri="{FF2B5EF4-FFF2-40B4-BE49-F238E27FC236}">
                  <a16:creationId xmlns:a16="http://schemas.microsoft.com/office/drawing/2014/main" id="{DD094766-7B35-6B05-F980-6DD5413A7F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325" y="6210300"/>
              <a:ext cx="31750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5" name="Straight Connector 2304">
              <a:extLst>
                <a:ext uri="{FF2B5EF4-FFF2-40B4-BE49-F238E27FC236}">
                  <a16:creationId xmlns:a16="http://schemas.microsoft.com/office/drawing/2014/main" id="{0720004E-EE00-9BBB-5CA6-B974E31BF67D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4" y="6218238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6" name="Straight Connector 2305">
              <a:extLst>
                <a:ext uri="{FF2B5EF4-FFF2-40B4-BE49-F238E27FC236}">
                  <a16:creationId xmlns:a16="http://schemas.microsoft.com/office/drawing/2014/main" id="{F87C3CE7-7B1A-9099-C306-3E3604A3ED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7675" y="633015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7" name="Straight Connector 2306">
              <a:extLst>
                <a:ext uri="{FF2B5EF4-FFF2-40B4-BE49-F238E27FC236}">
                  <a16:creationId xmlns:a16="http://schemas.microsoft.com/office/drawing/2014/main" id="{B916EACE-6DCD-19DA-1253-928B0B29E89D}"/>
                </a:ext>
              </a:extLst>
            </p:cNvPr>
            <p:cNvCxnSpPr>
              <a:cxnSpLocks/>
            </p:cNvCxnSpPr>
            <p:nvPr/>
          </p:nvCxnSpPr>
          <p:spPr>
            <a:xfrm>
              <a:off x="5534819" y="6405563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9" name="Straight Connector 2308">
              <a:extLst>
                <a:ext uri="{FF2B5EF4-FFF2-40B4-BE49-F238E27FC236}">
                  <a16:creationId xmlns:a16="http://schemas.microsoft.com/office/drawing/2014/main" id="{6186CF30-183B-DEBC-140D-8099A69F80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0850" y="6514306"/>
              <a:ext cx="333375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0" name="Straight Connector 2309">
              <a:extLst>
                <a:ext uri="{FF2B5EF4-FFF2-40B4-BE49-F238E27FC236}">
                  <a16:creationId xmlns:a16="http://schemas.microsoft.com/office/drawing/2014/main" id="{3E130B2E-00F0-B19C-A030-B19A1CDD2515}"/>
                </a:ext>
              </a:extLst>
            </p:cNvPr>
            <p:cNvCxnSpPr>
              <a:cxnSpLocks/>
            </p:cNvCxnSpPr>
            <p:nvPr/>
          </p:nvCxnSpPr>
          <p:spPr>
            <a:xfrm>
              <a:off x="5852319" y="652621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1" name="Straight Connector 2310">
              <a:extLst>
                <a:ext uri="{FF2B5EF4-FFF2-40B4-BE49-F238E27FC236}">
                  <a16:creationId xmlns:a16="http://schemas.microsoft.com/office/drawing/2014/main" id="{D9079971-89CC-02D5-3CB7-C3ED76A50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8350" y="6568281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2" name="Straight Connector 2311">
              <a:extLst>
                <a:ext uri="{FF2B5EF4-FFF2-40B4-BE49-F238E27FC236}">
                  <a16:creationId xmlns:a16="http://schemas.microsoft.com/office/drawing/2014/main" id="{D9C2E8C8-8EC1-3AFC-F75D-2FA9FDD190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9800" y="657225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3" name="Straight Connector 2312">
              <a:extLst>
                <a:ext uri="{FF2B5EF4-FFF2-40B4-BE49-F238E27FC236}">
                  <a16:creationId xmlns:a16="http://schemas.microsoft.com/office/drawing/2014/main" id="{B2436915-C32B-487A-488D-021B74926F1F}"/>
                </a:ext>
              </a:extLst>
            </p:cNvPr>
            <p:cNvCxnSpPr>
              <a:cxnSpLocks/>
            </p:cNvCxnSpPr>
            <p:nvPr/>
          </p:nvCxnSpPr>
          <p:spPr>
            <a:xfrm>
              <a:off x="6166644" y="6640513"/>
              <a:ext cx="0" cy="1031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5" name="Straight Connector 2314">
              <a:extLst>
                <a:ext uri="{FF2B5EF4-FFF2-40B4-BE49-F238E27FC236}">
                  <a16:creationId xmlns:a16="http://schemas.microsoft.com/office/drawing/2014/main" id="{EA9D9CF7-CBE6-9AA2-2933-31E5FA254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8825" y="6746081"/>
              <a:ext cx="327025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9" name="Straight Connector 2318">
              <a:extLst>
                <a:ext uri="{FF2B5EF4-FFF2-40B4-BE49-F238E27FC236}">
                  <a16:creationId xmlns:a16="http://schemas.microsoft.com/office/drawing/2014/main" id="{446ECEB3-5229-609C-E8E0-DF32ADD00A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4025" y="6750050"/>
              <a:ext cx="304800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1" name="Straight Connector 2320">
              <a:extLst>
                <a:ext uri="{FF2B5EF4-FFF2-40B4-BE49-F238E27FC236}">
                  <a16:creationId xmlns:a16="http://schemas.microsoft.com/office/drawing/2014/main" id="{98759EF6-4E0B-269A-C0C5-05712FC3A567}"/>
                </a:ext>
              </a:extLst>
            </p:cNvPr>
            <p:cNvCxnSpPr>
              <a:cxnSpLocks/>
            </p:cNvCxnSpPr>
            <p:nvPr/>
          </p:nvCxnSpPr>
          <p:spPr>
            <a:xfrm>
              <a:off x="5544344" y="6742113"/>
              <a:ext cx="0" cy="3659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2" name="Straight Connector 2321">
              <a:extLst>
                <a:ext uri="{FF2B5EF4-FFF2-40B4-BE49-F238E27FC236}">
                  <a16:creationId xmlns:a16="http://schemas.microsoft.com/office/drawing/2014/main" id="{CF8439B3-E670-ADE8-669A-484618F9F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4769" y="6572250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2" name="Straight Connector 2701">
              <a:extLst>
                <a:ext uri="{FF2B5EF4-FFF2-40B4-BE49-F238E27FC236}">
                  <a16:creationId xmlns:a16="http://schemas.microsoft.com/office/drawing/2014/main" id="{8114C4D0-0D6F-0B65-A3DB-6B4B932F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9900" y="703659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4" name="Straight Connector 2703">
              <a:extLst>
                <a:ext uri="{FF2B5EF4-FFF2-40B4-BE49-F238E27FC236}">
                  <a16:creationId xmlns:a16="http://schemas.microsoft.com/office/drawing/2014/main" id="{77A20F87-FB19-222A-DD3F-0F3CF836F9D4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2" y="6910387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5" name="Straight Connector 2704">
              <a:extLst>
                <a:ext uri="{FF2B5EF4-FFF2-40B4-BE49-F238E27FC236}">
                  <a16:creationId xmlns:a16="http://schemas.microsoft.com/office/drawing/2014/main" id="{B0537908-4B35-E6F9-54FB-475726DD4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5475" y="692150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7" name="Straight Connector 2706">
              <a:extLst>
                <a:ext uri="{FF2B5EF4-FFF2-40B4-BE49-F238E27FC236}">
                  <a16:creationId xmlns:a16="http://schemas.microsoft.com/office/drawing/2014/main" id="{2C27EA95-FB06-A827-79BB-5425AF3669FC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48" y="697706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8" name="Straight Connector 2707">
              <a:extLst>
                <a:ext uri="{FF2B5EF4-FFF2-40B4-BE49-F238E27FC236}">
                  <a16:creationId xmlns:a16="http://schemas.microsoft.com/office/drawing/2014/main" id="{96DD4579-BA3C-E271-44E6-A9A388D612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7556" y="7043738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9" name="Straight Connector 2708">
              <a:extLst>
                <a:ext uri="{FF2B5EF4-FFF2-40B4-BE49-F238E27FC236}">
                  <a16:creationId xmlns:a16="http://schemas.microsoft.com/office/drawing/2014/main" id="{FA436135-6C30-90B9-1621-86107BA282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5512" y="7047706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0" name="Straight Connector 2709">
              <a:extLst>
                <a:ext uri="{FF2B5EF4-FFF2-40B4-BE49-F238E27FC236}">
                  <a16:creationId xmlns:a16="http://schemas.microsoft.com/office/drawing/2014/main" id="{2039A67A-20BD-75CC-7CAD-0059DE6F2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5212" y="705564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1" name="Straight Connector 2710">
              <a:extLst>
                <a:ext uri="{FF2B5EF4-FFF2-40B4-BE49-F238E27FC236}">
                  <a16:creationId xmlns:a16="http://schemas.microsoft.com/office/drawing/2014/main" id="{92178253-5912-4047-B4BA-2CDB29D46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70524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2" name="Straight Connector 2711">
              <a:extLst>
                <a:ext uri="{FF2B5EF4-FFF2-40B4-BE49-F238E27FC236}">
                  <a16:creationId xmlns:a16="http://schemas.microsoft.com/office/drawing/2014/main" id="{5AF5B4E5-2DF6-7FA2-7EEB-5F2D149589ED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30" y="7003256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3" name="Straight Connector 2712">
              <a:extLst>
                <a:ext uri="{FF2B5EF4-FFF2-40B4-BE49-F238E27FC236}">
                  <a16:creationId xmlns:a16="http://schemas.microsoft.com/office/drawing/2014/main" id="{51E7830C-18FE-A17D-5B37-29D7B8653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3169" y="69381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4" name="Straight Connector 2713">
              <a:extLst>
                <a:ext uri="{FF2B5EF4-FFF2-40B4-BE49-F238E27FC236}">
                  <a16:creationId xmlns:a16="http://schemas.microsoft.com/office/drawing/2014/main" id="{71467C05-C5C5-7EEB-D967-D5F25F233F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93420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5" name="Straight Connector 2714">
              <a:extLst>
                <a:ext uri="{FF2B5EF4-FFF2-40B4-BE49-F238E27FC236}">
                  <a16:creationId xmlns:a16="http://schemas.microsoft.com/office/drawing/2014/main" id="{BC35DB83-9C2D-51AF-6F56-670156D940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5987" y="6928643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6" name="Straight Connector 2715">
              <a:extLst>
                <a:ext uri="{FF2B5EF4-FFF2-40B4-BE49-F238E27FC236}">
                  <a16:creationId xmlns:a16="http://schemas.microsoft.com/office/drawing/2014/main" id="{E232CA99-1A1C-CE80-820B-B9DFEAB70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0431" y="6807994"/>
              <a:ext cx="322263" cy="1238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8" name="Straight Connector 2717">
              <a:extLst>
                <a:ext uri="{FF2B5EF4-FFF2-40B4-BE49-F238E27FC236}">
                  <a16:creationId xmlns:a16="http://schemas.microsoft.com/office/drawing/2014/main" id="{8C48A4A5-40A6-9D00-6836-41193E5173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5075" y="6809581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9" name="Straight Connector 2718">
              <a:extLst>
                <a:ext uri="{FF2B5EF4-FFF2-40B4-BE49-F238E27FC236}">
                  <a16:creationId xmlns:a16="http://schemas.microsoft.com/office/drawing/2014/main" id="{ACFC55F1-4A2C-57AB-80E7-249187F537EE}"/>
                </a:ext>
              </a:extLst>
            </p:cNvPr>
            <p:cNvCxnSpPr>
              <a:cxnSpLocks/>
            </p:cNvCxnSpPr>
            <p:nvPr/>
          </p:nvCxnSpPr>
          <p:spPr>
            <a:xfrm>
              <a:off x="6465093" y="67532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0" name="Straight Connector 2719">
              <a:extLst>
                <a:ext uri="{FF2B5EF4-FFF2-40B4-BE49-F238E27FC236}">
                  <a16:creationId xmlns:a16="http://schemas.microsoft.com/office/drawing/2014/main" id="{F95621E0-00BD-024F-35D6-8363C18F72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6692899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1" name="Straight Connector 2720">
              <a:extLst>
                <a:ext uri="{FF2B5EF4-FFF2-40B4-BE49-F238E27FC236}">
                  <a16:creationId xmlns:a16="http://schemas.microsoft.com/office/drawing/2014/main" id="{97A09B61-DD1A-ED47-3D5B-91F8A4AC635A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5722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2" name="Straight Connector 2721">
              <a:extLst>
                <a:ext uri="{FF2B5EF4-FFF2-40B4-BE49-F238E27FC236}">
                  <a16:creationId xmlns:a16="http://schemas.microsoft.com/office/drawing/2014/main" id="{2623BF09-7A89-8246-2BF7-5F7CDF8036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3149" y="650478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3" name="Straight Connector 2722">
              <a:extLst>
                <a:ext uri="{FF2B5EF4-FFF2-40B4-BE49-F238E27FC236}">
                  <a16:creationId xmlns:a16="http://schemas.microsoft.com/office/drawing/2014/main" id="{C3320AF7-E02A-1DB0-F47E-02EA03B6A3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45318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4" name="Straight Connector 2723">
              <a:extLst>
                <a:ext uri="{FF2B5EF4-FFF2-40B4-BE49-F238E27FC236}">
                  <a16:creationId xmlns:a16="http://schemas.microsoft.com/office/drawing/2014/main" id="{A5DA96D0-5050-C057-E828-92B2863275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5530" y="6383337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5" name="Straight Connector 2724">
              <a:extLst>
                <a:ext uri="{FF2B5EF4-FFF2-40B4-BE49-F238E27FC236}">
                  <a16:creationId xmlns:a16="http://schemas.microsoft.com/office/drawing/2014/main" id="{26AAD58E-4F0D-2E21-C5FB-FFFF1A3236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7593" y="6331745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6" name="Straight Connector 2725">
              <a:extLst>
                <a:ext uri="{FF2B5EF4-FFF2-40B4-BE49-F238E27FC236}">
                  <a16:creationId xmlns:a16="http://schemas.microsoft.com/office/drawing/2014/main" id="{D80707E1-7FFB-A318-CE4B-B466F7FC8718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08885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8" name="Straight Connector 2727">
              <a:extLst>
                <a:ext uri="{FF2B5EF4-FFF2-40B4-BE49-F238E27FC236}">
                  <a16:creationId xmlns:a16="http://schemas.microsoft.com/office/drawing/2014/main" id="{85AB2952-2FDB-92B4-029F-84E098CF30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0292" y="602853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9" name="Straight Connector 2728">
              <a:extLst>
                <a:ext uri="{FF2B5EF4-FFF2-40B4-BE49-F238E27FC236}">
                  <a16:creationId xmlns:a16="http://schemas.microsoft.com/office/drawing/2014/main" id="{4B048901-B3A4-A52F-4633-2584AC13A64F}"/>
                </a:ext>
              </a:extLst>
            </p:cNvPr>
            <p:cNvCxnSpPr>
              <a:cxnSpLocks/>
            </p:cNvCxnSpPr>
            <p:nvPr/>
          </p:nvCxnSpPr>
          <p:spPr>
            <a:xfrm>
              <a:off x="6162674" y="6022181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0" name="Straight Connector 2729">
              <a:extLst>
                <a:ext uri="{FF2B5EF4-FFF2-40B4-BE49-F238E27FC236}">
                  <a16:creationId xmlns:a16="http://schemas.microsoft.com/office/drawing/2014/main" id="{84FDA9BB-0C2B-1685-2D10-798CC1F40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4243" y="626745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1" name="Straight Connector 2730">
              <a:extLst>
                <a:ext uri="{FF2B5EF4-FFF2-40B4-BE49-F238E27FC236}">
                  <a16:creationId xmlns:a16="http://schemas.microsoft.com/office/drawing/2014/main" id="{985A5C03-D039-A5F2-43E3-BDABB6AA5D1B}"/>
                </a:ext>
              </a:extLst>
            </p:cNvPr>
            <p:cNvCxnSpPr>
              <a:cxnSpLocks/>
            </p:cNvCxnSpPr>
            <p:nvPr/>
          </p:nvCxnSpPr>
          <p:spPr>
            <a:xfrm>
              <a:off x="6007892" y="619601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2" name="Straight Connector 2731">
              <a:extLst>
                <a:ext uri="{FF2B5EF4-FFF2-40B4-BE49-F238E27FC236}">
                  <a16:creationId xmlns:a16="http://schemas.microsoft.com/office/drawing/2014/main" id="{EDA3B1C0-C040-06DC-C49A-9F781BF21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9936" y="62055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3" name="Straight Connector 2732">
              <a:extLst>
                <a:ext uri="{FF2B5EF4-FFF2-40B4-BE49-F238E27FC236}">
                  <a16:creationId xmlns:a16="http://schemas.microsoft.com/office/drawing/2014/main" id="{ABF883B5-2351-69D2-5EE9-61F7A05273C6}"/>
                </a:ext>
              </a:extLst>
            </p:cNvPr>
            <p:cNvCxnSpPr>
              <a:cxnSpLocks/>
            </p:cNvCxnSpPr>
            <p:nvPr/>
          </p:nvCxnSpPr>
          <p:spPr>
            <a:xfrm>
              <a:off x="5855492" y="5672138"/>
              <a:ext cx="0" cy="583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5" name="Straight Connector 2734">
              <a:extLst>
                <a:ext uri="{FF2B5EF4-FFF2-40B4-BE49-F238E27FC236}">
                  <a16:creationId xmlns:a16="http://schemas.microsoft.com/office/drawing/2014/main" id="{A9C11D85-7947-5051-16B6-8444B2DEE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7874" y="5673724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6" name="Straight Connector 2735">
              <a:extLst>
                <a:ext uri="{FF2B5EF4-FFF2-40B4-BE49-F238E27FC236}">
                  <a16:creationId xmlns:a16="http://schemas.microsoft.com/office/drawing/2014/main" id="{9E45BFDC-1DFD-C3AE-0F3D-5ED06C2CD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9479" y="56721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0" name="Straight Connector 2739">
              <a:extLst>
                <a:ext uri="{FF2B5EF4-FFF2-40B4-BE49-F238E27FC236}">
                  <a16:creationId xmlns:a16="http://schemas.microsoft.com/office/drawing/2014/main" id="{9D8A5E4B-84B6-88CF-BAF7-63DCD2E8B9AA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6286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2" name="Straight Connector 2741">
              <a:extLst>
                <a:ext uri="{FF2B5EF4-FFF2-40B4-BE49-F238E27FC236}">
                  <a16:creationId xmlns:a16="http://schemas.microsoft.com/office/drawing/2014/main" id="{B5D8B2D1-5234-8755-E204-C4FA47570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606" y="67484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4" name="Straight Connector 2743">
              <a:extLst>
                <a:ext uri="{FF2B5EF4-FFF2-40B4-BE49-F238E27FC236}">
                  <a16:creationId xmlns:a16="http://schemas.microsoft.com/office/drawing/2014/main" id="{8F54D23D-4E44-7169-87ED-9BF404A3B368}"/>
                </a:ext>
              </a:extLst>
            </p:cNvPr>
            <p:cNvCxnSpPr>
              <a:cxnSpLocks/>
            </p:cNvCxnSpPr>
            <p:nvPr/>
          </p:nvCxnSpPr>
          <p:spPr>
            <a:xfrm>
              <a:off x="7222331" y="6686550"/>
              <a:ext cx="30480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6" name="Straight Connector 2745">
              <a:extLst>
                <a:ext uri="{FF2B5EF4-FFF2-40B4-BE49-F238E27FC236}">
                  <a16:creationId xmlns:a16="http://schemas.microsoft.com/office/drawing/2014/main" id="{9F0E8A13-6CC6-9F1A-F374-E0F85E119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2294" y="6684169"/>
              <a:ext cx="30003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8" name="Straight Connector 2747">
              <a:extLst>
                <a:ext uri="{FF2B5EF4-FFF2-40B4-BE49-F238E27FC236}">
                  <a16:creationId xmlns:a16="http://schemas.microsoft.com/office/drawing/2014/main" id="{8D40FD49-8DC4-DFEC-FBC2-4AC79375A0C9}"/>
                </a:ext>
              </a:extLst>
            </p:cNvPr>
            <p:cNvCxnSpPr>
              <a:cxnSpLocks/>
            </p:cNvCxnSpPr>
            <p:nvPr/>
          </p:nvCxnSpPr>
          <p:spPr>
            <a:xfrm>
              <a:off x="6925469" y="6797674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9" name="Straight Connector 2748">
              <a:extLst>
                <a:ext uri="{FF2B5EF4-FFF2-40B4-BE49-F238E27FC236}">
                  <a16:creationId xmlns:a16="http://schemas.microsoft.com/office/drawing/2014/main" id="{91D29C2E-0DD9-FADA-F4B5-F90D7B215F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025" y="680561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0" name="Straight Connector 2749">
              <a:extLst>
                <a:ext uri="{FF2B5EF4-FFF2-40B4-BE49-F238E27FC236}">
                  <a16:creationId xmlns:a16="http://schemas.microsoft.com/office/drawing/2014/main" id="{763B104E-F2CC-2374-54C2-11F1A7508326}"/>
                </a:ext>
              </a:extLst>
            </p:cNvPr>
            <p:cNvCxnSpPr>
              <a:cxnSpLocks/>
            </p:cNvCxnSpPr>
            <p:nvPr/>
          </p:nvCxnSpPr>
          <p:spPr>
            <a:xfrm>
              <a:off x="7220744" y="6804817"/>
              <a:ext cx="156369" cy="603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2" name="Straight Connector 2751">
              <a:extLst>
                <a:ext uri="{FF2B5EF4-FFF2-40B4-BE49-F238E27FC236}">
                  <a16:creationId xmlns:a16="http://schemas.microsoft.com/office/drawing/2014/main" id="{9EEEDE89-30B9-9E43-FF18-F6C0734D8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806" y="68627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3" name="Straight Connector 2752">
              <a:extLst>
                <a:ext uri="{FF2B5EF4-FFF2-40B4-BE49-F238E27FC236}">
                  <a16:creationId xmlns:a16="http://schemas.microsoft.com/office/drawing/2014/main" id="{556A4112-BD09-8017-7D59-DCEB7AD2A4D6}"/>
                </a:ext>
              </a:extLst>
            </p:cNvPr>
            <p:cNvCxnSpPr>
              <a:cxnSpLocks/>
            </p:cNvCxnSpPr>
            <p:nvPr/>
          </p:nvCxnSpPr>
          <p:spPr>
            <a:xfrm>
              <a:off x="7215982" y="6919117"/>
              <a:ext cx="315912" cy="11747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5" name="Straight Connector 2754">
              <a:extLst>
                <a:ext uri="{FF2B5EF4-FFF2-40B4-BE49-F238E27FC236}">
                  <a16:creationId xmlns:a16="http://schemas.microsoft.com/office/drawing/2014/main" id="{80E0C044-AB96-1F6E-9D0C-A3D1DFA69EE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30" y="6928644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6" name="Straight Connector 2755">
              <a:extLst>
                <a:ext uri="{FF2B5EF4-FFF2-40B4-BE49-F238E27FC236}">
                  <a16:creationId xmlns:a16="http://schemas.microsoft.com/office/drawing/2014/main" id="{5751920D-A4AB-DC93-9D0B-FF5B3975A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4750" y="686514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7" name="Straight Connector 2756">
              <a:extLst>
                <a:ext uri="{FF2B5EF4-FFF2-40B4-BE49-F238E27FC236}">
                  <a16:creationId xmlns:a16="http://schemas.microsoft.com/office/drawing/2014/main" id="{DAC25350-BE50-5763-6E8A-2789DF35303C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8572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8" name="Straight Connector 2757">
              <a:extLst>
                <a:ext uri="{FF2B5EF4-FFF2-40B4-BE49-F238E27FC236}">
                  <a16:creationId xmlns:a16="http://schemas.microsoft.com/office/drawing/2014/main" id="{39C50DC5-D756-A8FE-8A41-CB314E550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2388" y="6919912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9" name="Straight Connector 2758">
              <a:extLst>
                <a:ext uri="{FF2B5EF4-FFF2-40B4-BE49-F238E27FC236}">
                  <a16:creationId xmlns:a16="http://schemas.microsoft.com/office/drawing/2014/main" id="{8BE11963-2315-70BF-ABC7-727201CDF7A7}"/>
                </a:ext>
              </a:extLst>
            </p:cNvPr>
            <p:cNvCxnSpPr>
              <a:cxnSpLocks/>
            </p:cNvCxnSpPr>
            <p:nvPr/>
          </p:nvCxnSpPr>
          <p:spPr>
            <a:xfrm>
              <a:off x="7834312" y="6698456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1" name="Straight Connector 2760">
              <a:extLst>
                <a:ext uri="{FF2B5EF4-FFF2-40B4-BE49-F238E27FC236}">
                  <a16:creationId xmlns:a16="http://schemas.microsoft.com/office/drawing/2014/main" id="{E1939E15-348E-3C99-F0BE-7D2019927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9550" y="663178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2" name="Straight Connector 2761">
              <a:extLst>
                <a:ext uri="{FF2B5EF4-FFF2-40B4-BE49-F238E27FC236}">
                  <a16:creationId xmlns:a16="http://schemas.microsoft.com/office/drawing/2014/main" id="{18A31322-1089-4691-5C6C-1394A66F921B}"/>
                </a:ext>
              </a:extLst>
            </p:cNvPr>
            <p:cNvCxnSpPr>
              <a:cxnSpLocks/>
            </p:cNvCxnSpPr>
            <p:nvPr/>
          </p:nvCxnSpPr>
          <p:spPr>
            <a:xfrm>
              <a:off x="7986712" y="66270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3" name="Straight Connector 2762">
              <a:extLst>
                <a:ext uri="{FF2B5EF4-FFF2-40B4-BE49-F238E27FC236}">
                  <a16:creationId xmlns:a16="http://schemas.microsoft.com/office/drawing/2014/main" id="{B3F6C72F-7977-87B5-DB48-D014DBF8C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9095" y="679132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4" name="Straight Connector 2763">
              <a:extLst>
                <a:ext uri="{FF2B5EF4-FFF2-40B4-BE49-F238E27FC236}">
                  <a16:creationId xmlns:a16="http://schemas.microsoft.com/office/drawing/2014/main" id="{8D063BF6-AAEB-1E21-6195-5D118FC7D199}"/>
                </a:ext>
              </a:extLst>
            </p:cNvPr>
            <p:cNvCxnSpPr>
              <a:cxnSpLocks/>
            </p:cNvCxnSpPr>
            <p:nvPr/>
          </p:nvCxnSpPr>
          <p:spPr>
            <a:xfrm>
              <a:off x="8141494" y="657939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" name="Straight Connector 2764">
              <a:extLst>
                <a:ext uri="{FF2B5EF4-FFF2-40B4-BE49-F238E27FC236}">
                  <a16:creationId xmlns:a16="http://schemas.microsoft.com/office/drawing/2014/main" id="{35398DFB-E0C3-91CD-A152-6DF13C203DC9}"/>
                </a:ext>
              </a:extLst>
            </p:cNvPr>
            <p:cNvCxnSpPr>
              <a:cxnSpLocks/>
            </p:cNvCxnSpPr>
            <p:nvPr/>
          </p:nvCxnSpPr>
          <p:spPr>
            <a:xfrm>
              <a:off x="8008937" y="6516687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" name="Straight Connector 2765">
              <a:extLst>
                <a:ext uri="{FF2B5EF4-FFF2-40B4-BE49-F238E27FC236}">
                  <a16:creationId xmlns:a16="http://schemas.microsoft.com/office/drawing/2014/main" id="{63FF3FD6-D373-BD11-E356-8CEF0BDD5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00" y="6455568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7" name="Straight Connector 2766">
              <a:extLst>
                <a:ext uri="{FF2B5EF4-FFF2-40B4-BE49-F238E27FC236}">
                  <a16:creationId xmlns:a16="http://schemas.microsoft.com/office/drawing/2014/main" id="{2D563B8B-098E-F045-64C2-38F5BD197FFE}"/>
                </a:ext>
              </a:extLst>
            </p:cNvPr>
            <p:cNvCxnSpPr>
              <a:cxnSpLocks/>
            </p:cNvCxnSpPr>
            <p:nvPr/>
          </p:nvCxnSpPr>
          <p:spPr>
            <a:xfrm>
              <a:off x="8158956" y="6454775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8" name="Straight Connector 2767">
              <a:extLst>
                <a:ext uri="{FF2B5EF4-FFF2-40B4-BE49-F238E27FC236}">
                  <a16:creationId xmlns:a16="http://schemas.microsoft.com/office/drawing/2014/main" id="{57CE582A-5715-AD52-01AB-9B5B2B1E8F15}"/>
                </a:ext>
              </a:extLst>
            </p:cNvPr>
            <p:cNvCxnSpPr>
              <a:cxnSpLocks/>
            </p:cNvCxnSpPr>
            <p:nvPr/>
          </p:nvCxnSpPr>
          <p:spPr>
            <a:xfrm>
              <a:off x="8281988" y="65127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9" name="Straight Connector 2768">
              <a:extLst>
                <a:ext uri="{FF2B5EF4-FFF2-40B4-BE49-F238E27FC236}">
                  <a16:creationId xmlns:a16="http://schemas.microsoft.com/office/drawing/2014/main" id="{11FEE148-6373-432F-7707-072323197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6751" y="667226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0" name="Straight Connector 2769">
              <a:extLst>
                <a:ext uri="{FF2B5EF4-FFF2-40B4-BE49-F238E27FC236}">
                  <a16:creationId xmlns:a16="http://schemas.microsoft.com/office/drawing/2014/main" id="{3FB278B8-E463-6DC7-8580-88D7B8996559}"/>
                </a:ext>
              </a:extLst>
            </p:cNvPr>
            <p:cNvCxnSpPr>
              <a:cxnSpLocks/>
            </p:cNvCxnSpPr>
            <p:nvPr/>
          </p:nvCxnSpPr>
          <p:spPr>
            <a:xfrm>
              <a:off x="8439151" y="644604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1" name="Straight Connector 2770">
              <a:extLst>
                <a:ext uri="{FF2B5EF4-FFF2-40B4-BE49-F238E27FC236}">
                  <a16:creationId xmlns:a16="http://schemas.microsoft.com/office/drawing/2014/main" id="{69DBF74E-38BB-E459-23D4-3A510B158E10}"/>
                </a:ext>
              </a:extLst>
            </p:cNvPr>
            <p:cNvCxnSpPr>
              <a:cxnSpLocks/>
            </p:cNvCxnSpPr>
            <p:nvPr/>
          </p:nvCxnSpPr>
          <p:spPr>
            <a:xfrm>
              <a:off x="8449469" y="6447632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2" name="Straight Connector 2771">
              <a:extLst>
                <a:ext uri="{FF2B5EF4-FFF2-40B4-BE49-F238E27FC236}">
                  <a16:creationId xmlns:a16="http://schemas.microsoft.com/office/drawing/2014/main" id="{DA1388FD-0EE2-728C-BC44-ABD6F9BFE67D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3" y="6393656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3" name="Straight Connector 2772">
              <a:extLst>
                <a:ext uri="{FF2B5EF4-FFF2-40B4-BE49-F238E27FC236}">
                  <a16:creationId xmlns:a16="http://schemas.microsoft.com/office/drawing/2014/main" id="{7B8BE0BC-2D21-44A9-5619-B67EBD39E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3912" y="6334125"/>
              <a:ext cx="145257" cy="59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0" name="Straight Connector 2779">
              <a:extLst>
                <a:ext uri="{FF2B5EF4-FFF2-40B4-BE49-F238E27FC236}">
                  <a16:creationId xmlns:a16="http://schemas.microsoft.com/office/drawing/2014/main" id="{FAC65998-EAE3-6972-14C1-033A049310CC}"/>
                </a:ext>
              </a:extLst>
            </p:cNvPr>
            <p:cNvCxnSpPr>
              <a:cxnSpLocks/>
            </p:cNvCxnSpPr>
            <p:nvPr/>
          </p:nvCxnSpPr>
          <p:spPr>
            <a:xfrm>
              <a:off x="8448677" y="6215063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1" name="Straight Connector 2780">
              <a:extLst>
                <a:ext uri="{FF2B5EF4-FFF2-40B4-BE49-F238E27FC236}">
                  <a16:creationId xmlns:a16="http://schemas.microsoft.com/office/drawing/2014/main" id="{B45FCA6A-EEDB-B5FC-41F7-BBEA91C7AB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8674" y="6210300"/>
              <a:ext cx="29765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3" name="Straight Connector 2782">
              <a:extLst>
                <a:ext uri="{FF2B5EF4-FFF2-40B4-BE49-F238E27FC236}">
                  <a16:creationId xmlns:a16="http://schemas.microsoft.com/office/drawing/2014/main" id="{67B5E840-98C2-1946-7B38-40DFB9E458BB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34" y="5981700"/>
              <a:ext cx="0" cy="3476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5" name="Straight Connector 2784">
              <a:extLst>
                <a:ext uri="{FF2B5EF4-FFF2-40B4-BE49-F238E27FC236}">
                  <a16:creationId xmlns:a16="http://schemas.microsoft.com/office/drawing/2014/main" id="{15F6D054-FDF6-8E14-2C8D-DD8C1F94F4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9170" y="597217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6" name="Straight Connector 2785">
              <a:extLst>
                <a:ext uri="{FF2B5EF4-FFF2-40B4-BE49-F238E27FC236}">
                  <a16:creationId xmlns:a16="http://schemas.microsoft.com/office/drawing/2014/main" id="{1672626F-EAEB-3139-F2AC-716DF4729FD4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4" y="6026944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87" name="Straight Connector 2786">
            <a:extLst>
              <a:ext uri="{FF2B5EF4-FFF2-40B4-BE49-F238E27FC236}">
                <a16:creationId xmlns:a16="http://schemas.microsoft.com/office/drawing/2014/main" id="{1770D5A1-EEFE-E931-7530-D17B81997098}"/>
              </a:ext>
            </a:extLst>
          </p:cNvPr>
          <p:cNvCxnSpPr>
            <a:cxnSpLocks/>
          </p:cNvCxnSpPr>
          <p:nvPr/>
        </p:nvCxnSpPr>
        <p:spPr>
          <a:xfrm flipH="1">
            <a:off x="2981325" y="3183731"/>
            <a:ext cx="704850" cy="6111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8" name="Straight Connector 2807">
            <a:extLst>
              <a:ext uri="{FF2B5EF4-FFF2-40B4-BE49-F238E27FC236}">
                <a16:creationId xmlns:a16="http://schemas.microsoft.com/office/drawing/2014/main" id="{BAA1887D-C745-795E-3726-A5DCB20E9BBE}"/>
              </a:ext>
            </a:extLst>
          </p:cNvPr>
          <p:cNvCxnSpPr>
            <a:cxnSpLocks/>
          </p:cNvCxnSpPr>
          <p:nvPr/>
        </p:nvCxnSpPr>
        <p:spPr>
          <a:xfrm flipH="1" flipV="1">
            <a:off x="2486026" y="3309937"/>
            <a:ext cx="290512" cy="10001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799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1117601" y="377282"/>
            <a:ext cx="6689724" cy="4359818"/>
            <a:chOff x="-3980271" y="3398218"/>
            <a:chExt cx="7955196" cy="5184565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767" y="3398218"/>
              <a:ext cx="0" cy="1667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6793" y="3561215"/>
              <a:ext cx="354907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3618" y="3689885"/>
              <a:ext cx="0" cy="4716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0" name="Straight Connector 2379">
              <a:extLst>
                <a:ext uri="{FF2B5EF4-FFF2-40B4-BE49-F238E27FC236}">
                  <a16:creationId xmlns:a16="http://schemas.microsoft.com/office/drawing/2014/main" id="{29D88DE0-6B24-0768-5405-5EA8B0A920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5023" y="8507271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3" name="Straight Connector 2382">
              <a:extLst>
                <a:ext uri="{FF2B5EF4-FFF2-40B4-BE49-F238E27FC236}">
                  <a16:creationId xmlns:a16="http://schemas.microsoft.com/office/drawing/2014/main" id="{F9AEB903-40A1-A8C7-3E7C-4F981A892C9B}"/>
                </a:ext>
              </a:extLst>
            </p:cNvPr>
            <p:cNvCxnSpPr>
              <a:cxnSpLocks/>
            </p:cNvCxnSpPr>
            <p:nvPr/>
          </p:nvCxnSpPr>
          <p:spPr>
            <a:xfrm>
              <a:off x="3465219" y="8439310"/>
              <a:ext cx="339804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5" name="Straight Connector 2384">
              <a:extLst>
                <a:ext uri="{FF2B5EF4-FFF2-40B4-BE49-F238E27FC236}">
                  <a16:creationId xmlns:a16="http://schemas.microsoft.com/office/drawing/2014/main" id="{1D53F4D2-2538-D582-8076-1DD6B5D6A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9092" y="8424207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6" name="Straight Connector 2385">
              <a:extLst>
                <a:ext uri="{FF2B5EF4-FFF2-40B4-BE49-F238E27FC236}">
                  <a16:creationId xmlns:a16="http://schemas.microsoft.com/office/drawing/2014/main" id="{2F0609F9-3F7B-81EF-5508-C4F920921ADF}"/>
                </a:ext>
              </a:extLst>
            </p:cNvPr>
            <p:cNvCxnSpPr>
              <a:cxnSpLocks/>
            </p:cNvCxnSpPr>
            <p:nvPr/>
          </p:nvCxnSpPr>
          <p:spPr>
            <a:xfrm>
              <a:off x="2374069" y="8148587"/>
              <a:ext cx="925024" cy="35868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8" name="Straight Connector 2387">
              <a:extLst>
                <a:ext uri="{FF2B5EF4-FFF2-40B4-BE49-F238E27FC236}">
                  <a16:creationId xmlns:a16="http://schemas.microsoft.com/office/drawing/2014/main" id="{E8EC2F03-6FF7-1C3D-D621-4117721430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0293" y="7937153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9" name="Straight Connector 2388">
              <a:extLst>
                <a:ext uri="{FF2B5EF4-FFF2-40B4-BE49-F238E27FC236}">
                  <a16:creationId xmlns:a16="http://schemas.microsoft.com/office/drawing/2014/main" id="{C75BFE8B-A4B1-34D9-6C09-15058311A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6518" y="801644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" name="Straight Connector 2390">
              <a:extLst>
                <a:ext uri="{FF2B5EF4-FFF2-40B4-BE49-F238E27FC236}">
                  <a16:creationId xmlns:a16="http://schemas.microsoft.com/office/drawing/2014/main" id="{84FB094E-31BE-4AEA-7FCD-4C5AC4BD18A1}"/>
                </a:ext>
              </a:extLst>
            </p:cNvPr>
            <p:cNvCxnSpPr>
              <a:cxnSpLocks/>
            </p:cNvCxnSpPr>
            <p:nvPr/>
          </p:nvCxnSpPr>
          <p:spPr>
            <a:xfrm>
              <a:off x="2362743" y="7861641"/>
              <a:ext cx="177452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3" name="Straight Connector 2392">
              <a:extLst>
                <a:ext uri="{FF2B5EF4-FFF2-40B4-BE49-F238E27FC236}">
                  <a16:creationId xmlns:a16="http://schemas.microsoft.com/office/drawing/2014/main" id="{15F332A2-75CA-0EA4-F52B-204A10B90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7942" y="7861641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4" name="Straight Connector 2393">
              <a:extLst>
                <a:ext uri="{FF2B5EF4-FFF2-40B4-BE49-F238E27FC236}">
                  <a16:creationId xmlns:a16="http://schemas.microsoft.com/office/drawing/2014/main" id="{78EF22D9-3625-79A6-BEEB-2A3F44B42C08}"/>
                </a:ext>
              </a:extLst>
            </p:cNvPr>
            <p:cNvCxnSpPr>
              <a:cxnSpLocks/>
            </p:cNvCxnSpPr>
            <p:nvPr/>
          </p:nvCxnSpPr>
          <p:spPr>
            <a:xfrm>
              <a:off x="1837933" y="7793680"/>
              <a:ext cx="377560" cy="1472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6" name="Straight Connector 2395">
              <a:extLst>
                <a:ext uri="{FF2B5EF4-FFF2-40B4-BE49-F238E27FC236}">
                  <a16:creationId xmlns:a16="http://schemas.microsoft.com/office/drawing/2014/main" id="{C82DD372-831A-54B1-792E-BF215F35F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157" y="7544489"/>
              <a:ext cx="0" cy="2189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6" name="Straight Connector 2625">
              <a:extLst>
                <a:ext uri="{FF2B5EF4-FFF2-40B4-BE49-F238E27FC236}">
                  <a16:creationId xmlns:a16="http://schemas.microsoft.com/office/drawing/2014/main" id="{DE20BD26-A0F8-24DC-FD1A-9A1FB163D67B}"/>
                </a:ext>
              </a:extLst>
            </p:cNvPr>
            <p:cNvCxnSpPr>
              <a:cxnSpLocks/>
            </p:cNvCxnSpPr>
            <p:nvPr/>
          </p:nvCxnSpPr>
          <p:spPr>
            <a:xfrm>
              <a:off x="1826605" y="7525611"/>
              <a:ext cx="362459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0" name="Straight Connector 2629">
              <a:extLst>
                <a:ext uri="{FF2B5EF4-FFF2-40B4-BE49-F238E27FC236}">
                  <a16:creationId xmlns:a16="http://schemas.microsoft.com/office/drawing/2014/main" id="{60A21C18-37C2-554D-56B8-8B6DE64EA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1700" y="6381600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2" name="Straight Connector 2631">
              <a:extLst>
                <a:ext uri="{FF2B5EF4-FFF2-40B4-BE49-F238E27FC236}">
                  <a16:creationId xmlns:a16="http://schemas.microsoft.com/office/drawing/2014/main" id="{D2FB787D-BFC7-25C1-CAE4-A99F94C7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7" y="6087102"/>
              <a:ext cx="0" cy="1548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4" name="Straight Connector 2633">
              <a:extLst>
                <a:ext uri="{FF2B5EF4-FFF2-40B4-BE49-F238E27FC236}">
                  <a16:creationId xmlns:a16="http://schemas.microsoft.com/office/drawing/2014/main" id="{092FF906-5BFB-6A2F-7ECB-F315BBB6DA50}"/>
                </a:ext>
              </a:extLst>
            </p:cNvPr>
            <p:cNvCxnSpPr>
              <a:cxnSpLocks/>
            </p:cNvCxnSpPr>
            <p:nvPr/>
          </p:nvCxnSpPr>
          <p:spPr>
            <a:xfrm>
              <a:off x="391877" y="6102204"/>
              <a:ext cx="354907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6" name="Straight Connector 2635">
              <a:extLst>
                <a:ext uri="{FF2B5EF4-FFF2-40B4-BE49-F238E27FC236}">
                  <a16:creationId xmlns:a16="http://schemas.microsoft.com/office/drawing/2014/main" id="{D126E8B4-1A92-C41C-0B1A-49064684D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321" y="6094653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8" name="Straight Connector 2637">
              <a:extLst>
                <a:ext uri="{FF2B5EF4-FFF2-40B4-BE49-F238E27FC236}">
                  <a16:creationId xmlns:a16="http://schemas.microsoft.com/office/drawing/2014/main" id="{8712145E-2071-CA78-C87F-4863B1ADE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33147" y="6321190"/>
              <a:ext cx="0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4" name="Straight Connector 2643">
              <a:extLst>
                <a:ext uri="{FF2B5EF4-FFF2-40B4-BE49-F238E27FC236}">
                  <a16:creationId xmlns:a16="http://schemas.microsoft.com/office/drawing/2014/main" id="{C638B2EC-FC10-A96B-CD4B-4327FF2B181F}"/>
                </a:ext>
              </a:extLst>
            </p:cNvPr>
            <p:cNvCxnSpPr>
              <a:cxnSpLocks/>
            </p:cNvCxnSpPr>
            <p:nvPr/>
          </p:nvCxnSpPr>
          <p:spPr>
            <a:xfrm>
              <a:off x="-888052" y="6728956"/>
              <a:ext cx="181229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8" name="Straight Connector 2647">
              <a:extLst>
                <a:ext uri="{FF2B5EF4-FFF2-40B4-BE49-F238E27FC236}">
                  <a16:creationId xmlns:a16="http://schemas.microsoft.com/office/drawing/2014/main" id="{53FC79FD-FBED-95CC-856C-00A9F312D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4117" y="6898859"/>
              <a:ext cx="354906" cy="1170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0" name="Straight Connector 2649">
              <a:extLst>
                <a:ext uri="{FF2B5EF4-FFF2-40B4-BE49-F238E27FC236}">
                  <a16:creationId xmlns:a16="http://schemas.microsoft.com/office/drawing/2014/main" id="{B560A0EF-B27E-0F5D-ED6B-96D47AE2E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700341" y="7027230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2" name="Straight Connector 2651">
              <a:extLst>
                <a:ext uri="{FF2B5EF4-FFF2-40B4-BE49-F238E27FC236}">
                  <a16:creationId xmlns:a16="http://schemas.microsoft.com/office/drawing/2014/main" id="{172DAA70-8DA2-92C7-E8B3-02B84DE9C8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885346" y="709141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4" name="Straight Connector 2653">
              <a:extLst>
                <a:ext uri="{FF2B5EF4-FFF2-40B4-BE49-F238E27FC236}">
                  <a16:creationId xmlns:a16="http://schemas.microsoft.com/office/drawing/2014/main" id="{87B8DFD4-216E-BEED-7796-96054997F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877795" y="6951717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5" name="Straight Connector 2654">
              <a:extLst>
                <a:ext uri="{FF2B5EF4-FFF2-40B4-BE49-F238E27FC236}">
                  <a16:creationId xmlns:a16="http://schemas.microsoft.com/office/drawing/2014/main" id="{544E8A9B-A563-4A8C-2852-355086927D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55248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6" name="Straight Connector 2655">
              <a:extLst>
                <a:ext uri="{FF2B5EF4-FFF2-40B4-BE49-F238E27FC236}">
                  <a16:creationId xmlns:a16="http://schemas.microsoft.com/office/drawing/2014/main" id="{B4BC59BD-AC1B-E73D-9C12-D89DEE514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055248" y="6879981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8" name="Straight Connector 2657">
              <a:extLst>
                <a:ext uri="{FF2B5EF4-FFF2-40B4-BE49-F238E27FC236}">
                  <a16:creationId xmlns:a16="http://schemas.microsoft.com/office/drawing/2014/main" id="{6E99A6D3-0E90-AE7D-E1B6-90619F01E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7080088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9" name="Straight Connector 2658">
              <a:extLst>
                <a:ext uri="{FF2B5EF4-FFF2-40B4-BE49-F238E27FC236}">
                  <a16:creationId xmlns:a16="http://schemas.microsoft.com/office/drawing/2014/main" id="{45984729-0E1B-D085-9C18-1887418133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799043" y="7083864"/>
              <a:ext cx="570116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1" name="Straight Connector 2660">
              <a:extLst>
                <a:ext uri="{FF2B5EF4-FFF2-40B4-BE49-F238E27FC236}">
                  <a16:creationId xmlns:a16="http://schemas.microsoft.com/office/drawing/2014/main" id="{772D564D-9276-3578-8990-B5C6DEE37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95266" y="7042332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2" name="Straight Connector 2661">
              <a:extLst>
                <a:ext uri="{FF2B5EF4-FFF2-40B4-BE49-F238E27FC236}">
                  <a16:creationId xmlns:a16="http://schemas.microsoft.com/office/drawing/2014/main" id="{3009E305-466D-A690-2813-66A5C247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80271" y="7031005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3" name="Straight Connector 2662">
              <a:extLst>
                <a:ext uri="{FF2B5EF4-FFF2-40B4-BE49-F238E27FC236}">
                  <a16:creationId xmlns:a16="http://schemas.microsoft.com/office/drawing/2014/main" id="{402E6901-A233-8CF7-22AD-9CD5990FBD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972720" y="6940391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4" name="Straight Connector 2663">
              <a:extLst>
                <a:ext uri="{FF2B5EF4-FFF2-40B4-BE49-F238E27FC236}">
                  <a16:creationId xmlns:a16="http://schemas.microsoft.com/office/drawing/2014/main" id="{26206B89-5518-E2F1-2ABC-2EDDDB536D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72720" y="6883756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5" name="Straight Connector 2664">
              <a:extLst>
                <a:ext uri="{FF2B5EF4-FFF2-40B4-BE49-F238E27FC236}">
                  <a16:creationId xmlns:a16="http://schemas.microsoft.com/office/drawing/2014/main" id="{5B229892-A819-DD30-D981-E415EC0D0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25257" y="674028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6" name="Straight Connector 2665">
              <a:extLst>
                <a:ext uri="{FF2B5EF4-FFF2-40B4-BE49-F238E27FC236}">
                  <a16:creationId xmlns:a16="http://schemas.microsoft.com/office/drawing/2014/main" id="{BAD7D9D3-38EA-3AF0-32B1-77E1D0D75B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787715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7" name="Straight Connector 2666">
              <a:extLst>
                <a:ext uri="{FF2B5EF4-FFF2-40B4-BE49-F238E27FC236}">
                  <a16:creationId xmlns:a16="http://schemas.microsoft.com/office/drawing/2014/main" id="{F2CC778B-EAE9-8344-AAD9-E675D85E1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610262" y="680069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8" name="Straight Connector 2667">
              <a:extLst>
                <a:ext uri="{FF2B5EF4-FFF2-40B4-BE49-F238E27FC236}">
                  <a16:creationId xmlns:a16="http://schemas.microsoft.com/office/drawing/2014/main" id="{413BC0F3-0FB5-0612-41F8-D210B7B8C9EA}"/>
                </a:ext>
              </a:extLst>
            </p:cNvPr>
            <p:cNvCxnSpPr>
              <a:cxnSpLocks/>
            </p:cNvCxnSpPr>
            <p:nvPr/>
          </p:nvCxnSpPr>
          <p:spPr>
            <a:xfrm>
              <a:off x="-3765063" y="6740283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9" name="Straight Connector 2668">
              <a:extLst>
                <a:ext uri="{FF2B5EF4-FFF2-40B4-BE49-F238E27FC236}">
                  <a16:creationId xmlns:a16="http://schemas.microsoft.com/office/drawing/2014/main" id="{300DE7D1-1208-E047-41C7-F204D6371E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410155" y="6879981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0" name="Straight Connector 2669">
              <a:extLst>
                <a:ext uri="{FF2B5EF4-FFF2-40B4-BE49-F238E27FC236}">
                  <a16:creationId xmlns:a16="http://schemas.microsoft.com/office/drawing/2014/main" id="{A0A962FA-B23E-6E88-09EE-BB7CFF2D21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36477" y="6528849"/>
              <a:ext cx="0" cy="4115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3" name="Straight Connector 2672">
              <a:extLst>
                <a:ext uri="{FF2B5EF4-FFF2-40B4-BE49-F238E27FC236}">
                  <a16:creationId xmlns:a16="http://schemas.microsoft.com/office/drawing/2014/main" id="{2CFC1F34-459D-E167-C4AD-F46C250ABA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6528849"/>
              <a:ext cx="728690" cy="2680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5" name="Straight Connector 2674">
              <a:extLst>
                <a:ext uri="{FF2B5EF4-FFF2-40B4-BE49-F238E27FC236}">
                  <a16:creationId xmlns:a16="http://schemas.microsoft.com/office/drawing/2014/main" id="{226561B1-BFDF-4586-71C5-40F4B63E6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519112" y="673650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6" name="Straight Connector 2675">
              <a:extLst>
                <a:ext uri="{FF2B5EF4-FFF2-40B4-BE49-F238E27FC236}">
                  <a16:creationId xmlns:a16="http://schemas.microsoft.com/office/drawing/2014/main" id="{F1ABD0D1-6F91-0E62-B4D9-F1D369B37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337883" y="6593034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7" name="Straight Connector 2676">
              <a:extLst>
                <a:ext uri="{FF2B5EF4-FFF2-40B4-BE49-F238E27FC236}">
                  <a16:creationId xmlns:a16="http://schemas.microsoft.com/office/drawing/2014/main" id="{F868A0B7-284A-D767-85D3-FA01815D32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51581" y="6226799"/>
              <a:ext cx="913696" cy="3549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9" name="Straight Connector 2678">
              <a:extLst>
                <a:ext uri="{FF2B5EF4-FFF2-40B4-BE49-F238E27FC236}">
                  <a16:creationId xmlns:a16="http://schemas.microsoft.com/office/drawing/2014/main" id="{656EECE6-DC41-98B6-85B7-16D8D579C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47804" y="5554740"/>
              <a:ext cx="0" cy="6796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1" name="Straight Connector 2680">
              <a:extLst>
                <a:ext uri="{FF2B5EF4-FFF2-40B4-BE49-F238E27FC236}">
                  <a16:creationId xmlns:a16="http://schemas.microsoft.com/office/drawing/2014/main" id="{E7020A47-D229-B521-3792-83756CEA9F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51474" y="5743521"/>
              <a:ext cx="906145" cy="3549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3" name="Straight Connector 2682">
              <a:extLst>
                <a:ext uri="{FF2B5EF4-FFF2-40B4-BE49-F238E27FC236}">
                  <a16:creationId xmlns:a16="http://schemas.microsoft.com/office/drawing/2014/main" id="{A0B32E12-1A89-7C53-CAC9-D1BFD9455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45328" y="6019141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4" name="Straight Connector 2683">
              <a:extLst>
                <a:ext uri="{FF2B5EF4-FFF2-40B4-BE49-F238E27FC236}">
                  <a16:creationId xmlns:a16="http://schemas.microsoft.com/office/drawing/2014/main" id="{ED8078A3-17D7-10DD-96F4-8B1E525FEB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64100" y="6026692"/>
              <a:ext cx="354907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6" name="Straight Connector 2685">
              <a:extLst>
                <a:ext uri="{FF2B5EF4-FFF2-40B4-BE49-F238E27FC236}">
                  <a16:creationId xmlns:a16="http://schemas.microsoft.com/office/drawing/2014/main" id="{C4BFFFA5-0820-2C61-2EE8-51117677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12967" y="5758623"/>
              <a:ext cx="0" cy="4039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8" name="Straight Connector 2687">
              <a:extLst>
                <a:ext uri="{FF2B5EF4-FFF2-40B4-BE49-F238E27FC236}">
                  <a16:creationId xmlns:a16="http://schemas.microsoft.com/office/drawing/2014/main" id="{3CC78C1E-9978-1137-C650-5141F9C058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71651" y="5596272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0" name="Straight Connector 2689">
              <a:extLst>
                <a:ext uri="{FF2B5EF4-FFF2-40B4-BE49-F238E27FC236}">
                  <a16:creationId xmlns:a16="http://schemas.microsoft.com/office/drawing/2014/main" id="{5134E00D-629F-4E1C-F3C8-9844B6D66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67874" y="5324427"/>
              <a:ext cx="0" cy="2869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2" name="Straight Connector 2691">
              <a:extLst>
                <a:ext uri="{FF2B5EF4-FFF2-40B4-BE49-F238E27FC236}">
                  <a16:creationId xmlns:a16="http://schemas.microsoft.com/office/drawing/2014/main" id="{2675536B-4C1A-6F27-7551-F9676405CD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337885" y="5188505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3" name="Straight Connector 2692">
              <a:extLst>
                <a:ext uri="{FF2B5EF4-FFF2-40B4-BE49-F238E27FC236}">
                  <a16:creationId xmlns:a16="http://schemas.microsoft.com/office/drawing/2014/main" id="{502520C1-508A-9FAA-1451-41641B1D9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56761" y="5041256"/>
              <a:ext cx="385110" cy="143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5" name="Straight Connector 2694">
              <a:extLst>
                <a:ext uri="{FF2B5EF4-FFF2-40B4-BE49-F238E27FC236}">
                  <a16:creationId xmlns:a16="http://schemas.microsoft.com/office/drawing/2014/main" id="{96CBA73B-2165-6081-8DFD-0D54E8520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65719" y="4890232"/>
              <a:ext cx="21143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7" name="Straight Connector 2696">
              <a:extLst>
                <a:ext uri="{FF2B5EF4-FFF2-40B4-BE49-F238E27FC236}">
                  <a16:creationId xmlns:a16="http://schemas.microsoft.com/office/drawing/2014/main" id="{241B4900-3ABF-484A-1078-E3F9C98E5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088158" y="4754310"/>
              <a:ext cx="566339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9" name="Straight Connector 2698">
              <a:extLst>
                <a:ext uri="{FF2B5EF4-FFF2-40B4-BE49-F238E27FC236}">
                  <a16:creationId xmlns:a16="http://schemas.microsoft.com/office/drawing/2014/main" id="{15042EC8-27E3-0E95-58F7-14DF6B475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269389" y="4890232"/>
              <a:ext cx="20388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2" name="Straight Connector 2791">
              <a:extLst>
                <a:ext uri="{FF2B5EF4-FFF2-40B4-BE49-F238E27FC236}">
                  <a16:creationId xmlns:a16="http://schemas.microsoft.com/office/drawing/2014/main" id="{FA261517-CDF3-E305-1A41-DF250EF65958}"/>
                </a:ext>
              </a:extLst>
            </p:cNvPr>
            <p:cNvCxnSpPr>
              <a:cxnSpLocks/>
            </p:cNvCxnSpPr>
            <p:nvPr/>
          </p:nvCxnSpPr>
          <p:spPr>
            <a:xfrm>
              <a:off x="-1791365" y="6794086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4" name="Straight Connector 2793">
              <a:extLst>
                <a:ext uri="{FF2B5EF4-FFF2-40B4-BE49-F238E27FC236}">
                  <a16:creationId xmlns:a16="http://schemas.microsoft.com/office/drawing/2014/main" id="{23EA2A59-298E-4A1A-D388-1E49AF81935C}"/>
                </a:ext>
              </a:extLst>
            </p:cNvPr>
            <p:cNvCxnSpPr>
              <a:cxnSpLocks/>
            </p:cNvCxnSpPr>
            <p:nvPr/>
          </p:nvCxnSpPr>
          <p:spPr>
            <a:xfrm>
              <a:off x="-1794196" y="6932839"/>
              <a:ext cx="347354" cy="14819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6" name="Straight Connector 2795">
              <a:extLst>
                <a:ext uri="{FF2B5EF4-FFF2-40B4-BE49-F238E27FC236}">
                  <a16:creationId xmlns:a16="http://schemas.microsoft.com/office/drawing/2014/main" id="{FFB998B3-1E83-A67F-DD4B-F754EF951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05417" y="7088584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8" name="Straight Connector 2797">
              <a:extLst>
                <a:ext uri="{FF2B5EF4-FFF2-40B4-BE49-F238E27FC236}">
                  <a16:creationId xmlns:a16="http://schemas.microsoft.com/office/drawing/2014/main" id="{E43510BD-1D79-EE13-3001-63B1BCAFDC8F}"/>
                </a:ext>
              </a:extLst>
            </p:cNvPr>
            <p:cNvCxnSpPr>
              <a:cxnSpLocks/>
            </p:cNvCxnSpPr>
            <p:nvPr/>
          </p:nvCxnSpPr>
          <p:spPr>
            <a:xfrm>
              <a:off x="-1612967" y="7165040"/>
              <a:ext cx="0" cy="2756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0" name="Straight Connector 2799">
              <a:extLst>
                <a:ext uri="{FF2B5EF4-FFF2-40B4-BE49-F238E27FC236}">
                  <a16:creationId xmlns:a16="http://schemas.microsoft.com/office/drawing/2014/main" id="{B47EC08F-683F-3904-5516-F2B3E470BB93}"/>
                </a:ext>
              </a:extLst>
            </p:cNvPr>
            <p:cNvCxnSpPr>
              <a:cxnSpLocks/>
            </p:cNvCxnSpPr>
            <p:nvPr/>
          </p:nvCxnSpPr>
          <p:spPr>
            <a:xfrm>
              <a:off x="-1987696" y="7021566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2" name="Straight Connector 2801">
              <a:extLst>
                <a:ext uri="{FF2B5EF4-FFF2-40B4-BE49-F238E27FC236}">
                  <a16:creationId xmlns:a16="http://schemas.microsoft.com/office/drawing/2014/main" id="{FF056D7B-C621-7975-EBF3-DB98D19A8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65044" y="7374586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3" name="Straight Connector 2802">
              <a:extLst>
                <a:ext uri="{FF2B5EF4-FFF2-40B4-BE49-F238E27FC236}">
                  <a16:creationId xmlns:a16="http://schemas.microsoft.com/office/drawing/2014/main" id="{6922DACD-0D7B-AB17-0FD4-D9CB0A762F87}"/>
                </a:ext>
              </a:extLst>
            </p:cNvPr>
            <p:cNvCxnSpPr>
              <a:cxnSpLocks/>
            </p:cNvCxnSpPr>
            <p:nvPr/>
          </p:nvCxnSpPr>
          <p:spPr>
            <a:xfrm>
              <a:off x="-1972594" y="7301905"/>
              <a:ext cx="0" cy="1614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5" name="Straight Connector 2804">
              <a:extLst>
                <a:ext uri="{FF2B5EF4-FFF2-40B4-BE49-F238E27FC236}">
                  <a16:creationId xmlns:a16="http://schemas.microsoft.com/office/drawing/2014/main" id="{29E81810-2F18-3437-6966-2BE249319E02}"/>
                </a:ext>
              </a:extLst>
            </p:cNvPr>
            <p:cNvCxnSpPr>
              <a:cxnSpLocks/>
            </p:cNvCxnSpPr>
            <p:nvPr/>
          </p:nvCxnSpPr>
          <p:spPr>
            <a:xfrm>
              <a:off x="-2154767" y="7231112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6" name="Straight Connector 2805">
              <a:extLst>
                <a:ext uri="{FF2B5EF4-FFF2-40B4-BE49-F238E27FC236}">
                  <a16:creationId xmlns:a16="http://schemas.microsoft.com/office/drawing/2014/main" id="{C044B35C-9196-6D6F-6174-D61C4FA14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166095" y="7083864"/>
              <a:ext cx="348300" cy="150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8" name="Straight Connector 2877">
              <a:extLst>
                <a:ext uri="{FF2B5EF4-FFF2-40B4-BE49-F238E27FC236}">
                  <a16:creationId xmlns:a16="http://schemas.microsoft.com/office/drawing/2014/main" id="{52A0F0A8-F7CD-4E7B-3ACE-51608674D69C}"/>
                </a:ext>
              </a:extLst>
            </p:cNvPr>
            <p:cNvCxnSpPr>
              <a:cxnSpLocks/>
            </p:cNvCxnSpPr>
            <p:nvPr/>
          </p:nvCxnSpPr>
          <p:spPr>
            <a:xfrm>
              <a:off x="-1797973" y="7378361"/>
              <a:ext cx="181228" cy="65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8" name="Straight Connector 2777">
              <a:extLst>
                <a:ext uri="{FF2B5EF4-FFF2-40B4-BE49-F238E27FC236}">
                  <a16:creationId xmlns:a16="http://schemas.microsoft.com/office/drawing/2014/main" id="{CB6FFDD1-F0A7-5482-C7CF-85D22D76CC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1513" y="7582245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9" name="Straight Connector 2778">
              <a:extLst>
                <a:ext uri="{FF2B5EF4-FFF2-40B4-BE49-F238E27FC236}">
                  <a16:creationId xmlns:a16="http://schemas.microsoft.com/office/drawing/2014/main" id="{ADA4385C-F1FC-0BAA-EEE3-E41B3C56E7D3}"/>
                </a:ext>
              </a:extLst>
            </p:cNvPr>
            <p:cNvCxnSpPr>
              <a:cxnSpLocks/>
            </p:cNvCxnSpPr>
            <p:nvPr/>
          </p:nvCxnSpPr>
          <p:spPr>
            <a:xfrm>
              <a:off x="1819055" y="7389689"/>
              <a:ext cx="547463" cy="1963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8" name="Straight Connector 2787">
              <a:extLst>
                <a:ext uri="{FF2B5EF4-FFF2-40B4-BE49-F238E27FC236}">
                  <a16:creationId xmlns:a16="http://schemas.microsoft.com/office/drawing/2014/main" id="{CC99D628-F4EE-F80B-C5D1-BD5058B2E5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2929" y="7382137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1" name="Straight Connector 2790">
              <a:extLst>
                <a:ext uri="{FF2B5EF4-FFF2-40B4-BE49-F238E27FC236}">
                  <a16:creationId xmlns:a16="http://schemas.microsoft.com/office/drawing/2014/main" id="{D7DEC1EC-8C16-BABC-3C37-A6530891A7E6}"/>
                </a:ext>
              </a:extLst>
            </p:cNvPr>
            <p:cNvCxnSpPr>
              <a:cxnSpLocks/>
            </p:cNvCxnSpPr>
            <p:nvPr/>
          </p:nvCxnSpPr>
          <p:spPr>
            <a:xfrm>
              <a:off x="1294245" y="7310401"/>
              <a:ext cx="362459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3" name="Straight Connector 2792">
              <a:extLst>
                <a:ext uri="{FF2B5EF4-FFF2-40B4-BE49-F238E27FC236}">
                  <a16:creationId xmlns:a16="http://schemas.microsoft.com/office/drawing/2014/main" id="{02B5B1A8-2424-24C5-48B8-C744F12F56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9144" y="7012127"/>
              <a:ext cx="0" cy="2944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7" name="Straight Connector 2796">
              <a:extLst>
                <a:ext uri="{FF2B5EF4-FFF2-40B4-BE49-F238E27FC236}">
                  <a16:creationId xmlns:a16="http://schemas.microsoft.com/office/drawing/2014/main" id="{3C1FC807-3446-6125-C98F-16983A2C6011}"/>
                </a:ext>
              </a:extLst>
            </p:cNvPr>
            <p:cNvCxnSpPr>
              <a:cxnSpLocks/>
            </p:cNvCxnSpPr>
            <p:nvPr/>
          </p:nvCxnSpPr>
          <p:spPr>
            <a:xfrm>
              <a:off x="1279143" y="7023454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1" name="Straight Connector 2800">
              <a:extLst>
                <a:ext uri="{FF2B5EF4-FFF2-40B4-BE49-F238E27FC236}">
                  <a16:creationId xmlns:a16="http://schemas.microsoft.com/office/drawing/2014/main" id="{18802F28-6BCE-C599-280D-1A9CBDB32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0373" y="709519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4" name="Straight Connector 2803">
              <a:extLst>
                <a:ext uri="{FF2B5EF4-FFF2-40B4-BE49-F238E27FC236}">
                  <a16:creationId xmlns:a16="http://schemas.microsoft.com/office/drawing/2014/main" id="{861A6759-B997-430B-D3E2-C79D7204CF40}"/>
                </a:ext>
              </a:extLst>
            </p:cNvPr>
            <p:cNvCxnSpPr>
              <a:cxnSpLocks/>
            </p:cNvCxnSpPr>
            <p:nvPr/>
          </p:nvCxnSpPr>
          <p:spPr>
            <a:xfrm>
              <a:off x="1460372" y="7238664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7" name="Straight Connector 2806">
              <a:extLst>
                <a:ext uri="{FF2B5EF4-FFF2-40B4-BE49-F238E27FC236}">
                  <a16:creationId xmlns:a16="http://schemas.microsoft.com/office/drawing/2014/main" id="{0A78CD37-F97B-92EB-AD3B-F812E087F1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1602" y="715560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9" name="Straight Connector 2808">
              <a:extLst>
                <a:ext uri="{FF2B5EF4-FFF2-40B4-BE49-F238E27FC236}">
                  <a16:creationId xmlns:a16="http://schemas.microsoft.com/office/drawing/2014/main" id="{032012A3-DC8D-8F1C-7675-5EFC8037D5B4}"/>
                </a:ext>
              </a:extLst>
            </p:cNvPr>
            <p:cNvCxnSpPr>
              <a:cxnSpLocks/>
            </p:cNvCxnSpPr>
            <p:nvPr/>
          </p:nvCxnSpPr>
          <p:spPr>
            <a:xfrm>
              <a:off x="1630274" y="7166927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0" name="Straight Connector 2809">
              <a:extLst>
                <a:ext uri="{FF2B5EF4-FFF2-40B4-BE49-F238E27FC236}">
                  <a16:creationId xmlns:a16="http://schemas.microsoft.com/office/drawing/2014/main" id="{ACA2A948-0522-56D6-DA38-0E3B8BEB0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9055" y="7159376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1" name="Straight Connector 2810">
              <a:extLst>
                <a:ext uri="{FF2B5EF4-FFF2-40B4-BE49-F238E27FC236}">
                  <a16:creationId xmlns:a16="http://schemas.microsoft.com/office/drawing/2014/main" id="{D5F239FA-2FA5-BD0A-FC30-54E5F16C1CE5}"/>
                </a:ext>
              </a:extLst>
            </p:cNvPr>
            <p:cNvCxnSpPr>
              <a:cxnSpLocks/>
            </p:cNvCxnSpPr>
            <p:nvPr/>
          </p:nvCxnSpPr>
          <p:spPr>
            <a:xfrm>
              <a:off x="1988956" y="7163152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2" name="Straight Connector 2811">
              <a:extLst>
                <a:ext uri="{FF2B5EF4-FFF2-40B4-BE49-F238E27FC236}">
                  <a16:creationId xmlns:a16="http://schemas.microsoft.com/office/drawing/2014/main" id="{F4D48C14-75C7-934B-0EA5-14672913D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064" y="7238664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3" name="Straight Connector 2812">
              <a:extLst>
                <a:ext uri="{FF2B5EF4-FFF2-40B4-BE49-F238E27FC236}">
                  <a16:creationId xmlns:a16="http://schemas.microsoft.com/office/drawing/2014/main" id="{C796830F-5855-0DF5-CC08-F6EE27EC1A07}"/>
                </a:ext>
              </a:extLst>
            </p:cNvPr>
            <p:cNvCxnSpPr>
              <a:cxnSpLocks/>
            </p:cNvCxnSpPr>
            <p:nvPr/>
          </p:nvCxnSpPr>
          <p:spPr>
            <a:xfrm>
              <a:off x="2181512" y="7367035"/>
              <a:ext cx="385113" cy="143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5" name="Straight Connector 2814">
              <a:extLst>
                <a:ext uri="{FF2B5EF4-FFF2-40B4-BE49-F238E27FC236}">
                  <a16:creationId xmlns:a16="http://schemas.microsoft.com/office/drawing/2014/main" id="{08955345-E9F5-FFFA-BE96-D9FAE95377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849" y="738591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8" name="Straight Connector 2847">
              <a:extLst>
                <a:ext uri="{FF2B5EF4-FFF2-40B4-BE49-F238E27FC236}">
                  <a16:creationId xmlns:a16="http://schemas.microsoft.com/office/drawing/2014/main" id="{A7E54436-7BFD-F3AE-6900-FA4193E18637}"/>
                </a:ext>
              </a:extLst>
            </p:cNvPr>
            <p:cNvCxnSpPr>
              <a:cxnSpLocks/>
            </p:cNvCxnSpPr>
            <p:nvPr/>
          </p:nvCxnSpPr>
          <p:spPr>
            <a:xfrm>
              <a:off x="2362741" y="7306625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9" name="Straight Connector 2848">
              <a:extLst>
                <a:ext uri="{FF2B5EF4-FFF2-40B4-BE49-F238E27FC236}">
                  <a16:creationId xmlns:a16="http://schemas.microsoft.com/office/drawing/2014/main" id="{A2FC7498-2DC2-C366-7943-FADC5273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4069" y="7038556"/>
              <a:ext cx="0" cy="2567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1" name="Straight Connector 2850">
              <a:extLst>
                <a:ext uri="{FF2B5EF4-FFF2-40B4-BE49-F238E27FC236}">
                  <a16:creationId xmlns:a16="http://schemas.microsoft.com/office/drawing/2014/main" id="{C364D115-0A1A-2262-CA42-6F8935629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064" y="7027230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2" name="Straight Connector 2851">
              <a:extLst>
                <a:ext uri="{FF2B5EF4-FFF2-40B4-BE49-F238E27FC236}">
                  <a16:creationId xmlns:a16="http://schemas.microsoft.com/office/drawing/2014/main" id="{AF2FD7CC-1F7D-3BAC-C443-A388D11268B4}"/>
                </a:ext>
              </a:extLst>
            </p:cNvPr>
            <p:cNvCxnSpPr>
              <a:cxnSpLocks/>
            </p:cNvCxnSpPr>
            <p:nvPr/>
          </p:nvCxnSpPr>
          <p:spPr>
            <a:xfrm>
              <a:off x="1996507" y="7031005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3" name="Straight Connector 2852">
              <a:extLst>
                <a:ext uri="{FF2B5EF4-FFF2-40B4-BE49-F238E27FC236}">
                  <a16:creationId xmlns:a16="http://schemas.microsoft.com/office/drawing/2014/main" id="{023C318D-BDE9-B578-43B6-11BBC00A5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6606" y="7031005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4" name="Straight Connector 2853">
              <a:extLst>
                <a:ext uri="{FF2B5EF4-FFF2-40B4-BE49-F238E27FC236}">
                  <a16:creationId xmlns:a16="http://schemas.microsoft.com/office/drawing/2014/main" id="{A3366C73-694C-4D03-8C98-2D937DC48FA0}"/>
                </a:ext>
              </a:extLst>
            </p:cNvPr>
            <p:cNvCxnSpPr>
              <a:cxnSpLocks/>
            </p:cNvCxnSpPr>
            <p:nvPr/>
          </p:nvCxnSpPr>
          <p:spPr>
            <a:xfrm>
              <a:off x="1834158" y="695549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6" name="Straight Connector 2855">
              <a:extLst>
                <a:ext uri="{FF2B5EF4-FFF2-40B4-BE49-F238E27FC236}">
                  <a16:creationId xmlns:a16="http://schemas.microsoft.com/office/drawing/2014/main" id="{14922DF7-7677-28E5-E30A-7E1DE4BA7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6704" y="6955493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7" name="Straight Connector 2856">
              <a:extLst>
                <a:ext uri="{FF2B5EF4-FFF2-40B4-BE49-F238E27FC236}">
                  <a16:creationId xmlns:a16="http://schemas.microsoft.com/office/drawing/2014/main" id="{25099ECF-323C-A4FD-5E17-78E96B438A29}"/>
                </a:ext>
              </a:extLst>
            </p:cNvPr>
            <p:cNvCxnSpPr>
              <a:cxnSpLocks/>
            </p:cNvCxnSpPr>
            <p:nvPr/>
          </p:nvCxnSpPr>
          <p:spPr>
            <a:xfrm>
              <a:off x="1290471" y="6883756"/>
              <a:ext cx="377560" cy="1321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0" name="Straight Connector 2859">
              <a:extLst>
                <a:ext uri="{FF2B5EF4-FFF2-40B4-BE49-F238E27FC236}">
                  <a16:creationId xmlns:a16="http://schemas.microsoft.com/office/drawing/2014/main" id="{7D21B59A-47D6-5185-8F69-6691222A4534}"/>
                </a:ext>
              </a:extLst>
            </p:cNvPr>
            <p:cNvCxnSpPr>
              <a:cxnSpLocks/>
            </p:cNvCxnSpPr>
            <p:nvPr/>
          </p:nvCxnSpPr>
          <p:spPr>
            <a:xfrm>
              <a:off x="1298022" y="6747834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1" name="Straight Connector 2860">
              <a:extLst>
                <a:ext uri="{FF2B5EF4-FFF2-40B4-BE49-F238E27FC236}">
                  <a16:creationId xmlns:a16="http://schemas.microsoft.com/office/drawing/2014/main" id="{B41D558E-6F20-2E2C-AB20-99B914065C85}"/>
                </a:ext>
              </a:extLst>
            </p:cNvPr>
            <p:cNvCxnSpPr>
              <a:cxnSpLocks/>
            </p:cNvCxnSpPr>
            <p:nvPr/>
          </p:nvCxnSpPr>
          <p:spPr>
            <a:xfrm>
              <a:off x="1105465" y="6679873"/>
              <a:ext cx="192557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2" name="Straight Connector 2861">
              <a:extLst>
                <a:ext uri="{FF2B5EF4-FFF2-40B4-BE49-F238E27FC236}">
                  <a16:creationId xmlns:a16="http://schemas.microsoft.com/office/drawing/2014/main" id="{2E743F8C-A5E2-5677-A384-314B877D67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6793" y="6532624"/>
              <a:ext cx="354907" cy="1472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4" name="Straight Connector 2863">
              <a:extLst>
                <a:ext uri="{FF2B5EF4-FFF2-40B4-BE49-F238E27FC236}">
                  <a16:creationId xmlns:a16="http://schemas.microsoft.com/office/drawing/2014/main" id="{E282AAB0-00E9-38B8-7C9E-4AEBD3FF7EC0}"/>
                </a:ext>
              </a:extLst>
            </p:cNvPr>
            <p:cNvCxnSpPr>
              <a:cxnSpLocks/>
            </p:cNvCxnSpPr>
            <p:nvPr/>
          </p:nvCxnSpPr>
          <p:spPr>
            <a:xfrm>
              <a:off x="1471700" y="6543951"/>
              <a:ext cx="0" cy="2718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6" name="Straight Connector 2865">
              <a:extLst>
                <a:ext uri="{FF2B5EF4-FFF2-40B4-BE49-F238E27FC236}">
                  <a16:creationId xmlns:a16="http://schemas.microsoft.com/office/drawing/2014/main" id="{2E271EAF-C1B7-E44E-A17C-A6ACD2678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4148" y="6732732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7" name="Straight Connector 2866">
              <a:extLst>
                <a:ext uri="{FF2B5EF4-FFF2-40B4-BE49-F238E27FC236}">
                  <a16:creationId xmlns:a16="http://schemas.microsoft.com/office/drawing/2014/main" id="{46A1422F-8364-3DDD-0DEB-7B96C022ADF2}"/>
                </a:ext>
              </a:extLst>
            </p:cNvPr>
            <p:cNvCxnSpPr>
              <a:cxnSpLocks/>
            </p:cNvCxnSpPr>
            <p:nvPr/>
          </p:nvCxnSpPr>
          <p:spPr>
            <a:xfrm>
              <a:off x="1645377" y="6728956"/>
              <a:ext cx="558789" cy="2152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1" name="Straight Connector 2870">
              <a:extLst>
                <a:ext uri="{FF2B5EF4-FFF2-40B4-BE49-F238E27FC236}">
                  <a16:creationId xmlns:a16="http://schemas.microsoft.com/office/drawing/2014/main" id="{A0CF0F17-8099-CDCA-3CBA-7C41B40ED5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4167" y="6660995"/>
              <a:ext cx="0" cy="2869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3" name="Straight Connector 2872">
              <a:extLst>
                <a:ext uri="{FF2B5EF4-FFF2-40B4-BE49-F238E27FC236}">
                  <a16:creationId xmlns:a16="http://schemas.microsoft.com/office/drawing/2014/main" id="{0A8DD6EB-854B-0536-7BF9-CF90420CB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7835" y="6664771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4" name="Straight Connector 2873">
              <a:extLst>
                <a:ext uri="{FF2B5EF4-FFF2-40B4-BE49-F238E27FC236}">
                  <a16:creationId xmlns:a16="http://schemas.microsoft.com/office/drawing/2014/main" id="{CD661A92-E219-A088-10A5-E9FED1491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9162" y="660436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5" name="Straight Connector 2874">
              <a:extLst>
                <a:ext uri="{FF2B5EF4-FFF2-40B4-BE49-F238E27FC236}">
                  <a16:creationId xmlns:a16="http://schemas.microsoft.com/office/drawing/2014/main" id="{4931198D-8528-D671-DE00-C6D497706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1709" y="6596810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6" name="Straight Connector 2875">
              <a:extLst>
                <a:ext uri="{FF2B5EF4-FFF2-40B4-BE49-F238E27FC236}">
                  <a16:creationId xmlns:a16="http://schemas.microsoft.com/office/drawing/2014/main" id="{1D6161DD-55D7-9AF3-FFC1-9B97698160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2929" y="6585483"/>
              <a:ext cx="181229" cy="830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9" name="Straight Connector 2878">
              <a:extLst>
                <a:ext uri="{FF2B5EF4-FFF2-40B4-BE49-F238E27FC236}">
                  <a16:creationId xmlns:a16="http://schemas.microsoft.com/office/drawing/2014/main" id="{B798B4F1-59BD-C66D-2A0A-DB616A8F73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0480" y="6525073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39D05F32-3172-63EC-4FB3-665A2634F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7933" y="637027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7B0C5DF-6BE5-FB85-66A4-3AE9538247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9153" y="6377824"/>
              <a:ext cx="181229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97408920-2D77-D329-47AD-A01F96DA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5475" y="6249453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ABE76761-1A3E-5EBB-93E5-A883BDF167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86" y="6230575"/>
              <a:ext cx="558789" cy="234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A3F85E86-CDAA-4F7F-7119-30D9B7F268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457" y="6381600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BD992A49-E9E5-C255-5572-85E53C5124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7" y="6151287"/>
              <a:ext cx="558789" cy="2340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4DD787-32A6-1BF5-07B1-6EAF2508E7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66" y="609087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883F792-6632-CFCF-CB1F-705EE9509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5564" y="6079550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0A8823C-B517-EA11-59DC-0B0695B692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6784" y="6098428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DF7EC031-9035-2DCC-02CE-5355B1F745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648" y="6177716"/>
              <a:ext cx="370009" cy="124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A126736B-15CF-2E35-67BF-8CF42DC9A6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28" y="6302312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E86DFFD7-358B-EA97-74EA-1D699351F2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7" y="6245677"/>
              <a:ext cx="381336" cy="13592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61962C16-2B87-9820-403F-6D004DE12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92" y="6249453"/>
              <a:ext cx="0" cy="702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3CEB50B3-FAF3-8C2C-B37D-D518DEB2E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6912" y="6951717"/>
              <a:ext cx="181229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8AF2991F-0052-68D8-6472-7EE7CC2289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3137" y="6313638"/>
              <a:ext cx="0" cy="702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4223E9E9-D653-8ECF-7FCA-A7453F9BD6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51917" y="6241902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25B456A4-2926-874B-3EFF-7791C624A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25595" y="6226799"/>
              <a:ext cx="177453" cy="868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FCCFE645-EE34-9AA1-BC32-BAED36CEC0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87715" y="6596810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269F57B0-7A1A-C35A-F555-6581ACEEE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76390" y="6507139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13B68D70-FACF-670E-BEAA-A59DE97BF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610262" y="6366497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0BE9C5E1-31C0-DA55-E3F3-D1E4A9E211AD}"/>
                </a:ext>
              </a:extLst>
            </p:cNvPr>
            <p:cNvCxnSpPr>
              <a:cxnSpLocks/>
            </p:cNvCxnSpPr>
            <p:nvPr/>
          </p:nvCxnSpPr>
          <p:spPr>
            <a:xfrm>
              <a:off x="-3591385" y="6385375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C2C5F0E9-8483-D886-05F4-7260180929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32808" y="6445785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0DD22AE2-7827-32DF-3B34-BEDD03BBB8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598936" y="6582651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3A9C6580-173D-C9E7-F037-A25F4FDD2049}"/>
                </a:ext>
              </a:extLst>
            </p:cNvPr>
            <p:cNvCxnSpPr>
              <a:cxnSpLocks/>
            </p:cNvCxnSpPr>
            <p:nvPr/>
          </p:nvCxnSpPr>
          <p:spPr>
            <a:xfrm>
              <a:off x="-3587609" y="6668546"/>
              <a:ext cx="162352" cy="641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4FF4C78A-31C3-BE1F-D087-EDE9F0651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40254" y="5468845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4091FAAD-6C74-5DC2-73C5-D3D8F8F2D9B6}"/>
                </a:ext>
              </a:extLst>
            </p:cNvPr>
            <p:cNvCxnSpPr>
              <a:cxnSpLocks/>
            </p:cNvCxnSpPr>
            <p:nvPr/>
          </p:nvCxnSpPr>
          <p:spPr>
            <a:xfrm>
              <a:off x="-3066576" y="5464125"/>
              <a:ext cx="740018" cy="2756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50B61AD1-495C-79BA-B674-BF88344C5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96460" y="5748240"/>
              <a:ext cx="162351" cy="802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EFFB08BC-8766-A700-AB0A-4047BC8F8775}"/>
                </a:ext>
              </a:extLst>
            </p:cNvPr>
            <p:cNvCxnSpPr>
              <a:cxnSpLocks/>
            </p:cNvCxnSpPr>
            <p:nvPr/>
          </p:nvCxnSpPr>
          <p:spPr>
            <a:xfrm>
              <a:off x="-3077903" y="5607598"/>
              <a:ext cx="604097" cy="2189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1983">
              <a:extLst>
                <a:ext uri="{FF2B5EF4-FFF2-40B4-BE49-F238E27FC236}">
                  <a16:creationId xmlns:a16="http://schemas.microsoft.com/office/drawing/2014/main" id="{5FF88FB5-97AC-D535-E3EF-5E3C00E4D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066575" y="560382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1160" cy="5082539"/>
            <a:chOff x="137913" y="1997862"/>
            <a:chExt cx="9838103" cy="9106010"/>
          </a:xfrm>
          <a:effectLst/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8877" y="1997862"/>
              <a:ext cx="0" cy="4596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41966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26" y="3826970"/>
              <a:ext cx="294366" cy="13652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1382280" cy="55035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F6FE6B-DB23-8617-AA24-5464F17FDCAA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80" y="4153913"/>
              <a:ext cx="0" cy="2234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5E80E7-6B62-73DE-16C1-3ACB5345859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744" y="4381587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7E29D-D4FA-6902-ACAF-AD4521880ED7}"/>
                </a:ext>
              </a:extLst>
            </p:cNvPr>
            <p:cNvCxnSpPr>
              <a:cxnSpLocks/>
            </p:cNvCxnSpPr>
            <p:nvPr/>
          </p:nvCxnSpPr>
          <p:spPr>
            <a:xfrm>
              <a:off x="5603590" y="4495217"/>
              <a:ext cx="0" cy="6244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8930" y="4680229"/>
              <a:ext cx="275889" cy="15501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1" y="4274928"/>
              <a:ext cx="597280" cy="2389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198" y="4351725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40956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A1EE69-640D-E41F-01FC-A2E367043AE2}"/>
                </a:ext>
              </a:extLst>
            </p:cNvPr>
            <p:cNvCxnSpPr>
              <a:cxnSpLocks/>
            </p:cNvCxnSpPr>
            <p:nvPr/>
          </p:nvCxnSpPr>
          <p:spPr>
            <a:xfrm>
              <a:off x="9685909" y="4392967"/>
              <a:ext cx="290107" cy="10239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" name="Straight Connector 2360">
              <a:extLst>
                <a:ext uri="{FF2B5EF4-FFF2-40B4-BE49-F238E27FC236}">
                  <a16:creationId xmlns:a16="http://schemas.microsoft.com/office/drawing/2014/main" id="{4ED79C43-0BE7-6724-A382-24C20A2B60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3" y="5466653"/>
              <a:ext cx="250292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3" name="Straight Connector 2362">
              <a:extLst>
                <a:ext uri="{FF2B5EF4-FFF2-40B4-BE49-F238E27FC236}">
                  <a16:creationId xmlns:a16="http://schemas.microsoft.com/office/drawing/2014/main" id="{6A96DDDD-1E8A-46F3-E6B0-F4CF50029A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5574733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5" name="Straight Connector 2364">
              <a:extLst>
                <a:ext uri="{FF2B5EF4-FFF2-40B4-BE49-F238E27FC236}">
                  <a16:creationId xmlns:a16="http://schemas.microsoft.com/office/drawing/2014/main" id="{522A0586-A4E1-3FCB-DA31-30F5DE26CC69}"/>
                </a:ext>
              </a:extLst>
            </p:cNvPr>
            <p:cNvCxnSpPr>
              <a:cxnSpLocks/>
            </p:cNvCxnSpPr>
            <p:nvPr/>
          </p:nvCxnSpPr>
          <p:spPr>
            <a:xfrm>
              <a:off x="7800198" y="5802269"/>
              <a:ext cx="1063733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7" name="Straight Connector 2366">
              <a:extLst>
                <a:ext uri="{FF2B5EF4-FFF2-40B4-BE49-F238E27FC236}">
                  <a16:creationId xmlns:a16="http://schemas.microsoft.com/office/drawing/2014/main" id="{4995228A-94F7-B123-DAF5-A436EAF80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9621" y="6177704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8" name="Straight Connector 2367">
              <a:extLst>
                <a:ext uri="{FF2B5EF4-FFF2-40B4-BE49-F238E27FC236}">
                  <a16:creationId xmlns:a16="http://schemas.microsoft.com/office/drawing/2014/main" id="{EF04E161-F80F-7346-7B9D-D75C1D0C4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0" y="6416618"/>
              <a:ext cx="1063735" cy="43231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0" name="Straight Connector 2369">
              <a:extLst>
                <a:ext uri="{FF2B5EF4-FFF2-40B4-BE49-F238E27FC236}">
                  <a16:creationId xmlns:a16="http://schemas.microsoft.com/office/drawing/2014/main" id="{068CDF5A-1193-3B49-2088-B1D5628B396D}"/>
                </a:ext>
              </a:extLst>
            </p:cNvPr>
            <p:cNvCxnSpPr>
              <a:cxnSpLocks/>
            </p:cNvCxnSpPr>
            <p:nvPr/>
          </p:nvCxnSpPr>
          <p:spPr>
            <a:xfrm>
              <a:off x="7237045" y="6604335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2" name="Straight Connector 2371">
              <a:extLst>
                <a:ext uri="{FF2B5EF4-FFF2-40B4-BE49-F238E27FC236}">
                  <a16:creationId xmlns:a16="http://schemas.microsoft.com/office/drawing/2014/main" id="{798A12D1-7CB5-ECC4-4E40-DC8F59FA0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662708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3" name="Straight Connector 2372">
              <a:extLst>
                <a:ext uri="{FF2B5EF4-FFF2-40B4-BE49-F238E27FC236}">
                  <a16:creationId xmlns:a16="http://schemas.microsoft.com/office/drawing/2014/main" id="{63740077-9361-5243-F7D3-A2A73EE4FA3D}"/>
                </a:ext>
              </a:extLst>
            </p:cNvPr>
            <p:cNvCxnSpPr>
              <a:cxnSpLocks/>
            </p:cNvCxnSpPr>
            <p:nvPr/>
          </p:nvCxnSpPr>
          <p:spPr>
            <a:xfrm>
              <a:off x="7231357" y="6831872"/>
              <a:ext cx="1666705" cy="6598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5" name="Straight Connector 2374">
              <a:extLst>
                <a:ext uri="{FF2B5EF4-FFF2-40B4-BE49-F238E27FC236}">
                  <a16:creationId xmlns:a16="http://schemas.microsoft.com/office/drawing/2014/main" id="{50D0AF27-54A1-73A7-8E88-60CBBB490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7553" y="7491727"/>
              <a:ext cx="813445" cy="3014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7" name="Straight Connector 2376">
              <a:extLst>
                <a:ext uri="{FF2B5EF4-FFF2-40B4-BE49-F238E27FC236}">
                  <a16:creationId xmlns:a16="http://schemas.microsoft.com/office/drawing/2014/main" id="{EA474F05-864F-9B01-E802-73DF2A97E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7815967"/>
              <a:ext cx="0" cy="102960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3" name="Straight Connector 2412">
              <a:extLst>
                <a:ext uri="{FF2B5EF4-FFF2-40B4-BE49-F238E27FC236}">
                  <a16:creationId xmlns:a16="http://schemas.microsoft.com/office/drawing/2014/main" id="{2EBEA9AB-0079-F004-53DC-9B526B69D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61865" y="8862634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6" name="Straight Connector 2415">
              <a:extLst>
                <a:ext uri="{FF2B5EF4-FFF2-40B4-BE49-F238E27FC236}">
                  <a16:creationId xmlns:a16="http://schemas.microsoft.com/office/drawing/2014/main" id="{D723D793-92D3-BF3A-5D30-6DA7D2AD2B6C}"/>
                </a:ext>
              </a:extLst>
            </p:cNvPr>
            <p:cNvCxnSpPr>
              <a:cxnSpLocks/>
            </p:cNvCxnSpPr>
            <p:nvPr/>
          </p:nvCxnSpPr>
          <p:spPr>
            <a:xfrm>
              <a:off x="8340597" y="8760243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7" name="Straight Connector 2416">
              <a:extLst>
                <a:ext uri="{FF2B5EF4-FFF2-40B4-BE49-F238E27FC236}">
                  <a16:creationId xmlns:a16="http://schemas.microsoft.com/office/drawing/2014/main" id="{0597C820-C935-B45D-1B60-1122D513A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3534" y="875455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9" name="Straight Connector 2418">
              <a:extLst>
                <a:ext uri="{FF2B5EF4-FFF2-40B4-BE49-F238E27FC236}">
                  <a16:creationId xmlns:a16="http://schemas.microsoft.com/office/drawing/2014/main" id="{2BB1B548-1368-F03B-9520-66B6C378AC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3641" y="8748866"/>
              <a:ext cx="250290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3" name="Straight Connector 2422">
              <a:extLst>
                <a:ext uri="{FF2B5EF4-FFF2-40B4-BE49-F238E27FC236}">
                  <a16:creationId xmlns:a16="http://schemas.microsoft.com/office/drawing/2014/main" id="{C1559C55-8744-E01A-B26A-7D81CA79A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2556" y="8743178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4" name="Straight Connector 2423">
              <a:extLst>
                <a:ext uri="{FF2B5EF4-FFF2-40B4-BE49-F238E27FC236}">
                  <a16:creationId xmlns:a16="http://schemas.microsoft.com/office/drawing/2014/main" id="{ECC2289B-4C82-90A2-F56A-FBBA26902227}"/>
                </a:ext>
              </a:extLst>
            </p:cNvPr>
            <p:cNvCxnSpPr>
              <a:cxnSpLocks/>
            </p:cNvCxnSpPr>
            <p:nvPr/>
          </p:nvCxnSpPr>
          <p:spPr>
            <a:xfrm>
              <a:off x="8869620" y="8953649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5" name="Straight Connector 2424">
              <a:extLst>
                <a:ext uri="{FF2B5EF4-FFF2-40B4-BE49-F238E27FC236}">
                  <a16:creationId xmlns:a16="http://schemas.microsoft.com/office/drawing/2014/main" id="{C982EAA8-FACF-8054-166E-4D6BD16CC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4042" y="9056041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6" name="Straight Connector 2425">
              <a:extLst>
                <a:ext uri="{FF2B5EF4-FFF2-40B4-BE49-F238E27FC236}">
                  <a16:creationId xmlns:a16="http://schemas.microsoft.com/office/drawing/2014/main" id="{EAF0FE5A-8031-F6E2-2752-E8C06F646BCA}"/>
                </a:ext>
              </a:extLst>
            </p:cNvPr>
            <p:cNvCxnSpPr>
              <a:cxnSpLocks/>
            </p:cNvCxnSpPr>
            <p:nvPr/>
          </p:nvCxnSpPr>
          <p:spPr>
            <a:xfrm>
              <a:off x="9165417" y="927220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7" name="Straight Connector 2426">
              <a:extLst>
                <a:ext uri="{FF2B5EF4-FFF2-40B4-BE49-F238E27FC236}">
                  <a16:creationId xmlns:a16="http://schemas.microsoft.com/office/drawing/2014/main" id="{84044321-E7E2-B58A-6CAD-7053E456C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8462" y="9385970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8" name="Straight Connector 2427">
              <a:extLst>
                <a:ext uri="{FF2B5EF4-FFF2-40B4-BE49-F238E27FC236}">
                  <a16:creationId xmlns:a16="http://schemas.microsoft.com/office/drawing/2014/main" id="{BD3B21A4-2C76-EEA4-FE60-79BFEE939239}"/>
                </a:ext>
              </a:extLst>
            </p:cNvPr>
            <p:cNvCxnSpPr>
              <a:cxnSpLocks/>
            </p:cNvCxnSpPr>
            <p:nvPr/>
          </p:nvCxnSpPr>
          <p:spPr>
            <a:xfrm>
              <a:off x="9159729" y="9494048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9" name="Straight Connector 2428">
              <a:extLst>
                <a:ext uri="{FF2B5EF4-FFF2-40B4-BE49-F238E27FC236}">
                  <a16:creationId xmlns:a16="http://schemas.microsoft.com/office/drawing/2014/main" id="{3CF67FA0-7D97-4C10-46DD-E66E3364E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107" y="950542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0" name="Straight Connector 2429">
              <a:extLst>
                <a:ext uri="{FF2B5EF4-FFF2-40B4-BE49-F238E27FC236}">
                  <a16:creationId xmlns:a16="http://schemas.microsoft.com/office/drawing/2014/main" id="{88A9091C-FA2E-3F05-F912-DA2900D1E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4" y="9727273"/>
              <a:ext cx="574530" cy="2047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2" name="Straight Connector 2431">
              <a:extLst>
                <a:ext uri="{FF2B5EF4-FFF2-40B4-BE49-F238E27FC236}">
                  <a16:creationId xmlns:a16="http://schemas.microsoft.com/office/drawing/2014/main" id="{8B60DA8A-9BCB-CBAB-6E47-3601C6A3F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6" y="9516804"/>
              <a:ext cx="0" cy="42662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4" name="Straight Connector 2433">
              <a:extLst>
                <a:ext uri="{FF2B5EF4-FFF2-40B4-BE49-F238E27FC236}">
                  <a16:creationId xmlns:a16="http://schemas.microsoft.com/office/drawing/2014/main" id="{9543F6F1-D785-928C-5161-282E69555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3" y="9397347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6" name="Straight Connector 2435">
              <a:extLst>
                <a:ext uri="{FF2B5EF4-FFF2-40B4-BE49-F238E27FC236}">
                  <a16:creationId xmlns:a16="http://schemas.microsoft.com/office/drawing/2014/main" id="{B0C5F3EF-D757-B746-E16C-B75E6D1A7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8063" y="9175497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7" name="Straight Connector 2436">
              <a:extLst>
                <a:ext uri="{FF2B5EF4-FFF2-40B4-BE49-F238E27FC236}">
                  <a16:creationId xmlns:a16="http://schemas.microsoft.com/office/drawing/2014/main" id="{F288C4F1-A520-ACC5-429E-0502078D198D}"/>
                </a:ext>
              </a:extLst>
            </p:cNvPr>
            <p:cNvCxnSpPr>
              <a:cxnSpLocks/>
            </p:cNvCxnSpPr>
            <p:nvPr/>
          </p:nvCxnSpPr>
          <p:spPr>
            <a:xfrm>
              <a:off x="8596576" y="905604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8" name="Straight Connector 2437">
              <a:extLst>
                <a:ext uri="{FF2B5EF4-FFF2-40B4-BE49-F238E27FC236}">
                  <a16:creationId xmlns:a16="http://schemas.microsoft.com/office/drawing/2014/main" id="{74F94EC0-2A70-F4B0-C7AB-F779A30C5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4" y="903897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9" name="Straight Connector 2438">
              <a:extLst>
                <a:ext uri="{FF2B5EF4-FFF2-40B4-BE49-F238E27FC236}">
                  <a16:creationId xmlns:a16="http://schemas.microsoft.com/office/drawing/2014/main" id="{D20069E8-A9A0-4289-8F6C-52091F71D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4909" y="927220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0" name="Straight Connector 2439">
              <a:extLst>
                <a:ext uri="{FF2B5EF4-FFF2-40B4-BE49-F238E27FC236}">
                  <a16:creationId xmlns:a16="http://schemas.microsoft.com/office/drawing/2014/main" id="{E0A8CF3B-E329-3419-93E5-2C5D82FCE6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0599" y="938596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1" name="Straight Connector 2440">
              <a:extLst>
                <a:ext uri="{FF2B5EF4-FFF2-40B4-BE49-F238E27FC236}">
                  <a16:creationId xmlns:a16="http://schemas.microsoft.com/office/drawing/2014/main" id="{9FCABF3F-2B7C-85D8-ADE3-D875145D2683}"/>
                </a:ext>
              </a:extLst>
            </p:cNvPr>
            <p:cNvCxnSpPr>
              <a:cxnSpLocks/>
            </p:cNvCxnSpPr>
            <p:nvPr/>
          </p:nvCxnSpPr>
          <p:spPr>
            <a:xfrm>
              <a:off x="8044800" y="9494050"/>
              <a:ext cx="301486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3" name="Straight Connector 2442">
              <a:extLst>
                <a:ext uri="{FF2B5EF4-FFF2-40B4-BE49-F238E27FC236}">
                  <a16:creationId xmlns:a16="http://schemas.microsoft.com/office/drawing/2014/main" id="{233B5D1F-1DE4-D629-6E18-23E4E32922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6178" y="9505425"/>
              <a:ext cx="0" cy="4152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5" name="Straight Connector 2444">
              <a:extLst>
                <a:ext uri="{FF2B5EF4-FFF2-40B4-BE49-F238E27FC236}">
                  <a16:creationId xmlns:a16="http://schemas.microsoft.com/office/drawing/2014/main" id="{47774E8A-2166-9DE1-1D3E-9D3AD18CF2DC}"/>
                </a:ext>
              </a:extLst>
            </p:cNvPr>
            <p:cNvCxnSpPr>
              <a:cxnSpLocks/>
            </p:cNvCxnSpPr>
            <p:nvPr/>
          </p:nvCxnSpPr>
          <p:spPr>
            <a:xfrm>
              <a:off x="7788821" y="981829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7" name="Straight Connector 2446">
              <a:extLst>
                <a:ext uri="{FF2B5EF4-FFF2-40B4-BE49-F238E27FC236}">
                  <a16:creationId xmlns:a16="http://schemas.microsoft.com/office/drawing/2014/main" id="{FB460EF2-7084-FCBB-04C2-4BE74D517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7154" y="9818290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8" name="Straight Connector 2447">
              <a:extLst>
                <a:ext uri="{FF2B5EF4-FFF2-40B4-BE49-F238E27FC236}">
                  <a16:creationId xmlns:a16="http://schemas.microsoft.com/office/drawing/2014/main" id="{23B58685-427C-8882-7474-9AF29B05AF23}"/>
                </a:ext>
              </a:extLst>
            </p:cNvPr>
            <p:cNvCxnSpPr>
              <a:cxnSpLocks/>
            </p:cNvCxnSpPr>
            <p:nvPr/>
          </p:nvCxnSpPr>
          <p:spPr>
            <a:xfrm>
              <a:off x="7538531" y="9949123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9" name="Straight Connector 2448">
              <a:extLst>
                <a:ext uri="{FF2B5EF4-FFF2-40B4-BE49-F238E27FC236}">
                  <a16:creationId xmlns:a16="http://schemas.microsoft.com/office/drawing/2014/main" id="{B43B5521-A656-0563-2F44-07A31A879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100230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1" name="Straight Connector 2450">
              <a:extLst>
                <a:ext uri="{FF2B5EF4-FFF2-40B4-BE49-F238E27FC236}">
                  <a16:creationId xmlns:a16="http://schemas.microsoft.com/office/drawing/2014/main" id="{426C1E84-19CF-F7ED-B97A-7B99EFD3D5D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54" y="10159595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2" name="Straight Connector 2451">
              <a:extLst>
                <a:ext uri="{FF2B5EF4-FFF2-40B4-BE49-F238E27FC236}">
                  <a16:creationId xmlns:a16="http://schemas.microsoft.com/office/drawing/2014/main" id="{E32BF37E-CBF6-1483-F4B3-AA0B02FE90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468" y="10159593"/>
              <a:ext cx="0" cy="4095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4" name="Straight Connector 2453">
              <a:extLst>
                <a:ext uri="{FF2B5EF4-FFF2-40B4-BE49-F238E27FC236}">
                  <a16:creationId xmlns:a16="http://schemas.microsoft.com/office/drawing/2014/main" id="{396D3D6E-A327-623C-51F7-E29671F47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3024" y="10472458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5" name="Straight Connector 2454">
              <a:extLst>
                <a:ext uri="{FF2B5EF4-FFF2-40B4-BE49-F238E27FC236}">
                  <a16:creationId xmlns:a16="http://schemas.microsoft.com/office/drawing/2014/main" id="{6D3F273B-5BB3-12CB-0754-601A162CAF33}"/>
                </a:ext>
              </a:extLst>
            </p:cNvPr>
            <p:cNvCxnSpPr>
              <a:cxnSpLocks/>
            </p:cNvCxnSpPr>
            <p:nvPr/>
          </p:nvCxnSpPr>
          <p:spPr>
            <a:xfrm>
              <a:off x="7783133" y="10478147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6" name="Straight Connector 2455">
              <a:extLst>
                <a:ext uri="{FF2B5EF4-FFF2-40B4-BE49-F238E27FC236}">
                  <a16:creationId xmlns:a16="http://schemas.microsoft.com/office/drawing/2014/main" id="{C1AEDFFB-5B27-3FF0-FBA0-9A54E5D87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105634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7" name="Straight Connector 2456">
              <a:extLst>
                <a:ext uri="{FF2B5EF4-FFF2-40B4-BE49-F238E27FC236}">
                  <a16:creationId xmlns:a16="http://schemas.microsoft.com/office/drawing/2014/main" id="{A85D736E-4184-4DD6-7A17-476709D72791}"/>
                </a:ext>
              </a:extLst>
            </p:cNvPr>
            <p:cNvCxnSpPr>
              <a:cxnSpLocks/>
            </p:cNvCxnSpPr>
            <p:nvPr/>
          </p:nvCxnSpPr>
          <p:spPr>
            <a:xfrm>
              <a:off x="7777444" y="1068293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8" name="Straight Connector 2457">
              <a:extLst>
                <a:ext uri="{FF2B5EF4-FFF2-40B4-BE49-F238E27FC236}">
                  <a16:creationId xmlns:a16="http://schemas.microsoft.com/office/drawing/2014/main" id="{2D25D651-3EE4-6170-DFC8-332939210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5" y="10671551"/>
              <a:ext cx="0" cy="43232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0" name="Straight Connector 2459">
              <a:extLst>
                <a:ext uri="{FF2B5EF4-FFF2-40B4-BE49-F238E27FC236}">
                  <a16:creationId xmlns:a16="http://schemas.microsoft.com/office/drawing/2014/main" id="{69D54A31-890B-8200-3C04-36C0B924EA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734" y="10893401"/>
              <a:ext cx="517645" cy="19909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2" name="Straight Connector 2461">
              <a:extLst>
                <a:ext uri="{FF2B5EF4-FFF2-40B4-BE49-F238E27FC236}">
                  <a16:creationId xmlns:a16="http://schemas.microsoft.com/office/drawing/2014/main" id="{E05B812A-551E-EE5E-2279-4FD4CA986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690" y="1088771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3" name="Straight Connector 2462">
              <a:extLst>
                <a:ext uri="{FF2B5EF4-FFF2-40B4-BE49-F238E27FC236}">
                  <a16:creationId xmlns:a16="http://schemas.microsoft.com/office/drawing/2014/main" id="{E59F7FA8-1E17-5C1A-326E-2F4D68A34653}"/>
                </a:ext>
              </a:extLst>
            </p:cNvPr>
            <p:cNvCxnSpPr>
              <a:cxnSpLocks/>
            </p:cNvCxnSpPr>
            <p:nvPr/>
          </p:nvCxnSpPr>
          <p:spPr>
            <a:xfrm>
              <a:off x="6719400" y="10904778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4" name="Straight Connector 2463">
              <a:extLst>
                <a:ext uri="{FF2B5EF4-FFF2-40B4-BE49-F238E27FC236}">
                  <a16:creationId xmlns:a16="http://schemas.microsoft.com/office/drawing/2014/main" id="{CA5537B7-BFC7-A18E-BBA6-C5EA99F99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914" y="1089908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5" name="Straight Connector 2464">
              <a:extLst>
                <a:ext uri="{FF2B5EF4-FFF2-40B4-BE49-F238E27FC236}">
                  <a16:creationId xmlns:a16="http://schemas.microsoft.com/office/drawing/2014/main" id="{838939B7-7128-1FC2-4D67-7810D4D21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1079669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6" name="Straight Connector 2465">
              <a:extLst>
                <a:ext uri="{FF2B5EF4-FFF2-40B4-BE49-F238E27FC236}">
                  <a16:creationId xmlns:a16="http://schemas.microsoft.com/office/drawing/2014/main" id="{C5C4E473-15F1-080E-31F7-510D8063C4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449704"/>
              <a:ext cx="858950" cy="35837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0" name="Straight Connector 2469">
              <a:extLst>
                <a:ext uri="{FF2B5EF4-FFF2-40B4-BE49-F238E27FC236}">
                  <a16:creationId xmlns:a16="http://schemas.microsoft.com/office/drawing/2014/main" id="{662CAA80-2AA0-3C8D-77EA-956B8A34AF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10227856"/>
              <a:ext cx="1114929" cy="46076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1" name="Straight Connector 2470">
              <a:extLst>
                <a:ext uri="{FF2B5EF4-FFF2-40B4-BE49-F238E27FC236}">
                  <a16:creationId xmlns:a16="http://schemas.microsoft.com/office/drawing/2014/main" id="{A9F94405-62F2-8FE9-45D8-2DD412E88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10227855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3" name="Straight Connector 2472">
              <a:extLst>
                <a:ext uri="{FF2B5EF4-FFF2-40B4-BE49-F238E27FC236}">
                  <a16:creationId xmlns:a16="http://schemas.microsoft.com/office/drawing/2014/main" id="{3EF89C54-784A-E4E6-D025-CE9567F1D05D}"/>
                </a:ext>
              </a:extLst>
            </p:cNvPr>
            <p:cNvCxnSpPr>
              <a:cxnSpLocks/>
            </p:cNvCxnSpPr>
            <p:nvPr/>
          </p:nvCxnSpPr>
          <p:spPr>
            <a:xfrm>
              <a:off x="5860450" y="10557784"/>
              <a:ext cx="290109" cy="12514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4" name="Straight Connector 2473">
              <a:extLst>
                <a:ext uri="{FF2B5EF4-FFF2-40B4-BE49-F238E27FC236}">
                  <a16:creationId xmlns:a16="http://schemas.microsoft.com/office/drawing/2014/main" id="{4A24C3F3-7FB5-C591-57E6-F843CA9C9C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6138" y="10455393"/>
              <a:ext cx="30717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5" name="Straight Connector 2474">
              <a:extLst>
                <a:ext uri="{FF2B5EF4-FFF2-40B4-BE49-F238E27FC236}">
                  <a16:creationId xmlns:a16="http://schemas.microsoft.com/office/drawing/2014/main" id="{99FDFB6B-6FAE-8063-4C72-61CA89A1B083}"/>
                </a:ext>
              </a:extLst>
            </p:cNvPr>
            <p:cNvCxnSpPr>
              <a:cxnSpLocks/>
            </p:cNvCxnSpPr>
            <p:nvPr/>
          </p:nvCxnSpPr>
          <p:spPr>
            <a:xfrm>
              <a:off x="5604471" y="10250610"/>
              <a:ext cx="551776" cy="20478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7" name="Straight Connector 2476">
              <a:extLst>
                <a:ext uri="{FF2B5EF4-FFF2-40B4-BE49-F238E27FC236}">
                  <a16:creationId xmlns:a16="http://schemas.microsoft.com/office/drawing/2014/main" id="{67377409-819C-FEA9-EB2A-1516DA72F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4473" y="10023073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8" name="Straight Connector 2477">
              <a:extLst>
                <a:ext uri="{FF2B5EF4-FFF2-40B4-BE49-F238E27FC236}">
                  <a16:creationId xmlns:a16="http://schemas.microsoft.com/office/drawing/2014/main" id="{70D8A064-27B9-187A-64A9-F6F9AFC63DAF}"/>
                </a:ext>
              </a:extLst>
            </p:cNvPr>
            <p:cNvCxnSpPr>
              <a:cxnSpLocks/>
            </p:cNvCxnSpPr>
            <p:nvPr/>
          </p:nvCxnSpPr>
          <p:spPr>
            <a:xfrm>
              <a:off x="5610160" y="10028762"/>
              <a:ext cx="273044" cy="10239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0" name="Straight Connector 2479">
              <a:extLst>
                <a:ext uri="{FF2B5EF4-FFF2-40B4-BE49-F238E27FC236}">
                  <a16:creationId xmlns:a16="http://schemas.microsoft.com/office/drawing/2014/main" id="{8E76AAA4-3926-5962-63E2-724928840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7517" y="9732964"/>
              <a:ext cx="0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2" name="Straight Connector 2481">
              <a:extLst>
                <a:ext uri="{FF2B5EF4-FFF2-40B4-BE49-F238E27FC236}">
                  <a16:creationId xmlns:a16="http://schemas.microsoft.com/office/drawing/2014/main" id="{4182AA81-611D-5052-0DC2-28CADEFBC5AF}"/>
                </a:ext>
              </a:extLst>
            </p:cNvPr>
            <p:cNvCxnSpPr>
              <a:cxnSpLocks/>
            </p:cNvCxnSpPr>
            <p:nvPr/>
          </p:nvCxnSpPr>
          <p:spPr>
            <a:xfrm>
              <a:off x="5860450" y="9710211"/>
              <a:ext cx="574530" cy="21047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4" name="Straight Connector 2483">
              <a:extLst>
                <a:ext uri="{FF2B5EF4-FFF2-40B4-BE49-F238E27FC236}">
                  <a16:creationId xmlns:a16="http://schemas.microsoft.com/office/drawing/2014/main" id="{EABF0BDB-50C5-63EC-7E8E-D22DB1366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9920682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5" name="Straight Connector 2484">
              <a:extLst>
                <a:ext uri="{FF2B5EF4-FFF2-40B4-BE49-F238E27FC236}">
                  <a16:creationId xmlns:a16="http://schemas.microsoft.com/office/drawing/2014/main" id="{9FA8E537-2281-BE3B-6257-9E9DA93970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04013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6" name="Straight Connector 2485">
              <a:extLst>
                <a:ext uri="{FF2B5EF4-FFF2-40B4-BE49-F238E27FC236}">
                  <a16:creationId xmlns:a16="http://schemas.microsoft.com/office/drawing/2014/main" id="{33E5F89B-1495-D2CC-BCE7-B37B404BA7C8}"/>
                </a:ext>
              </a:extLst>
            </p:cNvPr>
            <p:cNvCxnSpPr>
              <a:cxnSpLocks/>
            </p:cNvCxnSpPr>
            <p:nvPr/>
          </p:nvCxnSpPr>
          <p:spPr>
            <a:xfrm>
              <a:off x="6696646" y="1003445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8" name="Straight Connector 2487">
              <a:extLst>
                <a:ext uri="{FF2B5EF4-FFF2-40B4-BE49-F238E27FC236}">
                  <a16:creationId xmlns:a16="http://schemas.microsoft.com/office/drawing/2014/main" id="{B4E7E871-6004-238E-4360-FFE196612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8315" y="989792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9" name="Straight Connector 2488">
              <a:extLst>
                <a:ext uri="{FF2B5EF4-FFF2-40B4-BE49-F238E27FC236}">
                  <a16:creationId xmlns:a16="http://schemas.microsoft.com/office/drawing/2014/main" id="{E69D62D7-2D81-E63E-2DBB-8B9BEC821630}"/>
                </a:ext>
              </a:extLst>
            </p:cNvPr>
            <p:cNvCxnSpPr>
              <a:cxnSpLocks/>
            </p:cNvCxnSpPr>
            <p:nvPr/>
          </p:nvCxnSpPr>
          <p:spPr>
            <a:xfrm>
              <a:off x="6150559" y="9596443"/>
              <a:ext cx="802066" cy="31855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1" name="Straight Connector 2490">
              <a:extLst>
                <a:ext uri="{FF2B5EF4-FFF2-40B4-BE49-F238E27FC236}">
                  <a16:creationId xmlns:a16="http://schemas.microsoft.com/office/drawing/2014/main" id="{1815CE70-DFFE-40B4-CF3A-0D945968D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9482674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2" name="Straight Connector 2491">
              <a:extLst>
                <a:ext uri="{FF2B5EF4-FFF2-40B4-BE49-F238E27FC236}">
                  <a16:creationId xmlns:a16="http://schemas.microsoft.com/office/drawing/2014/main" id="{7C2E758B-2E61-D8F2-38B8-45AD8034828F}"/>
                </a:ext>
              </a:extLst>
            </p:cNvPr>
            <p:cNvCxnSpPr>
              <a:cxnSpLocks/>
            </p:cNvCxnSpPr>
            <p:nvPr/>
          </p:nvCxnSpPr>
          <p:spPr>
            <a:xfrm>
              <a:off x="6417914" y="9494051"/>
              <a:ext cx="557464" cy="19909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4" name="Straight Connector 2493">
              <a:extLst>
                <a:ext uri="{FF2B5EF4-FFF2-40B4-BE49-F238E27FC236}">
                  <a16:creationId xmlns:a16="http://schemas.microsoft.com/office/drawing/2014/main" id="{15B7442C-4BD2-60F1-5B8C-872FA60C3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78" y="9579377"/>
              <a:ext cx="295797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6" name="Straight Connector 2495">
              <a:extLst>
                <a:ext uri="{FF2B5EF4-FFF2-40B4-BE49-F238E27FC236}">
                  <a16:creationId xmlns:a16="http://schemas.microsoft.com/office/drawing/2014/main" id="{3DC208B5-827A-989E-D7EF-CC3A6212CEFC}"/>
                </a:ext>
              </a:extLst>
            </p:cNvPr>
            <p:cNvCxnSpPr>
              <a:cxnSpLocks/>
            </p:cNvCxnSpPr>
            <p:nvPr/>
          </p:nvCxnSpPr>
          <p:spPr>
            <a:xfrm>
              <a:off x="6981067" y="94883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7" name="Straight Connector 2496">
              <a:extLst>
                <a:ext uri="{FF2B5EF4-FFF2-40B4-BE49-F238E27FC236}">
                  <a16:creationId xmlns:a16="http://schemas.microsoft.com/office/drawing/2014/main" id="{F0051FDB-4983-9847-9D5E-C4109035A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1067" y="938028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9" name="Straight Connector 2498">
              <a:extLst>
                <a:ext uri="{FF2B5EF4-FFF2-40B4-BE49-F238E27FC236}">
                  <a16:creationId xmlns:a16="http://schemas.microsoft.com/office/drawing/2014/main" id="{458B04E5-DBF4-B190-3739-C2867CAEADEC}"/>
                </a:ext>
              </a:extLst>
            </p:cNvPr>
            <p:cNvCxnSpPr>
              <a:cxnSpLocks/>
            </p:cNvCxnSpPr>
            <p:nvPr/>
          </p:nvCxnSpPr>
          <p:spPr>
            <a:xfrm>
              <a:off x="7254111" y="9380283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1" name="Straight Connector 2500">
              <a:extLst>
                <a:ext uri="{FF2B5EF4-FFF2-40B4-BE49-F238E27FC236}">
                  <a16:creationId xmlns:a16="http://schemas.microsoft.com/office/drawing/2014/main" id="{D55CDF25-7BBA-DD19-D9A4-90DF3D5303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0244" y="9383124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2" name="Straight Connector 2501">
              <a:extLst>
                <a:ext uri="{FF2B5EF4-FFF2-40B4-BE49-F238E27FC236}">
                  <a16:creationId xmlns:a16="http://schemas.microsoft.com/office/drawing/2014/main" id="{B32A42A1-0C2B-DC61-462F-99BABBE1112A}"/>
                </a:ext>
              </a:extLst>
            </p:cNvPr>
            <p:cNvCxnSpPr>
              <a:cxnSpLocks/>
            </p:cNvCxnSpPr>
            <p:nvPr/>
          </p:nvCxnSpPr>
          <p:spPr>
            <a:xfrm>
              <a:off x="7235625" y="9189720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3" name="Straight Connector 2502">
              <a:extLst>
                <a:ext uri="{FF2B5EF4-FFF2-40B4-BE49-F238E27FC236}">
                  <a16:creationId xmlns:a16="http://schemas.microsoft.com/office/drawing/2014/main" id="{9111F965-ADA6-C255-369A-EB9036151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1357" y="9078797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4" name="Straight Connector 2503">
              <a:extLst>
                <a:ext uri="{FF2B5EF4-FFF2-40B4-BE49-F238E27FC236}">
                  <a16:creationId xmlns:a16="http://schemas.microsoft.com/office/drawing/2014/main" id="{D29DC37D-AE8F-65E3-3E98-7C738F618695}"/>
                </a:ext>
              </a:extLst>
            </p:cNvPr>
            <p:cNvCxnSpPr>
              <a:cxnSpLocks/>
            </p:cNvCxnSpPr>
            <p:nvPr/>
          </p:nvCxnSpPr>
          <p:spPr>
            <a:xfrm>
              <a:off x="7521466" y="9061732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5" name="Straight Connector 2504">
              <a:extLst>
                <a:ext uri="{FF2B5EF4-FFF2-40B4-BE49-F238E27FC236}">
                  <a16:creationId xmlns:a16="http://schemas.microsoft.com/office/drawing/2014/main" id="{39103C32-5FBA-E604-E36F-22B898669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2" y="898067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6" name="Straight Connector 2505">
              <a:extLst>
                <a:ext uri="{FF2B5EF4-FFF2-40B4-BE49-F238E27FC236}">
                  <a16:creationId xmlns:a16="http://schemas.microsoft.com/office/drawing/2014/main" id="{9D5D8214-4787-F8F5-2387-AA7E11776FEA}"/>
                </a:ext>
              </a:extLst>
            </p:cNvPr>
            <p:cNvCxnSpPr>
              <a:cxnSpLocks/>
            </p:cNvCxnSpPr>
            <p:nvPr/>
          </p:nvCxnSpPr>
          <p:spPr>
            <a:xfrm>
              <a:off x="7544220" y="8885391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7" name="Straight Connector 2506">
              <a:extLst>
                <a:ext uri="{FF2B5EF4-FFF2-40B4-BE49-F238E27FC236}">
                  <a16:creationId xmlns:a16="http://schemas.microsoft.com/office/drawing/2014/main" id="{D252BE47-FF1B-3C17-C0A2-0B1868103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531" y="877162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8" name="Straight Connector 2507">
              <a:extLst>
                <a:ext uri="{FF2B5EF4-FFF2-40B4-BE49-F238E27FC236}">
                  <a16:creationId xmlns:a16="http://schemas.microsoft.com/office/drawing/2014/main" id="{421FF0D0-8BF8-DA8B-F2B0-6C795F6C47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734" y="8532709"/>
              <a:ext cx="551776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0" name="Straight Connector 2509">
              <a:extLst>
                <a:ext uri="{FF2B5EF4-FFF2-40B4-BE49-F238E27FC236}">
                  <a16:creationId xmlns:a16="http://schemas.microsoft.com/office/drawing/2014/main" id="{0259E40B-8139-26A6-4814-CCDEB8E13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690" y="8515644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1" name="Straight Connector 2510">
              <a:extLst>
                <a:ext uri="{FF2B5EF4-FFF2-40B4-BE49-F238E27FC236}">
                  <a16:creationId xmlns:a16="http://schemas.microsoft.com/office/drawing/2014/main" id="{B8DB06BB-88A5-0819-7094-632FAA7F5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80" y="8629410"/>
              <a:ext cx="0" cy="66270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3" name="Straight Connector 2512">
              <a:extLst>
                <a:ext uri="{FF2B5EF4-FFF2-40B4-BE49-F238E27FC236}">
                  <a16:creationId xmlns:a16="http://schemas.microsoft.com/office/drawing/2014/main" id="{5658FC0E-365C-E82D-1D03-5AFED28098C6}"/>
                </a:ext>
              </a:extLst>
            </p:cNvPr>
            <p:cNvCxnSpPr>
              <a:cxnSpLocks/>
            </p:cNvCxnSpPr>
            <p:nvPr/>
          </p:nvCxnSpPr>
          <p:spPr>
            <a:xfrm>
              <a:off x="6708023" y="918118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4" name="Straight Connector 2513">
              <a:extLst>
                <a:ext uri="{FF2B5EF4-FFF2-40B4-BE49-F238E27FC236}">
                  <a16:creationId xmlns:a16="http://schemas.microsoft.com/office/drawing/2014/main" id="{4DF65C73-06F8-A126-354B-BFE21F400F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025" y="8561151"/>
              <a:ext cx="0" cy="63141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6" name="Straight Connector 2515">
              <a:extLst>
                <a:ext uri="{FF2B5EF4-FFF2-40B4-BE49-F238E27FC236}">
                  <a16:creationId xmlns:a16="http://schemas.microsoft.com/office/drawing/2014/main" id="{B7E60901-F11E-E169-61B0-3AAE66E2285C}"/>
                </a:ext>
              </a:extLst>
            </p:cNvPr>
            <p:cNvCxnSpPr>
              <a:cxnSpLocks/>
            </p:cNvCxnSpPr>
            <p:nvPr/>
          </p:nvCxnSpPr>
          <p:spPr>
            <a:xfrm>
              <a:off x="5587406" y="8100390"/>
              <a:ext cx="1137682" cy="4664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1" name="Straight Connector 2520">
              <a:extLst>
                <a:ext uri="{FF2B5EF4-FFF2-40B4-BE49-F238E27FC236}">
                  <a16:creationId xmlns:a16="http://schemas.microsoft.com/office/drawing/2014/main" id="{E8739258-CD5E-6F57-77E4-7F84F0B35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051" y="810607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2" name="Straight Connector 2521">
              <a:extLst>
                <a:ext uri="{FF2B5EF4-FFF2-40B4-BE49-F238E27FC236}">
                  <a16:creationId xmlns:a16="http://schemas.microsoft.com/office/drawing/2014/main" id="{555C405B-9B2E-A260-1D93-7346227D1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5741" y="7798904"/>
              <a:ext cx="0" cy="4493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4" name="Straight Connector 2523">
              <a:extLst>
                <a:ext uri="{FF2B5EF4-FFF2-40B4-BE49-F238E27FC236}">
                  <a16:creationId xmlns:a16="http://schemas.microsoft.com/office/drawing/2014/main" id="{24067694-8FA3-B2A3-6F73-C12B0D2F5277}"/>
                </a:ext>
              </a:extLst>
            </p:cNvPr>
            <p:cNvCxnSpPr>
              <a:cxnSpLocks/>
            </p:cNvCxnSpPr>
            <p:nvPr/>
          </p:nvCxnSpPr>
          <p:spPr>
            <a:xfrm>
              <a:off x="5047007" y="768513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5" name="Straight Connector 2524">
              <a:extLst>
                <a:ext uri="{FF2B5EF4-FFF2-40B4-BE49-F238E27FC236}">
                  <a16:creationId xmlns:a16="http://schemas.microsoft.com/office/drawing/2014/main" id="{EF56AE80-447E-A70C-4ADF-AC7653A05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2697" y="7679447"/>
              <a:ext cx="0" cy="63141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7" name="Straight Connector 2526">
              <a:extLst>
                <a:ext uri="{FF2B5EF4-FFF2-40B4-BE49-F238E27FC236}">
                  <a16:creationId xmlns:a16="http://schemas.microsoft.com/office/drawing/2014/main" id="{A6B9D496-980D-E119-62DA-50A051474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9652" y="832223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8" name="Straight Connector 2527">
              <a:extLst>
                <a:ext uri="{FF2B5EF4-FFF2-40B4-BE49-F238E27FC236}">
                  <a16:creationId xmlns:a16="http://schemas.microsoft.com/office/drawing/2014/main" id="{FB79CA6D-82CF-E013-5F3C-AA3E2AC1B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844596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9" name="Straight Connector 2528">
              <a:extLst>
                <a:ext uri="{FF2B5EF4-FFF2-40B4-BE49-F238E27FC236}">
                  <a16:creationId xmlns:a16="http://schemas.microsoft.com/office/drawing/2014/main" id="{F655BF1C-7FB3-AE89-466F-E5793D986641}"/>
                </a:ext>
              </a:extLst>
            </p:cNvPr>
            <p:cNvCxnSpPr>
              <a:cxnSpLocks/>
            </p:cNvCxnSpPr>
            <p:nvPr/>
          </p:nvCxnSpPr>
          <p:spPr>
            <a:xfrm>
              <a:off x="4523673" y="853839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0" name="Straight Connector 2529">
              <a:extLst>
                <a:ext uri="{FF2B5EF4-FFF2-40B4-BE49-F238E27FC236}">
                  <a16:creationId xmlns:a16="http://schemas.microsoft.com/office/drawing/2014/main" id="{A51D2501-2229-D651-D4F1-ED911617D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9363" y="854835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1" name="Straight Connector 2530">
              <a:extLst>
                <a:ext uri="{FF2B5EF4-FFF2-40B4-BE49-F238E27FC236}">
                  <a16:creationId xmlns:a16="http://schemas.microsoft.com/office/drawing/2014/main" id="{ABF94062-4365-48A0-3ECF-CDE5EA480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788" y="8851260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3" name="Straight Connector 2532">
              <a:extLst>
                <a:ext uri="{FF2B5EF4-FFF2-40B4-BE49-F238E27FC236}">
                  <a16:creationId xmlns:a16="http://schemas.microsoft.com/office/drawing/2014/main" id="{6205CE73-A5E9-6C7B-6DB5-871CBBD8A5D6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897640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4" name="Straight Connector 2533">
              <a:extLst>
                <a:ext uri="{FF2B5EF4-FFF2-40B4-BE49-F238E27FC236}">
                  <a16:creationId xmlns:a16="http://schemas.microsoft.com/office/drawing/2014/main" id="{184C12D1-299B-8B37-6562-10CA1A25C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6" y="878157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5" name="Straight Connector 2534">
              <a:extLst>
                <a:ext uri="{FF2B5EF4-FFF2-40B4-BE49-F238E27FC236}">
                  <a16:creationId xmlns:a16="http://schemas.microsoft.com/office/drawing/2014/main" id="{16316BAA-6127-258A-73FE-E3CFEF984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4" y="8316550"/>
              <a:ext cx="1109240" cy="46076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7" name="Straight Connector 2536">
              <a:extLst>
                <a:ext uri="{FF2B5EF4-FFF2-40B4-BE49-F238E27FC236}">
                  <a16:creationId xmlns:a16="http://schemas.microsoft.com/office/drawing/2014/main" id="{738D7EC6-41C7-C7B0-0CD5-4EC41128B41F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29" y="8219847"/>
              <a:ext cx="284421" cy="7963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9" name="Straight Connector 2538">
              <a:extLst>
                <a:ext uri="{FF2B5EF4-FFF2-40B4-BE49-F238E27FC236}">
                  <a16:creationId xmlns:a16="http://schemas.microsoft.com/office/drawing/2014/main" id="{7F0B8EDF-31A7-3A6D-5C92-97C07EE1DA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4941" y="7997998"/>
              <a:ext cx="540399" cy="2389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1" name="Straight Connector 2540">
              <a:extLst>
                <a:ext uri="{FF2B5EF4-FFF2-40B4-BE49-F238E27FC236}">
                  <a16:creationId xmlns:a16="http://schemas.microsoft.com/office/drawing/2014/main" id="{5E2FCCCC-A167-F122-EAA4-5B5042C4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7594121"/>
              <a:ext cx="0" cy="40387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3" name="Straight Connector 2542">
              <a:extLst>
                <a:ext uri="{FF2B5EF4-FFF2-40B4-BE49-F238E27FC236}">
                  <a16:creationId xmlns:a16="http://schemas.microsoft.com/office/drawing/2014/main" id="{2F4F95D8-C660-4983-F594-5FA9D5C53C1E}"/>
                </a:ext>
              </a:extLst>
            </p:cNvPr>
            <p:cNvCxnSpPr>
              <a:cxnSpLocks/>
            </p:cNvCxnSpPr>
            <p:nvPr/>
          </p:nvCxnSpPr>
          <p:spPr>
            <a:xfrm>
              <a:off x="4506608" y="746897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4" name="Straight Connector 2543">
              <a:extLst>
                <a:ext uri="{FF2B5EF4-FFF2-40B4-BE49-F238E27FC236}">
                  <a16:creationId xmlns:a16="http://schemas.microsoft.com/office/drawing/2014/main" id="{6CB72E2D-30DE-8C1B-EA21-AF02A6B7C0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2298" y="74675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5" name="Straight Connector 2544">
              <a:extLst>
                <a:ext uri="{FF2B5EF4-FFF2-40B4-BE49-F238E27FC236}">
                  <a16:creationId xmlns:a16="http://schemas.microsoft.com/office/drawing/2014/main" id="{BE9F5DFE-8FD5-94B9-4852-4DF368CD9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4941" y="7673759"/>
              <a:ext cx="26166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7" name="Straight Connector 2546">
              <a:extLst>
                <a:ext uri="{FF2B5EF4-FFF2-40B4-BE49-F238E27FC236}">
                  <a16:creationId xmlns:a16="http://schemas.microsoft.com/office/drawing/2014/main" id="{40F1734B-9515-433E-9150-FB9FC4A39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254" y="758132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0" name="Straight Connector 2549">
              <a:extLst>
                <a:ext uri="{FF2B5EF4-FFF2-40B4-BE49-F238E27FC236}">
                  <a16:creationId xmlns:a16="http://schemas.microsoft.com/office/drawing/2014/main" id="{3851CCA9-2706-6DC6-8159-A263067595FB}"/>
                </a:ext>
              </a:extLst>
            </p:cNvPr>
            <p:cNvCxnSpPr>
              <a:cxnSpLocks/>
            </p:cNvCxnSpPr>
            <p:nvPr/>
          </p:nvCxnSpPr>
          <p:spPr>
            <a:xfrm>
              <a:off x="3977585" y="746897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1" name="Straight Connector 2550">
              <a:extLst>
                <a:ext uri="{FF2B5EF4-FFF2-40B4-BE49-F238E27FC236}">
                  <a16:creationId xmlns:a16="http://schemas.microsoft.com/office/drawing/2014/main" id="{93D121E4-4A75-12E2-78C9-CBAC5D950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4834" y="7467553"/>
              <a:ext cx="0" cy="8717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3" name="Straight Connector 2552">
              <a:extLst>
                <a:ext uri="{FF2B5EF4-FFF2-40B4-BE49-F238E27FC236}">
                  <a16:creationId xmlns:a16="http://schemas.microsoft.com/office/drawing/2014/main" id="{D0EE0061-DF74-000E-780B-FF22870A0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788" y="8316550"/>
              <a:ext cx="261667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5" name="Straight Connector 2554">
              <a:extLst>
                <a:ext uri="{FF2B5EF4-FFF2-40B4-BE49-F238E27FC236}">
                  <a16:creationId xmlns:a16="http://schemas.microsoft.com/office/drawing/2014/main" id="{589BDC94-3F93-7A6E-DD8E-81064C1D8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3167" y="7575633"/>
              <a:ext cx="0" cy="8717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6" name="Straight Connector 2555">
              <a:extLst>
                <a:ext uri="{FF2B5EF4-FFF2-40B4-BE49-F238E27FC236}">
                  <a16:creationId xmlns:a16="http://schemas.microsoft.com/office/drawing/2014/main" id="{DAD517B5-1F2E-2236-0BCC-F589BE33DA4A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746328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7" name="Straight Connector 2556">
              <a:extLst>
                <a:ext uri="{FF2B5EF4-FFF2-40B4-BE49-F238E27FC236}">
                  <a16:creationId xmlns:a16="http://schemas.microsoft.com/office/drawing/2014/main" id="{3B1B88FC-A4BE-FDEE-208C-17EE7D459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077" y="7468976"/>
              <a:ext cx="26166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8" name="Straight Connector 2557">
              <a:extLst>
                <a:ext uri="{FF2B5EF4-FFF2-40B4-BE49-F238E27FC236}">
                  <a16:creationId xmlns:a16="http://schemas.microsoft.com/office/drawing/2014/main" id="{4F81736E-1CD2-E549-DAC0-4F8E47646B25}"/>
                </a:ext>
              </a:extLst>
            </p:cNvPr>
            <p:cNvCxnSpPr>
              <a:cxnSpLocks/>
            </p:cNvCxnSpPr>
            <p:nvPr/>
          </p:nvCxnSpPr>
          <p:spPr>
            <a:xfrm>
              <a:off x="3158454" y="75827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9" name="Straight Connector 2558">
              <a:extLst>
                <a:ext uri="{FF2B5EF4-FFF2-40B4-BE49-F238E27FC236}">
                  <a16:creationId xmlns:a16="http://schemas.microsoft.com/office/drawing/2014/main" id="{7BE8C899-F3E6-97B6-6476-C2CC37601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0123" y="7700778"/>
              <a:ext cx="0" cy="86037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1" name="Straight Connector 2560">
              <a:extLst>
                <a:ext uri="{FF2B5EF4-FFF2-40B4-BE49-F238E27FC236}">
                  <a16:creationId xmlns:a16="http://schemas.microsoft.com/office/drawing/2014/main" id="{F70E65F0-A2E4-F9EC-BFB9-EF54421F1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012" y="853839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3" name="Straight Connector 2562">
              <a:extLst>
                <a:ext uri="{FF2B5EF4-FFF2-40B4-BE49-F238E27FC236}">
                  <a16:creationId xmlns:a16="http://schemas.microsoft.com/office/drawing/2014/main" id="{B2BD6A52-DB80-BD6D-D2AC-3D462E684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5702" y="865643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4" name="Straight Connector 2563">
              <a:extLst>
                <a:ext uri="{FF2B5EF4-FFF2-40B4-BE49-F238E27FC236}">
                  <a16:creationId xmlns:a16="http://schemas.microsoft.com/office/drawing/2014/main" id="{D383E220-E6ED-B058-FDE2-AEAB6E923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85126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5" name="Straight Connector 2564">
              <a:extLst>
                <a:ext uri="{FF2B5EF4-FFF2-40B4-BE49-F238E27FC236}">
                  <a16:creationId xmlns:a16="http://schemas.microsoft.com/office/drawing/2014/main" id="{E930FB2D-D619-3B0A-6420-EC1BC0BD9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5" y="833361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7" name="Straight Connector 2566">
              <a:extLst>
                <a:ext uri="{FF2B5EF4-FFF2-40B4-BE49-F238E27FC236}">
                  <a16:creationId xmlns:a16="http://schemas.microsoft.com/office/drawing/2014/main" id="{A1369E34-6ECF-88FC-E792-37A968373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5410" y="821415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8" name="Straight Connector 2567">
              <a:extLst>
                <a:ext uri="{FF2B5EF4-FFF2-40B4-BE49-F238E27FC236}">
                  <a16:creationId xmlns:a16="http://schemas.microsoft.com/office/drawing/2014/main" id="{3B0F6F99-2CE7-7A3A-514F-7C4285F57CAE}"/>
                </a:ext>
              </a:extLst>
            </p:cNvPr>
            <p:cNvCxnSpPr>
              <a:cxnSpLocks/>
            </p:cNvCxnSpPr>
            <p:nvPr/>
          </p:nvCxnSpPr>
          <p:spPr>
            <a:xfrm>
              <a:off x="2879722" y="81231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9" name="Straight Connector 2568">
              <a:extLst>
                <a:ext uri="{FF2B5EF4-FFF2-40B4-BE49-F238E27FC236}">
                  <a16:creationId xmlns:a16="http://schemas.microsoft.com/office/drawing/2014/main" id="{88925AAF-3037-82FE-88D4-921BFFA93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0150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0" name="Straight Connector 2569">
              <a:extLst>
                <a:ext uri="{FF2B5EF4-FFF2-40B4-BE49-F238E27FC236}">
                  <a16:creationId xmlns:a16="http://schemas.microsoft.com/office/drawing/2014/main" id="{8056D9CB-6AA3-CD17-2508-359DDBA513D7}"/>
                </a:ext>
              </a:extLst>
            </p:cNvPr>
            <p:cNvCxnSpPr>
              <a:cxnSpLocks/>
            </p:cNvCxnSpPr>
            <p:nvPr/>
          </p:nvCxnSpPr>
          <p:spPr>
            <a:xfrm>
              <a:off x="2868345" y="792404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1" name="Straight Connector 2570">
              <a:extLst>
                <a:ext uri="{FF2B5EF4-FFF2-40B4-BE49-F238E27FC236}">
                  <a16:creationId xmlns:a16="http://schemas.microsoft.com/office/drawing/2014/main" id="{B8A3B1F0-5914-03CC-CC9F-186A0A66D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347" y="7717844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2" name="Straight Connector 2571">
              <a:extLst>
                <a:ext uri="{FF2B5EF4-FFF2-40B4-BE49-F238E27FC236}">
                  <a16:creationId xmlns:a16="http://schemas.microsoft.com/office/drawing/2014/main" id="{D195B6EC-85B1-6FF2-0E00-4D027A632A70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7486041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4" name="Straight Connector 2573">
              <a:extLst>
                <a:ext uri="{FF2B5EF4-FFF2-40B4-BE49-F238E27FC236}">
                  <a16:creationId xmlns:a16="http://schemas.microsoft.com/office/drawing/2014/main" id="{54945624-5954-DC85-05E5-D6D2B2E3C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9214" y="74746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5" name="Straight Connector 2574">
              <a:extLst>
                <a:ext uri="{FF2B5EF4-FFF2-40B4-BE49-F238E27FC236}">
                  <a16:creationId xmlns:a16="http://schemas.microsoft.com/office/drawing/2014/main" id="{2121EE19-E800-D668-F23A-411CC66D5535}"/>
                </a:ext>
              </a:extLst>
            </p:cNvPr>
            <p:cNvCxnSpPr>
              <a:cxnSpLocks/>
            </p:cNvCxnSpPr>
            <p:nvPr/>
          </p:nvCxnSpPr>
          <p:spPr>
            <a:xfrm>
              <a:off x="2071968" y="7577056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6" name="Straight Connector 2575">
              <a:extLst>
                <a:ext uri="{FF2B5EF4-FFF2-40B4-BE49-F238E27FC236}">
                  <a16:creationId xmlns:a16="http://schemas.microsoft.com/office/drawing/2014/main" id="{CB0B75F1-4FA0-3D8C-8145-1350754B3D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7787527"/>
              <a:ext cx="557464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7" name="Straight Connector 2576">
              <a:extLst>
                <a:ext uri="{FF2B5EF4-FFF2-40B4-BE49-F238E27FC236}">
                  <a16:creationId xmlns:a16="http://schemas.microsoft.com/office/drawing/2014/main" id="{13847BED-E02C-EDBB-631B-C617F783C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549" y="789987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9" name="Straight Connector 2578">
              <a:extLst>
                <a:ext uri="{FF2B5EF4-FFF2-40B4-BE49-F238E27FC236}">
                  <a16:creationId xmlns:a16="http://schemas.microsoft.com/office/drawing/2014/main" id="{EF7C24BD-D5A8-CB15-A6C9-1C38AAFEA846}"/>
                </a:ext>
              </a:extLst>
            </p:cNvPr>
            <p:cNvCxnSpPr>
              <a:cxnSpLocks/>
            </p:cNvCxnSpPr>
            <p:nvPr/>
          </p:nvCxnSpPr>
          <p:spPr>
            <a:xfrm>
              <a:off x="1787547" y="790698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0" name="Straight Connector 2579">
              <a:extLst>
                <a:ext uri="{FF2B5EF4-FFF2-40B4-BE49-F238E27FC236}">
                  <a16:creationId xmlns:a16="http://schemas.microsoft.com/office/drawing/2014/main" id="{7F3FFD60-C3A6-14C1-63ED-589447D07CEE}"/>
                </a:ext>
              </a:extLst>
            </p:cNvPr>
            <p:cNvCxnSpPr>
              <a:cxnSpLocks/>
            </p:cNvCxnSpPr>
            <p:nvPr/>
          </p:nvCxnSpPr>
          <p:spPr>
            <a:xfrm>
              <a:off x="1798924" y="81060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1" name="Straight Connector 2580">
              <a:extLst>
                <a:ext uri="{FF2B5EF4-FFF2-40B4-BE49-F238E27FC236}">
                  <a16:creationId xmlns:a16="http://schemas.microsoft.com/office/drawing/2014/main" id="{216FC0FA-971B-B283-6702-C8C66FB3F3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0591" y="811176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2" name="Straight Connector 2581">
              <a:extLst>
                <a:ext uri="{FF2B5EF4-FFF2-40B4-BE49-F238E27FC236}">
                  <a16:creationId xmlns:a16="http://schemas.microsoft.com/office/drawing/2014/main" id="{93B7152B-EB37-FED6-E2AF-5EDFA801EEB1}"/>
                </a:ext>
              </a:extLst>
            </p:cNvPr>
            <p:cNvCxnSpPr>
              <a:cxnSpLocks/>
            </p:cNvCxnSpPr>
            <p:nvPr/>
          </p:nvCxnSpPr>
          <p:spPr>
            <a:xfrm>
              <a:off x="2327946" y="811745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3" name="Straight Connector 2582">
              <a:extLst>
                <a:ext uri="{FF2B5EF4-FFF2-40B4-BE49-F238E27FC236}">
                  <a16:creationId xmlns:a16="http://schemas.microsoft.com/office/drawing/2014/main" id="{9C7BBF7F-18B6-7AB2-3A4A-29823DA226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5303" y="8218424"/>
              <a:ext cx="0" cy="84330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5" name="Straight Connector 2584">
              <a:extLst>
                <a:ext uri="{FF2B5EF4-FFF2-40B4-BE49-F238E27FC236}">
                  <a16:creationId xmlns:a16="http://schemas.microsoft.com/office/drawing/2014/main" id="{FEA646BE-3949-2FA2-0E49-35C29689415C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89479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6" name="Straight Connector 2585">
              <a:extLst>
                <a:ext uri="{FF2B5EF4-FFF2-40B4-BE49-F238E27FC236}">
                  <a16:creationId xmlns:a16="http://schemas.microsoft.com/office/drawing/2014/main" id="{40BB0DE1-4F1E-87E9-9E2F-6608CCF80E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325" y="8327926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7" name="Straight Connector 2586">
              <a:extLst>
                <a:ext uri="{FF2B5EF4-FFF2-40B4-BE49-F238E27FC236}">
                  <a16:creationId xmlns:a16="http://schemas.microsoft.com/office/drawing/2014/main" id="{A647D048-C0A7-B6BD-40E0-6C6038C8B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8327926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8" name="Straight Connector 2587">
              <a:extLst>
                <a:ext uri="{FF2B5EF4-FFF2-40B4-BE49-F238E27FC236}">
                  <a16:creationId xmlns:a16="http://schemas.microsoft.com/office/drawing/2014/main" id="{229B1850-B94D-6137-47D0-A0784FD9A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7839" y="844169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9" name="Straight Connector 2588">
              <a:extLst>
                <a:ext uri="{FF2B5EF4-FFF2-40B4-BE49-F238E27FC236}">
                  <a16:creationId xmlns:a16="http://schemas.microsoft.com/office/drawing/2014/main" id="{5037C2FD-E214-FF9D-C339-E3AF6A5321C2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851260"/>
              <a:ext cx="523334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1" name="Straight Connector 2590">
              <a:extLst>
                <a:ext uri="{FF2B5EF4-FFF2-40B4-BE49-F238E27FC236}">
                  <a16:creationId xmlns:a16="http://schemas.microsoft.com/office/drawing/2014/main" id="{98CD6B43-6332-456D-7020-242084E0E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7438" y="875455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2" name="Straight Connector 2591">
              <a:extLst>
                <a:ext uri="{FF2B5EF4-FFF2-40B4-BE49-F238E27FC236}">
                  <a16:creationId xmlns:a16="http://schemas.microsoft.com/office/drawing/2014/main" id="{AD28AC72-D438-DBA7-4496-C0ED89969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8571106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3" name="Straight Connector 2592">
              <a:extLst>
                <a:ext uri="{FF2B5EF4-FFF2-40B4-BE49-F238E27FC236}">
                  <a16:creationId xmlns:a16="http://schemas.microsoft.com/office/drawing/2014/main" id="{943854A3-A543-865D-AF8F-74D62F7F2CD3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43031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4" name="Straight Connector 2593">
              <a:extLst>
                <a:ext uri="{FF2B5EF4-FFF2-40B4-BE49-F238E27FC236}">
                  <a16:creationId xmlns:a16="http://schemas.microsoft.com/office/drawing/2014/main" id="{628F73B3-2909-1E04-8DF2-606FFD6220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8424629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Straight Connector 2594">
              <a:extLst>
                <a:ext uri="{FF2B5EF4-FFF2-40B4-BE49-F238E27FC236}">
                  <a16:creationId xmlns:a16="http://schemas.microsoft.com/office/drawing/2014/main" id="{AEF55FA1-93FF-4770-F0E7-4BCE6505E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461" y="853697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6" name="Straight Connector 2595">
              <a:extLst>
                <a:ext uri="{FF2B5EF4-FFF2-40B4-BE49-F238E27FC236}">
                  <a16:creationId xmlns:a16="http://schemas.microsoft.com/office/drawing/2014/main" id="{9E227391-70B8-037A-66D6-FD34169463F9}"/>
                </a:ext>
              </a:extLst>
            </p:cNvPr>
            <p:cNvCxnSpPr>
              <a:cxnSpLocks/>
            </p:cNvCxnSpPr>
            <p:nvPr/>
          </p:nvCxnSpPr>
          <p:spPr>
            <a:xfrm>
              <a:off x="979793" y="864078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7" name="Straight Connector 2596">
              <a:extLst>
                <a:ext uri="{FF2B5EF4-FFF2-40B4-BE49-F238E27FC236}">
                  <a16:creationId xmlns:a16="http://schemas.microsoft.com/office/drawing/2014/main" id="{ECF7FFFC-4197-E725-070C-0A9864612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106" y="845733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8" name="Straight Connector 2597">
              <a:extLst>
                <a:ext uri="{FF2B5EF4-FFF2-40B4-BE49-F238E27FC236}">
                  <a16:creationId xmlns:a16="http://schemas.microsoft.com/office/drawing/2014/main" id="{5B802EFB-B2C1-0E5B-411B-0D23B1879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6" y="832223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9" name="Straight Connector 2598">
              <a:extLst>
                <a:ext uri="{FF2B5EF4-FFF2-40B4-BE49-F238E27FC236}">
                  <a16:creationId xmlns:a16="http://schemas.microsoft.com/office/drawing/2014/main" id="{8862AAD6-50DD-C48F-6ECD-0A7312088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4396" y="7889919"/>
              <a:ext cx="0" cy="44369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1" name="Straight Connector 2600">
              <a:extLst>
                <a:ext uri="{FF2B5EF4-FFF2-40B4-BE49-F238E27FC236}">
                  <a16:creationId xmlns:a16="http://schemas.microsoft.com/office/drawing/2014/main" id="{4F9ABA39-C3A7-B364-E066-48C2B41FF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3017" y="7679447"/>
              <a:ext cx="563153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3" name="Straight Connector 2602">
              <a:extLst>
                <a:ext uri="{FF2B5EF4-FFF2-40B4-BE49-F238E27FC236}">
                  <a16:creationId xmlns:a16="http://schemas.microsoft.com/office/drawing/2014/main" id="{B86FF14A-D081-D55B-E39C-7E9AD36EE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747324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4" name="Straight Connector 2603">
              <a:extLst>
                <a:ext uri="{FF2B5EF4-FFF2-40B4-BE49-F238E27FC236}">
                  <a16:creationId xmlns:a16="http://schemas.microsoft.com/office/drawing/2014/main" id="{432AC4DB-D10B-2AA4-80E7-5EE8ADADF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7463288"/>
              <a:ext cx="551776" cy="25029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6" name="Straight Connector 2605">
              <a:extLst>
                <a:ext uri="{FF2B5EF4-FFF2-40B4-BE49-F238E27FC236}">
                  <a16:creationId xmlns:a16="http://schemas.microsoft.com/office/drawing/2014/main" id="{C569EBDE-49F2-5285-6ED2-333595523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5773" y="750737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8" name="Straight Connector 2607">
              <a:extLst>
                <a:ext uri="{FF2B5EF4-FFF2-40B4-BE49-F238E27FC236}">
                  <a16:creationId xmlns:a16="http://schemas.microsoft.com/office/drawing/2014/main" id="{EAA5CC3E-B42D-D895-E0FC-11C175142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2727" y="7395027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9" name="Straight Connector 2608">
              <a:extLst>
                <a:ext uri="{FF2B5EF4-FFF2-40B4-BE49-F238E27FC236}">
                  <a16:creationId xmlns:a16="http://schemas.microsoft.com/office/drawing/2014/main" id="{E130C4A8-C3E7-76A2-F206-0803B879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8" y="7387916"/>
              <a:ext cx="0" cy="40530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1" name="Straight Connector 2610">
              <a:extLst>
                <a:ext uri="{FF2B5EF4-FFF2-40B4-BE49-F238E27FC236}">
                  <a16:creationId xmlns:a16="http://schemas.microsoft.com/office/drawing/2014/main" id="{7F1968FC-CC55-7297-2B3A-E67151501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060" y="7770462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2" name="Straight Connector 2611">
              <a:extLst>
                <a:ext uri="{FF2B5EF4-FFF2-40B4-BE49-F238E27FC236}">
                  <a16:creationId xmlns:a16="http://schemas.microsoft.com/office/drawing/2014/main" id="{EFDC950A-C8DE-5599-069E-42B6F23BA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352" y="80079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4" name="Straight Connector 2613">
              <a:extLst>
                <a:ext uri="{FF2B5EF4-FFF2-40B4-BE49-F238E27FC236}">
                  <a16:creationId xmlns:a16="http://schemas.microsoft.com/office/drawing/2014/main" id="{DD7DC516-8102-0D66-15E2-23337A2666F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72" y="788423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5" name="Straight Connector 2614">
              <a:extLst>
                <a:ext uri="{FF2B5EF4-FFF2-40B4-BE49-F238E27FC236}">
                  <a16:creationId xmlns:a16="http://schemas.microsoft.com/office/drawing/2014/main" id="{C0F6F7B6-663D-755A-5D71-2ACF0A3E6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618" y="820847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6" name="Straight Connector 2615">
              <a:extLst>
                <a:ext uri="{FF2B5EF4-FFF2-40B4-BE49-F238E27FC236}">
                  <a16:creationId xmlns:a16="http://schemas.microsoft.com/office/drawing/2014/main" id="{0E0DBC25-646C-FA83-D6E9-99E4A24E5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932" y="812172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7" name="Straight Connector 2616">
              <a:extLst>
                <a:ext uri="{FF2B5EF4-FFF2-40B4-BE49-F238E27FC236}">
                  <a16:creationId xmlns:a16="http://schemas.microsoft.com/office/drawing/2014/main" id="{D89B0914-65D3-FE9E-4F51-94852A43E720}"/>
                </a:ext>
              </a:extLst>
            </p:cNvPr>
            <p:cNvCxnSpPr>
              <a:cxnSpLocks/>
            </p:cNvCxnSpPr>
            <p:nvPr/>
          </p:nvCxnSpPr>
          <p:spPr>
            <a:xfrm>
              <a:off x="410951" y="799231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8" name="Straight Connector 2617">
              <a:extLst>
                <a:ext uri="{FF2B5EF4-FFF2-40B4-BE49-F238E27FC236}">
                  <a16:creationId xmlns:a16="http://schemas.microsoft.com/office/drawing/2014/main" id="{667C29CC-DC52-CB8A-DDD8-B0628A5863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8" y="780317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9" name="Straight Connector 2618">
              <a:extLst>
                <a:ext uri="{FF2B5EF4-FFF2-40B4-BE49-F238E27FC236}">
                  <a16:creationId xmlns:a16="http://schemas.microsoft.com/office/drawing/2014/main" id="{00B4EED9-DC6E-0DDE-80AD-267E85BA5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951" y="7696513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0" name="Straight Connector 2619">
              <a:extLst>
                <a:ext uri="{FF2B5EF4-FFF2-40B4-BE49-F238E27FC236}">
                  <a16:creationId xmlns:a16="http://schemas.microsoft.com/office/drawing/2014/main" id="{694EF789-90EF-EBE7-4892-70C1BAD25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7" y="7468976"/>
              <a:ext cx="261667" cy="1365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2" name="Straight Connector 2621">
              <a:extLst>
                <a:ext uri="{FF2B5EF4-FFF2-40B4-BE49-F238E27FC236}">
                  <a16:creationId xmlns:a16="http://schemas.microsoft.com/office/drawing/2014/main" id="{BF596AD4-5223-DEF2-FD30-E27A5A879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374" y="746186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3" name="Straight Connector 2622">
              <a:extLst>
                <a:ext uri="{FF2B5EF4-FFF2-40B4-BE49-F238E27FC236}">
                  <a16:creationId xmlns:a16="http://schemas.microsoft.com/office/drawing/2014/main" id="{CF6EA844-13AA-A5D9-55DC-F900FB477A82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6" y="86464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4" name="Straight Connector 2623">
              <a:extLst>
                <a:ext uri="{FF2B5EF4-FFF2-40B4-BE49-F238E27FC236}">
                  <a16:creationId xmlns:a16="http://schemas.microsoft.com/office/drawing/2014/main" id="{8192393E-A440-6451-5108-552F8C0C5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2008" y="862799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3696638" y="2420181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13.11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273174" y="1549400"/>
            <a:ext cx="7632701" cy="5577681"/>
            <a:chOff x="1273174" y="1549400"/>
            <a:chExt cx="7632701" cy="5577681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57203" y="1886355"/>
              <a:ext cx="0" cy="130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48752" cy="7764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584575" y="3257550"/>
              <a:ext cx="427037" cy="1555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4022724" y="3413125"/>
              <a:ext cx="0" cy="4778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29400" y="2062956"/>
              <a:ext cx="754856" cy="166688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49" y="2957512"/>
              <a:ext cx="0" cy="3452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2392" y="1989280"/>
              <a:ext cx="154308" cy="712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F5E8133-1890-64B2-9FB6-3D1B50EDF524}"/>
                </a:ext>
              </a:extLst>
            </p:cNvPr>
            <p:cNvCxnSpPr>
              <a:cxnSpLocks/>
            </p:cNvCxnSpPr>
            <p:nvPr/>
          </p:nvCxnSpPr>
          <p:spPr>
            <a:xfrm>
              <a:off x="1893094" y="2474118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8E05DE-C7CD-2C84-0801-AD801613656A}"/>
                </a:ext>
              </a:extLst>
            </p:cNvPr>
            <p:cNvCxnSpPr>
              <a:cxnSpLocks/>
            </p:cNvCxnSpPr>
            <p:nvPr/>
          </p:nvCxnSpPr>
          <p:spPr>
            <a:xfrm>
              <a:off x="2035968" y="2519362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8BB69DE-7F6F-DCE2-F268-ED1D0D87A31D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07" y="2647950"/>
              <a:ext cx="778668" cy="295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51E1C6D-E6DA-1C6E-CA58-E279BC6CD0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2675" y="3288506"/>
              <a:ext cx="440531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8136B51B-FE61-7670-BDB9-6A41EB7B685F}"/>
                </a:ext>
              </a:extLst>
            </p:cNvPr>
            <p:cNvCxnSpPr>
              <a:cxnSpLocks/>
            </p:cNvCxnSpPr>
            <p:nvPr/>
          </p:nvCxnSpPr>
          <p:spPr>
            <a:xfrm>
              <a:off x="2346324" y="3476625"/>
              <a:ext cx="0" cy="600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48672D7-29DC-D36D-340B-4BB7970168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1525" y="4070350"/>
              <a:ext cx="296863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9594AC22-A027-4874-CFDA-25E6B2FAB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3888" y="4135437"/>
              <a:ext cx="150812" cy="587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011BF6AB-B4B0-A8AF-CEFA-F9C679DDE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506" y="40703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CD8DBDB0-55A0-1B05-7782-3193DD269AE7}"/>
                </a:ext>
              </a:extLst>
            </p:cNvPr>
            <p:cNvCxnSpPr>
              <a:cxnSpLocks/>
            </p:cNvCxnSpPr>
            <p:nvPr/>
          </p:nvCxnSpPr>
          <p:spPr>
            <a:xfrm>
              <a:off x="2040730" y="39417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2AA5432B-E6F0-CE33-7FE4-C4BE2C2D4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8750" y="3949700"/>
              <a:ext cx="6191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C0A8BA8-4103-E294-C15B-78028D956962}"/>
                </a:ext>
              </a:extLst>
            </p:cNvPr>
            <p:cNvCxnSpPr>
              <a:cxnSpLocks/>
            </p:cNvCxnSpPr>
            <p:nvPr/>
          </p:nvCxnSpPr>
          <p:spPr>
            <a:xfrm>
              <a:off x="1431130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C76C866A-7A34-6813-F74D-5708553ED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4184650"/>
              <a:ext cx="314325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5BDA444-6095-12B0-8DA8-F8FBCE014511}"/>
                </a:ext>
              </a:extLst>
            </p:cNvPr>
            <p:cNvCxnSpPr>
              <a:cxnSpLocks/>
            </p:cNvCxnSpPr>
            <p:nvPr/>
          </p:nvCxnSpPr>
          <p:spPr>
            <a:xfrm>
              <a:off x="1729580" y="41830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9982F05-A5E1-3BD9-729D-9A80E1EA06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313" y="4310062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736D406C-2E0E-BEB2-95D1-41735B5E0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9581" y="437197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C261AE37-C53F-1428-D36F-060ED3057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7838" y="44338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4764C218-DF13-91C3-D875-65A640B742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1625" y="4495800"/>
              <a:ext cx="319088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F1ED2C8D-A706-BBD1-9BD1-20DB4FEB1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17638" y="45481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B0027453-ABFC-9A95-1516-839AB85169B4}"/>
                </a:ext>
              </a:extLst>
            </p:cNvPr>
            <p:cNvCxnSpPr>
              <a:cxnSpLocks/>
            </p:cNvCxnSpPr>
            <p:nvPr/>
          </p:nvCxnSpPr>
          <p:spPr>
            <a:xfrm>
              <a:off x="1421605" y="4538663"/>
              <a:ext cx="0" cy="242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C43E9AC-0067-AE38-1952-F7622D6381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6050" y="4546600"/>
              <a:ext cx="60960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B4FFF554-E702-571B-3232-2995D68D2779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80" y="45291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4996573E-1E19-FF89-C67D-7F2F2A04B9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6425" y="46609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5405812D-7ED5-07EC-D9BC-978708AA5FAF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47259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75E29716-948D-2112-6E9F-6E817C531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7200" y="48450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4E3B9D9-A2D7-A06C-B20B-179AED349239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47863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10E8A3E3-AF9E-AC59-E2EC-0ED2E67C38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9525" y="4791075"/>
              <a:ext cx="463550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F3DB784-E338-B5DB-96DA-E5BBDBC3D962}"/>
                </a:ext>
              </a:extLst>
            </p:cNvPr>
            <p:cNvCxnSpPr>
              <a:cxnSpLocks/>
            </p:cNvCxnSpPr>
            <p:nvPr/>
          </p:nvCxnSpPr>
          <p:spPr>
            <a:xfrm>
              <a:off x="1281905" y="4960938"/>
              <a:ext cx="0" cy="363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BC43442-18CC-F911-BC76-5B343C41B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2700" y="5254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BFA9D7B6-768F-69D3-96CE-DF0516B9C6E9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029200"/>
              <a:ext cx="0" cy="239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57E2127A-4051-3BB4-53D6-3D0381AD1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925" y="4959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3721C8E0-F433-B636-7E4E-797A058426DB}"/>
                </a:ext>
              </a:extLst>
            </p:cNvPr>
            <p:cNvCxnSpPr>
              <a:cxnSpLocks/>
            </p:cNvCxnSpPr>
            <p:nvPr/>
          </p:nvCxnSpPr>
          <p:spPr>
            <a:xfrm>
              <a:off x="1583530" y="4965700"/>
              <a:ext cx="0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7D782DBE-4BE8-B39F-CDDD-543EB08B0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53054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BCBA13B-5AF5-578F-9C6B-A7F861B8CA48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376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6CA3ABD8-F0AE-F6B8-26D8-E63093FF4F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3513" y="5503862"/>
              <a:ext cx="307181" cy="1206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05D649DB-CB0B-6957-AE80-128AFD2A610C}"/>
                </a:ext>
              </a:extLst>
            </p:cNvPr>
            <p:cNvCxnSpPr>
              <a:cxnSpLocks/>
            </p:cNvCxnSpPr>
            <p:nvPr/>
          </p:nvCxnSpPr>
          <p:spPr>
            <a:xfrm>
              <a:off x="2043905" y="56372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E2EDFB6D-B5B5-F317-7AF3-4DDFA7F64C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7975" y="5445125"/>
              <a:ext cx="473074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2E7286B-9119-F42B-9385-4365F986A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1150" y="5381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51D65231-F43F-D176-882E-6927197F7F58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5153025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5F6A136B-797B-FED7-405F-1AF45E9EF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0375" y="5086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1C53B154-3F9D-4AF7-238F-541E01C69277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5083175"/>
              <a:ext cx="0" cy="349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CF8D303E-6874-22FD-1E6E-338248FC64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250" y="542607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F05529C4-C213-E81F-2FFC-9F22640A9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350" y="5435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CF412D5-95BA-6570-CBAE-371B50EE5304}"/>
                </a:ext>
              </a:extLst>
            </p:cNvPr>
            <p:cNvCxnSpPr>
              <a:cxnSpLocks/>
            </p:cNvCxnSpPr>
            <p:nvPr/>
          </p:nvCxnSpPr>
          <p:spPr>
            <a:xfrm>
              <a:off x="2186780" y="5437188"/>
              <a:ext cx="0" cy="207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5E767663-C7E8-E6D5-AB97-B39C08F24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56610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D755CBAD-12CB-9BCA-13F8-F5388B5F5C59}"/>
                </a:ext>
              </a:extLst>
            </p:cNvPr>
            <p:cNvCxnSpPr>
              <a:cxnSpLocks/>
            </p:cNvCxnSpPr>
            <p:nvPr/>
          </p:nvCxnSpPr>
          <p:spPr>
            <a:xfrm>
              <a:off x="2342355" y="5499100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5EA590E2-1A00-8778-A066-BA1DF951EA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3150" y="5492750"/>
              <a:ext cx="15875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76BCCA0-44DB-C654-A427-8A8707188674}"/>
                </a:ext>
              </a:extLst>
            </p:cNvPr>
            <p:cNvCxnSpPr>
              <a:cxnSpLocks/>
            </p:cNvCxnSpPr>
            <p:nvPr/>
          </p:nvCxnSpPr>
          <p:spPr>
            <a:xfrm>
              <a:off x="2494755" y="5557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6CFF67A4-0543-67B4-6603-451C0710C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6261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2BAAEA61-6505-0FEA-AC26-41D11D818ED1}"/>
                </a:ext>
              </a:extLst>
            </p:cNvPr>
            <p:cNvCxnSpPr>
              <a:cxnSpLocks/>
            </p:cNvCxnSpPr>
            <p:nvPr/>
          </p:nvCxnSpPr>
          <p:spPr>
            <a:xfrm>
              <a:off x="2650330" y="5503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D3B9DB18-A211-B4A6-1086-880869041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3879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2051F-F37E-56E3-9A6C-EF80CA5C6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8250" y="5445125"/>
              <a:ext cx="15875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ED635E3C-CD9F-82A5-26DA-2048807EB6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5197475"/>
              <a:ext cx="460375" cy="196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B076E022-B838-A926-8ED7-C3403665FC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2000" y="51847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35A90C7F-63D6-AAFA-062F-5FBC39C2DA61}"/>
                </a:ext>
              </a:extLst>
            </p:cNvPr>
            <p:cNvCxnSpPr>
              <a:cxnSpLocks/>
            </p:cNvCxnSpPr>
            <p:nvPr/>
          </p:nvCxnSpPr>
          <p:spPr>
            <a:xfrm>
              <a:off x="2037555" y="5038725"/>
              <a:ext cx="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D3D8D5E7-C96A-2D49-63B5-8EFBDE823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5175" y="5029200"/>
              <a:ext cx="60960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B68DA4B4-B31B-6770-FA86-23EFAAEDB084}"/>
                </a:ext>
              </a:extLst>
            </p:cNvPr>
            <p:cNvCxnSpPr>
              <a:cxnSpLocks/>
            </p:cNvCxnSpPr>
            <p:nvPr/>
          </p:nvCxnSpPr>
          <p:spPr>
            <a:xfrm>
              <a:off x="2647155" y="51419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0D36BB45-F992-0C75-4F28-761A58CFC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4968875"/>
              <a:ext cx="47307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A96D445B-A0A8-CC59-1C8B-B308873E3F02}"/>
                </a:ext>
              </a:extLst>
            </p:cNvPr>
            <p:cNvCxnSpPr>
              <a:cxnSpLocks/>
            </p:cNvCxnSpPr>
            <p:nvPr/>
          </p:nvCxnSpPr>
          <p:spPr>
            <a:xfrm>
              <a:off x="2189955" y="48434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8FA5CFD0-134E-E94F-A37B-6DC706FC5A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4875" y="48418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D015498D-AAE9-FA27-0883-DDD877DACB32}"/>
                </a:ext>
              </a:extLst>
            </p:cNvPr>
            <p:cNvCxnSpPr>
              <a:cxnSpLocks/>
            </p:cNvCxnSpPr>
            <p:nvPr/>
          </p:nvCxnSpPr>
          <p:spPr>
            <a:xfrm>
              <a:off x="2656680" y="48942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3C9A919F-4CE1-8EEB-951D-922DD7D53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7575" y="472122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69502577-BDB4-C9EA-15F5-1D1C3D196DCA}"/>
                </a:ext>
              </a:extLst>
            </p:cNvPr>
            <p:cNvCxnSpPr>
              <a:cxnSpLocks/>
            </p:cNvCxnSpPr>
            <p:nvPr/>
          </p:nvCxnSpPr>
          <p:spPr>
            <a:xfrm>
              <a:off x="2193130" y="4614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6A5A364-93FE-678C-FC13-E7744391ED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46132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94148182-6DCC-0E0D-1FCB-3D080BEA3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000" y="47244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2792ACE8-AED7-C53D-7C75-DC0478A113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6069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C6B6D85-C68E-7075-D23C-EE3AC71B4B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4546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72FA2007-44BA-86A0-2C25-ADAE8E4D35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7100" y="43719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4D3FDD42-CBBB-1569-329D-7945D5470344}"/>
                </a:ext>
              </a:extLst>
            </p:cNvPr>
            <p:cNvCxnSpPr>
              <a:cxnSpLocks/>
            </p:cNvCxnSpPr>
            <p:nvPr/>
          </p:nvCxnSpPr>
          <p:spPr>
            <a:xfrm>
              <a:off x="2199480" y="42370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88412A75-E9AC-69E2-8F58-4A73A5E6A8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925" y="41846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9F3D3FE1-A1F5-0341-B4D8-951864523BEB}"/>
                </a:ext>
              </a:extLst>
            </p:cNvPr>
            <p:cNvCxnSpPr>
              <a:cxnSpLocks/>
            </p:cNvCxnSpPr>
            <p:nvPr/>
          </p:nvCxnSpPr>
          <p:spPr>
            <a:xfrm>
              <a:off x="2348705" y="41767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7632E04B-3ECE-3608-675C-FF4299E48E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6325" y="4305300"/>
              <a:ext cx="625475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6855508-F712-E278-8F36-1A69E32FE4C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5" y="44211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0F26578E-3F95-F47A-7666-4CD814FA4C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2576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087017B-EA93-09A4-814A-59A27DFD9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1425" y="41941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13D53826-C1EA-7FFB-4E04-FECEB45619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0175" y="42005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F7E8D1B4-59FB-A34F-5C1D-C13110DAE3BB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5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A30C4D34-EFFE-96A6-FD19-320E0D699E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4000" y="41243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5F5382C0-6CE6-5D5A-E628-C34EADF1D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40608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E649ECDF-F2D6-F309-DF62-3733962B2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40608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55985789-B0A4-DBB9-84BA-8FB3AB203E46}"/>
                </a:ext>
              </a:extLst>
            </p:cNvPr>
            <p:cNvCxnSpPr>
              <a:cxnSpLocks/>
            </p:cNvCxnSpPr>
            <p:nvPr/>
          </p:nvCxnSpPr>
          <p:spPr>
            <a:xfrm>
              <a:off x="3113880" y="4148138"/>
              <a:ext cx="0" cy="579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5115E9C3-A1F3-66F6-FD8B-08AECA5E80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5625" y="471805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9B71C0A7-07D5-45B7-33D5-D3BAFF971735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5" y="4799013"/>
              <a:ext cx="0" cy="350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3D0B3F8C-2B2E-C3C8-DA28-FE0ED50ED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5150" y="50641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4264B3CB-ECE9-1541-7121-20FEB6B47068}"/>
                </a:ext>
              </a:extLst>
            </p:cNvPr>
            <p:cNvCxnSpPr>
              <a:cxnSpLocks/>
            </p:cNvCxnSpPr>
            <p:nvPr/>
          </p:nvCxnSpPr>
          <p:spPr>
            <a:xfrm>
              <a:off x="3107530" y="4851400"/>
              <a:ext cx="0" cy="223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03A705D-7612-5A0E-9D67-12F0E5AC4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0350" y="4854575"/>
              <a:ext cx="298450" cy="111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FB6A189B-67B3-454D-F66C-19ECBE1975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0825" y="495300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F7F038EE-64DB-4213-8988-C738A7D5B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525" y="503872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Straight Connector 1987">
              <a:extLst>
                <a:ext uri="{FF2B5EF4-FFF2-40B4-BE49-F238E27FC236}">
                  <a16:creationId xmlns:a16="http://schemas.microsoft.com/office/drawing/2014/main" id="{FFD5E795-F995-23B6-A055-A44A63BB1391}"/>
                </a:ext>
              </a:extLst>
            </p:cNvPr>
            <p:cNvCxnSpPr>
              <a:cxnSpLocks/>
            </p:cNvCxnSpPr>
            <p:nvPr/>
          </p:nvCxnSpPr>
          <p:spPr>
            <a:xfrm>
              <a:off x="2802730" y="50815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930E1EBB-196D-A962-C444-3D98D7344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6225" y="51498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5F6CD90B-7962-AF84-46DE-D7E6F9DF0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2750" y="51435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9145FE32-4B0D-C408-4AC0-32FDEEAE2424}"/>
                </a:ext>
              </a:extLst>
            </p:cNvPr>
            <p:cNvCxnSpPr>
              <a:cxnSpLocks/>
            </p:cNvCxnSpPr>
            <p:nvPr/>
          </p:nvCxnSpPr>
          <p:spPr>
            <a:xfrm>
              <a:off x="3104355" y="5202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C9CE743B-F0BB-AA72-7D39-F22BD5048B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52578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D6C4A011-A05F-D256-C1D5-09373FA933A4}"/>
                </a:ext>
              </a:extLst>
            </p:cNvPr>
            <p:cNvCxnSpPr>
              <a:cxnSpLocks/>
            </p:cNvCxnSpPr>
            <p:nvPr/>
          </p:nvCxnSpPr>
          <p:spPr>
            <a:xfrm>
              <a:off x="2951955" y="5268913"/>
              <a:ext cx="0" cy="347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B6B1F23B-E253-1051-0D61-C5F2F5F0F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9100" y="561657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BA743247-5ED3-DF8F-B213-3DB1B33F0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8325" y="5565775"/>
              <a:ext cx="298450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A8EE184F-F47A-7F43-8826-178C449A42A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557838"/>
              <a:ext cx="150020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636AD313-066F-E837-C42A-AF49A8AE4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1200" y="5629275"/>
              <a:ext cx="307975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70017B48-ADFC-9605-5B83-40E0E6EDF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1200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F5877D3A-202E-BA51-0A48-3672663C491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7927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A99712C4-2C26-2069-E180-7B8FC279E1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9950" y="59277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BD02D2C0-1076-99A6-F8D4-97948E20CEAC}"/>
                </a:ext>
              </a:extLst>
            </p:cNvPr>
            <p:cNvCxnSpPr>
              <a:cxnSpLocks/>
            </p:cNvCxnSpPr>
            <p:nvPr/>
          </p:nvCxnSpPr>
          <p:spPr>
            <a:xfrm>
              <a:off x="3567905" y="5743575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0F0D76C7-20A8-2461-1B1C-B0AF61BF95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9175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7D0F58A9-21AE-81F6-ED9D-A717A5A9A2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1575" y="5737225"/>
              <a:ext cx="161925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0196E861-F298-AE3E-29E4-6C2A03FBF7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0325" y="57372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D5739DA3-B458-5C11-2866-6425EBEA4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4950" y="5676900"/>
              <a:ext cx="2825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E82406F9-4159-E2DB-C4E1-1D10A7EC3397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FC680C0-B416-3B85-EC7B-2ECF8E4379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5118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4FA1225-7AAA-718C-2619-D2B151EAC30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130" y="54975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229A034A-76D8-EAA7-AE3C-B3587DC83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0400" y="5553075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4926C7BD-1842-A957-C8A9-98EDF4997129}"/>
                </a:ext>
              </a:extLst>
            </p:cNvPr>
            <p:cNvCxnSpPr>
              <a:cxnSpLocks/>
            </p:cNvCxnSpPr>
            <p:nvPr/>
          </p:nvCxnSpPr>
          <p:spPr>
            <a:xfrm>
              <a:off x="4637880" y="5424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F5F5043A-56A8-44DB-A276-E756966D9E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975" y="5429250"/>
              <a:ext cx="32385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EA74FCEF-0FC2-73E1-898A-B98B726CDB5F}"/>
                </a:ext>
              </a:extLst>
            </p:cNvPr>
            <p:cNvCxnSpPr>
              <a:cxnSpLocks/>
            </p:cNvCxnSpPr>
            <p:nvPr/>
          </p:nvCxnSpPr>
          <p:spPr>
            <a:xfrm>
              <a:off x="49426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22707A6C-BBB4-60FF-6763-731C5228B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43475" y="56769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018D656F-01EC-BC90-1D9D-9AA2A9D088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4725" y="5984875"/>
              <a:ext cx="294481" cy="1135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AE8EA051-5BC1-7311-A081-9E45C1AAA2B0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5738813"/>
              <a:ext cx="0" cy="24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482054B8-8876-84C5-E14C-804745115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6806" y="5740400"/>
              <a:ext cx="157163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7DD49F85-B528-13D8-8D55-34A39DA8A5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9050" y="5870575"/>
              <a:ext cx="292100" cy="104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3A4833CE-7CBC-D366-56B2-96FD5A57AE62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00" y="5870575"/>
              <a:ext cx="0" cy="108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11664BF8-3D61-C55C-FD3C-F7B8DFC1EB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1925" y="58039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BB2B4FAB-68F1-15C7-F144-1B42D5257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400" y="57594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8D0C1D06-A9E5-4BC2-7671-D5B5CD7BF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9525" y="5619750"/>
              <a:ext cx="31432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Straight Connector 2015">
              <a:extLst>
                <a:ext uri="{FF2B5EF4-FFF2-40B4-BE49-F238E27FC236}">
                  <a16:creationId xmlns:a16="http://schemas.microsoft.com/office/drawing/2014/main" id="{0C755F1D-FE31-55E9-4420-588B679CC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6350" y="556577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AED50892-5F74-E9C8-C100-A4AE3A421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5381625"/>
              <a:ext cx="47942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Straight Connector 2018">
              <a:extLst>
                <a:ext uri="{FF2B5EF4-FFF2-40B4-BE49-F238E27FC236}">
                  <a16:creationId xmlns:a16="http://schemas.microsoft.com/office/drawing/2014/main" id="{6EA78136-14DC-28A9-77AC-B259327A7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550" y="53340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8C6D75C5-B2FF-EB81-64AD-0A7292159E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7125" y="533717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2" name="Straight Connector 2021">
              <a:extLst>
                <a:ext uri="{FF2B5EF4-FFF2-40B4-BE49-F238E27FC236}">
                  <a16:creationId xmlns:a16="http://schemas.microsoft.com/office/drawing/2014/main" id="{3B010FBA-0260-379F-638F-BCCF0FFC4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2700" y="5314950"/>
              <a:ext cx="15557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AC2F9EB0-C52E-ABE5-E8D8-51088AF2F30D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5" y="53165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2024">
              <a:extLst>
                <a:ext uri="{FF2B5EF4-FFF2-40B4-BE49-F238E27FC236}">
                  <a16:creationId xmlns:a16="http://schemas.microsoft.com/office/drawing/2014/main" id="{B32E626A-E340-2707-F9DC-FCCECBAD94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8750" y="54546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9FAF269C-FF4F-1C56-0CDF-C4A64ED0EBB8}"/>
                </a:ext>
              </a:extLst>
            </p:cNvPr>
            <p:cNvCxnSpPr>
              <a:cxnSpLocks/>
            </p:cNvCxnSpPr>
            <p:nvPr/>
          </p:nvCxnSpPr>
          <p:spPr>
            <a:xfrm>
              <a:off x="5387180" y="53673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7" name="Straight Connector 2026">
              <a:extLst>
                <a:ext uri="{FF2B5EF4-FFF2-40B4-BE49-F238E27FC236}">
                  <a16:creationId xmlns:a16="http://schemas.microsoft.com/office/drawing/2014/main" id="{70E20C09-6625-33AA-8467-9586D81F6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7975" y="53784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CF478CD6-3EFC-A1B5-A36D-5609DFA20336}"/>
                </a:ext>
              </a:extLst>
            </p:cNvPr>
            <p:cNvCxnSpPr>
              <a:cxnSpLocks/>
            </p:cNvCxnSpPr>
            <p:nvPr/>
          </p:nvCxnSpPr>
          <p:spPr>
            <a:xfrm>
              <a:off x="5539580" y="54403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9" name="Straight Connector 2028">
              <a:extLst>
                <a:ext uri="{FF2B5EF4-FFF2-40B4-BE49-F238E27FC236}">
                  <a16:creationId xmlns:a16="http://schemas.microsoft.com/office/drawing/2014/main" id="{573C9CF1-9EF9-C762-3E39-E3AB55708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4025" y="5492750"/>
              <a:ext cx="1682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9C6659D2-A1E0-ADB2-266B-4C12C236C3AE}"/>
                </a:ext>
              </a:extLst>
            </p:cNvPr>
            <p:cNvCxnSpPr>
              <a:cxnSpLocks/>
            </p:cNvCxnSpPr>
            <p:nvPr/>
          </p:nvCxnSpPr>
          <p:spPr>
            <a:xfrm>
              <a:off x="5698330" y="5497513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F2EDD809-8D12-E5AF-B25F-00842810B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2775" y="5570538"/>
              <a:ext cx="164305" cy="555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CE3DFB4B-4E1E-13FB-D8BE-55BCB32109EA}"/>
                </a:ext>
              </a:extLst>
            </p:cNvPr>
            <p:cNvCxnSpPr>
              <a:cxnSpLocks/>
            </p:cNvCxnSpPr>
            <p:nvPr/>
          </p:nvCxnSpPr>
          <p:spPr>
            <a:xfrm>
              <a:off x="5695155" y="5614988"/>
              <a:ext cx="0" cy="474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4E5130AF-3062-1C20-B645-A8990C25D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369" y="6094413"/>
              <a:ext cx="461961" cy="1658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04DED8DA-C21A-D470-1D29-D2AE801AE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6" y="6048375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1B65A7F4-F9C1-D284-A3A7-8904F98AB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6825" y="614600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2042">
              <a:extLst>
                <a:ext uri="{FF2B5EF4-FFF2-40B4-BE49-F238E27FC236}">
                  <a16:creationId xmlns:a16="http://schemas.microsoft.com/office/drawing/2014/main" id="{420BAD35-A907-3B99-D752-635ADD13D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4425" y="6096000"/>
              <a:ext cx="140494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8D5658C1-5B24-79A1-79C0-DE23F144B2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2307" y="620553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CADA2D5F-37AA-0E79-FEDC-4979D673A413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5727700"/>
              <a:ext cx="0" cy="473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F0EEFD7A-407E-408D-E91C-5631B24A09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1650" y="57277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2049">
              <a:extLst>
                <a:ext uri="{FF2B5EF4-FFF2-40B4-BE49-F238E27FC236}">
                  <a16:creationId xmlns:a16="http://schemas.microsoft.com/office/drawing/2014/main" id="{246CB369-4623-2452-8AD8-D2B52177B5EE}"/>
                </a:ext>
              </a:extLst>
            </p:cNvPr>
            <p:cNvCxnSpPr>
              <a:cxnSpLocks/>
            </p:cNvCxnSpPr>
            <p:nvPr/>
          </p:nvCxnSpPr>
          <p:spPr>
            <a:xfrm>
              <a:off x="4317205" y="5791200"/>
              <a:ext cx="0" cy="346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7420A939-B969-DA3C-11BA-B6F38298F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1475" y="6146800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AD7A641A-EA3A-E6AD-0E21-7DF0A6D567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25" y="61658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FC823607-2C3B-EECF-00DE-A3E0D27A952C}"/>
                </a:ext>
              </a:extLst>
            </p:cNvPr>
            <p:cNvCxnSpPr>
              <a:cxnSpLocks/>
            </p:cNvCxnSpPr>
            <p:nvPr/>
          </p:nvCxnSpPr>
          <p:spPr>
            <a:xfrm>
              <a:off x="4018755" y="60436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86FCF6B9-A110-BBB2-A043-8FA94778A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3500" y="6035675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5FBB60BF-AB4F-17EB-946C-3BD2D590E74A}"/>
                </a:ext>
              </a:extLst>
            </p:cNvPr>
            <p:cNvCxnSpPr>
              <a:cxnSpLocks/>
            </p:cNvCxnSpPr>
            <p:nvPr/>
          </p:nvCxnSpPr>
          <p:spPr>
            <a:xfrm>
              <a:off x="3875880" y="6103938"/>
              <a:ext cx="0" cy="112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95544C6F-00FE-344C-5525-8ABF6B4888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207919"/>
              <a:ext cx="132555" cy="53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2060">
              <a:extLst>
                <a:ext uri="{FF2B5EF4-FFF2-40B4-BE49-F238E27FC236}">
                  <a16:creationId xmlns:a16="http://schemas.microsoft.com/office/drawing/2014/main" id="{CE259520-B006-9585-E99E-013EDF204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8600" y="6262688"/>
              <a:ext cx="292894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888529DE-CE13-4AE3-F6BC-DF736B3DA7F1}"/>
                </a:ext>
              </a:extLst>
            </p:cNvPr>
            <p:cNvCxnSpPr>
              <a:cxnSpLocks/>
            </p:cNvCxnSpPr>
            <p:nvPr/>
          </p:nvCxnSpPr>
          <p:spPr>
            <a:xfrm>
              <a:off x="4024311" y="6384925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99ACB893-89CB-D5F3-CEED-7BBC40C5D5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2406" y="6507956"/>
              <a:ext cx="321469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C96825CB-C63F-1C1B-ACDB-34AE66DB40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9150" y="6627019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D0E864F6-4200-5821-88E5-87333C1A125E}"/>
                </a:ext>
              </a:extLst>
            </p:cNvPr>
            <p:cNvCxnSpPr>
              <a:cxnSpLocks/>
            </p:cNvCxnSpPr>
            <p:nvPr/>
          </p:nvCxnSpPr>
          <p:spPr>
            <a:xfrm>
              <a:off x="4329905" y="65166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1D7544BA-ED04-A15E-2B90-9B576A794BAA}"/>
                </a:ext>
              </a:extLst>
            </p:cNvPr>
            <p:cNvCxnSpPr>
              <a:cxnSpLocks/>
            </p:cNvCxnSpPr>
            <p:nvPr/>
          </p:nvCxnSpPr>
          <p:spPr>
            <a:xfrm>
              <a:off x="4628355" y="6507956"/>
              <a:ext cx="0" cy="1143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21C68955-C26D-2B43-ECDF-2DB9A12DE3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7525" y="6273800"/>
              <a:ext cx="307975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D0DDE090-3740-C2B0-E34B-A5F7C874B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375" y="62174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0E313CD7-3987-2E9C-B57F-680A1310E9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9168" y="6572250"/>
              <a:ext cx="328613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AE2FD257-50FF-E1F0-B6E2-FF51DED5F31F}"/>
                </a:ext>
              </a:extLst>
            </p:cNvPr>
            <p:cNvCxnSpPr>
              <a:cxnSpLocks/>
            </p:cNvCxnSpPr>
            <p:nvPr/>
          </p:nvCxnSpPr>
          <p:spPr>
            <a:xfrm>
              <a:off x="4934745" y="6165056"/>
              <a:ext cx="0" cy="2309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7B0FB7CC-168E-C116-9919-C1678822D6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6446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E635F513-63C5-6FC5-829B-777507329A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1431" y="6575424"/>
              <a:ext cx="137319" cy="563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14438CBF-58CC-8DB8-4339-62B782EE7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7461" y="6577013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9F261C38-F9D9-F49F-E993-6D7882F1EF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2363" y="6754018"/>
              <a:ext cx="165893" cy="68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8F478C97-6D9B-6879-D85C-1890D87C0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4406" y="6746081"/>
              <a:ext cx="15478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3E51B417-89E7-354E-B088-1DEF333A3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3894" y="6755606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7F5ACDFE-B3F7-B4BB-5D0B-E695C30BC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350" y="6872288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2C0CB4CF-EFBF-2646-F800-768468E16F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4313" y="6743700"/>
              <a:ext cx="299243" cy="1246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B52B236F-036A-2A86-AC9A-02548D740D47}"/>
                </a:ext>
              </a:extLst>
            </p:cNvPr>
            <p:cNvCxnSpPr>
              <a:cxnSpLocks/>
            </p:cNvCxnSpPr>
            <p:nvPr/>
          </p:nvCxnSpPr>
          <p:spPr>
            <a:xfrm>
              <a:off x="4028280" y="662781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3AD085DA-FF02-5046-1E9E-828024E86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8419" y="656590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4FFFD7FA-E618-2BD7-64F4-FD961D234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5544" y="6688931"/>
              <a:ext cx="165894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CB84A6B9-48C1-7BB6-2E3E-9AF99369AA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6750844"/>
              <a:ext cx="297656" cy="123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3116B0BD-6D26-F932-20EE-198546F585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9256" y="668972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2F9EB267-438C-18F4-31DE-FF88056A7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5587" y="6690519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08070FF3-BF62-A369-48A9-22AD1F50B5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7313" y="6687344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2EB6781E-DEE8-C747-AEF9-CD552308C6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49" y="6685757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4494C587-0B2C-0218-828B-B43764C22A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5931" y="6450806"/>
              <a:ext cx="768351" cy="2984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B4305602-23F9-2585-84BE-A4B8BF924EA3}"/>
                </a:ext>
              </a:extLst>
            </p:cNvPr>
            <p:cNvCxnSpPr>
              <a:cxnSpLocks/>
            </p:cNvCxnSpPr>
            <p:nvPr/>
          </p:nvCxnSpPr>
          <p:spPr>
            <a:xfrm>
              <a:off x="1732755" y="63373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34ACEC1C-3699-FEA3-6E5A-5914806F94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67657" y="6275387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FE2B4094-BA96-5001-AD69-EFF5AD54D612}"/>
                </a:ext>
              </a:extLst>
            </p:cNvPr>
            <p:cNvCxnSpPr>
              <a:cxnSpLocks/>
            </p:cNvCxnSpPr>
            <p:nvPr/>
          </p:nvCxnSpPr>
          <p:spPr>
            <a:xfrm>
              <a:off x="1577974" y="61563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26BEFB3F-196D-8086-2ECA-BD083EB91C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23988" y="6093619"/>
              <a:ext cx="151607" cy="531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2CF69C6B-A42D-C299-3B05-540F50DD0675}"/>
                </a:ext>
              </a:extLst>
            </p:cNvPr>
            <p:cNvCxnSpPr>
              <a:cxnSpLocks/>
            </p:cNvCxnSpPr>
            <p:nvPr/>
          </p:nvCxnSpPr>
          <p:spPr>
            <a:xfrm>
              <a:off x="1273174" y="5911851"/>
              <a:ext cx="0" cy="2349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AFBDB1CB-53B4-4081-82A4-0DE7122C6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8732" y="61388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1F132D34-3480-0BB1-24D8-49B0024A4FAC}"/>
                </a:ext>
              </a:extLst>
            </p:cNvPr>
            <p:cNvCxnSpPr>
              <a:cxnSpLocks/>
            </p:cNvCxnSpPr>
            <p:nvPr/>
          </p:nvCxnSpPr>
          <p:spPr>
            <a:xfrm>
              <a:off x="1435099" y="62071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87ACFF39-EEB3-4668-FD7C-151BFBFCA2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132" y="63293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B007ADD2-A3BF-88E7-14F9-AFC7E861207D}"/>
                </a:ext>
              </a:extLst>
            </p:cNvPr>
            <p:cNvCxnSpPr>
              <a:cxnSpLocks/>
            </p:cNvCxnSpPr>
            <p:nvPr/>
          </p:nvCxnSpPr>
          <p:spPr>
            <a:xfrm>
              <a:off x="1587499" y="63881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19E85990-5BF0-F8A0-61BC-2A61792FB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6707" y="65071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FFDDC26B-09F4-F82F-0C2F-D527AEAAAA33}"/>
                </a:ext>
              </a:extLst>
            </p:cNvPr>
            <p:cNvCxnSpPr>
              <a:cxnSpLocks/>
            </p:cNvCxnSpPr>
            <p:nvPr/>
          </p:nvCxnSpPr>
          <p:spPr>
            <a:xfrm>
              <a:off x="1733549" y="65659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8F2AF566-6CBD-CAC6-0090-0E1563777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757" y="6688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E70B4398-15C4-76C3-BE2E-33980C98A1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74" y="66230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8ABBCF2C-48E6-D69A-08FA-FC3C47E919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81982" y="66278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B0D80446-BD60-6D0A-C6A2-464D27D28B30}"/>
                </a:ext>
              </a:extLst>
            </p:cNvPr>
            <p:cNvCxnSpPr>
              <a:cxnSpLocks/>
            </p:cNvCxnSpPr>
            <p:nvPr/>
          </p:nvCxnSpPr>
          <p:spPr>
            <a:xfrm>
              <a:off x="2028824" y="6677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B4EF40F1-3BA2-A7A0-7920-1DA247655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7557" y="6799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D0E1B395-2192-B6DF-D1A1-1D7CBCD25BEC}"/>
                </a:ext>
              </a:extLst>
            </p:cNvPr>
            <p:cNvCxnSpPr>
              <a:cxnSpLocks/>
            </p:cNvCxnSpPr>
            <p:nvPr/>
          </p:nvCxnSpPr>
          <p:spPr>
            <a:xfrm>
              <a:off x="2193924" y="67405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2846EAD1-E463-D6DB-9D32-08EA86662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2657" y="67421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55AEA779-573A-1493-F7B2-70CFC9CD5A28}"/>
                </a:ext>
              </a:extLst>
            </p:cNvPr>
            <p:cNvCxnSpPr>
              <a:cxnSpLocks/>
            </p:cNvCxnSpPr>
            <p:nvPr/>
          </p:nvCxnSpPr>
          <p:spPr>
            <a:xfrm>
              <a:off x="2352674" y="6804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ED1C5C8B-5BD7-61CE-FDEE-761ADD4AD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1882" y="6926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3189A4CE-68D6-820A-9C7B-28C6EAC125F1}"/>
                </a:ext>
              </a:extLst>
            </p:cNvPr>
            <p:cNvCxnSpPr>
              <a:cxnSpLocks/>
            </p:cNvCxnSpPr>
            <p:nvPr/>
          </p:nvCxnSpPr>
          <p:spPr>
            <a:xfrm>
              <a:off x="2501899" y="686117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FAB7B0A4-A056-F851-7C14-744F10BC55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107" y="68659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DF07CB26-AA51-C765-CF29-62ECB5720D9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124" y="68008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509AC9C2-D31C-97CE-7702-C5C00489CD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9857" y="6815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9FD58A07-1E36-3FF6-8F25-4750F7DDF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719" y="6767513"/>
              <a:ext cx="0" cy="3444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2151">
              <a:extLst>
                <a:ext uri="{FF2B5EF4-FFF2-40B4-BE49-F238E27FC236}">
                  <a16:creationId xmlns:a16="http://schemas.microsoft.com/office/drawing/2014/main" id="{C3DF67CE-F831-CA32-13EC-BD02FB1A2B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7925" y="704611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Straight Connector 2152">
              <a:extLst>
                <a:ext uri="{FF2B5EF4-FFF2-40B4-BE49-F238E27FC236}">
                  <a16:creationId xmlns:a16="http://schemas.microsoft.com/office/drawing/2014/main" id="{CAADD745-F083-DD0D-A0F9-EB7B64B84B1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0" y="69310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Straight Connector 2153">
              <a:extLst>
                <a:ext uri="{FF2B5EF4-FFF2-40B4-BE49-F238E27FC236}">
                  <a16:creationId xmlns:a16="http://schemas.microsoft.com/office/drawing/2014/main" id="{51781B2A-3998-B423-6664-8418F20119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928644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3473B385-30D2-3583-D9BD-832AB3B36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9075" y="70397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2158">
              <a:extLst>
                <a:ext uri="{FF2B5EF4-FFF2-40B4-BE49-F238E27FC236}">
                  <a16:creationId xmlns:a16="http://schemas.microsoft.com/office/drawing/2014/main" id="{C6393DC5-305E-0603-00B5-65EF2CFB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4769" y="6810375"/>
              <a:ext cx="465931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6FAC0FE6-15A2-2EA6-55C0-2EBFDA096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350" y="70492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2161">
              <a:extLst>
                <a:ext uri="{FF2B5EF4-FFF2-40B4-BE49-F238E27FC236}">
                  <a16:creationId xmlns:a16="http://schemas.microsoft.com/office/drawing/2014/main" id="{D2BAEAED-3368-B511-1605-9E78DC3A76D6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6827044"/>
              <a:ext cx="0" cy="2182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139E55BC-6E4C-CF91-0781-7BD176306CF1}"/>
                </a:ext>
              </a:extLst>
            </p:cNvPr>
            <p:cNvCxnSpPr>
              <a:cxnSpLocks/>
            </p:cNvCxnSpPr>
            <p:nvPr/>
          </p:nvCxnSpPr>
          <p:spPr>
            <a:xfrm>
              <a:off x="4634705" y="6772275"/>
              <a:ext cx="0" cy="330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4A89595C-05C3-9012-7E87-EA65103EB4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5500" y="704294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BBBB481E-D164-6A3D-F0A8-EB3A5BDA46E2}"/>
                </a:ext>
              </a:extLst>
            </p:cNvPr>
            <p:cNvCxnSpPr>
              <a:cxnSpLocks/>
            </p:cNvCxnSpPr>
            <p:nvPr/>
          </p:nvCxnSpPr>
          <p:spPr>
            <a:xfrm>
              <a:off x="4777580" y="69215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2036040D-B8EE-DB01-8BAA-26E7BEBA10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2344" y="6918325"/>
              <a:ext cx="154781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5E730FB0-8E9A-6872-5943-A6553654F471}"/>
                </a:ext>
              </a:extLst>
            </p:cNvPr>
            <p:cNvCxnSpPr>
              <a:cxnSpLocks/>
            </p:cNvCxnSpPr>
            <p:nvPr/>
          </p:nvCxnSpPr>
          <p:spPr>
            <a:xfrm>
              <a:off x="4949030" y="69850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4750EDA8-7C4B-E87B-8435-87FD97592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3475" y="6972300"/>
              <a:ext cx="304800" cy="1531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373B5788-7159-971A-E6D7-D0B9DA776802}"/>
                </a:ext>
              </a:extLst>
            </p:cNvPr>
            <p:cNvCxnSpPr>
              <a:cxnSpLocks/>
            </p:cNvCxnSpPr>
            <p:nvPr/>
          </p:nvCxnSpPr>
          <p:spPr>
            <a:xfrm>
              <a:off x="5241130" y="69913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27A14B64-DD31-235A-42D8-D3F646C5506C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5686425"/>
              <a:ext cx="306387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3B12E916-6F32-7DD8-B3C6-6F73E2DB5006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55" y="5805488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05F2EEF4-126D-12D2-8479-13BB9CEBCA92}"/>
                </a:ext>
              </a:extLst>
            </p:cNvPr>
            <p:cNvCxnSpPr>
              <a:cxnSpLocks/>
            </p:cNvCxnSpPr>
            <p:nvPr/>
          </p:nvCxnSpPr>
          <p:spPr>
            <a:xfrm>
              <a:off x="6450805" y="5916613"/>
              <a:ext cx="305595" cy="125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D9DC3706-169A-E046-F68E-4EC59D070699}"/>
                </a:ext>
              </a:extLst>
            </p:cNvPr>
            <p:cNvCxnSpPr>
              <a:cxnSpLocks/>
            </p:cNvCxnSpPr>
            <p:nvPr/>
          </p:nvCxnSpPr>
          <p:spPr>
            <a:xfrm>
              <a:off x="6758780" y="6043613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2214">
              <a:extLst>
                <a:ext uri="{FF2B5EF4-FFF2-40B4-BE49-F238E27FC236}">
                  <a16:creationId xmlns:a16="http://schemas.microsoft.com/office/drawing/2014/main" id="{1FBE4629-D432-2F0D-9167-14017B2D859E}"/>
                </a:ext>
              </a:extLst>
            </p:cNvPr>
            <p:cNvCxnSpPr>
              <a:cxnSpLocks/>
            </p:cNvCxnSpPr>
            <p:nvPr/>
          </p:nvCxnSpPr>
          <p:spPr>
            <a:xfrm>
              <a:off x="6765130" y="6148388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0FFF3FC3-FB8E-C3E3-F5A7-AFAA4AAB4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1500" y="615950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2B46A289-AAFB-4D66-1ACC-14CF5CD36EFB}"/>
                </a:ext>
              </a:extLst>
            </p:cNvPr>
            <p:cNvCxnSpPr>
              <a:cxnSpLocks/>
            </p:cNvCxnSpPr>
            <p:nvPr/>
          </p:nvCxnSpPr>
          <p:spPr>
            <a:xfrm>
              <a:off x="7085013" y="6157118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18AD0157-E24A-6270-2873-A512F14AC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9950" y="6156325"/>
              <a:ext cx="1555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80B6EF65-B237-2965-DD35-4AA25A8077A3}"/>
                </a:ext>
              </a:extLst>
            </p:cNvPr>
            <p:cNvCxnSpPr>
              <a:cxnSpLocks/>
            </p:cNvCxnSpPr>
            <p:nvPr/>
          </p:nvCxnSpPr>
          <p:spPr>
            <a:xfrm>
              <a:off x="7375525" y="6156325"/>
              <a:ext cx="457200" cy="1714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Straight Connector 2226">
              <a:extLst>
                <a:ext uri="{FF2B5EF4-FFF2-40B4-BE49-F238E27FC236}">
                  <a16:creationId xmlns:a16="http://schemas.microsoft.com/office/drawing/2014/main" id="{DEB39ECB-DF46-8267-6292-0CA5A762D0B9}"/>
                </a:ext>
              </a:extLst>
            </p:cNvPr>
            <p:cNvCxnSpPr>
              <a:cxnSpLocks/>
            </p:cNvCxnSpPr>
            <p:nvPr/>
          </p:nvCxnSpPr>
          <p:spPr>
            <a:xfrm>
              <a:off x="7831930" y="6335713"/>
              <a:ext cx="0" cy="2270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2999A164-7D4E-8A4B-F369-CA9BDDB3DC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3931" y="5745956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5FD50A69-35B8-2672-63FB-548EC4F5B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7580" y="6388894"/>
              <a:ext cx="15875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3" name="Straight Connector 2242">
              <a:extLst>
                <a:ext uri="{FF2B5EF4-FFF2-40B4-BE49-F238E27FC236}">
                  <a16:creationId xmlns:a16="http://schemas.microsoft.com/office/drawing/2014/main" id="{FBDEFFAD-E7FE-033E-9626-1DAA0DBFE149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12" y="668496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8" name="Straight Connector 2247">
              <a:extLst>
                <a:ext uri="{FF2B5EF4-FFF2-40B4-BE49-F238E27FC236}">
                  <a16:creationId xmlns:a16="http://schemas.microsoft.com/office/drawing/2014/main" id="{D9FDB02B-E23D-F508-AC0E-8708031BC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875" y="6522244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9" name="Straight Connector 2248">
              <a:extLst>
                <a:ext uri="{FF2B5EF4-FFF2-40B4-BE49-F238E27FC236}">
                  <a16:creationId xmlns:a16="http://schemas.microsoft.com/office/drawing/2014/main" id="{CDC0C6E1-8389-E672-7D7B-CE1E03537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0719" y="65031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2" name="Straight Connector 2251">
              <a:extLst>
                <a:ext uri="{FF2B5EF4-FFF2-40B4-BE49-F238E27FC236}">
                  <a16:creationId xmlns:a16="http://schemas.microsoft.com/office/drawing/2014/main" id="{B77332D0-FF4C-9104-C3EF-37EF2DC7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0737" y="63285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" name="Straight Connector 2255">
              <a:extLst>
                <a:ext uri="{FF2B5EF4-FFF2-40B4-BE49-F238E27FC236}">
                  <a16:creationId xmlns:a16="http://schemas.microsoft.com/office/drawing/2014/main" id="{47A58686-7067-56B4-8D38-85512BD6F3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182" y="614838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" name="Straight Connector 2256">
              <a:extLst>
                <a:ext uri="{FF2B5EF4-FFF2-40B4-BE49-F238E27FC236}">
                  <a16:creationId xmlns:a16="http://schemas.microsoft.com/office/drawing/2014/main" id="{ED2BF38C-CE6C-A1CC-C82B-35A4F7A888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8357" y="61412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9" name="Straight Connector 2258">
              <a:extLst>
                <a:ext uri="{FF2B5EF4-FFF2-40B4-BE49-F238E27FC236}">
                  <a16:creationId xmlns:a16="http://schemas.microsoft.com/office/drawing/2014/main" id="{E61ED548-8BCF-A69D-EDAA-D1E290640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119" y="62618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0" name="Straight Connector 2259">
              <a:extLst>
                <a:ext uri="{FF2B5EF4-FFF2-40B4-BE49-F238E27FC236}">
                  <a16:creationId xmlns:a16="http://schemas.microsoft.com/office/drawing/2014/main" id="{4E6013C1-66C2-DCDD-2FBB-045CBD0919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8736" y="6334920"/>
              <a:ext cx="0" cy="244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2" name="Straight Connector 2261">
              <a:extLst>
                <a:ext uri="{FF2B5EF4-FFF2-40B4-BE49-F238E27FC236}">
                  <a16:creationId xmlns:a16="http://schemas.microsoft.com/office/drawing/2014/main" id="{B219E812-A34C-3A3B-867B-BB2E21AE2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955" y="6638925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4" name="Straight Connector 2263">
              <a:extLst>
                <a:ext uri="{FF2B5EF4-FFF2-40B4-BE49-F238E27FC236}">
                  <a16:creationId xmlns:a16="http://schemas.microsoft.com/office/drawing/2014/main" id="{EEE94CDC-68ED-EA8E-81E0-578CFC6F7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493" y="6741319"/>
              <a:ext cx="138113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8" name="Straight Connector 2267">
              <a:extLst>
                <a:ext uri="{FF2B5EF4-FFF2-40B4-BE49-F238E27FC236}">
                  <a16:creationId xmlns:a16="http://schemas.microsoft.com/office/drawing/2014/main" id="{B972934D-E180-9DB3-FE0F-7425DBCB5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74" y="6693694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Straight Connector 2276">
              <a:extLst>
                <a:ext uri="{FF2B5EF4-FFF2-40B4-BE49-F238E27FC236}">
                  <a16:creationId xmlns:a16="http://schemas.microsoft.com/office/drawing/2014/main" id="{849386D5-70FF-BFD1-F7BF-B8FCCA334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755" y="7005637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8" name="Straight Connector 2277">
              <a:extLst>
                <a:ext uri="{FF2B5EF4-FFF2-40B4-BE49-F238E27FC236}">
                  <a16:creationId xmlns:a16="http://schemas.microsoft.com/office/drawing/2014/main" id="{C9D56688-C65C-6CB6-5E63-3153A1B42A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569" y="7052469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4" name="Straight Connector 2283">
              <a:extLst>
                <a:ext uri="{FF2B5EF4-FFF2-40B4-BE49-F238E27FC236}">
                  <a16:creationId xmlns:a16="http://schemas.microsoft.com/office/drawing/2014/main" id="{2EFFC27D-F59B-30A7-A624-373AFC2AF9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6806" y="5917406"/>
              <a:ext cx="323850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6" name="Straight Connector 2285">
              <a:extLst>
                <a:ext uri="{FF2B5EF4-FFF2-40B4-BE49-F238E27FC236}">
                  <a16:creationId xmlns:a16="http://schemas.microsoft.com/office/drawing/2014/main" id="{3D416AB6-1F89-4678-366F-94DC0D3F62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744" y="5858669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0" name="Straight Connector 2289">
              <a:extLst>
                <a:ext uri="{FF2B5EF4-FFF2-40B4-BE49-F238E27FC236}">
                  <a16:creationId xmlns:a16="http://schemas.microsoft.com/office/drawing/2014/main" id="{90F5B5B0-E515-AB76-D118-6FDDDA8993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481" y="7050087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1" name="Straight Connector 2290">
              <a:extLst>
                <a:ext uri="{FF2B5EF4-FFF2-40B4-BE49-F238E27FC236}">
                  <a16:creationId xmlns:a16="http://schemas.microsoft.com/office/drawing/2014/main" id="{16BADE7C-EC9B-17C5-9729-5A1D2913C46A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48" y="6457950"/>
              <a:ext cx="0" cy="5953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3" name="Straight Connector 2292">
              <a:extLst>
                <a:ext uri="{FF2B5EF4-FFF2-40B4-BE49-F238E27FC236}">
                  <a16:creationId xmlns:a16="http://schemas.microsoft.com/office/drawing/2014/main" id="{DBE3AEA9-3162-33C5-A657-169FDCE5CC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3969" y="6324600"/>
              <a:ext cx="316706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Straight Connector 2294">
              <a:extLst>
                <a:ext uri="{FF2B5EF4-FFF2-40B4-BE49-F238E27FC236}">
                  <a16:creationId xmlns:a16="http://schemas.microsoft.com/office/drawing/2014/main" id="{C020ABD7-0017-97FF-2E79-91E3332A1848}"/>
                </a:ext>
              </a:extLst>
            </p:cNvPr>
            <p:cNvCxnSpPr>
              <a:cxnSpLocks/>
            </p:cNvCxnSpPr>
            <p:nvPr/>
          </p:nvCxnSpPr>
          <p:spPr>
            <a:xfrm>
              <a:off x="5087144" y="621506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9" name="Straight Connector 2298">
              <a:extLst>
                <a:ext uri="{FF2B5EF4-FFF2-40B4-BE49-F238E27FC236}">
                  <a16:creationId xmlns:a16="http://schemas.microsoft.com/office/drawing/2014/main" id="{1297BD65-0953-AFEF-C65A-2A9397A8B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1344" y="5675313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2" name="Straight Connector 2301">
              <a:extLst>
                <a:ext uri="{FF2B5EF4-FFF2-40B4-BE49-F238E27FC236}">
                  <a16:creationId xmlns:a16="http://schemas.microsoft.com/office/drawing/2014/main" id="{10C80E7A-8A7F-E787-29B6-36FC250F7D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5575" y="62738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Straight Connector 2302">
              <a:extLst>
                <a:ext uri="{FF2B5EF4-FFF2-40B4-BE49-F238E27FC236}">
                  <a16:creationId xmlns:a16="http://schemas.microsoft.com/office/drawing/2014/main" id="{DD094766-7B35-6B05-F980-6DD5413A7F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325" y="6210300"/>
              <a:ext cx="31750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5" name="Straight Connector 2304">
              <a:extLst>
                <a:ext uri="{FF2B5EF4-FFF2-40B4-BE49-F238E27FC236}">
                  <a16:creationId xmlns:a16="http://schemas.microsoft.com/office/drawing/2014/main" id="{0720004E-EE00-9BBB-5CA6-B974E31BF67D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4" y="6218238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6" name="Straight Connector 2305">
              <a:extLst>
                <a:ext uri="{FF2B5EF4-FFF2-40B4-BE49-F238E27FC236}">
                  <a16:creationId xmlns:a16="http://schemas.microsoft.com/office/drawing/2014/main" id="{F87C3CE7-7B1A-9099-C306-3E3604A3ED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7675" y="633015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7" name="Straight Connector 2306">
              <a:extLst>
                <a:ext uri="{FF2B5EF4-FFF2-40B4-BE49-F238E27FC236}">
                  <a16:creationId xmlns:a16="http://schemas.microsoft.com/office/drawing/2014/main" id="{B916EACE-6DCD-19DA-1253-928B0B29E89D}"/>
                </a:ext>
              </a:extLst>
            </p:cNvPr>
            <p:cNvCxnSpPr>
              <a:cxnSpLocks/>
            </p:cNvCxnSpPr>
            <p:nvPr/>
          </p:nvCxnSpPr>
          <p:spPr>
            <a:xfrm>
              <a:off x="5534819" y="6405563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9" name="Straight Connector 2308">
              <a:extLst>
                <a:ext uri="{FF2B5EF4-FFF2-40B4-BE49-F238E27FC236}">
                  <a16:creationId xmlns:a16="http://schemas.microsoft.com/office/drawing/2014/main" id="{6186CF30-183B-DEBC-140D-8099A69F80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0850" y="6514306"/>
              <a:ext cx="333375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0" name="Straight Connector 2309">
              <a:extLst>
                <a:ext uri="{FF2B5EF4-FFF2-40B4-BE49-F238E27FC236}">
                  <a16:creationId xmlns:a16="http://schemas.microsoft.com/office/drawing/2014/main" id="{3E130B2E-00F0-B19C-A030-B19A1CDD2515}"/>
                </a:ext>
              </a:extLst>
            </p:cNvPr>
            <p:cNvCxnSpPr>
              <a:cxnSpLocks/>
            </p:cNvCxnSpPr>
            <p:nvPr/>
          </p:nvCxnSpPr>
          <p:spPr>
            <a:xfrm>
              <a:off x="5852319" y="652621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1" name="Straight Connector 2310">
              <a:extLst>
                <a:ext uri="{FF2B5EF4-FFF2-40B4-BE49-F238E27FC236}">
                  <a16:creationId xmlns:a16="http://schemas.microsoft.com/office/drawing/2014/main" id="{D9079971-89CC-02D5-3CB7-C3ED76A50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8350" y="6568281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2" name="Straight Connector 2311">
              <a:extLst>
                <a:ext uri="{FF2B5EF4-FFF2-40B4-BE49-F238E27FC236}">
                  <a16:creationId xmlns:a16="http://schemas.microsoft.com/office/drawing/2014/main" id="{D9C2E8C8-8EC1-3AFC-F75D-2FA9FDD190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9800" y="657225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3" name="Straight Connector 2312">
              <a:extLst>
                <a:ext uri="{FF2B5EF4-FFF2-40B4-BE49-F238E27FC236}">
                  <a16:creationId xmlns:a16="http://schemas.microsoft.com/office/drawing/2014/main" id="{B2436915-C32B-487A-488D-021B74926F1F}"/>
                </a:ext>
              </a:extLst>
            </p:cNvPr>
            <p:cNvCxnSpPr>
              <a:cxnSpLocks/>
            </p:cNvCxnSpPr>
            <p:nvPr/>
          </p:nvCxnSpPr>
          <p:spPr>
            <a:xfrm>
              <a:off x="6166644" y="6640513"/>
              <a:ext cx="0" cy="1031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5" name="Straight Connector 2314">
              <a:extLst>
                <a:ext uri="{FF2B5EF4-FFF2-40B4-BE49-F238E27FC236}">
                  <a16:creationId xmlns:a16="http://schemas.microsoft.com/office/drawing/2014/main" id="{EA9D9CF7-CBE6-9AA2-2933-31E5FA254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8825" y="6746081"/>
              <a:ext cx="327025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9" name="Straight Connector 2318">
              <a:extLst>
                <a:ext uri="{FF2B5EF4-FFF2-40B4-BE49-F238E27FC236}">
                  <a16:creationId xmlns:a16="http://schemas.microsoft.com/office/drawing/2014/main" id="{446ECEB3-5229-609C-E8E0-DF32ADD00A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4025" y="6750050"/>
              <a:ext cx="304800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1" name="Straight Connector 2320">
              <a:extLst>
                <a:ext uri="{FF2B5EF4-FFF2-40B4-BE49-F238E27FC236}">
                  <a16:creationId xmlns:a16="http://schemas.microsoft.com/office/drawing/2014/main" id="{98759EF6-4E0B-269A-C0C5-05712FC3A567}"/>
                </a:ext>
              </a:extLst>
            </p:cNvPr>
            <p:cNvCxnSpPr>
              <a:cxnSpLocks/>
            </p:cNvCxnSpPr>
            <p:nvPr/>
          </p:nvCxnSpPr>
          <p:spPr>
            <a:xfrm>
              <a:off x="5544344" y="6742113"/>
              <a:ext cx="0" cy="3659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2" name="Straight Connector 2321">
              <a:extLst>
                <a:ext uri="{FF2B5EF4-FFF2-40B4-BE49-F238E27FC236}">
                  <a16:creationId xmlns:a16="http://schemas.microsoft.com/office/drawing/2014/main" id="{CF8439B3-E670-ADE8-669A-484618F9F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4769" y="6572250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2" name="Straight Connector 2701">
              <a:extLst>
                <a:ext uri="{FF2B5EF4-FFF2-40B4-BE49-F238E27FC236}">
                  <a16:creationId xmlns:a16="http://schemas.microsoft.com/office/drawing/2014/main" id="{8114C4D0-0D6F-0B65-A3DB-6B4B932F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9900" y="703659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4" name="Straight Connector 2703">
              <a:extLst>
                <a:ext uri="{FF2B5EF4-FFF2-40B4-BE49-F238E27FC236}">
                  <a16:creationId xmlns:a16="http://schemas.microsoft.com/office/drawing/2014/main" id="{77A20F87-FB19-222A-DD3F-0F3CF836F9D4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2" y="6910387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5" name="Straight Connector 2704">
              <a:extLst>
                <a:ext uri="{FF2B5EF4-FFF2-40B4-BE49-F238E27FC236}">
                  <a16:creationId xmlns:a16="http://schemas.microsoft.com/office/drawing/2014/main" id="{B0537908-4B35-E6F9-54FB-475726DD4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5475" y="692150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7" name="Straight Connector 2706">
              <a:extLst>
                <a:ext uri="{FF2B5EF4-FFF2-40B4-BE49-F238E27FC236}">
                  <a16:creationId xmlns:a16="http://schemas.microsoft.com/office/drawing/2014/main" id="{2C27EA95-FB06-A827-79BB-5425AF3669FC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48" y="697706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8" name="Straight Connector 2707">
              <a:extLst>
                <a:ext uri="{FF2B5EF4-FFF2-40B4-BE49-F238E27FC236}">
                  <a16:creationId xmlns:a16="http://schemas.microsoft.com/office/drawing/2014/main" id="{96DD4579-BA3C-E271-44E6-A9A388D612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7556" y="7043738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9" name="Straight Connector 2708">
              <a:extLst>
                <a:ext uri="{FF2B5EF4-FFF2-40B4-BE49-F238E27FC236}">
                  <a16:creationId xmlns:a16="http://schemas.microsoft.com/office/drawing/2014/main" id="{FA436135-6C30-90B9-1621-86107BA282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5512" y="7047706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0" name="Straight Connector 2709">
              <a:extLst>
                <a:ext uri="{FF2B5EF4-FFF2-40B4-BE49-F238E27FC236}">
                  <a16:creationId xmlns:a16="http://schemas.microsoft.com/office/drawing/2014/main" id="{2039A67A-20BD-75CC-7CAD-0059DE6F2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5212" y="705564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1" name="Straight Connector 2710">
              <a:extLst>
                <a:ext uri="{FF2B5EF4-FFF2-40B4-BE49-F238E27FC236}">
                  <a16:creationId xmlns:a16="http://schemas.microsoft.com/office/drawing/2014/main" id="{92178253-5912-4047-B4BA-2CDB29D46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70524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2" name="Straight Connector 2711">
              <a:extLst>
                <a:ext uri="{FF2B5EF4-FFF2-40B4-BE49-F238E27FC236}">
                  <a16:creationId xmlns:a16="http://schemas.microsoft.com/office/drawing/2014/main" id="{5AF5B4E5-2DF6-7FA2-7EEB-5F2D149589ED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30" y="7003256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3" name="Straight Connector 2712">
              <a:extLst>
                <a:ext uri="{FF2B5EF4-FFF2-40B4-BE49-F238E27FC236}">
                  <a16:creationId xmlns:a16="http://schemas.microsoft.com/office/drawing/2014/main" id="{51E7830C-18FE-A17D-5B37-29D7B8653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3169" y="69381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4" name="Straight Connector 2713">
              <a:extLst>
                <a:ext uri="{FF2B5EF4-FFF2-40B4-BE49-F238E27FC236}">
                  <a16:creationId xmlns:a16="http://schemas.microsoft.com/office/drawing/2014/main" id="{71467C05-C5C5-7EEB-D967-D5F25F233F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93420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5" name="Straight Connector 2714">
              <a:extLst>
                <a:ext uri="{FF2B5EF4-FFF2-40B4-BE49-F238E27FC236}">
                  <a16:creationId xmlns:a16="http://schemas.microsoft.com/office/drawing/2014/main" id="{BC35DB83-9C2D-51AF-6F56-670156D940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5987" y="6928643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6" name="Straight Connector 2715">
              <a:extLst>
                <a:ext uri="{FF2B5EF4-FFF2-40B4-BE49-F238E27FC236}">
                  <a16:creationId xmlns:a16="http://schemas.microsoft.com/office/drawing/2014/main" id="{E232CA99-1A1C-CE80-820B-B9DFEAB70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0431" y="6807994"/>
              <a:ext cx="322263" cy="1238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8" name="Straight Connector 2717">
              <a:extLst>
                <a:ext uri="{FF2B5EF4-FFF2-40B4-BE49-F238E27FC236}">
                  <a16:creationId xmlns:a16="http://schemas.microsoft.com/office/drawing/2014/main" id="{8C48A4A5-40A6-9D00-6836-41193E5173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5075" y="6809581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9" name="Straight Connector 2718">
              <a:extLst>
                <a:ext uri="{FF2B5EF4-FFF2-40B4-BE49-F238E27FC236}">
                  <a16:creationId xmlns:a16="http://schemas.microsoft.com/office/drawing/2014/main" id="{ACFC55F1-4A2C-57AB-80E7-249187F537EE}"/>
                </a:ext>
              </a:extLst>
            </p:cNvPr>
            <p:cNvCxnSpPr>
              <a:cxnSpLocks/>
            </p:cNvCxnSpPr>
            <p:nvPr/>
          </p:nvCxnSpPr>
          <p:spPr>
            <a:xfrm>
              <a:off x="6465093" y="67532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0" name="Straight Connector 2719">
              <a:extLst>
                <a:ext uri="{FF2B5EF4-FFF2-40B4-BE49-F238E27FC236}">
                  <a16:creationId xmlns:a16="http://schemas.microsoft.com/office/drawing/2014/main" id="{F95621E0-00BD-024F-35D6-8363C18F72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6692899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1" name="Straight Connector 2720">
              <a:extLst>
                <a:ext uri="{FF2B5EF4-FFF2-40B4-BE49-F238E27FC236}">
                  <a16:creationId xmlns:a16="http://schemas.microsoft.com/office/drawing/2014/main" id="{97A09B61-DD1A-ED47-3D5B-91F8A4AC635A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5722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2" name="Straight Connector 2721">
              <a:extLst>
                <a:ext uri="{FF2B5EF4-FFF2-40B4-BE49-F238E27FC236}">
                  <a16:creationId xmlns:a16="http://schemas.microsoft.com/office/drawing/2014/main" id="{2623BF09-7A89-8246-2BF7-5F7CDF8036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3149" y="650478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3" name="Straight Connector 2722">
              <a:extLst>
                <a:ext uri="{FF2B5EF4-FFF2-40B4-BE49-F238E27FC236}">
                  <a16:creationId xmlns:a16="http://schemas.microsoft.com/office/drawing/2014/main" id="{C3320AF7-E02A-1DB0-F47E-02EA03B6A3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45318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4" name="Straight Connector 2723">
              <a:extLst>
                <a:ext uri="{FF2B5EF4-FFF2-40B4-BE49-F238E27FC236}">
                  <a16:creationId xmlns:a16="http://schemas.microsoft.com/office/drawing/2014/main" id="{A5DA96D0-5050-C057-E828-92B2863275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5530" y="6383337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5" name="Straight Connector 2724">
              <a:extLst>
                <a:ext uri="{FF2B5EF4-FFF2-40B4-BE49-F238E27FC236}">
                  <a16:creationId xmlns:a16="http://schemas.microsoft.com/office/drawing/2014/main" id="{26AAD58E-4F0D-2E21-C5FB-FFFF1A3236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7593" y="6331745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6" name="Straight Connector 2725">
              <a:extLst>
                <a:ext uri="{FF2B5EF4-FFF2-40B4-BE49-F238E27FC236}">
                  <a16:creationId xmlns:a16="http://schemas.microsoft.com/office/drawing/2014/main" id="{D80707E1-7FFB-A318-CE4B-B466F7FC8718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08885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8" name="Straight Connector 2727">
              <a:extLst>
                <a:ext uri="{FF2B5EF4-FFF2-40B4-BE49-F238E27FC236}">
                  <a16:creationId xmlns:a16="http://schemas.microsoft.com/office/drawing/2014/main" id="{85AB2952-2FDB-92B4-029F-84E098CF30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0292" y="602853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9" name="Straight Connector 2728">
              <a:extLst>
                <a:ext uri="{FF2B5EF4-FFF2-40B4-BE49-F238E27FC236}">
                  <a16:creationId xmlns:a16="http://schemas.microsoft.com/office/drawing/2014/main" id="{4B048901-B3A4-A52F-4633-2584AC13A64F}"/>
                </a:ext>
              </a:extLst>
            </p:cNvPr>
            <p:cNvCxnSpPr>
              <a:cxnSpLocks/>
            </p:cNvCxnSpPr>
            <p:nvPr/>
          </p:nvCxnSpPr>
          <p:spPr>
            <a:xfrm>
              <a:off x="6162674" y="6022181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0" name="Straight Connector 2729">
              <a:extLst>
                <a:ext uri="{FF2B5EF4-FFF2-40B4-BE49-F238E27FC236}">
                  <a16:creationId xmlns:a16="http://schemas.microsoft.com/office/drawing/2014/main" id="{84FDA9BB-0C2B-1685-2D10-798CC1F40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4243" y="626745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1" name="Straight Connector 2730">
              <a:extLst>
                <a:ext uri="{FF2B5EF4-FFF2-40B4-BE49-F238E27FC236}">
                  <a16:creationId xmlns:a16="http://schemas.microsoft.com/office/drawing/2014/main" id="{985A5C03-D039-A5F2-43E3-BDABB6AA5D1B}"/>
                </a:ext>
              </a:extLst>
            </p:cNvPr>
            <p:cNvCxnSpPr>
              <a:cxnSpLocks/>
            </p:cNvCxnSpPr>
            <p:nvPr/>
          </p:nvCxnSpPr>
          <p:spPr>
            <a:xfrm>
              <a:off x="6007892" y="619601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2" name="Straight Connector 2731">
              <a:extLst>
                <a:ext uri="{FF2B5EF4-FFF2-40B4-BE49-F238E27FC236}">
                  <a16:creationId xmlns:a16="http://schemas.microsoft.com/office/drawing/2014/main" id="{EDA3B1C0-C040-06DC-C49A-9F781BF21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9936" y="62055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3" name="Straight Connector 2732">
              <a:extLst>
                <a:ext uri="{FF2B5EF4-FFF2-40B4-BE49-F238E27FC236}">
                  <a16:creationId xmlns:a16="http://schemas.microsoft.com/office/drawing/2014/main" id="{ABF883B5-2351-69D2-5EE9-61F7A05273C6}"/>
                </a:ext>
              </a:extLst>
            </p:cNvPr>
            <p:cNvCxnSpPr>
              <a:cxnSpLocks/>
            </p:cNvCxnSpPr>
            <p:nvPr/>
          </p:nvCxnSpPr>
          <p:spPr>
            <a:xfrm>
              <a:off x="5855492" y="5672138"/>
              <a:ext cx="0" cy="583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5" name="Straight Connector 2734">
              <a:extLst>
                <a:ext uri="{FF2B5EF4-FFF2-40B4-BE49-F238E27FC236}">
                  <a16:creationId xmlns:a16="http://schemas.microsoft.com/office/drawing/2014/main" id="{A9C11D85-7947-5051-16B6-8444B2DEE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7874" y="5673724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6" name="Straight Connector 2735">
              <a:extLst>
                <a:ext uri="{FF2B5EF4-FFF2-40B4-BE49-F238E27FC236}">
                  <a16:creationId xmlns:a16="http://schemas.microsoft.com/office/drawing/2014/main" id="{9E45BFDC-1DFD-C3AE-0F3D-5ED06C2CD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9479" y="56721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0" name="Straight Connector 2739">
              <a:extLst>
                <a:ext uri="{FF2B5EF4-FFF2-40B4-BE49-F238E27FC236}">
                  <a16:creationId xmlns:a16="http://schemas.microsoft.com/office/drawing/2014/main" id="{9D8A5E4B-84B6-88CF-BAF7-63DCD2E8B9AA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6286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2" name="Straight Connector 2741">
              <a:extLst>
                <a:ext uri="{FF2B5EF4-FFF2-40B4-BE49-F238E27FC236}">
                  <a16:creationId xmlns:a16="http://schemas.microsoft.com/office/drawing/2014/main" id="{B5D8B2D1-5234-8755-E204-C4FA47570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606" y="67484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4" name="Straight Connector 2743">
              <a:extLst>
                <a:ext uri="{FF2B5EF4-FFF2-40B4-BE49-F238E27FC236}">
                  <a16:creationId xmlns:a16="http://schemas.microsoft.com/office/drawing/2014/main" id="{8F54D23D-4E44-7169-87ED-9BF404A3B368}"/>
                </a:ext>
              </a:extLst>
            </p:cNvPr>
            <p:cNvCxnSpPr>
              <a:cxnSpLocks/>
            </p:cNvCxnSpPr>
            <p:nvPr/>
          </p:nvCxnSpPr>
          <p:spPr>
            <a:xfrm>
              <a:off x="7222331" y="6686550"/>
              <a:ext cx="30480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6" name="Straight Connector 2745">
              <a:extLst>
                <a:ext uri="{FF2B5EF4-FFF2-40B4-BE49-F238E27FC236}">
                  <a16:creationId xmlns:a16="http://schemas.microsoft.com/office/drawing/2014/main" id="{9F0E8A13-6CC6-9F1A-F374-E0F85E119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2294" y="6684169"/>
              <a:ext cx="30003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8" name="Straight Connector 2747">
              <a:extLst>
                <a:ext uri="{FF2B5EF4-FFF2-40B4-BE49-F238E27FC236}">
                  <a16:creationId xmlns:a16="http://schemas.microsoft.com/office/drawing/2014/main" id="{8D40FD49-8DC4-DFEC-FBC2-4AC79375A0C9}"/>
                </a:ext>
              </a:extLst>
            </p:cNvPr>
            <p:cNvCxnSpPr>
              <a:cxnSpLocks/>
            </p:cNvCxnSpPr>
            <p:nvPr/>
          </p:nvCxnSpPr>
          <p:spPr>
            <a:xfrm>
              <a:off x="6925469" y="6797674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9" name="Straight Connector 2748">
              <a:extLst>
                <a:ext uri="{FF2B5EF4-FFF2-40B4-BE49-F238E27FC236}">
                  <a16:creationId xmlns:a16="http://schemas.microsoft.com/office/drawing/2014/main" id="{91D29C2E-0DD9-FADA-F4B5-F90D7B215F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025" y="680561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0" name="Straight Connector 2749">
              <a:extLst>
                <a:ext uri="{FF2B5EF4-FFF2-40B4-BE49-F238E27FC236}">
                  <a16:creationId xmlns:a16="http://schemas.microsoft.com/office/drawing/2014/main" id="{763B104E-F2CC-2374-54C2-11F1A7508326}"/>
                </a:ext>
              </a:extLst>
            </p:cNvPr>
            <p:cNvCxnSpPr>
              <a:cxnSpLocks/>
            </p:cNvCxnSpPr>
            <p:nvPr/>
          </p:nvCxnSpPr>
          <p:spPr>
            <a:xfrm>
              <a:off x="7220744" y="6804817"/>
              <a:ext cx="156369" cy="603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2" name="Straight Connector 2751">
              <a:extLst>
                <a:ext uri="{FF2B5EF4-FFF2-40B4-BE49-F238E27FC236}">
                  <a16:creationId xmlns:a16="http://schemas.microsoft.com/office/drawing/2014/main" id="{9EEEDE89-30B9-9E43-FF18-F6C0734D8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806" y="68627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3" name="Straight Connector 2752">
              <a:extLst>
                <a:ext uri="{FF2B5EF4-FFF2-40B4-BE49-F238E27FC236}">
                  <a16:creationId xmlns:a16="http://schemas.microsoft.com/office/drawing/2014/main" id="{556A4112-BD09-8017-7D59-DCEB7AD2A4D6}"/>
                </a:ext>
              </a:extLst>
            </p:cNvPr>
            <p:cNvCxnSpPr>
              <a:cxnSpLocks/>
            </p:cNvCxnSpPr>
            <p:nvPr/>
          </p:nvCxnSpPr>
          <p:spPr>
            <a:xfrm>
              <a:off x="7215982" y="6919117"/>
              <a:ext cx="315912" cy="11747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5" name="Straight Connector 2754">
              <a:extLst>
                <a:ext uri="{FF2B5EF4-FFF2-40B4-BE49-F238E27FC236}">
                  <a16:creationId xmlns:a16="http://schemas.microsoft.com/office/drawing/2014/main" id="{80E0C044-AB96-1F6E-9D0C-A3D1DFA69EE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30" y="6928644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6" name="Straight Connector 2755">
              <a:extLst>
                <a:ext uri="{FF2B5EF4-FFF2-40B4-BE49-F238E27FC236}">
                  <a16:creationId xmlns:a16="http://schemas.microsoft.com/office/drawing/2014/main" id="{5751920D-A4AB-DC93-9D0B-FF5B3975A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4750" y="686514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7" name="Straight Connector 2756">
              <a:extLst>
                <a:ext uri="{FF2B5EF4-FFF2-40B4-BE49-F238E27FC236}">
                  <a16:creationId xmlns:a16="http://schemas.microsoft.com/office/drawing/2014/main" id="{DAC25350-BE50-5763-6E8A-2789DF35303C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8572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8" name="Straight Connector 2757">
              <a:extLst>
                <a:ext uri="{FF2B5EF4-FFF2-40B4-BE49-F238E27FC236}">
                  <a16:creationId xmlns:a16="http://schemas.microsoft.com/office/drawing/2014/main" id="{39C50DC5-D756-A8FE-8A41-CB314E550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2388" y="6919912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9" name="Straight Connector 2758">
              <a:extLst>
                <a:ext uri="{FF2B5EF4-FFF2-40B4-BE49-F238E27FC236}">
                  <a16:creationId xmlns:a16="http://schemas.microsoft.com/office/drawing/2014/main" id="{8BE11963-2315-70BF-ABC7-727201CDF7A7}"/>
                </a:ext>
              </a:extLst>
            </p:cNvPr>
            <p:cNvCxnSpPr>
              <a:cxnSpLocks/>
            </p:cNvCxnSpPr>
            <p:nvPr/>
          </p:nvCxnSpPr>
          <p:spPr>
            <a:xfrm>
              <a:off x="7834312" y="6698456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1" name="Straight Connector 2760">
              <a:extLst>
                <a:ext uri="{FF2B5EF4-FFF2-40B4-BE49-F238E27FC236}">
                  <a16:creationId xmlns:a16="http://schemas.microsoft.com/office/drawing/2014/main" id="{E1939E15-348E-3C99-F0BE-7D2019927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9550" y="663178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2" name="Straight Connector 2761">
              <a:extLst>
                <a:ext uri="{FF2B5EF4-FFF2-40B4-BE49-F238E27FC236}">
                  <a16:creationId xmlns:a16="http://schemas.microsoft.com/office/drawing/2014/main" id="{18A31322-1089-4691-5C6C-1394A66F921B}"/>
                </a:ext>
              </a:extLst>
            </p:cNvPr>
            <p:cNvCxnSpPr>
              <a:cxnSpLocks/>
            </p:cNvCxnSpPr>
            <p:nvPr/>
          </p:nvCxnSpPr>
          <p:spPr>
            <a:xfrm>
              <a:off x="7986712" y="66270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3" name="Straight Connector 2762">
              <a:extLst>
                <a:ext uri="{FF2B5EF4-FFF2-40B4-BE49-F238E27FC236}">
                  <a16:creationId xmlns:a16="http://schemas.microsoft.com/office/drawing/2014/main" id="{B3F6C72F-7977-87B5-DB48-D014DBF8C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9095" y="679132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4" name="Straight Connector 2763">
              <a:extLst>
                <a:ext uri="{FF2B5EF4-FFF2-40B4-BE49-F238E27FC236}">
                  <a16:creationId xmlns:a16="http://schemas.microsoft.com/office/drawing/2014/main" id="{8D063BF6-AAEB-1E21-6195-5D118FC7D199}"/>
                </a:ext>
              </a:extLst>
            </p:cNvPr>
            <p:cNvCxnSpPr>
              <a:cxnSpLocks/>
            </p:cNvCxnSpPr>
            <p:nvPr/>
          </p:nvCxnSpPr>
          <p:spPr>
            <a:xfrm>
              <a:off x="8141494" y="657939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" name="Straight Connector 2764">
              <a:extLst>
                <a:ext uri="{FF2B5EF4-FFF2-40B4-BE49-F238E27FC236}">
                  <a16:creationId xmlns:a16="http://schemas.microsoft.com/office/drawing/2014/main" id="{35398DFB-E0C3-91CD-A152-6DF13C203DC9}"/>
                </a:ext>
              </a:extLst>
            </p:cNvPr>
            <p:cNvCxnSpPr>
              <a:cxnSpLocks/>
            </p:cNvCxnSpPr>
            <p:nvPr/>
          </p:nvCxnSpPr>
          <p:spPr>
            <a:xfrm>
              <a:off x="8008937" y="6516687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" name="Straight Connector 2765">
              <a:extLst>
                <a:ext uri="{FF2B5EF4-FFF2-40B4-BE49-F238E27FC236}">
                  <a16:creationId xmlns:a16="http://schemas.microsoft.com/office/drawing/2014/main" id="{63FF3FD6-D373-BD11-E356-8CEF0BDD5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00" y="6455568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7" name="Straight Connector 2766">
              <a:extLst>
                <a:ext uri="{FF2B5EF4-FFF2-40B4-BE49-F238E27FC236}">
                  <a16:creationId xmlns:a16="http://schemas.microsoft.com/office/drawing/2014/main" id="{2D563B8B-098E-F045-64C2-38F5BD197FFE}"/>
                </a:ext>
              </a:extLst>
            </p:cNvPr>
            <p:cNvCxnSpPr>
              <a:cxnSpLocks/>
            </p:cNvCxnSpPr>
            <p:nvPr/>
          </p:nvCxnSpPr>
          <p:spPr>
            <a:xfrm>
              <a:off x="8158956" y="6454775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8" name="Straight Connector 2767">
              <a:extLst>
                <a:ext uri="{FF2B5EF4-FFF2-40B4-BE49-F238E27FC236}">
                  <a16:creationId xmlns:a16="http://schemas.microsoft.com/office/drawing/2014/main" id="{57CE582A-5715-AD52-01AB-9B5B2B1E8F15}"/>
                </a:ext>
              </a:extLst>
            </p:cNvPr>
            <p:cNvCxnSpPr>
              <a:cxnSpLocks/>
            </p:cNvCxnSpPr>
            <p:nvPr/>
          </p:nvCxnSpPr>
          <p:spPr>
            <a:xfrm>
              <a:off x="8281988" y="65127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9" name="Straight Connector 2768">
              <a:extLst>
                <a:ext uri="{FF2B5EF4-FFF2-40B4-BE49-F238E27FC236}">
                  <a16:creationId xmlns:a16="http://schemas.microsoft.com/office/drawing/2014/main" id="{11FEE148-6373-432F-7707-072323197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6751" y="667226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0" name="Straight Connector 2769">
              <a:extLst>
                <a:ext uri="{FF2B5EF4-FFF2-40B4-BE49-F238E27FC236}">
                  <a16:creationId xmlns:a16="http://schemas.microsoft.com/office/drawing/2014/main" id="{3FB278B8-E463-6DC7-8580-88D7B8996559}"/>
                </a:ext>
              </a:extLst>
            </p:cNvPr>
            <p:cNvCxnSpPr>
              <a:cxnSpLocks/>
            </p:cNvCxnSpPr>
            <p:nvPr/>
          </p:nvCxnSpPr>
          <p:spPr>
            <a:xfrm>
              <a:off x="8439151" y="644604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1" name="Straight Connector 2770">
              <a:extLst>
                <a:ext uri="{FF2B5EF4-FFF2-40B4-BE49-F238E27FC236}">
                  <a16:creationId xmlns:a16="http://schemas.microsoft.com/office/drawing/2014/main" id="{69DBF74E-38BB-E459-23D4-3A510B158E10}"/>
                </a:ext>
              </a:extLst>
            </p:cNvPr>
            <p:cNvCxnSpPr>
              <a:cxnSpLocks/>
            </p:cNvCxnSpPr>
            <p:nvPr/>
          </p:nvCxnSpPr>
          <p:spPr>
            <a:xfrm>
              <a:off x="8449469" y="6447632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2" name="Straight Connector 2771">
              <a:extLst>
                <a:ext uri="{FF2B5EF4-FFF2-40B4-BE49-F238E27FC236}">
                  <a16:creationId xmlns:a16="http://schemas.microsoft.com/office/drawing/2014/main" id="{DA1388FD-0EE2-728C-BC44-ABD6F9BFE67D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3" y="6393656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3" name="Straight Connector 2772">
              <a:extLst>
                <a:ext uri="{FF2B5EF4-FFF2-40B4-BE49-F238E27FC236}">
                  <a16:creationId xmlns:a16="http://schemas.microsoft.com/office/drawing/2014/main" id="{7B8BE0BC-2D21-44A9-5619-B67EBD39E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3912" y="6334125"/>
              <a:ext cx="145257" cy="59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0" name="Straight Connector 2779">
              <a:extLst>
                <a:ext uri="{FF2B5EF4-FFF2-40B4-BE49-F238E27FC236}">
                  <a16:creationId xmlns:a16="http://schemas.microsoft.com/office/drawing/2014/main" id="{FAC65998-EAE3-6972-14C1-033A049310CC}"/>
                </a:ext>
              </a:extLst>
            </p:cNvPr>
            <p:cNvCxnSpPr>
              <a:cxnSpLocks/>
            </p:cNvCxnSpPr>
            <p:nvPr/>
          </p:nvCxnSpPr>
          <p:spPr>
            <a:xfrm>
              <a:off x="8448677" y="6215063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1" name="Straight Connector 2780">
              <a:extLst>
                <a:ext uri="{FF2B5EF4-FFF2-40B4-BE49-F238E27FC236}">
                  <a16:creationId xmlns:a16="http://schemas.microsoft.com/office/drawing/2014/main" id="{B45FCA6A-EEDB-B5FC-41F7-BBEA91C7AB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8674" y="6210300"/>
              <a:ext cx="29765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3" name="Straight Connector 2782">
              <a:extLst>
                <a:ext uri="{FF2B5EF4-FFF2-40B4-BE49-F238E27FC236}">
                  <a16:creationId xmlns:a16="http://schemas.microsoft.com/office/drawing/2014/main" id="{67B5E840-98C2-1946-7B38-40DFB9E458BB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34" y="5981700"/>
              <a:ext cx="0" cy="3476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5" name="Straight Connector 2784">
              <a:extLst>
                <a:ext uri="{FF2B5EF4-FFF2-40B4-BE49-F238E27FC236}">
                  <a16:creationId xmlns:a16="http://schemas.microsoft.com/office/drawing/2014/main" id="{15F6D054-FDF6-8E14-2C8D-DD8C1F94F4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9170" y="597217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6" name="Straight Connector 2785">
              <a:extLst>
                <a:ext uri="{FF2B5EF4-FFF2-40B4-BE49-F238E27FC236}">
                  <a16:creationId xmlns:a16="http://schemas.microsoft.com/office/drawing/2014/main" id="{1672626F-EAEB-3139-F2AC-716DF4729FD4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4" y="6026944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87" name="Straight Connector 2786">
            <a:extLst>
              <a:ext uri="{FF2B5EF4-FFF2-40B4-BE49-F238E27FC236}">
                <a16:creationId xmlns:a16="http://schemas.microsoft.com/office/drawing/2014/main" id="{1770D5A1-EEFE-E931-7530-D17B81997098}"/>
              </a:ext>
            </a:extLst>
          </p:cNvPr>
          <p:cNvCxnSpPr>
            <a:cxnSpLocks/>
          </p:cNvCxnSpPr>
          <p:nvPr/>
        </p:nvCxnSpPr>
        <p:spPr>
          <a:xfrm flipH="1">
            <a:off x="2981325" y="3183731"/>
            <a:ext cx="704850" cy="6111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8" name="Straight Connector 2807">
            <a:extLst>
              <a:ext uri="{FF2B5EF4-FFF2-40B4-BE49-F238E27FC236}">
                <a16:creationId xmlns:a16="http://schemas.microsoft.com/office/drawing/2014/main" id="{BAA1887D-C745-795E-3726-A5DCB20E9BBE}"/>
              </a:ext>
            </a:extLst>
          </p:cNvPr>
          <p:cNvCxnSpPr>
            <a:cxnSpLocks/>
          </p:cNvCxnSpPr>
          <p:nvPr/>
        </p:nvCxnSpPr>
        <p:spPr>
          <a:xfrm flipH="1" flipV="1">
            <a:off x="2486026" y="3309937"/>
            <a:ext cx="290512" cy="10001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23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5391763" y="386807"/>
            <a:ext cx="1243987" cy="1594393"/>
            <a:chOff x="1102419" y="3409545"/>
            <a:chExt cx="1479308" cy="1896004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870" y="3409545"/>
              <a:ext cx="0" cy="185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2419" y="3552770"/>
              <a:ext cx="367392" cy="158531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9843" y="3689885"/>
              <a:ext cx="0" cy="471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AD6F2DB-7419-71D4-8890-53ADD1BA1D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2954" y="4149317"/>
              <a:ext cx="478773" cy="1156232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  <a:prstDash val="dash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5923" cy="3485514"/>
            <a:chOff x="137913" y="1997862"/>
            <a:chExt cx="9846637" cy="6244736"/>
          </a:xfrm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3189" y="1997862"/>
              <a:ext cx="0" cy="45962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21345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9361" y="3644941"/>
              <a:ext cx="543242" cy="20051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584480" cy="25029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AF940F-2A34-CC2C-A51C-74C891D00767}"/>
                </a:ext>
              </a:extLst>
            </p:cNvPr>
            <p:cNvCxnSpPr>
              <a:cxnSpLocks/>
            </p:cNvCxnSpPr>
            <p:nvPr/>
          </p:nvCxnSpPr>
          <p:spPr>
            <a:xfrm>
              <a:off x="7787940" y="2999305"/>
              <a:ext cx="0" cy="851839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DFDE4D-7EBB-B582-8988-92133EC2A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1669" y="2990770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20B1BB-7AFF-0738-46FA-266102673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307" y="2807320"/>
              <a:ext cx="810599" cy="31144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06F63C-DC6E-608B-8045-649C8F4BDF0B}"/>
                </a:ext>
              </a:extLst>
            </p:cNvPr>
            <p:cNvCxnSpPr>
              <a:cxnSpLocks/>
            </p:cNvCxnSpPr>
            <p:nvPr/>
          </p:nvCxnSpPr>
          <p:spPr>
            <a:xfrm>
              <a:off x="8900910" y="2807318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5400" y="3839768"/>
              <a:ext cx="520487" cy="20335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2" y="4274928"/>
              <a:ext cx="290105" cy="12799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105" y="4181072"/>
              <a:ext cx="514802" cy="238913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020" y="3856833"/>
              <a:ext cx="0" cy="58874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6ED9BC36-C216-E0A7-17FF-37053D2F8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4578" y="5396971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2E8BFB36-75D3-B92E-50D2-51F1F56431D8}"/>
                </a:ext>
              </a:extLst>
            </p:cNvPr>
            <p:cNvCxnSpPr>
              <a:cxnSpLocks/>
            </p:cNvCxnSpPr>
            <p:nvPr/>
          </p:nvCxnSpPr>
          <p:spPr>
            <a:xfrm>
              <a:off x="4865519" y="7020872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6F7DFEA-C08F-3F06-E933-DE84C4FDFBDF}"/>
                </a:ext>
              </a:extLst>
            </p:cNvPr>
            <p:cNvCxnSpPr>
              <a:cxnSpLocks/>
            </p:cNvCxnSpPr>
            <p:nvPr/>
          </p:nvCxnSpPr>
          <p:spPr>
            <a:xfrm>
              <a:off x="966112" y="7029406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6B7C2DF5-5493-9740-0749-EBCCC4E148EB}"/>
                </a:ext>
              </a:extLst>
            </p:cNvPr>
            <p:cNvCxnSpPr>
              <a:cxnSpLocks/>
            </p:cNvCxnSpPr>
            <p:nvPr/>
          </p:nvCxnSpPr>
          <p:spPr>
            <a:xfrm>
              <a:off x="6144874" y="8110340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20193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DF37BB-F4DC-21F0-5641-5F78686C0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5776" y="445411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D0915B-D1FF-EA3F-AB03-9F5B45919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4307" y="4594906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9E8959D-6A76-CA5D-E5F1-7AD10EE567DF}"/>
                </a:ext>
              </a:extLst>
            </p:cNvPr>
            <p:cNvCxnSpPr>
              <a:cxnSpLocks/>
            </p:cNvCxnSpPr>
            <p:nvPr/>
          </p:nvCxnSpPr>
          <p:spPr>
            <a:xfrm>
              <a:off x="5913072" y="3862521"/>
              <a:ext cx="1284155" cy="54608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A83A23F-A78F-5BFE-22B8-315550756FC6}"/>
                </a:ext>
              </a:extLst>
            </p:cNvPr>
            <p:cNvCxnSpPr>
              <a:cxnSpLocks/>
            </p:cNvCxnSpPr>
            <p:nvPr/>
          </p:nvCxnSpPr>
          <p:spPr>
            <a:xfrm>
              <a:off x="4785340" y="3760130"/>
              <a:ext cx="574530" cy="23322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82C7592-070C-A8E1-9F12-3EA77FC48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5521" y="3826970"/>
              <a:ext cx="294366" cy="13652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BB2784-1E38-A45E-9D88-BEBBA567175E}"/>
                </a:ext>
              </a:extLst>
            </p:cNvPr>
            <p:cNvCxnSpPr>
              <a:cxnSpLocks/>
            </p:cNvCxnSpPr>
            <p:nvPr/>
          </p:nvCxnSpPr>
          <p:spPr>
            <a:xfrm>
              <a:off x="7243275" y="4343053"/>
              <a:ext cx="0" cy="13950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55EFE276-94E4-73B2-689A-96DE0E280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2781" y="4715783"/>
              <a:ext cx="2655062" cy="39250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3637901" y="2353506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13.10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878805" y="1504950"/>
            <a:ext cx="7027070" cy="2526507"/>
            <a:chOff x="1878805" y="1504950"/>
            <a:chExt cx="7027070" cy="2526507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41328" y="1886355"/>
              <a:ext cx="0" cy="1305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721894" y="3900487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3724274" y="3300413"/>
              <a:ext cx="0" cy="60960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7112A922-BF13-F20A-A631-CD30DBF7597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75" y="3248024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117A6F3A-77AE-2803-AAA1-C26E8E7BF91B}"/>
                </a:ext>
              </a:extLst>
            </p:cNvPr>
            <p:cNvCxnSpPr>
              <a:cxnSpLocks/>
            </p:cNvCxnSpPr>
            <p:nvPr/>
          </p:nvCxnSpPr>
          <p:spPr>
            <a:xfrm>
              <a:off x="5177631" y="3348831"/>
              <a:ext cx="3699669" cy="213519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19875" y="2069306"/>
              <a:ext cx="754856" cy="166688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4AA21B0B-A8D0-500E-B64F-9C216A4D9B7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50" y="3187700"/>
              <a:ext cx="495300" cy="82550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3EF000E-DACB-A9E9-19DB-BC424D2F2C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1743075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67425536-D91A-CA3D-C722-6924C8CCB95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19" y="1864519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25367A10-3523-2057-20A0-079536EC40B8}"/>
                </a:ext>
              </a:extLst>
            </p:cNvPr>
            <p:cNvCxnSpPr>
              <a:cxnSpLocks/>
            </p:cNvCxnSpPr>
            <p:nvPr/>
          </p:nvCxnSpPr>
          <p:spPr>
            <a:xfrm>
              <a:off x="2805113" y="1976438"/>
              <a:ext cx="0" cy="24765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DF1F82F4-20B7-06EC-1A14-10EA52359A76}"/>
                </a:ext>
              </a:extLst>
            </p:cNvPr>
            <p:cNvCxnSpPr>
              <a:cxnSpLocks/>
            </p:cNvCxnSpPr>
            <p:nvPr/>
          </p:nvCxnSpPr>
          <p:spPr>
            <a:xfrm>
              <a:off x="2807494" y="2231231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6717D8D0-DA00-B124-96AD-E847E01C9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1819" y="1643062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ADCD133-3D22-FC6C-C8C2-139494FF54D5}"/>
                </a:ext>
              </a:extLst>
            </p:cNvPr>
            <p:cNvCxnSpPr>
              <a:cxnSpLocks/>
            </p:cNvCxnSpPr>
            <p:nvPr/>
          </p:nvCxnSpPr>
          <p:spPr>
            <a:xfrm>
              <a:off x="3417094" y="1640681"/>
              <a:ext cx="159544" cy="6667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8D1F2588-92A6-58C7-3C6A-7688D8123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9019" y="1504950"/>
              <a:ext cx="435769" cy="20716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478881" y="3198018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5567" y="2001980"/>
              <a:ext cx="154309" cy="7923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310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1117601" y="386807"/>
            <a:ext cx="6689724" cy="4350293"/>
            <a:chOff x="-3980271" y="3409545"/>
            <a:chExt cx="7955196" cy="5173238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870" y="3409545"/>
              <a:ext cx="0" cy="1856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2419" y="3552770"/>
              <a:ext cx="367392" cy="158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9843" y="3689885"/>
              <a:ext cx="0" cy="4716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0" name="Straight Connector 2379">
              <a:extLst>
                <a:ext uri="{FF2B5EF4-FFF2-40B4-BE49-F238E27FC236}">
                  <a16:creationId xmlns:a16="http://schemas.microsoft.com/office/drawing/2014/main" id="{29D88DE0-6B24-0768-5405-5EA8B0A920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5023" y="8507271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3" name="Straight Connector 2382">
              <a:extLst>
                <a:ext uri="{FF2B5EF4-FFF2-40B4-BE49-F238E27FC236}">
                  <a16:creationId xmlns:a16="http://schemas.microsoft.com/office/drawing/2014/main" id="{F9AEB903-40A1-A8C7-3E7C-4F981A892C9B}"/>
                </a:ext>
              </a:extLst>
            </p:cNvPr>
            <p:cNvCxnSpPr>
              <a:cxnSpLocks/>
            </p:cNvCxnSpPr>
            <p:nvPr/>
          </p:nvCxnSpPr>
          <p:spPr>
            <a:xfrm>
              <a:off x="3465219" y="8439310"/>
              <a:ext cx="339804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5" name="Straight Connector 2384">
              <a:extLst>
                <a:ext uri="{FF2B5EF4-FFF2-40B4-BE49-F238E27FC236}">
                  <a16:creationId xmlns:a16="http://schemas.microsoft.com/office/drawing/2014/main" id="{1D53F4D2-2538-D582-8076-1DD6B5D6A8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9092" y="8424207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6" name="Straight Connector 2385">
              <a:extLst>
                <a:ext uri="{FF2B5EF4-FFF2-40B4-BE49-F238E27FC236}">
                  <a16:creationId xmlns:a16="http://schemas.microsoft.com/office/drawing/2014/main" id="{2F0609F9-3F7B-81EF-5508-C4F920921ADF}"/>
                </a:ext>
              </a:extLst>
            </p:cNvPr>
            <p:cNvCxnSpPr>
              <a:cxnSpLocks/>
            </p:cNvCxnSpPr>
            <p:nvPr/>
          </p:nvCxnSpPr>
          <p:spPr>
            <a:xfrm>
              <a:off x="2374069" y="8148587"/>
              <a:ext cx="925024" cy="35868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8" name="Straight Connector 2387">
              <a:extLst>
                <a:ext uri="{FF2B5EF4-FFF2-40B4-BE49-F238E27FC236}">
                  <a16:creationId xmlns:a16="http://schemas.microsoft.com/office/drawing/2014/main" id="{E8EC2F03-6FF7-1C3D-D621-4117721430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0293" y="7937153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9" name="Straight Connector 2388">
              <a:extLst>
                <a:ext uri="{FF2B5EF4-FFF2-40B4-BE49-F238E27FC236}">
                  <a16:creationId xmlns:a16="http://schemas.microsoft.com/office/drawing/2014/main" id="{C75BFE8B-A4B1-34D9-6C09-15058311A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6518" y="8016441"/>
              <a:ext cx="0" cy="1283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" name="Straight Connector 2390">
              <a:extLst>
                <a:ext uri="{FF2B5EF4-FFF2-40B4-BE49-F238E27FC236}">
                  <a16:creationId xmlns:a16="http://schemas.microsoft.com/office/drawing/2014/main" id="{84FB094E-31BE-4AEA-7FCD-4C5AC4BD18A1}"/>
                </a:ext>
              </a:extLst>
            </p:cNvPr>
            <p:cNvCxnSpPr>
              <a:cxnSpLocks/>
            </p:cNvCxnSpPr>
            <p:nvPr/>
          </p:nvCxnSpPr>
          <p:spPr>
            <a:xfrm>
              <a:off x="2362743" y="7861641"/>
              <a:ext cx="177452" cy="792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3" name="Straight Connector 2392">
              <a:extLst>
                <a:ext uri="{FF2B5EF4-FFF2-40B4-BE49-F238E27FC236}">
                  <a16:creationId xmlns:a16="http://schemas.microsoft.com/office/drawing/2014/main" id="{15F332A2-75CA-0EA4-F52B-204A10B90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7942" y="7861641"/>
              <a:ext cx="16990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4" name="Straight Connector 2393">
              <a:extLst>
                <a:ext uri="{FF2B5EF4-FFF2-40B4-BE49-F238E27FC236}">
                  <a16:creationId xmlns:a16="http://schemas.microsoft.com/office/drawing/2014/main" id="{78EF22D9-3625-79A6-BEEB-2A3F44B42C08}"/>
                </a:ext>
              </a:extLst>
            </p:cNvPr>
            <p:cNvCxnSpPr>
              <a:cxnSpLocks/>
            </p:cNvCxnSpPr>
            <p:nvPr/>
          </p:nvCxnSpPr>
          <p:spPr>
            <a:xfrm>
              <a:off x="1837933" y="7793680"/>
              <a:ext cx="377560" cy="1472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6" name="Straight Connector 2395">
              <a:extLst>
                <a:ext uri="{FF2B5EF4-FFF2-40B4-BE49-F238E27FC236}">
                  <a16:creationId xmlns:a16="http://schemas.microsoft.com/office/drawing/2014/main" id="{C82DD372-831A-54B1-792E-BF215F35F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157" y="7544489"/>
              <a:ext cx="0" cy="2189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6" name="Straight Connector 2625">
              <a:extLst>
                <a:ext uri="{FF2B5EF4-FFF2-40B4-BE49-F238E27FC236}">
                  <a16:creationId xmlns:a16="http://schemas.microsoft.com/office/drawing/2014/main" id="{DE20BD26-A0F8-24DC-FD1A-9A1FB163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0372" y="7370811"/>
              <a:ext cx="362458" cy="151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8" name="Straight Connector 2627">
              <a:extLst>
                <a:ext uri="{FF2B5EF4-FFF2-40B4-BE49-F238E27FC236}">
                  <a16:creationId xmlns:a16="http://schemas.microsoft.com/office/drawing/2014/main" id="{C59A2236-BFE6-4A50-4744-C32B79CA4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1699" y="6392926"/>
              <a:ext cx="0" cy="98543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0" name="Straight Connector 2629">
              <a:extLst>
                <a:ext uri="{FF2B5EF4-FFF2-40B4-BE49-F238E27FC236}">
                  <a16:creationId xmlns:a16="http://schemas.microsoft.com/office/drawing/2014/main" id="{60A21C18-37C2-554D-56B8-8B6DE64EA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456" y="6090877"/>
              <a:ext cx="743794" cy="29072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2" name="Straight Connector 2631">
              <a:extLst>
                <a:ext uri="{FF2B5EF4-FFF2-40B4-BE49-F238E27FC236}">
                  <a16:creationId xmlns:a16="http://schemas.microsoft.com/office/drawing/2014/main" id="{D2FB787D-BFC7-25C1-CAE4-A99F94C7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330" y="6087102"/>
              <a:ext cx="166127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4" name="Straight Connector 2633">
              <a:extLst>
                <a:ext uri="{FF2B5EF4-FFF2-40B4-BE49-F238E27FC236}">
                  <a16:creationId xmlns:a16="http://schemas.microsoft.com/office/drawing/2014/main" id="{092FF906-5BFB-6A2F-7ECB-F315BBB6DA50}"/>
                </a:ext>
              </a:extLst>
            </p:cNvPr>
            <p:cNvCxnSpPr>
              <a:cxnSpLocks/>
            </p:cNvCxnSpPr>
            <p:nvPr/>
          </p:nvCxnSpPr>
          <p:spPr>
            <a:xfrm>
              <a:off x="365448" y="6094653"/>
              <a:ext cx="196331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6" name="Straight Connector 2635">
              <a:extLst>
                <a:ext uri="{FF2B5EF4-FFF2-40B4-BE49-F238E27FC236}">
                  <a16:creationId xmlns:a16="http://schemas.microsoft.com/office/drawing/2014/main" id="{D126E8B4-1A92-C41C-0B1A-49064684D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40697" y="6094653"/>
              <a:ext cx="917472" cy="36623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8" name="Straight Connector 2637">
              <a:extLst>
                <a:ext uri="{FF2B5EF4-FFF2-40B4-BE49-F238E27FC236}">
                  <a16:creationId xmlns:a16="http://schemas.microsoft.com/office/drawing/2014/main" id="{8712145E-2071-CA78-C87F-4863B1ADE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33147" y="6449561"/>
              <a:ext cx="0" cy="585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0" name="Straight Connector 2639">
              <a:extLst>
                <a:ext uri="{FF2B5EF4-FFF2-40B4-BE49-F238E27FC236}">
                  <a16:creationId xmlns:a16="http://schemas.microsoft.com/office/drawing/2014/main" id="{95973ADC-3EB1-339A-0895-223B974D2A4A}"/>
                </a:ext>
              </a:extLst>
            </p:cNvPr>
            <p:cNvCxnSpPr>
              <a:cxnSpLocks/>
            </p:cNvCxnSpPr>
            <p:nvPr/>
          </p:nvCxnSpPr>
          <p:spPr>
            <a:xfrm>
              <a:off x="-706823" y="6951717"/>
              <a:ext cx="154800" cy="830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2" name="Straight Connector 2641">
              <a:extLst>
                <a:ext uri="{FF2B5EF4-FFF2-40B4-BE49-F238E27FC236}">
                  <a16:creationId xmlns:a16="http://schemas.microsoft.com/office/drawing/2014/main" id="{DBA82386-4718-73C6-F4A3-A68A5F3544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95497" y="6796917"/>
              <a:ext cx="0" cy="16990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4" name="Straight Connector 2643">
              <a:extLst>
                <a:ext uri="{FF2B5EF4-FFF2-40B4-BE49-F238E27FC236}">
                  <a16:creationId xmlns:a16="http://schemas.microsoft.com/office/drawing/2014/main" id="{C638B2EC-FC10-A96B-CD4B-4327FF2B181F}"/>
                </a:ext>
              </a:extLst>
            </p:cNvPr>
            <p:cNvCxnSpPr>
              <a:cxnSpLocks/>
            </p:cNvCxnSpPr>
            <p:nvPr/>
          </p:nvCxnSpPr>
          <p:spPr>
            <a:xfrm>
              <a:off x="-888052" y="6728956"/>
              <a:ext cx="181229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6" name="Straight Connector 2645">
              <a:extLst>
                <a:ext uri="{FF2B5EF4-FFF2-40B4-BE49-F238E27FC236}">
                  <a16:creationId xmlns:a16="http://schemas.microsoft.com/office/drawing/2014/main" id="{5A95E368-A78B-0255-64FD-4FE78C3AC8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41659" y="6804468"/>
              <a:ext cx="547462" cy="755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  <a:prstDash val="dash"/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8" name="Straight Connector 2647">
              <a:extLst>
                <a:ext uri="{FF2B5EF4-FFF2-40B4-BE49-F238E27FC236}">
                  <a16:creationId xmlns:a16="http://schemas.microsoft.com/office/drawing/2014/main" id="{53FC79FD-FBED-95CC-856C-00A9F312D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4117" y="6947942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0" name="Straight Connector 2649">
              <a:extLst>
                <a:ext uri="{FF2B5EF4-FFF2-40B4-BE49-F238E27FC236}">
                  <a16:creationId xmlns:a16="http://schemas.microsoft.com/office/drawing/2014/main" id="{B560A0EF-B27E-0F5D-ED6B-96D47AE2E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700341" y="7027230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2" name="Straight Connector 2651">
              <a:extLst>
                <a:ext uri="{FF2B5EF4-FFF2-40B4-BE49-F238E27FC236}">
                  <a16:creationId xmlns:a16="http://schemas.microsoft.com/office/drawing/2014/main" id="{172DAA70-8DA2-92C7-E8B3-02B84DE9C8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885346" y="709141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4" name="Straight Connector 2653">
              <a:extLst>
                <a:ext uri="{FF2B5EF4-FFF2-40B4-BE49-F238E27FC236}">
                  <a16:creationId xmlns:a16="http://schemas.microsoft.com/office/drawing/2014/main" id="{87B8DFD4-216E-BEED-7796-96054997F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877795" y="6951717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5" name="Straight Connector 2654">
              <a:extLst>
                <a:ext uri="{FF2B5EF4-FFF2-40B4-BE49-F238E27FC236}">
                  <a16:creationId xmlns:a16="http://schemas.microsoft.com/office/drawing/2014/main" id="{544E8A9B-A563-4A8C-2852-355086927D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055248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6" name="Straight Connector 2655">
              <a:extLst>
                <a:ext uri="{FF2B5EF4-FFF2-40B4-BE49-F238E27FC236}">
                  <a16:creationId xmlns:a16="http://schemas.microsoft.com/office/drawing/2014/main" id="{B4BC59BD-AC1B-E73D-9C12-D89DEE514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055248" y="6879981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8" name="Straight Connector 2657">
              <a:extLst>
                <a:ext uri="{FF2B5EF4-FFF2-40B4-BE49-F238E27FC236}">
                  <a16:creationId xmlns:a16="http://schemas.microsoft.com/office/drawing/2014/main" id="{6E99A6D3-0E90-AE7D-E1B6-90619F01E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7080088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9" name="Straight Connector 2658">
              <a:extLst>
                <a:ext uri="{FF2B5EF4-FFF2-40B4-BE49-F238E27FC236}">
                  <a16:creationId xmlns:a16="http://schemas.microsoft.com/office/drawing/2014/main" id="{45984729-0E1B-D085-9C18-1887418133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799043" y="7083864"/>
              <a:ext cx="570116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1" name="Straight Connector 2660">
              <a:extLst>
                <a:ext uri="{FF2B5EF4-FFF2-40B4-BE49-F238E27FC236}">
                  <a16:creationId xmlns:a16="http://schemas.microsoft.com/office/drawing/2014/main" id="{772D564D-9276-3578-8990-B5C6DEE379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95266" y="7042332"/>
              <a:ext cx="0" cy="2793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2" name="Straight Connector 2661">
              <a:extLst>
                <a:ext uri="{FF2B5EF4-FFF2-40B4-BE49-F238E27FC236}">
                  <a16:creationId xmlns:a16="http://schemas.microsoft.com/office/drawing/2014/main" id="{3009E305-466D-A690-2813-66A5C2475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80271" y="7031005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3" name="Straight Connector 2662">
              <a:extLst>
                <a:ext uri="{FF2B5EF4-FFF2-40B4-BE49-F238E27FC236}">
                  <a16:creationId xmlns:a16="http://schemas.microsoft.com/office/drawing/2014/main" id="{402E6901-A233-8CF7-22AD-9CD5990FBD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972720" y="6940391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4" name="Straight Connector 2663">
              <a:extLst>
                <a:ext uri="{FF2B5EF4-FFF2-40B4-BE49-F238E27FC236}">
                  <a16:creationId xmlns:a16="http://schemas.microsoft.com/office/drawing/2014/main" id="{26206B89-5518-E2F1-2ABC-2EDDDB536D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72720" y="6883756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5" name="Straight Connector 2664">
              <a:extLst>
                <a:ext uri="{FF2B5EF4-FFF2-40B4-BE49-F238E27FC236}">
                  <a16:creationId xmlns:a16="http://schemas.microsoft.com/office/drawing/2014/main" id="{5B229892-A819-DD30-D981-E415EC0D0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425257" y="674028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6" name="Straight Connector 2665">
              <a:extLst>
                <a:ext uri="{FF2B5EF4-FFF2-40B4-BE49-F238E27FC236}">
                  <a16:creationId xmlns:a16="http://schemas.microsoft.com/office/drawing/2014/main" id="{BAD7D9D3-38EA-3AF0-32B1-77E1D0D75B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787715" y="6876205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7" name="Straight Connector 2666">
              <a:extLst>
                <a:ext uri="{FF2B5EF4-FFF2-40B4-BE49-F238E27FC236}">
                  <a16:creationId xmlns:a16="http://schemas.microsoft.com/office/drawing/2014/main" id="{F2CC778B-EAE9-8344-AAD9-E675D85E1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610262" y="6800693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8" name="Straight Connector 2667">
              <a:extLst>
                <a:ext uri="{FF2B5EF4-FFF2-40B4-BE49-F238E27FC236}">
                  <a16:creationId xmlns:a16="http://schemas.microsoft.com/office/drawing/2014/main" id="{413BC0F3-0FB5-0612-41F8-D210B7B8C9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602711" y="673650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9" name="Straight Connector 2668">
              <a:extLst>
                <a:ext uri="{FF2B5EF4-FFF2-40B4-BE49-F238E27FC236}">
                  <a16:creationId xmlns:a16="http://schemas.microsoft.com/office/drawing/2014/main" id="{300DE7D1-1208-E047-41C7-F204D6371E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410155" y="6879981"/>
              <a:ext cx="185005" cy="71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0" name="Straight Connector 2669">
              <a:extLst>
                <a:ext uri="{FF2B5EF4-FFF2-40B4-BE49-F238E27FC236}">
                  <a16:creationId xmlns:a16="http://schemas.microsoft.com/office/drawing/2014/main" id="{A0A962FA-B23E-6E88-09EE-BB7CFF2D21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36477" y="6528849"/>
              <a:ext cx="0" cy="41154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3" name="Straight Connector 2672">
              <a:extLst>
                <a:ext uri="{FF2B5EF4-FFF2-40B4-BE49-F238E27FC236}">
                  <a16:creationId xmlns:a16="http://schemas.microsoft.com/office/drawing/2014/main" id="{2CFC1F34-459D-E167-C4AD-F46C250ABA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3" y="6528849"/>
              <a:ext cx="728690" cy="2680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5" name="Straight Connector 2674">
              <a:extLst>
                <a:ext uri="{FF2B5EF4-FFF2-40B4-BE49-F238E27FC236}">
                  <a16:creationId xmlns:a16="http://schemas.microsoft.com/office/drawing/2014/main" id="{226561B1-BFDF-4586-71C5-40F4B63E63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519112" y="6736507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6" name="Straight Connector 2675">
              <a:extLst>
                <a:ext uri="{FF2B5EF4-FFF2-40B4-BE49-F238E27FC236}">
                  <a16:creationId xmlns:a16="http://schemas.microsoft.com/office/drawing/2014/main" id="{F1ABD0D1-6F91-0E62-B4D9-F1D369B37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337883" y="6593034"/>
              <a:ext cx="0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7" name="Straight Connector 2676">
              <a:extLst>
                <a:ext uri="{FF2B5EF4-FFF2-40B4-BE49-F238E27FC236}">
                  <a16:creationId xmlns:a16="http://schemas.microsoft.com/office/drawing/2014/main" id="{F868A0B7-284A-D767-85D3-FA01815D32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51581" y="6226799"/>
              <a:ext cx="913696" cy="35490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9" name="Straight Connector 2678">
              <a:extLst>
                <a:ext uri="{FF2B5EF4-FFF2-40B4-BE49-F238E27FC236}">
                  <a16:creationId xmlns:a16="http://schemas.microsoft.com/office/drawing/2014/main" id="{656EECE6-DC41-98B6-85B7-16D8D579C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247804" y="5683111"/>
              <a:ext cx="0" cy="5512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1" name="Straight Connector 2680">
              <a:extLst>
                <a:ext uri="{FF2B5EF4-FFF2-40B4-BE49-F238E27FC236}">
                  <a16:creationId xmlns:a16="http://schemas.microsoft.com/office/drawing/2014/main" id="{E7020A47-D229-B521-3792-83756CEA9F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3240254" y="5671784"/>
              <a:ext cx="1094925" cy="426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3" name="Straight Connector 2682">
              <a:extLst>
                <a:ext uri="{FF2B5EF4-FFF2-40B4-BE49-F238E27FC236}">
                  <a16:creationId xmlns:a16="http://schemas.microsoft.com/office/drawing/2014/main" id="{A0B32E12-1A89-7C53-CAC9-D1BFD9455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45328" y="6019141"/>
              <a:ext cx="185005" cy="67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4" name="Straight Connector 2683">
              <a:extLst>
                <a:ext uri="{FF2B5EF4-FFF2-40B4-BE49-F238E27FC236}">
                  <a16:creationId xmlns:a16="http://schemas.microsoft.com/office/drawing/2014/main" id="{ED8078A3-17D7-10DD-96F4-8B1E525FEB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64100" y="6026692"/>
              <a:ext cx="354907" cy="13969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6" name="Straight Connector 2685">
              <a:extLst>
                <a:ext uri="{FF2B5EF4-FFF2-40B4-BE49-F238E27FC236}">
                  <a16:creationId xmlns:a16="http://schemas.microsoft.com/office/drawing/2014/main" id="{C4BFFFA5-0820-2C61-2EE8-51117677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612967" y="5758623"/>
              <a:ext cx="0" cy="40399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8" name="Straight Connector 2687">
              <a:extLst>
                <a:ext uri="{FF2B5EF4-FFF2-40B4-BE49-F238E27FC236}">
                  <a16:creationId xmlns:a16="http://schemas.microsoft.com/office/drawing/2014/main" id="{3CC78C1E-9978-1137-C650-5141F9C058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971651" y="5596272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0" name="Straight Connector 2689">
              <a:extLst>
                <a:ext uri="{FF2B5EF4-FFF2-40B4-BE49-F238E27FC236}">
                  <a16:creationId xmlns:a16="http://schemas.microsoft.com/office/drawing/2014/main" id="{5134E00D-629F-4E1C-F3C8-9844B6D66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967874" y="5324427"/>
              <a:ext cx="0" cy="28694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2" name="Straight Connector 2691">
              <a:extLst>
                <a:ext uri="{FF2B5EF4-FFF2-40B4-BE49-F238E27FC236}">
                  <a16:creationId xmlns:a16="http://schemas.microsoft.com/office/drawing/2014/main" id="{2675536B-4C1A-6F27-7551-F9676405CD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2337885" y="5188505"/>
              <a:ext cx="354907" cy="1585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3" name="Straight Connector 2692">
              <a:extLst>
                <a:ext uri="{FF2B5EF4-FFF2-40B4-BE49-F238E27FC236}">
                  <a16:creationId xmlns:a16="http://schemas.microsoft.com/office/drawing/2014/main" id="{502520C1-508A-9FAA-1451-41641B1D9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56761" y="5041256"/>
              <a:ext cx="351130" cy="14347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5" name="Straight Connector 2694">
              <a:extLst>
                <a:ext uri="{FF2B5EF4-FFF2-40B4-BE49-F238E27FC236}">
                  <a16:creationId xmlns:a16="http://schemas.microsoft.com/office/drawing/2014/main" id="{96CBA73B-2165-6081-8DFD-0D54E8520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465719" y="4890232"/>
              <a:ext cx="21143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7" name="Straight Connector 2696">
              <a:extLst>
                <a:ext uri="{FF2B5EF4-FFF2-40B4-BE49-F238E27FC236}">
                  <a16:creationId xmlns:a16="http://schemas.microsoft.com/office/drawing/2014/main" id="{241B4900-3ABF-484A-1078-E3F9C98E5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088158" y="4754310"/>
              <a:ext cx="566339" cy="2265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9" name="Straight Connector 2698">
              <a:extLst>
                <a:ext uri="{FF2B5EF4-FFF2-40B4-BE49-F238E27FC236}">
                  <a16:creationId xmlns:a16="http://schemas.microsoft.com/office/drawing/2014/main" id="{15042EC8-27E3-0E95-58F7-14DF6B4756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269389" y="4890232"/>
              <a:ext cx="203883" cy="943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5923" cy="5082539"/>
            <a:chOff x="137913" y="1997862"/>
            <a:chExt cx="9846637" cy="9106010"/>
          </a:xfrm>
          <a:effectLst/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3189" y="1997862"/>
              <a:ext cx="0" cy="4596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41966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26" y="3826970"/>
              <a:ext cx="294366" cy="13652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1382280" cy="55035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F6FE6B-DB23-8617-AA24-5464F17FDCAA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80" y="4153913"/>
              <a:ext cx="0" cy="2234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5E80E7-6B62-73DE-16C1-3ACB5345859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744" y="4381587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7E29D-D4FA-6902-ACAF-AD4521880ED7}"/>
                </a:ext>
              </a:extLst>
            </p:cNvPr>
            <p:cNvCxnSpPr>
              <a:cxnSpLocks/>
            </p:cNvCxnSpPr>
            <p:nvPr/>
          </p:nvCxnSpPr>
          <p:spPr>
            <a:xfrm>
              <a:off x="5603590" y="4495217"/>
              <a:ext cx="0" cy="6244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AF940F-2A34-CC2C-A51C-74C891D00767}"/>
                </a:ext>
              </a:extLst>
            </p:cNvPr>
            <p:cNvCxnSpPr>
              <a:cxnSpLocks/>
            </p:cNvCxnSpPr>
            <p:nvPr/>
          </p:nvCxnSpPr>
          <p:spPr>
            <a:xfrm>
              <a:off x="7787940" y="2999305"/>
              <a:ext cx="0" cy="86890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DFDE4D-7EBB-B582-8988-92133EC2A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1669" y="2990770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20B1BB-7AFF-0738-46FA-266102673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307" y="2807320"/>
              <a:ext cx="810599" cy="3114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06F63C-DC6E-608B-8045-649C8F4BDF0B}"/>
                </a:ext>
              </a:extLst>
            </p:cNvPr>
            <p:cNvCxnSpPr>
              <a:cxnSpLocks/>
            </p:cNvCxnSpPr>
            <p:nvPr/>
          </p:nvCxnSpPr>
          <p:spPr>
            <a:xfrm>
              <a:off x="8900910" y="2807318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973" y="4680229"/>
              <a:ext cx="221846" cy="1535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1" y="4274928"/>
              <a:ext cx="597280" cy="2389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198" y="4351725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020" y="4309062"/>
              <a:ext cx="0" cy="13651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40956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DF37BB-F4DC-21F0-5641-5F78686C0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5776" y="4454116"/>
              <a:ext cx="268774" cy="1407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D0915B-D1FF-EA3F-AB03-9F5B45919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4307" y="4594906"/>
              <a:ext cx="0" cy="17491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A1EE69-640D-E41F-01FC-A2E367043AE2}"/>
                </a:ext>
              </a:extLst>
            </p:cNvPr>
            <p:cNvCxnSpPr>
              <a:cxnSpLocks/>
            </p:cNvCxnSpPr>
            <p:nvPr/>
          </p:nvCxnSpPr>
          <p:spPr>
            <a:xfrm>
              <a:off x="9685909" y="4210937"/>
              <a:ext cx="290107" cy="10239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1BFD5D5-18B4-C3AC-CE8B-49F32FB024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72" y="3838343"/>
              <a:ext cx="463606" cy="18914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8" name="Straight Connector 2357">
              <a:extLst>
                <a:ext uri="{FF2B5EF4-FFF2-40B4-BE49-F238E27FC236}">
                  <a16:creationId xmlns:a16="http://schemas.microsoft.com/office/drawing/2014/main" id="{D2B9B132-CC0E-C513-B38B-9CF3AEEA5C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220" y="4789732"/>
              <a:ext cx="1393663" cy="54608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" name="Straight Connector 2360">
              <a:extLst>
                <a:ext uri="{FF2B5EF4-FFF2-40B4-BE49-F238E27FC236}">
                  <a16:creationId xmlns:a16="http://schemas.microsoft.com/office/drawing/2014/main" id="{4ED79C43-0BE7-6724-A382-24C20A2B60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3" y="5466653"/>
              <a:ext cx="250292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3" name="Straight Connector 2362">
              <a:extLst>
                <a:ext uri="{FF2B5EF4-FFF2-40B4-BE49-F238E27FC236}">
                  <a16:creationId xmlns:a16="http://schemas.microsoft.com/office/drawing/2014/main" id="{6A96DDDD-1E8A-46F3-E6B0-F4CF50029A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5574733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5" name="Straight Connector 2364">
              <a:extLst>
                <a:ext uri="{FF2B5EF4-FFF2-40B4-BE49-F238E27FC236}">
                  <a16:creationId xmlns:a16="http://schemas.microsoft.com/office/drawing/2014/main" id="{522A0586-A4E1-3FCB-DA31-30F5DE26CC69}"/>
                </a:ext>
              </a:extLst>
            </p:cNvPr>
            <p:cNvCxnSpPr>
              <a:cxnSpLocks/>
            </p:cNvCxnSpPr>
            <p:nvPr/>
          </p:nvCxnSpPr>
          <p:spPr>
            <a:xfrm>
              <a:off x="7800198" y="5802269"/>
              <a:ext cx="1063733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7" name="Straight Connector 2366">
              <a:extLst>
                <a:ext uri="{FF2B5EF4-FFF2-40B4-BE49-F238E27FC236}">
                  <a16:creationId xmlns:a16="http://schemas.microsoft.com/office/drawing/2014/main" id="{4995228A-94F7-B123-DAF5-A436EAF80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9621" y="6177704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8" name="Straight Connector 2367">
              <a:extLst>
                <a:ext uri="{FF2B5EF4-FFF2-40B4-BE49-F238E27FC236}">
                  <a16:creationId xmlns:a16="http://schemas.microsoft.com/office/drawing/2014/main" id="{EF04E161-F80F-7346-7B9D-D75C1D0C4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0" y="6416618"/>
              <a:ext cx="1063735" cy="43231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0" name="Straight Connector 2369">
              <a:extLst>
                <a:ext uri="{FF2B5EF4-FFF2-40B4-BE49-F238E27FC236}">
                  <a16:creationId xmlns:a16="http://schemas.microsoft.com/office/drawing/2014/main" id="{068CDF5A-1193-3B49-2088-B1D5628B396D}"/>
                </a:ext>
              </a:extLst>
            </p:cNvPr>
            <p:cNvCxnSpPr>
              <a:cxnSpLocks/>
            </p:cNvCxnSpPr>
            <p:nvPr/>
          </p:nvCxnSpPr>
          <p:spPr>
            <a:xfrm>
              <a:off x="7237045" y="6604335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2" name="Straight Connector 2371">
              <a:extLst>
                <a:ext uri="{FF2B5EF4-FFF2-40B4-BE49-F238E27FC236}">
                  <a16:creationId xmlns:a16="http://schemas.microsoft.com/office/drawing/2014/main" id="{798A12D1-7CB5-ECC4-4E40-DC8F59FA0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662708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3" name="Straight Connector 2372">
              <a:extLst>
                <a:ext uri="{FF2B5EF4-FFF2-40B4-BE49-F238E27FC236}">
                  <a16:creationId xmlns:a16="http://schemas.microsoft.com/office/drawing/2014/main" id="{63740077-9361-5243-F7D3-A2A73EE4FA3D}"/>
                </a:ext>
              </a:extLst>
            </p:cNvPr>
            <p:cNvCxnSpPr>
              <a:cxnSpLocks/>
            </p:cNvCxnSpPr>
            <p:nvPr/>
          </p:nvCxnSpPr>
          <p:spPr>
            <a:xfrm>
              <a:off x="7231357" y="6831872"/>
              <a:ext cx="1666705" cy="6598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5" name="Straight Connector 2374">
              <a:extLst>
                <a:ext uri="{FF2B5EF4-FFF2-40B4-BE49-F238E27FC236}">
                  <a16:creationId xmlns:a16="http://schemas.microsoft.com/office/drawing/2014/main" id="{50D0AF27-54A1-73A7-8E88-60CBBB490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7553" y="7491727"/>
              <a:ext cx="813445" cy="30148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7" name="Straight Connector 2376">
              <a:extLst>
                <a:ext uri="{FF2B5EF4-FFF2-40B4-BE49-F238E27FC236}">
                  <a16:creationId xmlns:a16="http://schemas.microsoft.com/office/drawing/2014/main" id="{EA474F05-864F-9B01-E802-73DF2A97E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7815967"/>
              <a:ext cx="0" cy="102960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3" name="Straight Connector 2412">
              <a:extLst>
                <a:ext uri="{FF2B5EF4-FFF2-40B4-BE49-F238E27FC236}">
                  <a16:creationId xmlns:a16="http://schemas.microsoft.com/office/drawing/2014/main" id="{2EBEA9AB-0079-F004-53DC-9B526B69D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61865" y="8862634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6" name="Straight Connector 2415">
              <a:extLst>
                <a:ext uri="{FF2B5EF4-FFF2-40B4-BE49-F238E27FC236}">
                  <a16:creationId xmlns:a16="http://schemas.microsoft.com/office/drawing/2014/main" id="{D723D793-92D3-BF3A-5D30-6DA7D2AD2B6C}"/>
                </a:ext>
              </a:extLst>
            </p:cNvPr>
            <p:cNvCxnSpPr>
              <a:cxnSpLocks/>
            </p:cNvCxnSpPr>
            <p:nvPr/>
          </p:nvCxnSpPr>
          <p:spPr>
            <a:xfrm>
              <a:off x="8340597" y="8760243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7" name="Straight Connector 2416">
              <a:extLst>
                <a:ext uri="{FF2B5EF4-FFF2-40B4-BE49-F238E27FC236}">
                  <a16:creationId xmlns:a16="http://schemas.microsoft.com/office/drawing/2014/main" id="{0597C820-C935-B45D-1B60-1122D513A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3534" y="875455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9" name="Straight Connector 2418">
              <a:extLst>
                <a:ext uri="{FF2B5EF4-FFF2-40B4-BE49-F238E27FC236}">
                  <a16:creationId xmlns:a16="http://schemas.microsoft.com/office/drawing/2014/main" id="{2BB1B548-1368-F03B-9520-66B6C378AC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3641" y="8748866"/>
              <a:ext cx="250290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3" name="Straight Connector 2422">
              <a:extLst>
                <a:ext uri="{FF2B5EF4-FFF2-40B4-BE49-F238E27FC236}">
                  <a16:creationId xmlns:a16="http://schemas.microsoft.com/office/drawing/2014/main" id="{C1559C55-8744-E01A-B26A-7D81CA79A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2556" y="8743178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4" name="Straight Connector 2423">
              <a:extLst>
                <a:ext uri="{FF2B5EF4-FFF2-40B4-BE49-F238E27FC236}">
                  <a16:creationId xmlns:a16="http://schemas.microsoft.com/office/drawing/2014/main" id="{ECC2289B-4C82-90A2-F56A-FBBA26902227}"/>
                </a:ext>
              </a:extLst>
            </p:cNvPr>
            <p:cNvCxnSpPr>
              <a:cxnSpLocks/>
            </p:cNvCxnSpPr>
            <p:nvPr/>
          </p:nvCxnSpPr>
          <p:spPr>
            <a:xfrm>
              <a:off x="8869620" y="8953649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5" name="Straight Connector 2424">
              <a:extLst>
                <a:ext uri="{FF2B5EF4-FFF2-40B4-BE49-F238E27FC236}">
                  <a16:creationId xmlns:a16="http://schemas.microsoft.com/office/drawing/2014/main" id="{C982EAA8-FACF-8054-166E-4D6BD16CC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4042" y="9056041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6" name="Straight Connector 2425">
              <a:extLst>
                <a:ext uri="{FF2B5EF4-FFF2-40B4-BE49-F238E27FC236}">
                  <a16:creationId xmlns:a16="http://schemas.microsoft.com/office/drawing/2014/main" id="{EAF0FE5A-8031-F6E2-2752-E8C06F646BCA}"/>
                </a:ext>
              </a:extLst>
            </p:cNvPr>
            <p:cNvCxnSpPr>
              <a:cxnSpLocks/>
            </p:cNvCxnSpPr>
            <p:nvPr/>
          </p:nvCxnSpPr>
          <p:spPr>
            <a:xfrm>
              <a:off x="9165417" y="927220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7" name="Straight Connector 2426">
              <a:extLst>
                <a:ext uri="{FF2B5EF4-FFF2-40B4-BE49-F238E27FC236}">
                  <a16:creationId xmlns:a16="http://schemas.microsoft.com/office/drawing/2014/main" id="{84044321-E7E2-B58A-6CAD-7053E456C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8462" y="9385970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8" name="Straight Connector 2427">
              <a:extLst>
                <a:ext uri="{FF2B5EF4-FFF2-40B4-BE49-F238E27FC236}">
                  <a16:creationId xmlns:a16="http://schemas.microsoft.com/office/drawing/2014/main" id="{BD3B21A4-2C76-EEA4-FE60-79BFEE939239}"/>
                </a:ext>
              </a:extLst>
            </p:cNvPr>
            <p:cNvCxnSpPr>
              <a:cxnSpLocks/>
            </p:cNvCxnSpPr>
            <p:nvPr/>
          </p:nvCxnSpPr>
          <p:spPr>
            <a:xfrm>
              <a:off x="9159729" y="9494048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9" name="Straight Connector 2428">
              <a:extLst>
                <a:ext uri="{FF2B5EF4-FFF2-40B4-BE49-F238E27FC236}">
                  <a16:creationId xmlns:a16="http://schemas.microsoft.com/office/drawing/2014/main" id="{3CF67FA0-7D97-4C10-46DD-E66E3364E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107" y="950542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0" name="Straight Connector 2429">
              <a:extLst>
                <a:ext uri="{FF2B5EF4-FFF2-40B4-BE49-F238E27FC236}">
                  <a16:creationId xmlns:a16="http://schemas.microsoft.com/office/drawing/2014/main" id="{88A9091C-FA2E-3F05-F912-DA2900D1E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4" y="9727273"/>
              <a:ext cx="574530" cy="2047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2" name="Straight Connector 2431">
              <a:extLst>
                <a:ext uri="{FF2B5EF4-FFF2-40B4-BE49-F238E27FC236}">
                  <a16:creationId xmlns:a16="http://schemas.microsoft.com/office/drawing/2014/main" id="{8B60DA8A-9BCB-CBAB-6E47-3601C6A3F9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2266" y="9516804"/>
              <a:ext cx="0" cy="42662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4" name="Straight Connector 2433">
              <a:extLst>
                <a:ext uri="{FF2B5EF4-FFF2-40B4-BE49-F238E27FC236}">
                  <a16:creationId xmlns:a16="http://schemas.microsoft.com/office/drawing/2014/main" id="{9543F6F1-D785-928C-5161-282E69555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3" y="9397347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6" name="Straight Connector 2435">
              <a:extLst>
                <a:ext uri="{FF2B5EF4-FFF2-40B4-BE49-F238E27FC236}">
                  <a16:creationId xmlns:a16="http://schemas.microsoft.com/office/drawing/2014/main" id="{B0C5F3EF-D757-B746-E16C-B75E6D1A7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8063" y="9175497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7" name="Straight Connector 2436">
              <a:extLst>
                <a:ext uri="{FF2B5EF4-FFF2-40B4-BE49-F238E27FC236}">
                  <a16:creationId xmlns:a16="http://schemas.microsoft.com/office/drawing/2014/main" id="{F288C4F1-A520-ACC5-429E-0502078D198D}"/>
                </a:ext>
              </a:extLst>
            </p:cNvPr>
            <p:cNvCxnSpPr>
              <a:cxnSpLocks/>
            </p:cNvCxnSpPr>
            <p:nvPr/>
          </p:nvCxnSpPr>
          <p:spPr>
            <a:xfrm>
              <a:off x="8596576" y="9056041"/>
              <a:ext cx="278732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8" name="Straight Connector 2437">
              <a:extLst>
                <a:ext uri="{FF2B5EF4-FFF2-40B4-BE49-F238E27FC236}">
                  <a16:creationId xmlns:a16="http://schemas.microsoft.com/office/drawing/2014/main" id="{74F94EC0-2A70-F4B0-C7AB-F779A30C5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7954" y="9038975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9" name="Straight Connector 2438">
              <a:extLst>
                <a:ext uri="{FF2B5EF4-FFF2-40B4-BE49-F238E27FC236}">
                  <a16:creationId xmlns:a16="http://schemas.microsoft.com/office/drawing/2014/main" id="{D20069E8-A9A0-4289-8F6C-52091F71D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4909" y="927220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0" name="Straight Connector 2439">
              <a:extLst>
                <a:ext uri="{FF2B5EF4-FFF2-40B4-BE49-F238E27FC236}">
                  <a16:creationId xmlns:a16="http://schemas.microsoft.com/office/drawing/2014/main" id="{E0A8CF3B-E329-3419-93E5-2C5D82FCE6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0599" y="9385969"/>
              <a:ext cx="0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1" name="Straight Connector 2440">
              <a:extLst>
                <a:ext uri="{FF2B5EF4-FFF2-40B4-BE49-F238E27FC236}">
                  <a16:creationId xmlns:a16="http://schemas.microsoft.com/office/drawing/2014/main" id="{9FCABF3F-2B7C-85D8-ADE3-D875145D2683}"/>
                </a:ext>
              </a:extLst>
            </p:cNvPr>
            <p:cNvCxnSpPr>
              <a:cxnSpLocks/>
            </p:cNvCxnSpPr>
            <p:nvPr/>
          </p:nvCxnSpPr>
          <p:spPr>
            <a:xfrm>
              <a:off x="8044800" y="9494050"/>
              <a:ext cx="301486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3" name="Straight Connector 2442">
              <a:extLst>
                <a:ext uri="{FF2B5EF4-FFF2-40B4-BE49-F238E27FC236}">
                  <a16:creationId xmlns:a16="http://schemas.microsoft.com/office/drawing/2014/main" id="{233B5D1F-1DE4-D629-6E18-23E4E32922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6178" y="9505425"/>
              <a:ext cx="0" cy="41525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5" name="Straight Connector 2444">
              <a:extLst>
                <a:ext uri="{FF2B5EF4-FFF2-40B4-BE49-F238E27FC236}">
                  <a16:creationId xmlns:a16="http://schemas.microsoft.com/office/drawing/2014/main" id="{47774E8A-2166-9DE1-1D3E-9D3AD18CF2DC}"/>
                </a:ext>
              </a:extLst>
            </p:cNvPr>
            <p:cNvCxnSpPr>
              <a:cxnSpLocks/>
            </p:cNvCxnSpPr>
            <p:nvPr/>
          </p:nvCxnSpPr>
          <p:spPr>
            <a:xfrm>
              <a:off x="7788821" y="981829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7" name="Straight Connector 2446">
              <a:extLst>
                <a:ext uri="{FF2B5EF4-FFF2-40B4-BE49-F238E27FC236}">
                  <a16:creationId xmlns:a16="http://schemas.microsoft.com/office/drawing/2014/main" id="{FB460EF2-7084-FCBB-04C2-4BE74D517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7154" y="9818290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8" name="Straight Connector 2447">
              <a:extLst>
                <a:ext uri="{FF2B5EF4-FFF2-40B4-BE49-F238E27FC236}">
                  <a16:creationId xmlns:a16="http://schemas.microsoft.com/office/drawing/2014/main" id="{23B58685-427C-8882-7474-9AF29B05AF23}"/>
                </a:ext>
              </a:extLst>
            </p:cNvPr>
            <p:cNvCxnSpPr>
              <a:cxnSpLocks/>
            </p:cNvCxnSpPr>
            <p:nvPr/>
          </p:nvCxnSpPr>
          <p:spPr>
            <a:xfrm>
              <a:off x="7538531" y="9949123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9" name="Straight Connector 2448">
              <a:extLst>
                <a:ext uri="{FF2B5EF4-FFF2-40B4-BE49-F238E27FC236}">
                  <a16:creationId xmlns:a16="http://schemas.microsoft.com/office/drawing/2014/main" id="{B43B5521-A656-0563-2F44-07A31A879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8823" y="100230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1" name="Straight Connector 2450">
              <a:extLst>
                <a:ext uri="{FF2B5EF4-FFF2-40B4-BE49-F238E27FC236}">
                  <a16:creationId xmlns:a16="http://schemas.microsoft.com/office/drawing/2014/main" id="{426C1E84-19CF-F7ED-B97A-7B99EFD3D5D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54" y="10159595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2" name="Straight Connector 2451">
              <a:extLst>
                <a:ext uri="{FF2B5EF4-FFF2-40B4-BE49-F238E27FC236}">
                  <a16:creationId xmlns:a16="http://schemas.microsoft.com/office/drawing/2014/main" id="{E32BF37E-CBF6-1483-F4B3-AA0B02FE90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468" y="10159593"/>
              <a:ext cx="0" cy="4095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4" name="Straight Connector 2453">
              <a:extLst>
                <a:ext uri="{FF2B5EF4-FFF2-40B4-BE49-F238E27FC236}">
                  <a16:creationId xmlns:a16="http://schemas.microsoft.com/office/drawing/2014/main" id="{396D3D6E-A327-623C-51F7-E29671F47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3024" y="10472458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5" name="Straight Connector 2454">
              <a:extLst>
                <a:ext uri="{FF2B5EF4-FFF2-40B4-BE49-F238E27FC236}">
                  <a16:creationId xmlns:a16="http://schemas.microsoft.com/office/drawing/2014/main" id="{6D3F273B-5BB3-12CB-0754-601A162CAF33}"/>
                </a:ext>
              </a:extLst>
            </p:cNvPr>
            <p:cNvCxnSpPr>
              <a:cxnSpLocks/>
            </p:cNvCxnSpPr>
            <p:nvPr/>
          </p:nvCxnSpPr>
          <p:spPr>
            <a:xfrm>
              <a:off x="7783133" y="10478147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6" name="Straight Connector 2455">
              <a:extLst>
                <a:ext uri="{FF2B5EF4-FFF2-40B4-BE49-F238E27FC236}">
                  <a16:creationId xmlns:a16="http://schemas.microsoft.com/office/drawing/2014/main" id="{C1AEDFFB-5B27-3FF0-FBA0-9A54E5D87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1867" y="10563471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7" name="Straight Connector 2456">
              <a:extLst>
                <a:ext uri="{FF2B5EF4-FFF2-40B4-BE49-F238E27FC236}">
                  <a16:creationId xmlns:a16="http://schemas.microsoft.com/office/drawing/2014/main" id="{A85D736E-4184-4DD6-7A17-476709D72791}"/>
                </a:ext>
              </a:extLst>
            </p:cNvPr>
            <p:cNvCxnSpPr>
              <a:cxnSpLocks/>
            </p:cNvCxnSpPr>
            <p:nvPr/>
          </p:nvCxnSpPr>
          <p:spPr>
            <a:xfrm>
              <a:off x="7777444" y="1068293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8" name="Straight Connector 2457">
              <a:extLst>
                <a:ext uri="{FF2B5EF4-FFF2-40B4-BE49-F238E27FC236}">
                  <a16:creationId xmlns:a16="http://schemas.microsoft.com/office/drawing/2014/main" id="{2D25D651-3EE4-6170-DFC8-332939210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135" y="10671551"/>
              <a:ext cx="0" cy="43232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0" name="Straight Connector 2459">
              <a:extLst>
                <a:ext uri="{FF2B5EF4-FFF2-40B4-BE49-F238E27FC236}">
                  <a16:creationId xmlns:a16="http://schemas.microsoft.com/office/drawing/2014/main" id="{69D54A31-890B-8200-3C04-36C0B924EA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734" y="10893401"/>
              <a:ext cx="517645" cy="19909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2" name="Straight Connector 2461">
              <a:extLst>
                <a:ext uri="{FF2B5EF4-FFF2-40B4-BE49-F238E27FC236}">
                  <a16:creationId xmlns:a16="http://schemas.microsoft.com/office/drawing/2014/main" id="{E05B812A-551E-EE5E-2279-4FD4CA986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690" y="10887712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3" name="Straight Connector 2462">
              <a:extLst>
                <a:ext uri="{FF2B5EF4-FFF2-40B4-BE49-F238E27FC236}">
                  <a16:creationId xmlns:a16="http://schemas.microsoft.com/office/drawing/2014/main" id="{E59F7FA8-1E17-5C1A-326E-2F4D68A34653}"/>
                </a:ext>
              </a:extLst>
            </p:cNvPr>
            <p:cNvCxnSpPr>
              <a:cxnSpLocks/>
            </p:cNvCxnSpPr>
            <p:nvPr/>
          </p:nvCxnSpPr>
          <p:spPr>
            <a:xfrm>
              <a:off x="6719400" y="10904778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4" name="Straight Connector 2463">
              <a:extLst>
                <a:ext uri="{FF2B5EF4-FFF2-40B4-BE49-F238E27FC236}">
                  <a16:creationId xmlns:a16="http://schemas.microsoft.com/office/drawing/2014/main" id="{CA5537B7-BFC7-A18E-BBA6-C5EA99F99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914" y="1089908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5" name="Straight Connector 2464">
              <a:extLst>
                <a:ext uri="{FF2B5EF4-FFF2-40B4-BE49-F238E27FC236}">
                  <a16:creationId xmlns:a16="http://schemas.microsoft.com/office/drawing/2014/main" id="{838939B7-7128-1FC2-4D67-7810D4D21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1079669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6" name="Straight Connector 2465">
              <a:extLst>
                <a:ext uri="{FF2B5EF4-FFF2-40B4-BE49-F238E27FC236}">
                  <a16:creationId xmlns:a16="http://schemas.microsoft.com/office/drawing/2014/main" id="{C5C4E473-15F1-080E-31F7-510D8063C4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449704"/>
              <a:ext cx="858950" cy="35837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0" name="Straight Connector 2469">
              <a:extLst>
                <a:ext uri="{FF2B5EF4-FFF2-40B4-BE49-F238E27FC236}">
                  <a16:creationId xmlns:a16="http://schemas.microsoft.com/office/drawing/2014/main" id="{662CAA80-2AA0-3C8D-77EA-956B8A34AF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10227856"/>
              <a:ext cx="1114929" cy="46076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1" name="Straight Connector 2470">
              <a:extLst>
                <a:ext uri="{FF2B5EF4-FFF2-40B4-BE49-F238E27FC236}">
                  <a16:creationId xmlns:a16="http://schemas.microsoft.com/office/drawing/2014/main" id="{A9F94405-62F2-8FE9-45D8-2DD412E88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424" y="10227855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3" name="Straight Connector 2472">
              <a:extLst>
                <a:ext uri="{FF2B5EF4-FFF2-40B4-BE49-F238E27FC236}">
                  <a16:creationId xmlns:a16="http://schemas.microsoft.com/office/drawing/2014/main" id="{3EF89C54-784A-E4E6-D025-CE9567F1D05D}"/>
                </a:ext>
              </a:extLst>
            </p:cNvPr>
            <p:cNvCxnSpPr>
              <a:cxnSpLocks/>
            </p:cNvCxnSpPr>
            <p:nvPr/>
          </p:nvCxnSpPr>
          <p:spPr>
            <a:xfrm>
              <a:off x="5877515" y="10574850"/>
              <a:ext cx="267355" cy="910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4" name="Straight Connector 2473">
              <a:extLst>
                <a:ext uri="{FF2B5EF4-FFF2-40B4-BE49-F238E27FC236}">
                  <a16:creationId xmlns:a16="http://schemas.microsoft.com/office/drawing/2014/main" id="{4A24C3F3-7FB5-C591-57E6-F843CA9C9C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3203" y="10455393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5" name="Straight Connector 2474">
              <a:extLst>
                <a:ext uri="{FF2B5EF4-FFF2-40B4-BE49-F238E27FC236}">
                  <a16:creationId xmlns:a16="http://schemas.microsoft.com/office/drawing/2014/main" id="{99FDFB6B-6FAE-8063-4C72-61CA89A1B083}"/>
                </a:ext>
              </a:extLst>
            </p:cNvPr>
            <p:cNvCxnSpPr>
              <a:cxnSpLocks/>
            </p:cNvCxnSpPr>
            <p:nvPr/>
          </p:nvCxnSpPr>
          <p:spPr>
            <a:xfrm>
              <a:off x="5604471" y="10250610"/>
              <a:ext cx="551776" cy="20478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7" name="Straight Connector 2476">
              <a:extLst>
                <a:ext uri="{FF2B5EF4-FFF2-40B4-BE49-F238E27FC236}">
                  <a16:creationId xmlns:a16="http://schemas.microsoft.com/office/drawing/2014/main" id="{67377409-819C-FEA9-EB2A-1516DA72F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4473" y="10023073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8" name="Straight Connector 2477">
              <a:extLst>
                <a:ext uri="{FF2B5EF4-FFF2-40B4-BE49-F238E27FC236}">
                  <a16:creationId xmlns:a16="http://schemas.microsoft.com/office/drawing/2014/main" id="{70D8A064-27B9-187A-64A9-F6F9AFC63DAF}"/>
                </a:ext>
              </a:extLst>
            </p:cNvPr>
            <p:cNvCxnSpPr>
              <a:cxnSpLocks/>
            </p:cNvCxnSpPr>
            <p:nvPr/>
          </p:nvCxnSpPr>
          <p:spPr>
            <a:xfrm>
              <a:off x="5610160" y="10028762"/>
              <a:ext cx="273044" cy="10239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0" name="Straight Connector 2479">
              <a:extLst>
                <a:ext uri="{FF2B5EF4-FFF2-40B4-BE49-F238E27FC236}">
                  <a16:creationId xmlns:a16="http://schemas.microsoft.com/office/drawing/2014/main" id="{8E76AAA4-3926-5962-63E2-724928840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7517" y="9732964"/>
              <a:ext cx="0" cy="3868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2" name="Straight Connector 2481">
              <a:extLst>
                <a:ext uri="{FF2B5EF4-FFF2-40B4-BE49-F238E27FC236}">
                  <a16:creationId xmlns:a16="http://schemas.microsoft.com/office/drawing/2014/main" id="{4182AA81-611D-5052-0DC2-28CADEFBC5AF}"/>
                </a:ext>
              </a:extLst>
            </p:cNvPr>
            <p:cNvCxnSpPr>
              <a:cxnSpLocks/>
            </p:cNvCxnSpPr>
            <p:nvPr/>
          </p:nvCxnSpPr>
          <p:spPr>
            <a:xfrm>
              <a:off x="5860450" y="9710211"/>
              <a:ext cx="574530" cy="21047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4" name="Straight Connector 2483">
              <a:extLst>
                <a:ext uri="{FF2B5EF4-FFF2-40B4-BE49-F238E27FC236}">
                  <a16:creationId xmlns:a16="http://schemas.microsoft.com/office/drawing/2014/main" id="{EABF0BDB-50C5-63EC-7E8E-D22DB1366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3604" y="9920682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5" name="Straight Connector 2484">
              <a:extLst>
                <a:ext uri="{FF2B5EF4-FFF2-40B4-BE49-F238E27FC236}">
                  <a16:creationId xmlns:a16="http://schemas.microsoft.com/office/drawing/2014/main" id="{9FA8E537-2281-BE3B-6257-9E9DA93970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0849" y="10040139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6" name="Straight Connector 2485">
              <a:extLst>
                <a:ext uri="{FF2B5EF4-FFF2-40B4-BE49-F238E27FC236}">
                  <a16:creationId xmlns:a16="http://schemas.microsoft.com/office/drawing/2014/main" id="{33E5F89B-1495-D2CC-BCE7-B37B404BA7C8}"/>
                </a:ext>
              </a:extLst>
            </p:cNvPr>
            <p:cNvCxnSpPr>
              <a:cxnSpLocks/>
            </p:cNvCxnSpPr>
            <p:nvPr/>
          </p:nvCxnSpPr>
          <p:spPr>
            <a:xfrm>
              <a:off x="6696646" y="1003445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8" name="Straight Connector 2487">
              <a:extLst>
                <a:ext uri="{FF2B5EF4-FFF2-40B4-BE49-F238E27FC236}">
                  <a16:creationId xmlns:a16="http://schemas.microsoft.com/office/drawing/2014/main" id="{B4E7E871-6004-238E-4360-FFE196612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8315" y="9897928"/>
              <a:ext cx="0" cy="22753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9" name="Straight Connector 2488">
              <a:extLst>
                <a:ext uri="{FF2B5EF4-FFF2-40B4-BE49-F238E27FC236}">
                  <a16:creationId xmlns:a16="http://schemas.microsoft.com/office/drawing/2014/main" id="{E69D62D7-2D81-E63E-2DBB-8B9BEC821630}"/>
                </a:ext>
              </a:extLst>
            </p:cNvPr>
            <p:cNvCxnSpPr>
              <a:cxnSpLocks/>
            </p:cNvCxnSpPr>
            <p:nvPr/>
          </p:nvCxnSpPr>
          <p:spPr>
            <a:xfrm>
              <a:off x="6150559" y="9596443"/>
              <a:ext cx="802066" cy="31855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1" name="Straight Connector 2490">
              <a:extLst>
                <a:ext uri="{FF2B5EF4-FFF2-40B4-BE49-F238E27FC236}">
                  <a16:creationId xmlns:a16="http://schemas.microsoft.com/office/drawing/2014/main" id="{1815CE70-DFFE-40B4-CF3A-0D945968D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3494" y="9482674"/>
              <a:ext cx="290109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2" name="Straight Connector 2491">
              <a:extLst>
                <a:ext uri="{FF2B5EF4-FFF2-40B4-BE49-F238E27FC236}">
                  <a16:creationId xmlns:a16="http://schemas.microsoft.com/office/drawing/2014/main" id="{7C2E758B-2E61-D8F2-38B8-45AD8034828F}"/>
                </a:ext>
              </a:extLst>
            </p:cNvPr>
            <p:cNvCxnSpPr>
              <a:cxnSpLocks/>
            </p:cNvCxnSpPr>
            <p:nvPr/>
          </p:nvCxnSpPr>
          <p:spPr>
            <a:xfrm>
              <a:off x="6417914" y="9494051"/>
              <a:ext cx="557464" cy="19909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4" name="Straight Connector 2493">
              <a:extLst>
                <a:ext uri="{FF2B5EF4-FFF2-40B4-BE49-F238E27FC236}">
                  <a16:creationId xmlns:a16="http://schemas.microsoft.com/office/drawing/2014/main" id="{15B7442C-4BD2-60F1-5B8C-872FA60C3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78" y="9579377"/>
              <a:ext cx="295797" cy="12514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6" name="Straight Connector 2495">
              <a:extLst>
                <a:ext uri="{FF2B5EF4-FFF2-40B4-BE49-F238E27FC236}">
                  <a16:creationId xmlns:a16="http://schemas.microsoft.com/office/drawing/2014/main" id="{3DC208B5-827A-989E-D7EF-CC3A6212CEFC}"/>
                </a:ext>
              </a:extLst>
            </p:cNvPr>
            <p:cNvCxnSpPr>
              <a:cxnSpLocks/>
            </p:cNvCxnSpPr>
            <p:nvPr/>
          </p:nvCxnSpPr>
          <p:spPr>
            <a:xfrm>
              <a:off x="6981067" y="94883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7" name="Straight Connector 2496">
              <a:extLst>
                <a:ext uri="{FF2B5EF4-FFF2-40B4-BE49-F238E27FC236}">
                  <a16:creationId xmlns:a16="http://schemas.microsoft.com/office/drawing/2014/main" id="{F0051FDB-4983-9847-9D5E-C4109035A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1067" y="938028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9" name="Straight Connector 2498">
              <a:extLst>
                <a:ext uri="{FF2B5EF4-FFF2-40B4-BE49-F238E27FC236}">
                  <a16:creationId xmlns:a16="http://schemas.microsoft.com/office/drawing/2014/main" id="{458B04E5-DBF4-B190-3739-C2867CAEADEC}"/>
                </a:ext>
              </a:extLst>
            </p:cNvPr>
            <p:cNvCxnSpPr>
              <a:cxnSpLocks/>
            </p:cNvCxnSpPr>
            <p:nvPr/>
          </p:nvCxnSpPr>
          <p:spPr>
            <a:xfrm>
              <a:off x="7254111" y="9380283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1" name="Straight Connector 2500">
              <a:extLst>
                <a:ext uri="{FF2B5EF4-FFF2-40B4-BE49-F238E27FC236}">
                  <a16:creationId xmlns:a16="http://schemas.microsoft.com/office/drawing/2014/main" id="{D55CDF25-7BBA-DD19-D9A4-90DF3D5303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0244" y="9383124"/>
              <a:ext cx="0" cy="23322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2" name="Straight Connector 2501">
              <a:extLst>
                <a:ext uri="{FF2B5EF4-FFF2-40B4-BE49-F238E27FC236}">
                  <a16:creationId xmlns:a16="http://schemas.microsoft.com/office/drawing/2014/main" id="{B32A42A1-0C2B-DC61-462F-99BABBE1112A}"/>
                </a:ext>
              </a:extLst>
            </p:cNvPr>
            <p:cNvCxnSpPr>
              <a:cxnSpLocks/>
            </p:cNvCxnSpPr>
            <p:nvPr/>
          </p:nvCxnSpPr>
          <p:spPr>
            <a:xfrm>
              <a:off x="7235625" y="9189720"/>
              <a:ext cx="540399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3" name="Straight Connector 2502">
              <a:extLst>
                <a:ext uri="{FF2B5EF4-FFF2-40B4-BE49-F238E27FC236}">
                  <a16:creationId xmlns:a16="http://schemas.microsoft.com/office/drawing/2014/main" id="{9111F965-ADA6-C255-369A-EB9036151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1357" y="9078797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4" name="Straight Connector 2503">
              <a:extLst>
                <a:ext uri="{FF2B5EF4-FFF2-40B4-BE49-F238E27FC236}">
                  <a16:creationId xmlns:a16="http://schemas.microsoft.com/office/drawing/2014/main" id="{D29DC37D-AE8F-65E3-3E98-7C738F618695}"/>
                </a:ext>
              </a:extLst>
            </p:cNvPr>
            <p:cNvCxnSpPr>
              <a:cxnSpLocks/>
            </p:cNvCxnSpPr>
            <p:nvPr/>
          </p:nvCxnSpPr>
          <p:spPr>
            <a:xfrm>
              <a:off x="7521466" y="9061732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5" name="Straight Connector 2504">
              <a:extLst>
                <a:ext uri="{FF2B5EF4-FFF2-40B4-BE49-F238E27FC236}">
                  <a16:creationId xmlns:a16="http://schemas.microsoft.com/office/drawing/2014/main" id="{39103C32-5FBA-E604-E36F-22B898669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4512" y="898067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6" name="Straight Connector 2505">
              <a:extLst>
                <a:ext uri="{FF2B5EF4-FFF2-40B4-BE49-F238E27FC236}">
                  <a16:creationId xmlns:a16="http://schemas.microsoft.com/office/drawing/2014/main" id="{9D5D8214-4787-F8F5-2387-AA7E11776FEA}"/>
                </a:ext>
              </a:extLst>
            </p:cNvPr>
            <p:cNvCxnSpPr>
              <a:cxnSpLocks/>
            </p:cNvCxnSpPr>
            <p:nvPr/>
          </p:nvCxnSpPr>
          <p:spPr>
            <a:xfrm>
              <a:off x="7544220" y="8885391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7" name="Straight Connector 2506">
              <a:extLst>
                <a:ext uri="{FF2B5EF4-FFF2-40B4-BE49-F238E27FC236}">
                  <a16:creationId xmlns:a16="http://schemas.microsoft.com/office/drawing/2014/main" id="{D252BE47-FF1B-3C17-C0A2-0B1868103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8531" y="8771623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8" name="Straight Connector 2507">
              <a:extLst>
                <a:ext uri="{FF2B5EF4-FFF2-40B4-BE49-F238E27FC236}">
                  <a16:creationId xmlns:a16="http://schemas.microsoft.com/office/drawing/2014/main" id="{421FF0D0-8BF8-DA8B-F2B0-6C795F6C47C5}"/>
                </a:ext>
              </a:extLst>
            </p:cNvPr>
            <p:cNvCxnSpPr>
              <a:cxnSpLocks/>
            </p:cNvCxnSpPr>
            <p:nvPr/>
          </p:nvCxnSpPr>
          <p:spPr>
            <a:xfrm>
              <a:off x="7242734" y="8532709"/>
              <a:ext cx="551776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0" name="Straight Connector 2509">
              <a:extLst>
                <a:ext uri="{FF2B5EF4-FFF2-40B4-BE49-F238E27FC236}">
                  <a16:creationId xmlns:a16="http://schemas.microsoft.com/office/drawing/2014/main" id="{0259E40B-8139-26A6-4814-CCDEB8E13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690" y="8515644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1" name="Straight Connector 2510">
              <a:extLst>
                <a:ext uri="{FF2B5EF4-FFF2-40B4-BE49-F238E27FC236}">
                  <a16:creationId xmlns:a16="http://schemas.microsoft.com/office/drawing/2014/main" id="{B8DB06BB-88A5-0819-7094-632FAA7F5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5380" y="8629410"/>
              <a:ext cx="0" cy="66270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3" name="Straight Connector 2512">
              <a:extLst>
                <a:ext uri="{FF2B5EF4-FFF2-40B4-BE49-F238E27FC236}">
                  <a16:creationId xmlns:a16="http://schemas.microsoft.com/office/drawing/2014/main" id="{5658FC0E-365C-E82D-1D03-5AFED28098C6}"/>
                </a:ext>
              </a:extLst>
            </p:cNvPr>
            <p:cNvCxnSpPr>
              <a:cxnSpLocks/>
            </p:cNvCxnSpPr>
            <p:nvPr/>
          </p:nvCxnSpPr>
          <p:spPr>
            <a:xfrm>
              <a:off x="6708023" y="918118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4" name="Straight Connector 2513">
              <a:extLst>
                <a:ext uri="{FF2B5EF4-FFF2-40B4-BE49-F238E27FC236}">
                  <a16:creationId xmlns:a16="http://schemas.microsoft.com/office/drawing/2014/main" id="{4DF65C73-06F8-A126-354B-BFE21F400F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8025" y="8561151"/>
              <a:ext cx="0" cy="63141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6" name="Straight Connector 2515">
              <a:extLst>
                <a:ext uri="{FF2B5EF4-FFF2-40B4-BE49-F238E27FC236}">
                  <a16:creationId xmlns:a16="http://schemas.microsoft.com/office/drawing/2014/main" id="{B7E60901-F11E-E169-61B0-3AAE66E2285C}"/>
                </a:ext>
              </a:extLst>
            </p:cNvPr>
            <p:cNvCxnSpPr>
              <a:cxnSpLocks/>
            </p:cNvCxnSpPr>
            <p:nvPr/>
          </p:nvCxnSpPr>
          <p:spPr>
            <a:xfrm>
              <a:off x="5587406" y="8100390"/>
              <a:ext cx="1137682" cy="4664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1" name="Straight Connector 2520">
              <a:extLst>
                <a:ext uri="{FF2B5EF4-FFF2-40B4-BE49-F238E27FC236}">
                  <a16:creationId xmlns:a16="http://schemas.microsoft.com/office/drawing/2014/main" id="{E8739258-CD5E-6F57-77E4-7F84F0B357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051" y="810607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2" name="Straight Connector 2521">
              <a:extLst>
                <a:ext uri="{FF2B5EF4-FFF2-40B4-BE49-F238E27FC236}">
                  <a16:creationId xmlns:a16="http://schemas.microsoft.com/office/drawing/2014/main" id="{555C405B-9B2E-A260-1D93-7346227D1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5741" y="7798904"/>
              <a:ext cx="0" cy="44938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4" name="Straight Connector 2523">
              <a:extLst>
                <a:ext uri="{FF2B5EF4-FFF2-40B4-BE49-F238E27FC236}">
                  <a16:creationId xmlns:a16="http://schemas.microsoft.com/office/drawing/2014/main" id="{24067694-8FA3-B2A3-6F73-C12B0D2F5277}"/>
                </a:ext>
              </a:extLst>
            </p:cNvPr>
            <p:cNvCxnSpPr>
              <a:cxnSpLocks/>
            </p:cNvCxnSpPr>
            <p:nvPr/>
          </p:nvCxnSpPr>
          <p:spPr>
            <a:xfrm>
              <a:off x="5047007" y="768513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5" name="Straight Connector 2524">
              <a:extLst>
                <a:ext uri="{FF2B5EF4-FFF2-40B4-BE49-F238E27FC236}">
                  <a16:creationId xmlns:a16="http://schemas.microsoft.com/office/drawing/2014/main" id="{EF56AE80-447E-A70C-4ADF-AC7653A05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2697" y="7679447"/>
              <a:ext cx="0" cy="631414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7" name="Straight Connector 2526">
              <a:extLst>
                <a:ext uri="{FF2B5EF4-FFF2-40B4-BE49-F238E27FC236}">
                  <a16:creationId xmlns:a16="http://schemas.microsoft.com/office/drawing/2014/main" id="{A6B9D496-980D-E119-62DA-50A051474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9652" y="8322238"/>
              <a:ext cx="278732" cy="119455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8" name="Straight Connector 2527">
              <a:extLst>
                <a:ext uri="{FF2B5EF4-FFF2-40B4-BE49-F238E27FC236}">
                  <a16:creationId xmlns:a16="http://schemas.microsoft.com/office/drawing/2014/main" id="{FB79CA6D-82CF-E013-5F3C-AA3E2AC1B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844596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9" name="Straight Connector 2528">
              <a:extLst>
                <a:ext uri="{FF2B5EF4-FFF2-40B4-BE49-F238E27FC236}">
                  <a16:creationId xmlns:a16="http://schemas.microsoft.com/office/drawing/2014/main" id="{F655BF1C-7FB3-AE89-466F-E5793D986641}"/>
                </a:ext>
              </a:extLst>
            </p:cNvPr>
            <p:cNvCxnSpPr>
              <a:cxnSpLocks/>
            </p:cNvCxnSpPr>
            <p:nvPr/>
          </p:nvCxnSpPr>
          <p:spPr>
            <a:xfrm>
              <a:off x="4523673" y="853839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0" name="Straight Connector 2529">
              <a:extLst>
                <a:ext uri="{FF2B5EF4-FFF2-40B4-BE49-F238E27FC236}">
                  <a16:creationId xmlns:a16="http://schemas.microsoft.com/office/drawing/2014/main" id="{A51D2501-2229-D651-D4F1-ED911617D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9363" y="854835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1" name="Straight Connector 2530">
              <a:extLst>
                <a:ext uri="{FF2B5EF4-FFF2-40B4-BE49-F238E27FC236}">
                  <a16:creationId xmlns:a16="http://schemas.microsoft.com/office/drawing/2014/main" id="{ABF94062-4365-48A0-3ECF-CDE5EA480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788" y="8851260"/>
              <a:ext cx="574530" cy="23891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3" name="Straight Connector 2532">
              <a:extLst>
                <a:ext uri="{FF2B5EF4-FFF2-40B4-BE49-F238E27FC236}">
                  <a16:creationId xmlns:a16="http://schemas.microsoft.com/office/drawing/2014/main" id="{6205CE73-A5E9-6C7B-6DB5-871CBBD8A5D6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897640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4" name="Straight Connector 2533">
              <a:extLst>
                <a:ext uri="{FF2B5EF4-FFF2-40B4-BE49-F238E27FC236}">
                  <a16:creationId xmlns:a16="http://schemas.microsoft.com/office/drawing/2014/main" id="{184C12D1-299B-8B37-6562-10CA1A25C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6" y="878157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5" name="Straight Connector 2534">
              <a:extLst>
                <a:ext uri="{FF2B5EF4-FFF2-40B4-BE49-F238E27FC236}">
                  <a16:creationId xmlns:a16="http://schemas.microsoft.com/office/drawing/2014/main" id="{16316BAA-6127-258A-73FE-E3CFEF984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744" y="8316550"/>
              <a:ext cx="1109240" cy="460761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7" name="Straight Connector 2536">
              <a:extLst>
                <a:ext uri="{FF2B5EF4-FFF2-40B4-BE49-F238E27FC236}">
                  <a16:creationId xmlns:a16="http://schemas.microsoft.com/office/drawing/2014/main" id="{738D7EC6-41C7-C7B0-0CD5-4EC41128B41F}"/>
                </a:ext>
              </a:extLst>
            </p:cNvPr>
            <p:cNvCxnSpPr>
              <a:cxnSpLocks/>
            </p:cNvCxnSpPr>
            <p:nvPr/>
          </p:nvCxnSpPr>
          <p:spPr>
            <a:xfrm>
              <a:off x="4250629" y="8219847"/>
              <a:ext cx="284421" cy="7963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9" name="Straight Connector 2538">
              <a:extLst>
                <a:ext uri="{FF2B5EF4-FFF2-40B4-BE49-F238E27FC236}">
                  <a16:creationId xmlns:a16="http://schemas.microsoft.com/office/drawing/2014/main" id="{7F0B8EDF-31A7-3A6D-5C92-97C07EE1DA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4941" y="7997998"/>
              <a:ext cx="540399" cy="23891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1" name="Straight Connector 2540">
              <a:extLst>
                <a:ext uri="{FF2B5EF4-FFF2-40B4-BE49-F238E27FC236}">
                  <a16:creationId xmlns:a16="http://schemas.microsoft.com/office/drawing/2014/main" id="{5E2FCCCC-A167-F122-EAA4-5B5042C4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5342" y="7594121"/>
              <a:ext cx="0" cy="40387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3" name="Straight Connector 2542">
              <a:extLst>
                <a:ext uri="{FF2B5EF4-FFF2-40B4-BE49-F238E27FC236}">
                  <a16:creationId xmlns:a16="http://schemas.microsoft.com/office/drawing/2014/main" id="{2F4F95D8-C660-4983-F594-5FA9D5C53C1E}"/>
                </a:ext>
              </a:extLst>
            </p:cNvPr>
            <p:cNvCxnSpPr>
              <a:cxnSpLocks/>
            </p:cNvCxnSpPr>
            <p:nvPr/>
          </p:nvCxnSpPr>
          <p:spPr>
            <a:xfrm>
              <a:off x="4506608" y="746897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4" name="Straight Connector 2543">
              <a:extLst>
                <a:ext uri="{FF2B5EF4-FFF2-40B4-BE49-F238E27FC236}">
                  <a16:creationId xmlns:a16="http://schemas.microsoft.com/office/drawing/2014/main" id="{6CB72E2D-30DE-8C1B-EA21-AF02A6B7C0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2298" y="74675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5" name="Straight Connector 2544">
              <a:extLst>
                <a:ext uri="{FF2B5EF4-FFF2-40B4-BE49-F238E27FC236}">
                  <a16:creationId xmlns:a16="http://schemas.microsoft.com/office/drawing/2014/main" id="{BE9F5DFE-8FD5-94B9-4852-4DF368CD9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4941" y="7673759"/>
              <a:ext cx="26166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7" name="Straight Connector 2546">
              <a:extLst>
                <a:ext uri="{FF2B5EF4-FFF2-40B4-BE49-F238E27FC236}">
                  <a16:creationId xmlns:a16="http://schemas.microsoft.com/office/drawing/2014/main" id="{40F1734B-9515-433E-9150-FB9FC4A39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9254" y="758132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0" name="Straight Connector 2549">
              <a:extLst>
                <a:ext uri="{FF2B5EF4-FFF2-40B4-BE49-F238E27FC236}">
                  <a16:creationId xmlns:a16="http://schemas.microsoft.com/office/drawing/2014/main" id="{3851CCA9-2706-6DC6-8159-A263067595FB}"/>
                </a:ext>
              </a:extLst>
            </p:cNvPr>
            <p:cNvCxnSpPr>
              <a:cxnSpLocks/>
            </p:cNvCxnSpPr>
            <p:nvPr/>
          </p:nvCxnSpPr>
          <p:spPr>
            <a:xfrm>
              <a:off x="3977585" y="7468976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1" name="Straight Connector 2550">
              <a:extLst>
                <a:ext uri="{FF2B5EF4-FFF2-40B4-BE49-F238E27FC236}">
                  <a16:creationId xmlns:a16="http://schemas.microsoft.com/office/drawing/2014/main" id="{93D121E4-4A75-12E2-78C9-CBAC5D950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4834" y="7467553"/>
              <a:ext cx="0" cy="8717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3" name="Straight Connector 2552">
              <a:extLst>
                <a:ext uri="{FF2B5EF4-FFF2-40B4-BE49-F238E27FC236}">
                  <a16:creationId xmlns:a16="http://schemas.microsoft.com/office/drawing/2014/main" id="{D0EE0061-DF74-000E-780B-FF22870A0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1788" y="8316550"/>
              <a:ext cx="261667" cy="11945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5" name="Straight Connector 2554">
              <a:extLst>
                <a:ext uri="{FF2B5EF4-FFF2-40B4-BE49-F238E27FC236}">
                  <a16:creationId xmlns:a16="http://schemas.microsoft.com/office/drawing/2014/main" id="{589BDC94-3F93-7A6E-DD8E-81064C1D8A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3167" y="7575633"/>
              <a:ext cx="0" cy="87175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6" name="Straight Connector 2555">
              <a:extLst>
                <a:ext uri="{FF2B5EF4-FFF2-40B4-BE49-F238E27FC236}">
                  <a16:creationId xmlns:a16="http://schemas.microsoft.com/office/drawing/2014/main" id="{DAD517B5-1F2E-2236-0BCC-F589BE33DA4A}"/>
                </a:ext>
              </a:extLst>
            </p:cNvPr>
            <p:cNvCxnSpPr>
              <a:cxnSpLocks/>
            </p:cNvCxnSpPr>
            <p:nvPr/>
          </p:nvCxnSpPr>
          <p:spPr>
            <a:xfrm>
              <a:off x="3403056" y="746328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7" name="Straight Connector 2556">
              <a:extLst>
                <a:ext uri="{FF2B5EF4-FFF2-40B4-BE49-F238E27FC236}">
                  <a16:creationId xmlns:a16="http://schemas.microsoft.com/office/drawing/2014/main" id="{3B1B88FC-A4BE-FDEE-208C-17EE7D459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077" y="7468976"/>
              <a:ext cx="261667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8" name="Straight Connector 2557">
              <a:extLst>
                <a:ext uri="{FF2B5EF4-FFF2-40B4-BE49-F238E27FC236}">
                  <a16:creationId xmlns:a16="http://schemas.microsoft.com/office/drawing/2014/main" id="{4F81736E-1CD2-E549-DAC0-4F8E47646B25}"/>
                </a:ext>
              </a:extLst>
            </p:cNvPr>
            <p:cNvCxnSpPr>
              <a:cxnSpLocks/>
            </p:cNvCxnSpPr>
            <p:nvPr/>
          </p:nvCxnSpPr>
          <p:spPr>
            <a:xfrm>
              <a:off x="3158454" y="75827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9" name="Straight Connector 2558">
              <a:extLst>
                <a:ext uri="{FF2B5EF4-FFF2-40B4-BE49-F238E27FC236}">
                  <a16:creationId xmlns:a16="http://schemas.microsoft.com/office/drawing/2014/main" id="{7BE8C899-F3E6-97B6-6476-C2CC37601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0123" y="7700778"/>
              <a:ext cx="0" cy="86037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1" name="Straight Connector 2560">
              <a:extLst>
                <a:ext uri="{FF2B5EF4-FFF2-40B4-BE49-F238E27FC236}">
                  <a16:creationId xmlns:a16="http://schemas.microsoft.com/office/drawing/2014/main" id="{F70E65F0-A2E4-F9EC-BFB9-EF54421F1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012" y="853839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3" name="Straight Connector 2562">
              <a:extLst>
                <a:ext uri="{FF2B5EF4-FFF2-40B4-BE49-F238E27FC236}">
                  <a16:creationId xmlns:a16="http://schemas.microsoft.com/office/drawing/2014/main" id="{B2BD6A52-DB80-BD6D-D2AC-3D462E684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5702" y="865643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4" name="Straight Connector 2563">
              <a:extLst>
                <a:ext uri="{FF2B5EF4-FFF2-40B4-BE49-F238E27FC236}">
                  <a16:creationId xmlns:a16="http://schemas.microsoft.com/office/drawing/2014/main" id="{D383E220-E6ED-B058-FDE2-AEAB6E923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85126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5" name="Straight Connector 2564">
              <a:extLst>
                <a:ext uri="{FF2B5EF4-FFF2-40B4-BE49-F238E27FC236}">
                  <a16:creationId xmlns:a16="http://schemas.microsoft.com/office/drawing/2014/main" id="{E930FB2D-D619-3B0A-6420-EC1BC0BD9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5" y="833361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7" name="Straight Connector 2566">
              <a:extLst>
                <a:ext uri="{FF2B5EF4-FFF2-40B4-BE49-F238E27FC236}">
                  <a16:creationId xmlns:a16="http://schemas.microsoft.com/office/drawing/2014/main" id="{A1369E34-6ECF-88FC-E792-37A968373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5410" y="821415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8" name="Straight Connector 2567">
              <a:extLst>
                <a:ext uri="{FF2B5EF4-FFF2-40B4-BE49-F238E27FC236}">
                  <a16:creationId xmlns:a16="http://schemas.microsoft.com/office/drawing/2014/main" id="{3B0F6F99-2CE7-7A3A-514F-7C4285F57CAE}"/>
                </a:ext>
              </a:extLst>
            </p:cNvPr>
            <p:cNvCxnSpPr>
              <a:cxnSpLocks/>
            </p:cNvCxnSpPr>
            <p:nvPr/>
          </p:nvCxnSpPr>
          <p:spPr>
            <a:xfrm>
              <a:off x="2879722" y="812314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9" name="Straight Connector 2568">
              <a:extLst>
                <a:ext uri="{FF2B5EF4-FFF2-40B4-BE49-F238E27FC236}">
                  <a16:creationId xmlns:a16="http://schemas.microsoft.com/office/drawing/2014/main" id="{88925AAF-3037-82FE-88D4-921BFFA93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4034" y="80150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0" name="Straight Connector 2569">
              <a:extLst>
                <a:ext uri="{FF2B5EF4-FFF2-40B4-BE49-F238E27FC236}">
                  <a16:creationId xmlns:a16="http://schemas.microsoft.com/office/drawing/2014/main" id="{8056D9CB-6AA3-CD17-2508-359DDBA513D7}"/>
                </a:ext>
              </a:extLst>
            </p:cNvPr>
            <p:cNvCxnSpPr>
              <a:cxnSpLocks/>
            </p:cNvCxnSpPr>
            <p:nvPr/>
          </p:nvCxnSpPr>
          <p:spPr>
            <a:xfrm>
              <a:off x="2868345" y="792404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1" name="Straight Connector 2570">
              <a:extLst>
                <a:ext uri="{FF2B5EF4-FFF2-40B4-BE49-F238E27FC236}">
                  <a16:creationId xmlns:a16="http://schemas.microsoft.com/office/drawing/2014/main" id="{B8A3B1F0-5914-03CC-CC9F-186A0A66D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347" y="7717844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2" name="Straight Connector 2571">
              <a:extLst>
                <a:ext uri="{FF2B5EF4-FFF2-40B4-BE49-F238E27FC236}">
                  <a16:creationId xmlns:a16="http://schemas.microsoft.com/office/drawing/2014/main" id="{D195B6EC-85B1-6FF2-0E00-4D027A632A70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7486041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4" name="Straight Connector 2573">
              <a:extLst>
                <a:ext uri="{FF2B5EF4-FFF2-40B4-BE49-F238E27FC236}">
                  <a16:creationId xmlns:a16="http://schemas.microsoft.com/office/drawing/2014/main" id="{54945624-5954-DC85-05E5-D6D2B2E3C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9214" y="7474664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5" name="Straight Connector 2574">
              <a:extLst>
                <a:ext uri="{FF2B5EF4-FFF2-40B4-BE49-F238E27FC236}">
                  <a16:creationId xmlns:a16="http://schemas.microsoft.com/office/drawing/2014/main" id="{2121EE19-E800-D668-F23A-411CC66D5535}"/>
                </a:ext>
              </a:extLst>
            </p:cNvPr>
            <p:cNvCxnSpPr>
              <a:cxnSpLocks/>
            </p:cNvCxnSpPr>
            <p:nvPr/>
          </p:nvCxnSpPr>
          <p:spPr>
            <a:xfrm>
              <a:off x="2071968" y="7577056"/>
              <a:ext cx="529022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6" name="Straight Connector 2575">
              <a:extLst>
                <a:ext uri="{FF2B5EF4-FFF2-40B4-BE49-F238E27FC236}">
                  <a16:creationId xmlns:a16="http://schemas.microsoft.com/office/drawing/2014/main" id="{CB0B75F1-4FA0-3D8C-8145-1350754B3D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7787527"/>
              <a:ext cx="557464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7" name="Straight Connector 2576">
              <a:extLst>
                <a:ext uri="{FF2B5EF4-FFF2-40B4-BE49-F238E27FC236}">
                  <a16:creationId xmlns:a16="http://schemas.microsoft.com/office/drawing/2014/main" id="{13847BED-E02C-EDBB-631B-C617F783C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549" y="789987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9" name="Straight Connector 2578">
              <a:extLst>
                <a:ext uri="{FF2B5EF4-FFF2-40B4-BE49-F238E27FC236}">
                  <a16:creationId xmlns:a16="http://schemas.microsoft.com/office/drawing/2014/main" id="{EF7C24BD-D5A8-CB15-A6C9-1C38AAFEA846}"/>
                </a:ext>
              </a:extLst>
            </p:cNvPr>
            <p:cNvCxnSpPr>
              <a:cxnSpLocks/>
            </p:cNvCxnSpPr>
            <p:nvPr/>
          </p:nvCxnSpPr>
          <p:spPr>
            <a:xfrm>
              <a:off x="1787547" y="7906984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0" name="Straight Connector 2579">
              <a:extLst>
                <a:ext uri="{FF2B5EF4-FFF2-40B4-BE49-F238E27FC236}">
                  <a16:creationId xmlns:a16="http://schemas.microsoft.com/office/drawing/2014/main" id="{7F3FFD60-C3A6-14C1-63ED-589447D07CEE}"/>
                </a:ext>
              </a:extLst>
            </p:cNvPr>
            <p:cNvCxnSpPr>
              <a:cxnSpLocks/>
            </p:cNvCxnSpPr>
            <p:nvPr/>
          </p:nvCxnSpPr>
          <p:spPr>
            <a:xfrm>
              <a:off x="1798924" y="81060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1" name="Straight Connector 2580">
              <a:extLst>
                <a:ext uri="{FF2B5EF4-FFF2-40B4-BE49-F238E27FC236}">
                  <a16:creationId xmlns:a16="http://schemas.microsoft.com/office/drawing/2014/main" id="{216FC0FA-971B-B283-6702-C8C66FB3F3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0591" y="811176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2" name="Straight Connector 2581">
              <a:extLst>
                <a:ext uri="{FF2B5EF4-FFF2-40B4-BE49-F238E27FC236}">
                  <a16:creationId xmlns:a16="http://schemas.microsoft.com/office/drawing/2014/main" id="{93B7152B-EB37-FED6-E2AF-5EDFA801EEB1}"/>
                </a:ext>
              </a:extLst>
            </p:cNvPr>
            <p:cNvCxnSpPr>
              <a:cxnSpLocks/>
            </p:cNvCxnSpPr>
            <p:nvPr/>
          </p:nvCxnSpPr>
          <p:spPr>
            <a:xfrm>
              <a:off x="2327946" y="8117455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3" name="Straight Connector 2582">
              <a:extLst>
                <a:ext uri="{FF2B5EF4-FFF2-40B4-BE49-F238E27FC236}">
                  <a16:creationId xmlns:a16="http://schemas.microsoft.com/office/drawing/2014/main" id="{9C7BBF7F-18B6-7AB2-3A4A-29823DA226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5303" y="8218424"/>
              <a:ext cx="0" cy="84330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5" name="Straight Connector 2584">
              <a:extLst>
                <a:ext uri="{FF2B5EF4-FFF2-40B4-BE49-F238E27FC236}">
                  <a16:creationId xmlns:a16="http://schemas.microsoft.com/office/drawing/2014/main" id="{FEA646BE-3949-2FA2-0E49-35C29689415C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35" y="8947963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6" name="Straight Connector 2585">
              <a:extLst>
                <a:ext uri="{FF2B5EF4-FFF2-40B4-BE49-F238E27FC236}">
                  <a16:creationId xmlns:a16="http://schemas.microsoft.com/office/drawing/2014/main" id="{40BB0DE1-4F1E-87E9-9E2F-6608CCF80E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325" y="8327926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7" name="Straight Connector 2586">
              <a:extLst>
                <a:ext uri="{FF2B5EF4-FFF2-40B4-BE49-F238E27FC236}">
                  <a16:creationId xmlns:a16="http://schemas.microsoft.com/office/drawing/2014/main" id="{A647D048-C0A7-B6BD-40E0-6C6038C8B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2149" y="8327926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8" name="Straight Connector 2587">
              <a:extLst>
                <a:ext uri="{FF2B5EF4-FFF2-40B4-BE49-F238E27FC236}">
                  <a16:creationId xmlns:a16="http://schemas.microsoft.com/office/drawing/2014/main" id="{229B1850-B94D-6137-47D0-A0784FD9A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7839" y="8441695"/>
              <a:ext cx="0" cy="614349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9" name="Straight Connector 2588">
              <a:extLst>
                <a:ext uri="{FF2B5EF4-FFF2-40B4-BE49-F238E27FC236}">
                  <a16:creationId xmlns:a16="http://schemas.microsoft.com/office/drawing/2014/main" id="{5037C2FD-E214-FF9D-C339-E3AF6A5321C2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851260"/>
              <a:ext cx="523334" cy="204783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1" name="Straight Connector 2590">
              <a:extLst>
                <a:ext uri="{FF2B5EF4-FFF2-40B4-BE49-F238E27FC236}">
                  <a16:creationId xmlns:a16="http://schemas.microsoft.com/office/drawing/2014/main" id="{98CD6B43-6332-456D-7020-242084E0E7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7438" y="8754557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2" name="Straight Connector 2591">
              <a:extLst>
                <a:ext uri="{FF2B5EF4-FFF2-40B4-BE49-F238E27FC236}">
                  <a16:creationId xmlns:a16="http://schemas.microsoft.com/office/drawing/2014/main" id="{AD28AC72-D438-DBA7-4496-C0ED89969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8571106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3" name="Straight Connector 2592">
              <a:extLst>
                <a:ext uri="{FF2B5EF4-FFF2-40B4-BE49-F238E27FC236}">
                  <a16:creationId xmlns:a16="http://schemas.microsoft.com/office/drawing/2014/main" id="{943854A3-A543-865D-AF8F-74D62F7F2CD3}"/>
                </a:ext>
              </a:extLst>
            </p:cNvPr>
            <p:cNvCxnSpPr>
              <a:cxnSpLocks/>
            </p:cNvCxnSpPr>
            <p:nvPr/>
          </p:nvCxnSpPr>
          <p:spPr>
            <a:xfrm>
              <a:off x="1514503" y="843031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4" name="Straight Connector 2593">
              <a:extLst>
                <a:ext uri="{FF2B5EF4-FFF2-40B4-BE49-F238E27FC236}">
                  <a16:creationId xmlns:a16="http://schemas.microsoft.com/office/drawing/2014/main" id="{628F73B3-2909-1E04-8DF2-606FFD6220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8424629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Straight Connector 2594">
              <a:extLst>
                <a:ext uri="{FF2B5EF4-FFF2-40B4-BE49-F238E27FC236}">
                  <a16:creationId xmlns:a16="http://schemas.microsoft.com/office/drawing/2014/main" id="{AEF55FA1-93FF-4770-F0E7-4BCE6505EC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1461" y="853697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6" name="Straight Connector 2595">
              <a:extLst>
                <a:ext uri="{FF2B5EF4-FFF2-40B4-BE49-F238E27FC236}">
                  <a16:creationId xmlns:a16="http://schemas.microsoft.com/office/drawing/2014/main" id="{9E227391-70B8-037A-66D6-FD34169463F9}"/>
                </a:ext>
              </a:extLst>
            </p:cNvPr>
            <p:cNvCxnSpPr>
              <a:cxnSpLocks/>
            </p:cNvCxnSpPr>
            <p:nvPr/>
          </p:nvCxnSpPr>
          <p:spPr>
            <a:xfrm>
              <a:off x="979793" y="8640789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7" name="Straight Connector 2596">
              <a:extLst>
                <a:ext uri="{FF2B5EF4-FFF2-40B4-BE49-F238E27FC236}">
                  <a16:creationId xmlns:a16="http://schemas.microsoft.com/office/drawing/2014/main" id="{ECF7FFFC-4197-E725-070C-0A9864612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106" y="8457337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8" name="Straight Connector 2597">
              <a:extLst>
                <a:ext uri="{FF2B5EF4-FFF2-40B4-BE49-F238E27FC236}">
                  <a16:creationId xmlns:a16="http://schemas.microsoft.com/office/drawing/2014/main" id="{5B802EFB-B2C1-0E5B-411B-0D23B1879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6" y="8322238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9" name="Straight Connector 2598">
              <a:extLst>
                <a:ext uri="{FF2B5EF4-FFF2-40B4-BE49-F238E27FC236}">
                  <a16:creationId xmlns:a16="http://schemas.microsoft.com/office/drawing/2014/main" id="{8862AAD6-50DD-C48F-6ECD-0A7312088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4396" y="7889919"/>
              <a:ext cx="0" cy="443696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1" name="Straight Connector 2600">
              <a:extLst>
                <a:ext uri="{FF2B5EF4-FFF2-40B4-BE49-F238E27FC236}">
                  <a16:creationId xmlns:a16="http://schemas.microsoft.com/office/drawing/2014/main" id="{4F9ABA39-C3A7-B364-E066-48C2B41FF6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3017" y="7679447"/>
              <a:ext cx="563153" cy="22184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3" name="Straight Connector 2602">
              <a:extLst>
                <a:ext uri="{FF2B5EF4-FFF2-40B4-BE49-F238E27FC236}">
                  <a16:creationId xmlns:a16="http://schemas.microsoft.com/office/drawing/2014/main" id="{B86FF14A-D081-D55B-E39C-7E9AD36EE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860" y="747324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4" name="Straight Connector 2603">
              <a:extLst>
                <a:ext uri="{FF2B5EF4-FFF2-40B4-BE49-F238E27FC236}">
                  <a16:creationId xmlns:a16="http://schemas.microsoft.com/office/drawing/2014/main" id="{432AC4DB-D10B-2AA4-80E7-5EE8ADADF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0083" y="7463288"/>
              <a:ext cx="551776" cy="25029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6" name="Straight Connector 2605">
              <a:extLst>
                <a:ext uri="{FF2B5EF4-FFF2-40B4-BE49-F238E27FC236}">
                  <a16:creationId xmlns:a16="http://schemas.microsoft.com/office/drawing/2014/main" id="{C569EBDE-49F2-5285-6ED2-333595523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5773" y="7507372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8" name="Straight Connector 2607">
              <a:extLst>
                <a:ext uri="{FF2B5EF4-FFF2-40B4-BE49-F238E27FC236}">
                  <a16:creationId xmlns:a16="http://schemas.microsoft.com/office/drawing/2014/main" id="{EAA5CC3E-B42D-D895-E0FC-11C175142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2727" y="7395027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9" name="Straight Connector 2608">
              <a:extLst>
                <a:ext uri="{FF2B5EF4-FFF2-40B4-BE49-F238E27FC236}">
                  <a16:creationId xmlns:a16="http://schemas.microsoft.com/office/drawing/2014/main" id="{E130C4A8-C3E7-76A2-F206-0803B879B2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418" y="7387916"/>
              <a:ext cx="0" cy="40530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1" name="Straight Connector 2610">
              <a:extLst>
                <a:ext uri="{FF2B5EF4-FFF2-40B4-BE49-F238E27FC236}">
                  <a16:creationId xmlns:a16="http://schemas.microsoft.com/office/drawing/2014/main" id="{7F1968FC-CC55-7297-2B3A-E67151501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060" y="7770462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2" name="Straight Connector 2611">
              <a:extLst>
                <a:ext uri="{FF2B5EF4-FFF2-40B4-BE49-F238E27FC236}">
                  <a16:creationId xmlns:a16="http://schemas.microsoft.com/office/drawing/2014/main" id="{EFDC950A-C8DE-5599-069E-42B6F23BA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352" y="8007953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4" name="Straight Connector 2613">
              <a:extLst>
                <a:ext uri="{FF2B5EF4-FFF2-40B4-BE49-F238E27FC236}">
                  <a16:creationId xmlns:a16="http://schemas.microsoft.com/office/drawing/2014/main" id="{DD7DC516-8102-0D66-15E2-23337A2666F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72" y="788423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5" name="Straight Connector 2614">
              <a:extLst>
                <a:ext uri="{FF2B5EF4-FFF2-40B4-BE49-F238E27FC236}">
                  <a16:creationId xmlns:a16="http://schemas.microsoft.com/office/drawing/2014/main" id="{C0F6F7B6-663D-755A-5D71-2ACF0A3E69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618" y="8208470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6" name="Straight Connector 2615">
              <a:extLst>
                <a:ext uri="{FF2B5EF4-FFF2-40B4-BE49-F238E27FC236}">
                  <a16:creationId xmlns:a16="http://schemas.microsoft.com/office/drawing/2014/main" id="{0E0DBC25-646C-FA83-D6E9-99E4A24E5D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932" y="8121721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7" name="Straight Connector 2616">
              <a:extLst>
                <a:ext uri="{FF2B5EF4-FFF2-40B4-BE49-F238E27FC236}">
                  <a16:creationId xmlns:a16="http://schemas.microsoft.com/office/drawing/2014/main" id="{D89B0914-65D3-FE9E-4F51-94852A43E720}"/>
                </a:ext>
              </a:extLst>
            </p:cNvPr>
            <p:cNvCxnSpPr>
              <a:cxnSpLocks/>
            </p:cNvCxnSpPr>
            <p:nvPr/>
          </p:nvCxnSpPr>
          <p:spPr>
            <a:xfrm>
              <a:off x="410951" y="7992310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8" name="Straight Connector 2617">
              <a:extLst>
                <a:ext uri="{FF2B5EF4-FFF2-40B4-BE49-F238E27FC236}">
                  <a16:creationId xmlns:a16="http://schemas.microsoft.com/office/drawing/2014/main" id="{667C29CC-DC52-CB8A-DDD8-B0628A5863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8" y="780317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9" name="Straight Connector 2618">
              <a:extLst>
                <a:ext uri="{FF2B5EF4-FFF2-40B4-BE49-F238E27FC236}">
                  <a16:creationId xmlns:a16="http://schemas.microsoft.com/office/drawing/2014/main" id="{00B4EED9-DC6E-0DDE-80AD-267E85BA5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951" y="7696513"/>
              <a:ext cx="273044" cy="113768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0" name="Straight Connector 2619">
              <a:extLst>
                <a:ext uri="{FF2B5EF4-FFF2-40B4-BE49-F238E27FC236}">
                  <a16:creationId xmlns:a16="http://schemas.microsoft.com/office/drawing/2014/main" id="{694EF789-90EF-EBE7-4892-70C1BAD25E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017" y="7468976"/>
              <a:ext cx="261667" cy="136522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2" name="Straight Connector 2621">
              <a:extLst>
                <a:ext uri="{FF2B5EF4-FFF2-40B4-BE49-F238E27FC236}">
                  <a16:creationId xmlns:a16="http://schemas.microsoft.com/office/drawing/2014/main" id="{BF596AD4-5223-DEF2-FD30-E27A5A879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374" y="7461865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3" name="Straight Connector 2622">
              <a:extLst>
                <a:ext uri="{FF2B5EF4-FFF2-40B4-BE49-F238E27FC236}">
                  <a16:creationId xmlns:a16="http://schemas.microsoft.com/office/drawing/2014/main" id="{CF6EA844-13AA-A5D9-55DC-F900FB477A82}"/>
                </a:ext>
              </a:extLst>
            </p:cNvPr>
            <p:cNvCxnSpPr>
              <a:cxnSpLocks/>
            </p:cNvCxnSpPr>
            <p:nvPr/>
          </p:nvCxnSpPr>
          <p:spPr>
            <a:xfrm>
              <a:off x="4262006" y="8646478"/>
              <a:ext cx="261667" cy="108080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4" name="Straight Connector 2623">
              <a:extLst>
                <a:ext uri="{FF2B5EF4-FFF2-40B4-BE49-F238E27FC236}">
                  <a16:creationId xmlns:a16="http://schemas.microsoft.com/office/drawing/2014/main" id="{8192393E-A440-6451-5108-552F8C0C5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62008" y="8627990"/>
              <a:ext cx="0" cy="200517"/>
            </a:xfrm>
            <a:prstGeom prst="line">
              <a:avLst/>
            </a:prstGeom>
            <a:ln w="952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1985313" y="372306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13.07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273174" y="1549400"/>
            <a:ext cx="7632701" cy="5577681"/>
            <a:chOff x="1273174" y="1549400"/>
            <a:chExt cx="7632701" cy="5577681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41328" y="1886355"/>
              <a:ext cx="0" cy="130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576638" y="3857625"/>
              <a:ext cx="295274" cy="95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74" y="3252788"/>
              <a:ext cx="0" cy="6096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19875" y="2069306"/>
              <a:ext cx="754856" cy="166688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49" y="2957512"/>
              <a:ext cx="0" cy="3452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5567" y="2001980"/>
              <a:ext cx="154309" cy="792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F5E8133-1890-64B2-9FB6-3D1B50EDF524}"/>
                </a:ext>
              </a:extLst>
            </p:cNvPr>
            <p:cNvCxnSpPr>
              <a:cxnSpLocks/>
            </p:cNvCxnSpPr>
            <p:nvPr/>
          </p:nvCxnSpPr>
          <p:spPr>
            <a:xfrm>
              <a:off x="1893094" y="2474118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8E05DE-C7CD-2C84-0801-AD801613656A}"/>
                </a:ext>
              </a:extLst>
            </p:cNvPr>
            <p:cNvCxnSpPr>
              <a:cxnSpLocks/>
            </p:cNvCxnSpPr>
            <p:nvPr/>
          </p:nvCxnSpPr>
          <p:spPr>
            <a:xfrm>
              <a:off x="2035968" y="2519362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8BB69DE-7F6F-DCE2-F268-ED1D0D87A31D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07" y="2647950"/>
              <a:ext cx="778668" cy="295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0F509B8E-C6F4-BDC9-0252-7AD6D9945D73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1" y="3290887"/>
              <a:ext cx="461962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D11DFBBF-C913-8BD0-7035-699BF92F3C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7531" y="34861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97EEDE62-CDCA-3BF8-CE78-85DAD308B1E5}"/>
                </a:ext>
              </a:extLst>
            </p:cNvPr>
            <p:cNvCxnSpPr>
              <a:cxnSpLocks/>
            </p:cNvCxnSpPr>
            <p:nvPr/>
          </p:nvCxnSpPr>
          <p:spPr>
            <a:xfrm>
              <a:off x="3112293" y="3548063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74705D1E-0C9A-3A2B-1506-10F8AC8206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0369" y="3712369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6E227392-82C4-B9FF-BC11-329F4BE99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2256" y="372427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9090C555-E593-5FC8-E0C7-AD48D96D55FC}"/>
                </a:ext>
              </a:extLst>
            </p:cNvPr>
            <p:cNvCxnSpPr>
              <a:cxnSpLocks/>
            </p:cNvCxnSpPr>
            <p:nvPr/>
          </p:nvCxnSpPr>
          <p:spPr>
            <a:xfrm>
              <a:off x="2802730" y="36623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955">
              <a:extLst>
                <a:ext uri="{FF2B5EF4-FFF2-40B4-BE49-F238E27FC236}">
                  <a16:creationId xmlns:a16="http://schemas.microsoft.com/office/drawing/2014/main" id="{078C3362-F8DF-B3CB-149F-AB92B40DB3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4775" y="3606800"/>
              <a:ext cx="155574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AA8B7FCF-A096-7715-2E4B-74508FCA2D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7950" y="3481388"/>
              <a:ext cx="295275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695DD541-53E4-147A-C012-F203C3B7F5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3188" y="3362325"/>
              <a:ext cx="285749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51E1C6D-E6DA-1C6E-CA58-E279BC6CD0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2675" y="3352800"/>
              <a:ext cx="295275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8136B51B-FE61-7670-BDB9-6A41EB7B685F}"/>
                </a:ext>
              </a:extLst>
            </p:cNvPr>
            <p:cNvCxnSpPr>
              <a:cxnSpLocks/>
            </p:cNvCxnSpPr>
            <p:nvPr/>
          </p:nvCxnSpPr>
          <p:spPr>
            <a:xfrm>
              <a:off x="2352674" y="3476625"/>
              <a:ext cx="0" cy="600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48672D7-29DC-D36D-340B-4BB7970168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1525" y="4070350"/>
              <a:ext cx="296863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9594AC22-A027-4874-CFDA-25E6B2FAB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3888" y="413543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011BF6AB-B4B0-A8AF-CEFA-F9C679DDE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506" y="40703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CD8DBDB0-55A0-1B05-7782-3193DD269AE7}"/>
                </a:ext>
              </a:extLst>
            </p:cNvPr>
            <p:cNvCxnSpPr>
              <a:cxnSpLocks/>
            </p:cNvCxnSpPr>
            <p:nvPr/>
          </p:nvCxnSpPr>
          <p:spPr>
            <a:xfrm>
              <a:off x="2040730" y="39417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2AA5432B-E6F0-CE33-7FE4-C4BE2C2D4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8750" y="3949700"/>
              <a:ext cx="6191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C0A8BA8-4103-E294-C15B-78028D956962}"/>
                </a:ext>
              </a:extLst>
            </p:cNvPr>
            <p:cNvCxnSpPr>
              <a:cxnSpLocks/>
            </p:cNvCxnSpPr>
            <p:nvPr/>
          </p:nvCxnSpPr>
          <p:spPr>
            <a:xfrm>
              <a:off x="1431130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C76C866A-7A34-6813-F74D-5708553ED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4184650"/>
              <a:ext cx="314325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5BDA444-6095-12B0-8DA8-F8FBCE014511}"/>
                </a:ext>
              </a:extLst>
            </p:cNvPr>
            <p:cNvCxnSpPr>
              <a:cxnSpLocks/>
            </p:cNvCxnSpPr>
            <p:nvPr/>
          </p:nvCxnSpPr>
          <p:spPr>
            <a:xfrm>
              <a:off x="1729580" y="41830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9982F05-A5E1-3BD9-729D-9A80E1EA06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313" y="4310062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736D406C-2E0E-BEB2-95D1-41735B5E0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9581" y="437197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C261AE37-C53F-1428-D36F-060ED3057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7838" y="44338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4764C218-DF13-91C3-D875-65A640B742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1625" y="4495800"/>
              <a:ext cx="319088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F1ED2C8D-A706-BBD1-9BD1-20DB4FEB1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17638" y="45481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B0027453-ABFC-9A95-1516-839AB85169B4}"/>
                </a:ext>
              </a:extLst>
            </p:cNvPr>
            <p:cNvCxnSpPr>
              <a:cxnSpLocks/>
            </p:cNvCxnSpPr>
            <p:nvPr/>
          </p:nvCxnSpPr>
          <p:spPr>
            <a:xfrm>
              <a:off x="1421605" y="4538663"/>
              <a:ext cx="0" cy="242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C43E9AC-0067-AE38-1952-F7622D6381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6050" y="4546600"/>
              <a:ext cx="60960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B4FFF554-E702-571B-3232-2995D68D2779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80" y="45291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4996573E-1E19-FF89-C67D-7F2F2A04B9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6425" y="46609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5405812D-7ED5-07EC-D9BC-978708AA5FAF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47259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75E29716-948D-2112-6E9F-6E817C531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7200" y="48450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4E3B9D9-A2D7-A06C-B20B-179AED349239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47863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10E8A3E3-AF9E-AC59-E2EC-0ED2E67C38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9525" y="4791075"/>
              <a:ext cx="463550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F3DB784-E338-B5DB-96DA-E5BBDBC3D962}"/>
                </a:ext>
              </a:extLst>
            </p:cNvPr>
            <p:cNvCxnSpPr>
              <a:cxnSpLocks/>
            </p:cNvCxnSpPr>
            <p:nvPr/>
          </p:nvCxnSpPr>
          <p:spPr>
            <a:xfrm>
              <a:off x="1281905" y="4960938"/>
              <a:ext cx="0" cy="363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BC43442-18CC-F911-BC76-5B343C41B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2700" y="5254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BFA9D7B6-768F-69D3-96CE-DF0516B9C6E9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029200"/>
              <a:ext cx="0" cy="239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57E2127A-4051-3BB4-53D6-3D0381AD1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925" y="4959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3721C8E0-F433-B636-7E4E-797A058426DB}"/>
                </a:ext>
              </a:extLst>
            </p:cNvPr>
            <p:cNvCxnSpPr>
              <a:cxnSpLocks/>
            </p:cNvCxnSpPr>
            <p:nvPr/>
          </p:nvCxnSpPr>
          <p:spPr>
            <a:xfrm>
              <a:off x="1583530" y="4965700"/>
              <a:ext cx="0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7D782DBE-4BE8-B39F-CDDD-543EB08B0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53054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BCBA13B-5AF5-578F-9C6B-A7F861B8CA48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376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6CA3ABD8-F0AE-F6B8-26D8-E63093FF4F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3513" y="5503862"/>
              <a:ext cx="307181" cy="1206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05D649DB-CB0B-6957-AE80-128AFD2A610C}"/>
                </a:ext>
              </a:extLst>
            </p:cNvPr>
            <p:cNvCxnSpPr>
              <a:cxnSpLocks/>
            </p:cNvCxnSpPr>
            <p:nvPr/>
          </p:nvCxnSpPr>
          <p:spPr>
            <a:xfrm>
              <a:off x="2043905" y="56372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E2EDFB6D-B5B5-F317-7AF3-4DDFA7F64C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7975" y="5445125"/>
              <a:ext cx="473074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2E7286B-9119-F42B-9385-4365F986A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1150" y="5381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51D65231-F43F-D176-882E-6927197F7F58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5153025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5F6A136B-797B-FED7-405F-1AF45E9EF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0375" y="5086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1C53B154-3F9D-4AF7-238F-541E01C69277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5083175"/>
              <a:ext cx="0" cy="349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CF8D303E-6874-22FD-1E6E-338248FC64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250" y="542607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F05529C4-C213-E81F-2FFC-9F22640A9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350" y="5435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CF412D5-95BA-6570-CBAE-371B50EE5304}"/>
                </a:ext>
              </a:extLst>
            </p:cNvPr>
            <p:cNvCxnSpPr>
              <a:cxnSpLocks/>
            </p:cNvCxnSpPr>
            <p:nvPr/>
          </p:nvCxnSpPr>
          <p:spPr>
            <a:xfrm>
              <a:off x="2186780" y="5437188"/>
              <a:ext cx="0" cy="207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5E767663-C7E8-E6D5-AB97-B39C08F24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56610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D755CBAD-12CB-9BCA-13F8-F5388B5F5C59}"/>
                </a:ext>
              </a:extLst>
            </p:cNvPr>
            <p:cNvCxnSpPr>
              <a:cxnSpLocks/>
            </p:cNvCxnSpPr>
            <p:nvPr/>
          </p:nvCxnSpPr>
          <p:spPr>
            <a:xfrm>
              <a:off x="2342355" y="5499100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5EA590E2-1A00-8778-A066-BA1DF951EA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3150" y="5492750"/>
              <a:ext cx="15875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76BCCA0-44DB-C654-A427-8A8707188674}"/>
                </a:ext>
              </a:extLst>
            </p:cNvPr>
            <p:cNvCxnSpPr>
              <a:cxnSpLocks/>
            </p:cNvCxnSpPr>
            <p:nvPr/>
          </p:nvCxnSpPr>
          <p:spPr>
            <a:xfrm>
              <a:off x="2494755" y="5557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6CFF67A4-0543-67B4-6603-451C0710C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6261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2BAAEA61-6505-0FEA-AC26-41D11D818ED1}"/>
                </a:ext>
              </a:extLst>
            </p:cNvPr>
            <p:cNvCxnSpPr>
              <a:cxnSpLocks/>
            </p:cNvCxnSpPr>
            <p:nvPr/>
          </p:nvCxnSpPr>
          <p:spPr>
            <a:xfrm>
              <a:off x="2650330" y="5503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D3B9DB18-A211-B4A6-1086-880869041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3879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2051F-F37E-56E3-9A6C-EF80CA5C6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6025" y="544195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ED635E3C-CD9F-82A5-26DA-2048807EB6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5197475"/>
              <a:ext cx="460375" cy="196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B076E022-B838-A926-8ED7-C3403665FC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2000" y="51847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35A90C7F-63D6-AAFA-062F-5FBC39C2DA61}"/>
                </a:ext>
              </a:extLst>
            </p:cNvPr>
            <p:cNvCxnSpPr>
              <a:cxnSpLocks/>
            </p:cNvCxnSpPr>
            <p:nvPr/>
          </p:nvCxnSpPr>
          <p:spPr>
            <a:xfrm>
              <a:off x="2037555" y="5038725"/>
              <a:ext cx="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D3D8D5E7-C96A-2D49-63B5-8EFBDE823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5175" y="5029200"/>
              <a:ext cx="60960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B68DA4B4-B31B-6770-FA86-23EFAAEDB084}"/>
                </a:ext>
              </a:extLst>
            </p:cNvPr>
            <p:cNvCxnSpPr>
              <a:cxnSpLocks/>
            </p:cNvCxnSpPr>
            <p:nvPr/>
          </p:nvCxnSpPr>
          <p:spPr>
            <a:xfrm>
              <a:off x="2647155" y="51419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0D36BB45-F992-0C75-4F28-761A58CFC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4968875"/>
              <a:ext cx="495300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A96D445B-A0A8-CC59-1C8B-B308873E3F02}"/>
                </a:ext>
              </a:extLst>
            </p:cNvPr>
            <p:cNvCxnSpPr>
              <a:cxnSpLocks/>
            </p:cNvCxnSpPr>
            <p:nvPr/>
          </p:nvCxnSpPr>
          <p:spPr>
            <a:xfrm>
              <a:off x="2189955" y="48434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8FA5CFD0-134E-E94F-A37B-6DC706FC5A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4875" y="48418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D015498D-AAE9-FA27-0883-DDD877DACB32}"/>
                </a:ext>
              </a:extLst>
            </p:cNvPr>
            <p:cNvCxnSpPr>
              <a:cxnSpLocks/>
            </p:cNvCxnSpPr>
            <p:nvPr/>
          </p:nvCxnSpPr>
          <p:spPr>
            <a:xfrm>
              <a:off x="2656680" y="48847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3C9A919F-4CE1-8EEB-951D-922DD7D53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7575" y="472122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69502577-BDB4-C9EA-15F5-1D1C3D196DCA}"/>
                </a:ext>
              </a:extLst>
            </p:cNvPr>
            <p:cNvCxnSpPr>
              <a:cxnSpLocks/>
            </p:cNvCxnSpPr>
            <p:nvPr/>
          </p:nvCxnSpPr>
          <p:spPr>
            <a:xfrm>
              <a:off x="2193130" y="4614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6A5A364-93FE-678C-FC13-E7744391ED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46132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94148182-6DCC-0E0D-1FCB-3D080BEA3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000" y="47244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2792ACE8-AED7-C53D-7C75-DC0478A113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6069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C6B6D85-C68E-7075-D23C-EE3AC71B4B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4546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72FA2007-44BA-86A0-2C25-ADAE8E4D35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7100" y="43719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4D3FDD42-CBBB-1569-329D-7945D5470344}"/>
                </a:ext>
              </a:extLst>
            </p:cNvPr>
            <p:cNvCxnSpPr>
              <a:cxnSpLocks/>
            </p:cNvCxnSpPr>
            <p:nvPr/>
          </p:nvCxnSpPr>
          <p:spPr>
            <a:xfrm>
              <a:off x="2199480" y="42370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88412A75-E9AC-69E2-8F58-4A73A5E6A8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925" y="41846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9F3D3FE1-A1F5-0341-B4D8-951864523BEB}"/>
                </a:ext>
              </a:extLst>
            </p:cNvPr>
            <p:cNvCxnSpPr>
              <a:cxnSpLocks/>
            </p:cNvCxnSpPr>
            <p:nvPr/>
          </p:nvCxnSpPr>
          <p:spPr>
            <a:xfrm>
              <a:off x="2348705" y="41767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7632E04B-3ECE-3608-675C-FF4299E48E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6325" y="4305300"/>
              <a:ext cx="625475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6855508-F712-E278-8F36-1A69E32FE4C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5" y="44211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0F26578E-3F95-F47A-7666-4CD814FA4C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2576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087017B-EA93-09A4-814A-59A27DFD9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1425" y="41941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13D53826-C1EA-7FFB-4E04-FECEB45619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0175" y="42005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F7E8D1B4-59FB-A34F-5C1D-C13110DAE3BB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5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A30C4D34-EFFE-96A6-FD19-320E0D699E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4000" y="41243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5F5382C0-6CE6-5D5A-E628-C34EADF1D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40608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E649ECDF-F2D6-F309-DF62-3733962B2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40608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55985789-B0A4-DBB9-84BA-8FB3AB203E46}"/>
                </a:ext>
              </a:extLst>
            </p:cNvPr>
            <p:cNvCxnSpPr>
              <a:cxnSpLocks/>
            </p:cNvCxnSpPr>
            <p:nvPr/>
          </p:nvCxnSpPr>
          <p:spPr>
            <a:xfrm>
              <a:off x="3113880" y="4148138"/>
              <a:ext cx="0" cy="579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5115E9C3-A1F3-66F6-FD8B-08AECA5E80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5625" y="471805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9B71C0A7-07D5-45B7-33D5-D3BAFF971735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5" y="4799013"/>
              <a:ext cx="0" cy="350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3D0B3F8C-2B2E-C3C8-DA28-FE0ED50ED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5150" y="50641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4264B3CB-ECE9-1541-7121-20FEB6B47068}"/>
                </a:ext>
              </a:extLst>
            </p:cNvPr>
            <p:cNvCxnSpPr>
              <a:cxnSpLocks/>
            </p:cNvCxnSpPr>
            <p:nvPr/>
          </p:nvCxnSpPr>
          <p:spPr>
            <a:xfrm>
              <a:off x="3107530" y="4851400"/>
              <a:ext cx="0" cy="223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03A705D-7612-5A0E-9D67-12F0E5AC4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0350" y="4854575"/>
              <a:ext cx="298450" cy="111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FB6A189B-67B3-454D-F66C-19ECBE1975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0825" y="495300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F7F038EE-64DB-4213-8988-C738A7D5B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525" y="503872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Straight Connector 1987">
              <a:extLst>
                <a:ext uri="{FF2B5EF4-FFF2-40B4-BE49-F238E27FC236}">
                  <a16:creationId xmlns:a16="http://schemas.microsoft.com/office/drawing/2014/main" id="{FFD5E795-F995-23B6-A055-A44A63BB1391}"/>
                </a:ext>
              </a:extLst>
            </p:cNvPr>
            <p:cNvCxnSpPr>
              <a:cxnSpLocks/>
            </p:cNvCxnSpPr>
            <p:nvPr/>
          </p:nvCxnSpPr>
          <p:spPr>
            <a:xfrm>
              <a:off x="2802730" y="50815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930E1EBB-196D-A962-C444-3D98D7344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6225" y="51498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5F6CD90B-7962-AF84-46DE-D7E6F9DF0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2750" y="51435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9145FE32-4B0D-C408-4AC0-32FDEEAE2424}"/>
                </a:ext>
              </a:extLst>
            </p:cNvPr>
            <p:cNvCxnSpPr>
              <a:cxnSpLocks/>
            </p:cNvCxnSpPr>
            <p:nvPr/>
          </p:nvCxnSpPr>
          <p:spPr>
            <a:xfrm>
              <a:off x="3104355" y="5202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C9CE743B-F0BB-AA72-7D39-F22BD5048B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52578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D6C4A011-A05F-D256-C1D5-09373FA933A4}"/>
                </a:ext>
              </a:extLst>
            </p:cNvPr>
            <p:cNvCxnSpPr>
              <a:cxnSpLocks/>
            </p:cNvCxnSpPr>
            <p:nvPr/>
          </p:nvCxnSpPr>
          <p:spPr>
            <a:xfrm>
              <a:off x="2951955" y="5268913"/>
              <a:ext cx="0" cy="347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B6B1F23B-E253-1051-0D61-C5F2F5F0F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9100" y="561657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BA743247-5ED3-DF8F-B213-3DB1B33F0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8325" y="5565775"/>
              <a:ext cx="298450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A8EE184F-F47A-7F43-8826-178C449A42A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557838"/>
              <a:ext cx="150020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636AD313-066F-E837-C42A-AF49A8AE4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1200" y="5629275"/>
              <a:ext cx="307975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70017B48-ADFC-9605-5B83-40E0E6EDF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1200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F5877D3A-202E-BA51-0A48-3672663C491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7927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A99712C4-2C26-2069-E180-7B8FC279E1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9950" y="59277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BD02D2C0-1076-99A6-F8D4-97948E20CEAC}"/>
                </a:ext>
              </a:extLst>
            </p:cNvPr>
            <p:cNvCxnSpPr>
              <a:cxnSpLocks/>
            </p:cNvCxnSpPr>
            <p:nvPr/>
          </p:nvCxnSpPr>
          <p:spPr>
            <a:xfrm>
              <a:off x="3567905" y="5743575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0F0D76C7-20A8-2461-1B1C-B0AF61BF95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9175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7D0F58A9-21AE-81F6-ED9D-A717A5A9A2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1575" y="5737225"/>
              <a:ext cx="161925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0196E861-F298-AE3E-29E4-6C2A03FBF7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0325" y="57372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D5739DA3-B458-5C11-2866-6425EBEA4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4950" y="5676900"/>
              <a:ext cx="2825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E82406F9-4159-E2DB-C4E1-1D10A7EC3397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FC680C0-B416-3B85-EC7B-2ECF8E4379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5118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4FA1225-7AAA-718C-2619-D2B151EAC30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130" y="54975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229A034A-76D8-EAA7-AE3C-B3587DC83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0400" y="5553075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4926C7BD-1842-A957-C8A9-98EDF4997129}"/>
                </a:ext>
              </a:extLst>
            </p:cNvPr>
            <p:cNvCxnSpPr>
              <a:cxnSpLocks/>
            </p:cNvCxnSpPr>
            <p:nvPr/>
          </p:nvCxnSpPr>
          <p:spPr>
            <a:xfrm>
              <a:off x="4637880" y="5424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F5F5043A-56A8-44DB-A276-E756966D9E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975" y="5429250"/>
              <a:ext cx="32385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EA74FCEF-0FC2-73E1-898A-B98B726CDB5F}"/>
                </a:ext>
              </a:extLst>
            </p:cNvPr>
            <p:cNvCxnSpPr>
              <a:cxnSpLocks/>
            </p:cNvCxnSpPr>
            <p:nvPr/>
          </p:nvCxnSpPr>
          <p:spPr>
            <a:xfrm>
              <a:off x="49426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22707A6C-BBB4-60FF-6763-731C5228B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43475" y="56769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018D656F-01EC-BC90-1D9D-9AA2A9D088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4725" y="5984875"/>
              <a:ext cx="294481" cy="1135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AE8EA051-5BC1-7311-A081-9E45C1AAA2B0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5738813"/>
              <a:ext cx="0" cy="24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482054B8-8876-84C5-E14C-804745115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6806" y="5740400"/>
              <a:ext cx="157163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7DD49F85-B528-13D8-8D55-34A39DA8A5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99050" y="5870575"/>
              <a:ext cx="292100" cy="104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3A4833CE-7CBC-D366-56B2-96FD5A57AE62}"/>
                </a:ext>
              </a:extLst>
            </p:cNvPr>
            <p:cNvCxnSpPr>
              <a:cxnSpLocks/>
            </p:cNvCxnSpPr>
            <p:nvPr/>
          </p:nvCxnSpPr>
          <p:spPr>
            <a:xfrm>
              <a:off x="5397500" y="5870575"/>
              <a:ext cx="0" cy="108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11664BF8-3D61-C55C-FD3C-F7B8DFC1EB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1925" y="58039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BB2B4FAB-68F1-15C7-F144-1B42D5257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400" y="57594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8D0C1D06-A9E5-4BC2-7671-D5B5CD7BF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9525" y="5619750"/>
              <a:ext cx="31432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Straight Connector 2015">
              <a:extLst>
                <a:ext uri="{FF2B5EF4-FFF2-40B4-BE49-F238E27FC236}">
                  <a16:creationId xmlns:a16="http://schemas.microsoft.com/office/drawing/2014/main" id="{0C755F1D-FE31-55E9-4420-588B679CC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6350" y="556577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AED50892-5F74-E9C8-C100-A4AE3A421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5381625"/>
              <a:ext cx="47942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Straight Connector 2018">
              <a:extLst>
                <a:ext uri="{FF2B5EF4-FFF2-40B4-BE49-F238E27FC236}">
                  <a16:creationId xmlns:a16="http://schemas.microsoft.com/office/drawing/2014/main" id="{6EA78136-14DC-28A9-77AC-B259327A7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550" y="53340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8C6D75C5-B2FF-EB81-64AD-0A7292159E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7125" y="533717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2" name="Straight Connector 2021">
              <a:extLst>
                <a:ext uri="{FF2B5EF4-FFF2-40B4-BE49-F238E27FC236}">
                  <a16:creationId xmlns:a16="http://schemas.microsoft.com/office/drawing/2014/main" id="{3B010FBA-0260-379F-638F-BCCF0FFC4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2700" y="5314950"/>
              <a:ext cx="15557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AC2F9EB0-C52E-ABE5-E8D8-51088AF2F30D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5" y="53165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2024">
              <a:extLst>
                <a:ext uri="{FF2B5EF4-FFF2-40B4-BE49-F238E27FC236}">
                  <a16:creationId xmlns:a16="http://schemas.microsoft.com/office/drawing/2014/main" id="{B32E626A-E340-2707-F9DC-FCCECBAD94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8750" y="54546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9FAF269C-FF4F-1C56-0CDF-C4A64ED0EBB8}"/>
                </a:ext>
              </a:extLst>
            </p:cNvPr>
            <p:cNvCxnSpPr>
              <a:cxnSpLocks/>
            </p:cNvCxnSpPr>
            <p:nvPr/>
          </p:nvCxnSpPr>
          <p:spPr>
            <a:xfrm>
              <a:off x="5387180" y="53673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7" name="Straight Connector 2026">
              <a:extLst>
                <a:ext uri="{FF2B5EF4-FFF2-40B4-BE49-F238E27FC236}">
                  <a16:creationId xmlns:a16="http://schemas.microsoft.com/office/drawing/2014/main" id="{70E20C09-6625-33AA-8467-9586D81F6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7975" y="53784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CF478CD6-3EFC-A1B5-A36D-5609DFA20336}"/>
                </a:ext>
              </a:extLst>
            </p:cNvPr>
            <p:cNvCxnSpPr>
              <a:cxnSpLocks/>
            </p:cNvCxnSpPr>
            <p:nvPr/>
          </p:nvCxnSpPr>
          <p:spPr>
            <a:xfrm>
              <a:off x="5539580" y="54403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9" name="Straight Connector 2028">
              <a:extLst>
                <a:ext uri="{FF2B5EF4-FFF2-40B4-BE49-F238E27FC236}">
                  <a16:creationId xmlns:a16="http://schemas.microsoft.com/office/drawing/2014/main" id="{573C9CF1-9EF9-C762-3E39-E3AB55708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4025" y="5492750"/>
              <a:ext cx="1682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9C6659D2-A1E0-ADB2-266B-4C12C236C3AE}"/>
                </a:ext>
              </a:extLst>
            </p:cNvPr>
            <p:cNvCxnSpPr>
              <a:cxnSpLocks/>
            </p:cNvCxnSpPr>
            <p:nvPr/>
          </p:nvCxnSpPr>
          <p:spPr>
            <a:xfrm>
              <a:off x="5698330" y="5497513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F2EDD809-8D12-E5AF-B25F-00842810B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2775" y="5570538"/>
              <a:ext cx="164305" cy="555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CE3DFB4B-4E1E-13FB-D8BE-55BCB32109EA}"/>
                </a:ext>
              </a:extLst>
            </p:cNvPr>
            <p:cNvCxnSpPr>
              <a:cxnSpLocks/>
            </p:cNvCxnSpPr>
            <p:nvPr/>
          </p:nvCxnSpPr>
          <p:spPr>
            <a:xfrm>
              <a:off x="5695155" y="5614988"/>
              <a:ext cx="0" cy="474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4E5130AF-3062-1C20-B645-A8990C25D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369" y="6094413"/>
              <a:ext cx="461961" cy="1658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04DED8DA-C21A-D470-1D29-D2AE801AEF94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6" y="6048375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1B65A7F4-F9C1-D284-A3A7-8904F98AB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6825" y="614600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2042">
              <a:extLst>
                <a:ext uri="{FF2B5EF4-FFF2-40B4-BE49-F238E27FC236}">
                  <a16:creationId xmlns:a16="http://schemas.microsoft.com/office/drawing/2014/main" id="{420BAD35-A907-3B99-D752-635ADD13D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4425" y="6096000"/>
              <a:ext cx="140494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8D5658C1-5B24-79A1-79C0-DE23F144B2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2307" y="620553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CADA2D5F-37AA-0E79-FEDC-4979D673A413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5727700"/>
              <a:ext cx="0" cy="473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F0EEFD7A-407E-408D-E91C-5631B24A09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1650" y="57277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2049">
              <a:extLst>
                <a:ext uri="{FF2B5EF4-FFF2-40B4-BE49-F238E27FC236}">
                  <a16:creationId xmlns:a16="http://schemas.microsoft.com/office/drawing/2014/main" id="{246CB369-4623-2452-8AD8-D2B52177B5EE}"/>
                </a:ext>
              </a:extLst>
            </p:cNvPr>
            <p:cNvCxnSpPr>
              <a:cxnSpLocks/>
            </p:cNvCxnSpPr>
            <p:nvPr/>
          </p:nvCxnSpPr>
          <p:spPr>
            <a:xfrm>
              <a:off x="4317205" y="5791200"/>
              <a:ext cx="0" cy="346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7420A939-B969-DA3C-11BA-B6F38298F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1475" y="6146800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AD7A641A-EA3A-E6AD-0E21-7DF0A6D567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25" y="61658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FC823607-2C3B-EECF-00DE-A3E0D27A952C}"/>
                </a:ext>
              </a:extLst>
            </p:cNvPr>
            <p:cNvCxnSpPr>
              <a:cxnSpLocks/>
            </p:cNvCxnSpPr>
            <p:nvPr/>
          </p:nvCxnSpPr>
          <p:spPr>
            <a:xfrm>
              <a:off x="4018755" y="60436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86FCF6B9-A110-BBB2-A043-8FA94778A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3500" y="6035675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5FBB60BF-AB4F-17EB-946C-3BD2D590E74A}"/>
                </a:ext>
              </a:extLst>
            </p:cNvPr>
            <p:cNvCxnSpPr>
              <a:cxnSpLocks/>
            </p:cNvCxnSpPr>
            <p:nvPr/>
          </p:nvCxnSpPr>
          <p:spPr>
            <a:xfrm>
              <a:off x="3875880" y="6103938"/>
              <a:ext cx="0" cy="112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95544C6F-00FE-344C-5525-8ABF6B4888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207919"/>
              <a:ext cx="132555" cy="53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2060">
              <a:extLst>
                <a:ext uri="{FF2B5EF4-FFF2-40B4-BE49-F238E27FC236}">
                  <a16:creationId xmlns:a16="http://schemas.microsoft.com/office/drawing/2014/main" id="{CE259520-B006-9585-E99E-013EDF204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8600" y="6262688"/>
              <a:ext cx="292894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888529DE-CE13-4AE3-F6BC-DF736B3DA7F1}"/>
                </a:ext>
              </a:extLst>
            </p:cNvPr>
            <p:cNvCxnSpPr>
              <a:cxnSpLocks/>
            </p:cNvCxnSpPr>
            <p:nvPr/>
          </p:nvCxnSpPr>
          <p:spPr>
            <a:xfrm>
              <a:off x="4024311" y="6384925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99ACB893-89CB-D5F3-CEED-7BBC40C5D5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2406" y="6507956"/>
              <a:ext cx="321469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C96825CB-C63F-1C1B-ACDB-34AE66DB40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9150" y="6627019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D0E864F6-4200-5821-88E5-87333C1A125E}"/>
                </a:ext>
              </a:extLst>
            </p:cNvPr>
            <p:cNvCxnSpPr>
              <a:cxnSpLocks/>
            </p:cNvCxnSpPr>
            <p:nvPr/>
          </p:nvCxnSpPr>
          <p:spPr>
            <a:xfrm>
              <a:off x="4329905" y="65166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1D7544BA-ED04-A15E-2B90-9B576A794BAA}"/>
                </a:ext>
              </a:extLst>
            </p:cNvPr>
            <p:cNvCxnSpPr>
              <a:cxnSpLocks/>
            </p:cNvCxnSpPr>
            <p:nvPr/>
          </p:nvCxnSpPr>
          <p:spPr>
            <a:xfrm>
              <a:off x="4628355" y="6507956"/>
              <a:ext cx="0" cy="1143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21C68955-C26D-2B43-ECDF-2DB9A12DE3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7525" y="6273800"/>
              <a:ext cx="307975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D0DDE090-3740-C2B0-E34B-A5F7C874B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375" y="62174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0E313CD7-3987-2E9C-B57F-680A1310E9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9168" y="6572250"/>
              <a:ext cx="328613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AE2FD257-50FF-E1F0-B6E2-FF51DED5F31F}"/>
                </a:ext>
              </a:extLst>
            </p:cNvPr>
            <p:cNvCxnSpPr>
              <a:cxnSpLocks/>
            </p:cNvCxnSpPr>
            <p:nvPr/>
          </p:nvCxnSpPr>
          <p:spPr>
            <a:xfrm>
              <a:off x="4934745" y="6165056"/>
              <a:ext cx="0" cy="2309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7B0FB7CC-168E-C116-9919-C1678822D6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6446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E635F513-63C5-6FC5-829B-777507329A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1431" y="6575424"/>
              <a:ext cx="137319" cy="563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14438CBF-58CC-8DB8-4339-62B782EE7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7461" y="6577013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9F261C38-F9D9-F49F-E993-6D7882F1EF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2363" y="6754018"/>
              <a:ext cx="165893" cy="68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8F478C97-6D9B-6879-D85C-1890D87C0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4406" y="6746081"/>
              <a:ext cx="15478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3E51B417-89E7-354E-B088-1DEF333A3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3894" y="6755606"/>
              <a:ext cx="159544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7F5ACDFE-B3F7-B4BB-5D0B-E695C30BC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350" y="6872288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2C0CB4CF-EFBF-2646-F800-768468E16F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4313" y="6743700"/>
              <a:ext cx="299243" cy="1246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B52B236F-036A-2A86-AC9A-02548D740D47}"/>
                </a:ext>
              </a:extLst>
            </p:cNvPr>
            <p:cNvCxnSpPr>
              <a:cxnSpLocks/>
            </p:cNvCxnSpPr>
            <p:nvPr/>
          </p:nvCxnSpPr>
          <p:spPr>
            <a:xfrm>
              <a:off x="4028280" y="662781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3AD085DA-FF02-5046-1E9E-828024E86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8419" y="656590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4FFFD7FA-E618-2BD7-64F4-FD961D234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5544" y="6688931"/>
              <a:ext cx="165894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CB84A6B9-48C1-7BB6-2E3E-9AF99369AA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6750844"/>
              <a:ext cx="297656" cy="123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3116B0BD-6D26-F932-20EE-198546F585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9256" y="668972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2F9EB267-438C-18F4-31DE-FF88056A7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5587" y="6690519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08070FF3-BF62-A369-48A9-22AD1F50B5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7313" y="6687344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2EB6781E-DEE8-C747-AEF9-CD552308C6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49" y="6685757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4494C587-0B2C-0218-828B-B43764C22A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5931" y="6450806"/>
              <a:ext cx="768351" cy="2984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B4305602-23F9-2585-84BE-A4B8BF924EA3}"/>
                </a:ext>
              </a:extLst>
            </p:cNvPr>
            <p:cNvCxnSpPr>
              <a:cxnSpLocks/>
            </p:cNvCxnSpPr>
            <p:nvPr/>
          </p:nvCxnSpPr>
          <p:spPr>
            <a:xfrm>
              <a:off x="1732755" y="63373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34ACEC1C-3699-FEA3-6E5A-5914806F94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67657" y="6275387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FE2B4094-BA96-5001-AD69-EFF5AD54D612}"/>
                </a:ext>
              </a:extLst>
            </p:cNvPr>
            <p:cNvCxnSpPr>
              <a:cxnSpLocks/>
            </p:cNvCxnSpPr>
            <p:nvPr/>
          </p:nvCxnSpPr>
          <p:spPr>
            <a:xfrm>
              <a:off x="1577974" y="61563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26BEFB3F-196D-8086-2ECA-BD083EB91C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23988" y="6093619"/>
              <a:ext cx="151607" cy="531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2CF69C6B-A42D-C299-3B05-540F50DD0675}"/>
                </a:ext>
              </a:extLst>
            </p:cNvPr>
            <p:cNvCxnSpPr>
              <a:cxnSpLocks/>
            </p:cNvCxnSpPr>
            <p:nvPr/>
          </p:nvCxnSpPr>
          <p:spPr>
            <a:xfrm>
              <a:off x="1273174" y="5911851"/>
              <a:ext cx="0" cy="2349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AFBDB1CB-53B4-4081-82A4-0DE7122C6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8732" y="61388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1F132D34-3480-0BB1-24D8-49B0024A4FAC}"/>
                </a:ext>
              </a:extLst>
            </p:cNvPr>
            <p:cNvCxnSpPr>
              <a:cxnSpLocks/>
            </p:cNvCxnSpPr>
            <p:nvPr/>
          </p:nvCxnSpPr>
          <p:spPr>
            <a:xfrm>
              <a:off x="1435099" y="62071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87ACFF39-EEB3-4668-FD7C-151BFBFCA2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132" y="63293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B007ADD2-A3BF-88E7-14F9-AFC7E861207D}"/>
                </a:ext>
              </a:extLst>
            </p:cNvPr>
            <p:cNvCxnSpPr>
              <a:cxnSpLocks/>
            </p:cNvCxnSpPr>
            <p:nvPr/>
          </p:nvCxnSpPr>
          <p:spPr>
            <a:xfrm>
              <a:off x="1587499" y="63881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19E85990-5BF0-F8A0-61BC-2A61792FB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6707" y="65071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FFDDC26B-09F4-F82F-0C2F-D527AEAAAA33}"/>
                </a:ext>
              </a:extLst>
            </p:cNvPr>
            <p:cNvCxnSpPr>
              <a:cxnSpLocks/>
            </p:cNvCxnSpPr>
            <p:nvPr/>
          </p:nvCxnSpPr>
          <p:spPr>
            <a:xfrm>
              <a:off x="1733549" y="65659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8F2AF566-6CBD-CAC6-0090-0E1563777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757" y="6688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E70B4398-15C4-76C3-BE2E-33980C98A1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74" y="66230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8ABBCF2C-48E6-D69A-08FA-FC3C47E919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81982" y="66278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B0D80446-BD60-6D0A-C6A2-464D27D28B30}"/>
                </a:ext>
              </a:extLst>
            </p:cNvPr>
            <p:cNvCxnSpPr>
              <a:cxnSpLocks/>
            </p:cNvCxnSpPr>
            <p:nvPr/>
          </p:nvCxnSpPr>
          <p:spPr>
            <a:xfrm>
              <a:off x="2028824" y="6677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B4EF40F1-3BA2-A7A0-7920-1DA247655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7557" y="6799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D0E1B395-2192-B6DF-D1A1-1D7CBCD25BEC}"/>
                </a:ext>
              </a:extLst>
            </p:cNvPr>
            <p:cNvCxnSpPr>
              <a:cxnSpLocks/>
            </p:cNvCxnSpPr>
            <p:nvPr/>
          </p:nvCxnSpPr>
          <p:spPr>
            <a:xfrm>
              <a:off x="2193924" y="67405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2846EAD1-E463-D6DB-9D32-08EA86662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2657" y="67421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55AEA779-573A-1493-F7B2-70CFC9CD5A28}"/>
                </a:ext>
              </a:extLst>
            </p:cNvPr>
            <p:cNvCxnSpPr>
              <a:cxnSpLocks/>
            </p:cNvCxnSpPr>
            <p:nvPr/>
          </p:nvCxnSpPr>
          <p:spPr>
            <a:xfrm>
              <a:off x="2352674" y="6804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ED1C5C8B-5BD7-61CE-FDEE-761ADD4AD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1882" y="6926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3189A4CE-68D6-820A-9C7B-28C6EAC125F1}"/>
                </a:ext>
              </a:extLst>
            </p:cNvPr>
            <p:cNvCxnSpPr>
              <a:cxnSpLocks/>
            </p:cNvCxnSpPr>
            <p:nvPr/>
          </p:nvCxnSpPr>
          <p:spPr>
            <a:xfrm>
              <a:off x="2501899" y="686117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FAB7B0A4-A056-F851-7C14-744F10BC55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107" y="68659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DF07CB26-AA51-C765-CF29-62ECB5720D9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124" y="68008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509AC9C2-D31C-97CE-7702-C5C00489CD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9857" y="6815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9FD58A07-1E36-3FF6-8F25-4750F7DDF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719" y="6767513"/>
              <a:ext cx="0" cy="3444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2151">
              <a:extLst>
                <a:ext uri="{FF2B5EF4-FFF2-40B4-BE49-F238E27FC236}">
                  <a16:creationId xmlns:a16="http://schemas.microsoft.com/office/drawing/2014/main" id="{C3DF67CE-F831-CA32-13EC-BD02FB1A2B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7925" y="704611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Straight Connector 2152">
              <a:extLst>
                <a:ext uri="{FF2B5EF4-FFF2-40B4-BE49-F238E27FC236}">
                  <a16:creationId xmlns:a16="http://schemas.microsoft.com/office/drawing/2014/main" id="{CAADD745-F083-DD0D-A0F9-EB7B64B84B1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0" y="69310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Straight Connector 2153">
              <a:extLst>
                <a:ext uri="{FF2B5EF4-FFF2-40B4-BE49-F238E27FC236}">
                  <a16:creationId xmlns:a16="http://schemas.microsoft.com/office/drawing/2014/main" id="{51781B2A-3998-B423-6664-8418F20119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928644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3473B385-30D2-3583-D9BD-832AB3B36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9075" y="70397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2158">
              <a:extLst>
                <a:ext uri="{FF2B5EF4-FFF2-40B4-BE49-F238E27FC236}">
                  <a16:creationId xmlns:a16="http://schemas.microsoft.com/office/drawing/2014/main" id="{C6393DC5-305E-0603-00B5-65EF2CFB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4769" y="6810375"/>
              <a:ext cx="465931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6FAC0FE6-15A2-2EA6-55C0-2EBFDA096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350" y="70492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2161">
              <a:extLst>
                <a:ext uri="{FF2B5EF4-FFF2-40B4-BE49-F238E27FC236}">
                  <a16:creationId xmlns:a16="http://schemas.microsoft.com/office/drawing/2014/main" id="{D2BAEAED-3368-B511-1605-9E78DC3A76D6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6827044"/>
              <a:ext cx="0" cy="2182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139E55BC-6E4C-CF91-0781-7BD176306CF1}"/>
                </a:ext>
              </a:extLst>
            </p:cNvPr>
            <p:cNvCxnSpPr>
              <a:cxnSpLocks/>
            </p:cNvCxnSpPr>
            <p:nvPr/>
          </p:nvCxnSpPr>
          <p:spPr>
            <a:xfrm>
              <a:off x="4634705" y="6772275"/>
              <a:ext cx="0" cy="330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4A89595C-05C3-9012-7E87-EA65103EB4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5500" y="704294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BBBB481E-D164-6A3D-F0A8-EB3A5BDA46E2}"/>
                </a:ext>
              </a:extLst>
            </p:cNvPr>
            <p:cNvCxnSpPr>
              <a:cxnSpLocks/>
            </p:cNvCxnSpPr>
            <p:nvPr/>
          </p:nvCxnSpPr>
          <p:spPr>
            <a:xfrm>
              <a:off x="4777580" y="69215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2036040D-B8EE-DB01-8BAA-26E7BEBA10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2344" y="6918325"/>
              <a:ext cx="154781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5E730FB0-8E9A-6872-5943-A6553654F471}"/>
                </a:ext>
              </a:extLst>
            </p:cNvPr>
            <p:cNvCxnSpPr>
              <a:cxnSpLocks/>
            </p:cNvCxnSpPr>
            <p:nvPr/>
          </p:nvCxnSpPr>
          <p:spPr>
            <a:xfrm>
              <a:off x="4949030" y="69850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4750EDA8-7C4B-E87B-8435-87FD97592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3475" y="6972300"/>
              <a:ext cx="304800" cy="1531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373B5788-7159-971A-E6D7-D0B9DA776802}"/>
                </a:ext>
              </a:extLst>
            </p:cNvPr>
            <p:cNvCxnSpPr>
              <a:cxnSpLocks/>
            </p:cNvCxnSpPr>
            <p:nvPr/>
          </p:nvCxnSpPr>
          <p:spPr>
            <a:xfrm>
              <a:off x="5241130" y="69913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27A14B64-DD31-235A-42D8-D3F646C5506C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5686425"/>
              <a:ext cx="306387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3B12E916-6F32-7DD8-B3C6-6F73E2DB5006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55" y="5805488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05F2EEF4-126D-12D2-8479-13BB9CEBCA92}"/>
                </a:ext>
              </a:extLst>
            </p:cNvPr>
            <p:cNvCxnSpPr>
              <a:cxnSpLocks/>
            </p:cNvCxnSpPr>
            <p:nvPr/>
          </p:nvCxnSpPr>
          <p:spPr>
            <a:xfrm>
              <a:off x="6450805" y="5916613"/>
              <a:ext cx="305595" cy="125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D9DC3706-169A-E046-F68E-4EC59D070699}"/>
                </a:ext>
              </a:extLst>
            </p:cNvPr>
            <p:cNvCxnSpPr>
              <a:cxnSpLocks/>
            </p:cNvCxnSpPr>
            <p:nvPr/>
          </p:nvCxnSpPr>
          <p:spPr>
            <a:xfrm>
              <a:off x="6758780" y="6043613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2214">
              <a:extLst>
                <a:ext uri="{FF2B5EF4-FFF2-40B4-BE49-F238E27FC236}">
                  <a16:creationId xmlns:a16="http://schemas.microsoft.com/office/drawing/2014/main" id="{1FBE4629-D432-2F0D-9167-14017B2D859E}"/>
                </a:ext>
              </a:extLst>
            </p:cNvPr>
            <p:cNvCxnSpPr>
              <a:cxnSpLocks/>
            </p:cNvCxnSpPr>
            <p:nvPr/>
          </p:nvCxnSpPr>
          <p:spPr>
            <a:xfrm>
              <a:off x="6765130" y="6148388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0FFF3FC3-FB8E-C3E3-F5A7-AFAA4AAB4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1500" y="615950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2B46A289-AAFB-4D66-1ACC-14CF5CD36EFB}"/>
                </a:ext>
              </a:extLst>
            </p:cNvPr>
            <p:cNvCxnSpPr>
              <a:cxnSpLocks/>
            </p:cNvCxnSpPr>
            <p:nvPr/>
          </p:nvCxnSpPr>
          <p:spPr>
            <a:xfrm>
              <a:off x="7085013" y="6157118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18AD0157-E24A-6270-2873-A512F14AC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9950" y="6156325"/>
              <a:ext cx="1555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80B6EF65-B237-2965-DD35-4AA25A8077A3}"/>
                </a:ext>
              </a:extLst>
            </p:cNvPr>
            <p:cNvCxnSpPr>
              <a:cxnSpLocks/>
            </p:cNvCxnSpPr>
            <p:nvPr/>
          </p:nvCxnSpPr>
          <p:spPr>
            <a:xfrm>
              <a:off x="7375525" y="6156325"/>
              <a:ext cx="457200" cy="1714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Straight Connector 2226">
              <a:extLst>
                <a:ext uri="{FF2B5EF4-FFF2-40B4-BE49-F238E27FC236}">
                  <a16:creationId xmlns:a16="http://schemas.microsoft.com/office/drawing/2014/main" id="{DEB39ECB-DF46-8267-6292-0CA5A762D0B9}"/>
                </a:ext>
              </a:extLst>
            </p:cNvPr>
            <p:cNvCxnSpPr>
              <a:cxnSpLocks/>
            </p:cNvCxnSpPr>
            <p:nvPr/>
          </p:nvCxnSpPr>
          <p:spPr>
            <a:xfrm>
              <a:off x="7831930" y="6335713"/>
              <a:ext cx="0" cy="2270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2999A164-7D4E-8A4B-F369-CA9BDDB3DC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3931" y="5745956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5FD50A69-35B8-2672-63FB-548EC4F5B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7580" y="6388894"/>
              <a:ext cx="15875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3" name="Straight Connector 2242">
              <a:extLst>
                <a:ext uri="{FF2B5EF4-FFF2-40B4-BE49-F238E27FC236}">
                  <a16:creationId xmlns:a16="http://schemas.microsoft.com/office/drawing/2014/main" id="{FBDEFFAD-E7FE-033E-9626-1DAA0DBFE149}"/>
                </a:ext>
              </a:extLst>
            </p:cNvPr>
            <p:cNvCxnSpPr>
              <a:cxnSpLocks/>
            </p:cNvCxnSpPr>
            <p:nvPr/>
          </p:nvCxnSpPr>
          <p:spPr>
            <a:xfrm>
              <a:off x="4773612" y="668496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8" name="Straight Connector 2247">
              <a:extLst>
                <a:ext uri="{FF2B5EF4-FFF2-40B4-BE49-F238E27FC236}">
                  <a16:creationId xmlns:a16="http://schemas.microsoft.com/office/drawing/2014/main" id="{D9FDB02B-E23D-F508-AC0E-8708031BC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875" y="6522244"/>
              <a:ext cx="145256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9" name="Straight Connector 2248">
              <a:extLst>
                <a:ext uri="{FF2B5EF4-FFF2-40B4-BE49-F238E27FC236}">
                  <a16:creationId xmlns:a16="http://schemas.microsoft.com/office/drawing/2014/main" id="{CDC0C6E1-8389-E672-7D7B-CE1E03537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0719" y="65031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2" name="Straight Connector 2251">
              <a:extLst>
                <a:ext uri="{FF2B5EF4-FFF2-40B4-BE49-F238E27FC236}">
                  <a16:creationId xmlns:a16="http://schemas.microsoft.com/office/drawing/2014/main" id="{B77332D0-FF4C-9104-C3EF-37EF2DC7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0737" y="63285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" name="Straight Connector 2255">
              <a:extLst>
                <a:ext uri="{FF2B5EF4-FFF2-40B4-BE49-F238E27FC236}">
                  <a16:creationId xmlns:a16="http://schemas.microsoft.com/office/drawing/2014/main" id="{47A58686-7067-56B4-8D38-85512BD6F3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182" y="6148387"/>
              <a:ext cx="15160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" name="Straight Connector 2256">
              <a:extLst>
                <a:ext uri="{FF2B5EF4-FFF2-40B4-BE49-F238E27FC236}">
                  <a16:creationId xmlns:a16="http://schemas.microsoft.com/office/drawing/2014/main" id="{ED2BF38C-CE6C-A1CC-C82B-35A4F7A888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8357" y="6141244"/>
              <a:ext cx="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9" name="Straight Connector 2258">
              <a:extLst>
                <a:ext uri="{FF2B5EF4-FFF2-40B4-BE49-F238E27FC236}">
                  <a16:creationId xmlns:a16="http://schemas.microsoft.com/office/drawing/2014/main" id="{E61ED548-8BCF-A69D-EDAA-D1E290640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119" y="62618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0" name="Straight Connector 2259">
              <a:extLst>
                <a:ext uri="{FF2B5EF4-FFF2-40B4-BE49-F238E27FC236}">
                  <a16:creationId xmlns:a16="http://schemas.microsoft.com/office/drawing/2014/main" id="{4E6013C1-66C2-DCDD-2FBB-045CBD0919D2}"/>
                </a:ext>
              </a:extLst>
            </p:cNvPr>
            <p:cNvCxnSpPr>
              <a:cxnSpLocks/>
            </p:cNvCxnSpPr>
            <p:nvPr/>
          </p:nvCxnSpPr>
          <p:spPr>
            <a:xfrm>
              <a:off x="3868736" y="6334920"/>
              <a:ext cx="0" cy="244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2" name="Straight Connector 2261">
              <a:extLst>
                <a:ext uri="{FF2B5EF4-FFF2-40B4-BE49-F238E27FC236}">
                  <a16:creationId xmlns:a16="http://schemas.microsoft.com/office/drawing/2014/main" id="{B219E812-A34C-3A3B-867B-BB2E21AE2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7955" y="6638925"/>
              <a:ext cx="0" cy="1008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4" name="Straight Connector 2263">
              <a:extLst>
                <a:ext uri="{FF2B5EF4-FFF2-40B4-BE49-F238E27FC236}">
                  <a16:creationId xmlns:a16="http://schemas.microsoft.com/office/drawing/2014/main" id="{EEE94CDC-68ED-EA8E-81E0-578CFC6F7E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493" y="6741319"/>
              <a:ext cx="138113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8" name="Straight Connector 2267">
              <a:extLst>
                <a:ext uri="{FF2B5EF4-FFF2-40B4-BE49-F238E27FC236}">
                  <a16:creationId xmlns:a16="http://schemas.microsoft.com/office/drawing/2014/main" id="{B972934D-E180-9DB3-FE0F-7425DBCB5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74" y="6693694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Straight Connector 2276">
              <a:extLst>
                <a:ext uri="{FF2B5EF4-FFF2-40B4-BE49-F238E27FC236}">
                  <a16:creationId xmlns:a16="http://schemas.microsoft.com/office/drawing/2014/main" id="{849386D5-70FF-BFD1-F7BF-B8FCCA334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8755" y="7005637"/>
              <a:ext cx="0" cy="992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8" name="Straight Connector 2277">
              <a:extLst>
                <a:ext uri="{FF2B5EF4-FFF2-40B4-BE49-F238E27FC236}">
                  <a16:creationId xmlns:a16="http://schemas.microsoft.com/office/drawing/2014/main" id="{C9D56688-C65C-6CB6-5E63-3153A1B42A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9569" y="7052469"/>
              <a:ext cx="145256" cy="627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4" name="Straight Connector 2283">
              <a:extLst>
                <a:ext uri="{FF2B5EF4-FFF2-40B4-BE49-F238E27FC236}">
                  <a16:creationId xmlns:a16="http://schemas.microsoft.com/office/drawing/2014/main" id="{2EFFC27D-F59B-30A7-A624-373AFC2AF9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6806" y="5917406"/>
              <a:ext cx="323850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6" name="Straight Connector 2285">
              <a:extLst>
                <a:ext uri="{FF2B5EF4-FFF2-40B4-BE49-F238E27FC236}">
                  <a16:creationId xmlns:a16="http://schemas.microsoft.com/office/drawing/2014/main" id="{3D416AB6-1F89-4678-366F-94DC0D3F62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744" y="5858669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0" name="Straight Connector 2289">
              <a:extLst>
                <a:ext uri="{FF2B5EF4-FFF2-40B4-BE49-F238E27FC236}">
                  <a16:creationId xmlns:a16="http://schemas.microsoft.com/office/drawing/2014/main" id="{90F5B5B0-E515-AB76-D118-6FDDDA8993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7481" y="7050087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1" name="Straight Connector 2290">
              <a:extLst>
                <a:ext uri="{FF2B5EF4-FFF2-40B4-BE49-F238E27FC236}">
                  <a16:creationId xmlns:a16="http://schemas.microsoft.com/office/drawing/2014/main" id="{16BADE7C-EC9B-17C5-9729-5A1D2913C46A}"/>
                </a:ext>
              </a:extLst>
            </p:cNvPr>
            <p:cNvCxnSpPr>
              <a:cxnSpLocks/>
            </p:cNvCxnSpPr>
            <p:nvPr/>
          </p:nvCxnSpPr>
          <p:spPr>
            <a:xfrm>
              <a:off x="5391148" y="6457950"/>
              <a:ext cx="0" cy="5953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3" name="Straight Connector 2292">
              <a:extLst>
                <a:ext uri="{FF2B5EF4-FFF2-40B4-BE49-F238E27FC236}">
                  <a16:creationId xmlns:a16="http://schemas.microsoft.com/office/drawing/2014/main" id="{DBE3AEA9-3162-33C5-A657-169FDCE5CC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3969" y="6324600"/>
              <a:ext cx="316706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Straight Connector 2294">
              <a:extLst>
                <a:ext uri="{FF2B5EF4-FFF2-40B4-BE49-F238E27FC236}">
                  <a16:creationId xmlns:a16="http://schemas.microsoft.com/office/drawing/2014/main" id="{C020ABD7-0017-97FF-2E79-91E3332A1848}"/>
                </a:ext>
              </a:extLst>
            </p:cNvPr>
            <p:cNvCxnSpPr>
              <a:cxnSpLocks/>
            </p:cNvCxnSpPr>
            <p:nvPr/>
          </p:nvCxnSpPr>
          <p:spPr>
            <a:xfrm>
              <a:off x="5087144" y="621506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9" name="Straight Connector 2298">
              <a:extLst>
                <a:ext uri="{FF2B5EF4-FFF2-40B4-BE49-F238E27FC236}">
                  <a16:creationId xmlns:a16="http://schemas.microsoft.com/office/drawing/2014/main" id="{1297BD65-0953-AFEF-C65A-2A9397A8B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1344" y="5675313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2" name="Straight Connector 2301">
              <a:extLst>
                <a:ext uri="{FF2B5EF4-FFF2-40B4-BE49-F238E27FC236}">
                  <a16:creationId xmlns:a16="http://schemas.microsoft.com/office/drawing/2014/main" id="{10C80E7A-8A7F-E787-29B6-36FC250F7D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5575" y="62738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Straight Connector 2302">
              <a:extLst>
                <a:ext uri="{FF2B5EF4-FFF2-40B4-BE49-F238E27FC236}">
                  <a16:creationId xmlns:a16="http://schemas.microsoft.com/office/drawing/2014/main" id="{DD094766-7B35-6B05-F980-6DD5413A7F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325" y="6210300"/>
              <a:ext cx="31750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5" name="Straight Connector 2304">
              <a:extLst>
                <a:ext uri="{FF2B5EF4-FFF2-40B4-BE49-F238E27FC236}">
                  <a16:creationId xmlns:a16="http://schemas.microsoft.com/office/drawing/2014/main" id="{0720004E-EE00-9BBB-5CA6-B974E31BF67D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4" y="6218238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6" name="Straight Connector 2305">
              <a:extLst>
                <a:ext uri="{FF2B5EF4-FFF2-40B4-BE49-F238E27FC236}">
                  <a16:creationId xmlns:a16="http://schemas.microsoft.com/office/drawing/2014/main" id="{F87C3CE7-7B1A-9099-C306-3E3604A3ED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7675" y="6330156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7" name="Straight Connector 2306">
              <a:extLst>
                <a:ext uri="{FF2B5EF4-FFF2-40B4-BE49-F238E27FC236}">
                  <a16:creationId xmlns:a16="http://schemas.microsoft.com/office/drawing/2014/main" id="{B916EACE-6DCD-19DA-1253-928B0B29E89D}"/>
                </a:ext>
              </a:extLst>
            </p:cNvPr>
            <p:cNvCxnSpPr>
              <a:cxnSpLocks/>
            </p:cNvCxnSpPr>
            <p:nvPr/>
          </p:nvCxnSpPr>
          <p:spPr>
            <a:xfrm>
              <a:off x="5534819" y="6405563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9" name="Straight Connector 2308">
              <a:extLst>
                <a:ext uri="{FF2B5EF4-FFF2-40B4-BE49-F238E27FC236}">
                  <a16:creationId xmlns:a16="http://schemas.microsoft.com/office/drawing/2014/main" id="{6186CF30-183B-DEBC-140D-8099A69F80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0850" y="6514306"/>
              <a:ext cx="333375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0" name="Straight Connector 2309">
              <a:extLst>
                <a:ext uri="{FF2B5EF4-FFF2-40B4-BE49-F238E27FC236}">
                  <a16:creationId xmlns:a16="http://schemas.microsoft.com/office/drawing/2014/main" id="{3E130B2E-00F0-B19C-A030-B19A1CDD2515}"/>
                </a:ext>
              </a:extLst>
            </p:cNvPr>
            <p:cNvCxnSpPr>
              <a:cxnSpLocks/>
            </p:cNvCxnSpPr>
            <p:nvPr/>
          </p:nvCxnSpPr>
          <p:spPr>
            <a:xfrm>
              <a:off x="5852319" y="6526213"/>
              <a:ext cx="0" cy="115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1" name="Straight Connector 2310">
              <a:extLst>
                <a:ext uri="{FF2B5EF4-FFF2-40B4-BE49-F238E27FC236}">
                  <a16:creationId xmlns:a16="http://schemas.microsoft.com/office/drawing/2014/main" id="{D9079971-89CC-02D5-3CB7-C3ED76A50B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8350" y="6568281"/>
              <a:ext cx="171450" cy="674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2" name="Straight Connector 2311">
              <a:extLst>
                <a:ext uri="{FF2B5EF4-FFF2-40B4-BE49-F238E27FC236}">
                  <a16:creationId xmlns:a16="http://schemas.microsoft.com/office/drawing/2014/main" id="{D9C2E8C8-8EC1-3AFC-F75D-2FA9FDD190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9800" y="657225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3" name="Straight Connector 2312">
              <a:extLst>
                <a:ext uri="{FF2B5EF4-FFF2-40B4-BE49-F238E27FC236}">
                  <a16:creationId xmlns:a16="http://schemas.microsoft.com/office/drawing/2014/main" id="{B2436915-C32B-487A-488D-021B74926F1F}"/>
                </a:ext>
              </a:extLst>
            </p:cNvPr>
            <p:cNvCxnSpPr>
              <a:cxnSpLocks/>
            </p:cNvCxnSpPr>
            <p:nvPr/>
          </p:nvCxnSpPr>
          <p:spPr>
            <a:xfrm>
              <a:off x="6166644" y="6640513"/>
              <a:ext cx="0" cy="1031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5" name="Straight Connector 2314">
              <a:extLst>
                <a:ext uri="{FF2B5EF4-FFF2-40B4-BE49-F238E27FC236}">
                  <a16:creationId xmlns:a16="http://schemas.microsoft.com/office/drawing/2014/main" id="{EA9D9CF7-CBE6-9AA2-2933-31E5FA254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8825" y="6746081"/>
              <a:ext cx="327025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9" name="Straight Connector 2318">
              <a:extLst>
                <a:ext uri="{FF2B5EF4-FFF2-40B4-BE49-F238E27FC236}">
                  <a16:creationId xmlns:a16="http://schemas.microsoft.com/office/drawing/2014/main" id="{446ECEB3-5229-609C-E8E0-DF32ADD00A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34025" y="6750050"/>
              <a:ext cx="304800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1" name="Straight Connector 2320">
              <a:extLst>
                <a:ext uri="{FF2B5EF4-FFF2-40B4-BE49-F238E27FC236}">
                  <a16:creationId xmlns:a16="http://schemas.microsoft.com/office/drawing/2014/main" id="{98759EF6-4E0B-269A-C0C5-05712FC3A567}"/>
                </a:ext>
              </a:extLst>
            </p:cNvPr>
            <p:cNvCxnSpPr>
              <a:cxnSpLocks/>
            </p:cNvCxnSpPr>
            <p:nvPr/>
          </p:nvCxnSpPr>
          <p:spPr>
            <a:xfrm>
              <a:off x="5544344" y="6742113"/>
              <a:ext cx="0" cy="3659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2" name="Straight Connector 2321">
              <a:extLst>
                <a:ext uri="{FF2B5EF4-FFF2-40B4-BE49-F238E27FC236}">
                  <a16:creationId xmlns:a16="http://schemas.microsoft.com/office/drawing/2014/main" id="{CF8439B3-E670-ADE8-669A-484618F9F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4769" y="6572250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2" name="Straight Connector 2701">
              <a:extLst>
                <a:ext uri="{FF2B5EF4-FFF2-40B4-BE49-F238E27FC236}">
                  <a16:creationId xmlns:a16="http://schemas.microsoft.com/office/drawing/2014/main" id="{8114C4D0-0D6F-0B65-A3DB-6B4B932FF5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49900" y="703659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4" name="Straight Connector 2703">
              <a:extLst>
                <a:ext uri="{FF2B5EF4-FFF2-40B4-BE49-F238E27FC236}">
                  <a16:creationId xmlns:a16="http://schemas.microsoft.com/office/drawing/2014/main" id="{77A20F87-FB19-222A-DD3F-0F3CF836F9D4}"/>
                </a:ext>
              </a:extLst>
            </p:cNvPr>
            <p:cNvCxnSpPr>
              <a:cxnSpLocks/>
            </p:cNvCxnSpPr>
            <p:nvPr/>
          </p:nvCxnSpPr>
          <p:spPr>
            <a:xfrm>
              <a:off x="5703092" y="6910387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5" name="Straight Connector 2704">
              <a:extLst>
                <a:ext uri="{FF2B5EF4-FFF2-40B4-BE49-F238E27FC236}">
                  <a16:creationId xmlns:a16="http://schemas.microsoft.com/office/drawing/2014/main" id="{B0537908-4B35-E6F9-54FB-475726DD4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5475" y="692150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7" name="Straight Connector 2706">
              <a:extLst>
                <a:ext uri="{FF2B5EF4-FFF2-40B4-BE49-F238E27FC236}">
                  <a16:creationId xmlns:a16="http://schemas.microsoft.com/office/drawing/2014/main" id="{2C27EA95-FB06-A827-79BB-5425AF3669FC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48" y="697706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8" name="Straight Connector 2707">
              <a:extLst>
                <a:ext uri="{FF2B5EF4-FFF2-40B4-BE49-F238E27FC236}">
                  <a16:creationId xmlns:a16="http://schemas.microsoft.com/office/drawing/2014/main" id="{96DD4579-BA3C-E271-44E6-A9A388D612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7556" y="7043738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9" name="Straight Connector 2708">
              <a:extLst>
                <a:ext uri="{FF2B5EF4-FFF2-40B4-BE49-F238E27FC236}">
                  <a16:creationId xmlns:a16="http://schemas.microsoft.com/office/drawing/2014/main" id="{FA436135-6C30-90B9-1621-86107BA282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5512" y="7047706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0" name="Straight Connector 2709">
              <a:extLst>
                <a:ext uri="{FF2B5EF4-FFF2-40B4-BE49-F238E27FC236}">
                  <a16:creationId xmlns:a16="http://schemas.microsoft.com/office/drawing/2014/main" id="{2039A67A-20BD-75CC-7CAD-0059DE6F29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5212" y="7055644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1" name="Straight Connector 2710">
              <a:extLst>
                <a:ext uri="{FF2B5EF4-FFF2-40B4-BE49-F238E27FC236}">
                  <a16:creationId xmlns:a16="http://schemas.microsoft.com/office/drawing/2014/main" id="{92178253-5912-4047-B4BA-2CDB29D46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70524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2" name="Straight Connector 2711">
              <a:extLst>
                <a:ext uri="{FF2B5EF4-FFF2-40B4-BE49-F238E27FC236}">
                  <a16:creationId xmlns:a16="http://schemas.microsoft.com/office/drawing/2014/main" id="{5AF5B4E5-2DF6-7FA2-7EEB-5F2D149589ED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30" y="7003256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3" name="Straight Connector 2712">
              <a:extLst>
                <a:ext uri="{FF2B5EF4-FFF2-40B4-BE49-F238E27FC236}">
                  <a16:creationId xmlns:a16="http://schemas.microsoft.com/office/drawing/2014/main" id="{51E7830C-18FE-A17D-5B37-29D7B8653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3169" y="6938168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4" name="Straight Connector 2713">
              <a:extLst>
                <a:ext uri="{FF2B5EF4-FFF2-40B4-BE49-F238E27FC236}">
                  <a16:creationId xmlns:a16="http://schemas.microsoft.com/office/drawing/2014/main" id="{71467C05-C5C5-7EEB-D967-D5F25F233F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93420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5" name="Straight Connector 2714">
              <a:extLst>
                <a:ext uri="{FF2B5EF4-FFF2-40B4-BE49-F238E27FC236}">
                  <a16:creationId xmlns:a16="http://schemas.microsoft.com/office/drawing/2014/main" id="{BC35DB83-9C2D-51AF-6F56-670156D940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5987" y="6928643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6" name="Straight Connector 2715">
              <a:extLst>
                <a:ext uri="{FF2B5EF4-FFF2-40B4-BE49-F238E27FC236}">
                  <a16:creationId xmlns:a16="http://schemas.microsoft.com/office/drawing/2014/main" id="{E232CA99-1A1C-CE80-820B-B9DFEAB70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0431" y="6807994"/>
              <a:ext cx="322263" cy="1238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8" name="Straight Connector 2717">
              <a:extLst>
                <a:ext uri="{FF2B5EF4-FFF2-40B4-BE49-F238E27FC236}">
                  <a16:creationId xmlns:a16="http://schemas.microsoft.com/office/drawing/2014/main" id="{8C48A4A5-40A6-9D00-6836-41193E5173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5075" y="6809581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9" name="Straight Connector 2718">
              <a:extLst>
                <a:ext uri="{FF2B5EF4-FFF2-40B4-BE49-F238E27FC236}">
                  <a16:creationId xmlns:a16="http://schemas.microsoft.com/office/drawing/2014/main" id="{ACFC55F1-4A2C-57AB-80E7-249187F537EE}"/>
                </a:ext>
              </a:extLst>
            </p:cNvPr>
            <p:cNvCxnSpPr>
              <a:cxnSpLocks/>
            </p:cNvCxnSpPr>
            <p:nvPr/>
          </p:nvCxnSpPr>
          <p:spPr>
            <a:xfrm>
              <a:off x="6465093" y="67532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0" name="Straight Connector 2719">
              <a:extLst>
                <a:ext uri="{FF2B5EF4-FFF2-40B4-BE49-F238E27FC236}">
                  <a16:creationId xmlns:a16="http://schemas.microsoft.com/office/drawing/2014/main" id="{F95621E0-00BD-024F-35D6-8363C18F72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0312" y="6692899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1" name="Straight Connector 2720">
              <a:extLst>
                <a:ext uri="{FF2B5EF4-FFF2-40B4-BE49-F238E27FC236}">
                  <a16:creationId xmlns:a16="http://schemas.microsoft.com/office/drawing/2014/main" id="{97A09B61-DD1A-ED47-3D5B-91F8A4AC635A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5722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2" name="Straight Connector 2721">
              <a:extLst>
                <a:ext uri="{FF2B5EF4-FFF2-40B4-BE49-F238E27FC236}">
                  <a16:creationId xmlns:a16="http://schemas.microsoft.com/office/drawing/2014/main" id="{2623BF09-7A89-8246-2BF7-5F7CDF8036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3149" y="650478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3" name="Straight Connector 2722">
              <a:extLst>
                <a:ext uri="{FF2B5EF4-FFF2-40B4-BE49-F238E27FC236}">
                  <a16:creationId xmlns:a16="http://schemas.microsoft.com/office/drawing/2014/main" id="{C3320AF7-E02A-1DB0-F47E-02EA03B6A3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4737" y="645318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4" name="Straight Connector 2723">
              <a:extLst>
                <a:ext uri="{FF2B5EF4-FFF2-40B4-BE49-F238E27FC236}">
                  <a16:creationId xmlns:a16="http://schemas.microsoft.com/office/drawing/2014/main" id="{A5DA96D0-5050-C057-E828-92B2863275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5530" y="6383337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5" name="Straight Connector 2724">
              <a:extLst>
                <a:ext uri="{FF2B5EF4-FFF2-40B4-BE49-F238E27FC236}">
                  <a16:creationId xmlns:a16="http://schemas.microsoft.com/office/drawing/2014/main" id="{26AAD58E-4F0D-2E21-C5FB-FFFF1A3236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7593" y="6331745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6" name="Straight Connector 2725">
              <a:extLst>
                <a:ext uri="{FF2B5EF4-FFF2-40B4-BE49-F238E27FC236}">
                  <a16:creationId xmlns:a16="http://schemas.microsoft.com/office/drawing/2014/main" id="{D80707E1-7FFB-A318-CE4B-B466F7FC8718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3" y="6088856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8" name="Straight Connector 2727">
              <a:extLst>
                <a:ext uri="{FF2B5EF4-FFF2-40B4-BE49-F238E27FC236}">
                  <a16:creationId xmlns:a16="http://schemas.microsoft.com/office/drawing/2014/main" id="{85AB2952-2FDB-92B4-029F-84E098CF30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0292" y="6028530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9" name="Straight Connector 2728">
              <a:extLst>
                <a:ext uri="{FF2B5EF4-FFF2-40B4-BE49-F238E27FC236}">
                  <a16:creationId xmlns:a16="http://schemas.microsoft.com/office/drawing/2014/main" id="{4B048901-B3A4-A52F-4633-2584AC13A64F}"/>
                </a:ext>
              </a:extLst>
            </p:cNvPr>
            <p:cNvCxnSpPr>
              <a:cxnSpLocks/>
            </p:cNvCxnSpPr>
            <p:nvPr/>
          </p:nvCxnSpPr>
          <p:spPr>
            <a:xfrm>
              <a:off x="6162674" y="6022181"/>
              <a:ext cx="0" cy="2452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0" name="Straight Connector 2729">
              <a:extLst>
                <a:ext uri="{FF2B5EF4-FFF2-40B4-BE49-F238E27FC236}">
                  <a16:creationId xmlns:a16="http://schemas.microsoft.com/office/drawing/2014/main" id="{84FDA9BB-0C2B-1685-2D10-798CC1F40B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4243" y="6267451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1" name="Straight Connector 2730">
              <a:extLst>
                <a:ext uri="{FF2B5EF4-FFF2-40B4-BE49-F238E27FC236}">
                  <a16:creationId xmlns:a16="http://schemas.microsoft.com/office/drawing/2014/main" id="{985A5C03-D039-A5F2-43E3-BDABB6AA5D1B}"/>
                </a:ext>
              </a:extLst>
            </p:cNvPr>
            <p:cNvCxnSpPr>
              <a:cxnSpLocks/>
            </p:cNvCxnSpPr>
            <p:nvPr/>
          </p:nvCxnSpPr>
          <p:spPr>
            <a:xfrm>
              <a:off x="6007892" y="619601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2" name="Straight Connector 2731">
              <a:extLst>
                <a:ext uri="{FF2B5EF4-FFF2-40B4-BE49-F238E27FC236}">
                  <a16:creationId xmlns:a16="http://schemas.microsoft.com/office/drawing/2014/main" id="{EDA3B1C0-C040-06DC-C49A-9F781BF21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9936" y="62055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3" name="Straight Connector 2732">
              <a:extLst>
                <a:ext uri="{FF2B5EF4-FFF2-40B4-BE49-F238E27FC236}">
                  <a16:creationId xmlns:a16="http://schemas.microsoft.com/office/drawing/2014/main" id="{ABF883B5-2351-69D2-5EE9-61F7A05273C6}"/>
                </a:ext>
              </a:extLst>
            </p:cNvPr>
            <p:cNvCxnSpPr>
              <a:cxnSpLocks/>
            </p:cNvCxnSpPr>
            <p:nvPr/>
          </p:nvCxnSpPr>
          <p:spPr>
            <a:xfrm>
              <a:off x="5855492" y="5672138"/>
              <a:ext cx="0" cy="5834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5" name="Straight Connector 2734">
              <a:extLst>
                <a:ext uri="{FF2B5EF4-FFF2-40B4-BE49-F238E27FC236}">
                  <a16:creationId xmlns:a16="http://schemas.microsoft.com/office/drawing/2014/main" id="{A9C11D85-7947-5051-16B6-8444B2DEE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7874" y="5673724"/>
              <a:ext cx="154782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6" name="Straight Connector 2735">
              <a:extLst>
                <a:ext uri="{FF2B5EF4-FFF2-40B4-BE49-F238E27FC236}">
                  <a16:creationId xmlns:a16="http://schemas.microsoft.com/office/drawing/2014/main" id="{9E45BFDC-1DFD-C3AE-0F3D-5ED06C2CD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09479" y="5672139"/>
              <a:ext cx="155575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0" name="Straight Connector 2739">
              <a:extLst>
                <a:ext uri="{FF2B5EF4-FFF2-40B4-BE49-F238E27FC236}">
                  <a16:creationId xmlns:a16="http://schemas.microsoft.com/office/drawing/2014/main" id="{9D8A5E4B-84B6-88CF-BAF7-63DCD2E8B9AA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6286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2" name="Straight Connector 2741">
              <a:extLst>
                <a:ext uri="{FF2B5EF4-FFF2-40B4-BE49-F238E27FC236}">
                  <a16:creationId xmlns:a16="http://schemas.microsoft.com/office/drawing/2014/main" id="{B5D8B2D1-5234-8755-E204-C4FA47570F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7606" y="67484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4" name="Straight Connector 2743">
              <a:extLst>
                <a:ext uri="{FF2B5EF4-FFF2-40B4-BE49-F238E27FC236}">
                  <a16:creationId xmlns:a16="http://schemas.microsoft.com/office/drawing/2014/main" id="{8F54D23D-4E44-7169-87ED-9BF404A3B368}"/>
                </a:ext>
              </a:extLst>
            </p:cNvPr>
            <p:cNvCxnSpPr>
              <a:cxnSpLocks/>
            </p:cNvCxnSpPr>
            <p:nvPr/>
          </p:nvCxnSpPr>
          <p:spPr>
            <a:xfrm>
              <a:off x="7222331" y="6686550"/>
              <a:ext cx="304800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6" name="Straight Connector 2745">
              <a:extLst>
                <a:ext uri="{FF2B5EF4-FFF2-40B4-BE49-F238E27FC236}">
                  <a16:creationId xmlns:a16="http://schemas.microsoft.com/office/drawing/2014/main" id="{9F0E8A13-6CC6-9F1A-F374-E0F85E119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2294" y="6684169"/>
              <a:ext cx="30003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8" name="Straight Connector 2747">
              <a:extLst>
                <a:ext uri="{FF2B5EF4-FFF2-40B4-BE49-F238E27FC236}">
                  <a16:creationId xmlns:a16="http://schemas.microsoft.com/office/drawing/2014/main" id="{8D40FD49-8DC4-DFEC-FBC2-4AC79375A0C9}"/>
                </a:ext>
              </a:extLst>
            </p:cNvPr>
            <p:cNvCxnSpPr>
              <a:cxnSpLocks/>
            </p:cNvCxnSpPr>
            <p:nvPr/>
          </p:nvCxnSpPr>
          <p:spPr>
            <a:xfrm>
              <a:off x="6925469" y="6797674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9" name="Straight Connector 2748">
              <a:extLst>
                <a:ext uri="{FF2B5EF4-FFF2-40B4-BE49-F238E27FC236}">
                  <a16:creationId xmlns:a16="http://schemas.microsoft.com/office/drawing/2014/main" id="{91D29C2E-0DD9-FADA-F4B5-F90D7B215F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025" y="680561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0" name="Straight Connector 2749">
              <a:extLst>
                <a:ext uri="{FF2B5EF4-FFF2-40B4-BE49-F238E27FC236}">
                  <a16:creationId xmlns:a16="http://schemas.microsoft.com/office/drawing/2014/main" id="{763B104E-F2CC-2374-54C2-11F1A7508326}"/>
                </a:ext>
              </a:extLst>
            </p:cNvPr>
            <p:cNvCxnSpPr>
              <a:cxnSpLocks/>
            </p:cNvCxnSpPr>
            <p:nvPr/>
          </p:nvCxnSpPr>
          <p:spPr>
            <a:xfrm>
              <a:off x="7220744" y="6804817"/>
              <a:ext cx="156369" cy="6032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2" name="Straight Connector 2751">
              <a:extLst>
                <a:ext uri="{FF2B5EF4-FFF2-40B4-BE49-F238E27FC236}">
                  <a16:creationId xmlns:a16="http://schemas.microsoft.com/office/drawing/2014/main" id="{9EEEDE89-30B9-9E43-FF18-F6C0734D8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806" y="6862763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3" name="Straight Connector 2752">
              <a:extLst>
                <a:ext uri="{FF2B5EF4-FFF2-40B4-BE49-F238E27FC236}">
                  <a16:creationId xmlns:a16="http://schemas.microsoft.com/office/drawing/2014/main" id="{556A4112-BD09-8017-7D59-DCEB7AD2A4D6}"/>
                </a:ext>
              </a:extLst>
            </p:cNvPr>
            <p:cNvCxnSpPr>
              <a:cxnSpLocks/>
            </p:cNvCxnSpPr>
            <p:nvPr/>
          </p:nvCxnSpPr>
          <p:spPr>
            <a:xfrm>
              <a:off x="7215982" y="6919117"/>
              <a:ext cx="315912" cy="11747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5" name="Straight Connector 2754">
              <a:extLst>
                <a:ext uri="{FF2B5EF4-FFF2-40B4-BE49-F238E27FC236}">
                  <a16:creationId xmlns:a16="http://schemas.microsoft.com/office/drawing/2014/main" id="{80E0C044-AB96-1F6E-9D0C-A3D1DFA69EE4}"/>
                </a:ext>
              </a:extLst>
            </p:cNvPr>
            <p:cNvCxnSpPr>
              <a:cxnSpLocks/>
            </p:cNvCxnSpPr>
            <p:nvPr/>
          </p:nvCxnSpPr>
          <p:spPr>
            <a:xfrm>
              <a:off x="7527130" y="6928644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6" name="Straight Connector 2755">
              <a:extLst>
                <a:ext uri="{FF2B5EF4-FFF2-40B4-BE49-F238E27FC236}">
                  <a16:creationId xmlns:a16="http://schemas.microsoft.com/office/drawing/2014/main" id="{5751920D-A4AB-DC93-9D0B-FF5B3975A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4750" y="686514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7" name="Straight Connector 2756">
              <a:extLst>
                <a:ext uri="{FF2B5EF4-FFF2-40B4-BE49-F238E27FC236}">
                  <a16:creationId xmlns:a16="http://schemas.microsoft.com/office/drawing/2014/main" id="{DAC25350-BE50-5763-6E8A-2789DF35303C}"/>
                </a:ext>
              </a:extLst>
            </p:cNvPr>
            <p:cNvCxnSpPr>
              <a:cxnSpLocks/>
            </p:cNvCxnSpPr>
            <p:nvPr/>
          </p:nvCxnSpPr>
          <p:spPr>
            <a:xfrm>
              <a:off x="7677149" y="6857207"/>
              <a:ext cx="0" cy="1174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8" name="Straight Connector 2757">
              <a:extLst>
                <a:ext uri="{FF2B5EF4-FFF2-40B4-BE49-F238E27FC236}">
                  <a16:creationId xmlns:a16="http://schemas.microsoft.com/office/drawing/2014/main" id="{39C50DC5-D756-A8FE-8A41-CB314E550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2388" y="6919912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9" name="Straight Connector 2758">
              <a:extLst>
                <a:ext uri="{FF2B5EF4-FFF2-40B4-BE49-F238E27FC236}">
                  <a16:creationId xmlns:a16="http://schemas.microsoft.com/office/drawing/2014/main" id="{8BE11963-2315-70BF-ABC7-727201CDF7A7}"/>
                </a:ext>
              </a:extLst>
            </p:cNvPr>
            <p:cNvCxnSpPr>
              <a:cxnSpLocks/>
            </p:cNvCxnSpPr>
            <p:nvPr/>
          </p:nvCxnSpPr>
          <p:spPr>
            <a:xfrm>
              <a:off x="7834312" y="6698456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1" name="Straight Connector 2760">
              <a:extLst>
                <a:ext uri="{FF2B5EF4-FFF2-40B4-BE49-F238E27FC236}">
                  <a16:creationId xmlns:a16="http://schemas.microsoft.com/office/drawing/2014/main" id="{E1939E15-348E-3C99-F0BE-7D2019927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9550" y="663178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2" name="Straight Connector 2761">
              <a:extLst>
                <a:ext uri="{FF2B5EF4-FFF2-40B4-BE49-F238E27FC236}">
                  <a16:creationId xmlns:a16="http://schemas.microsoft.com/office/drawing/2014/main" id="{18A31322-1089-4691-5C6C-1394A66F921B}"/>
                </a:ext>
              </a:extLst>
            </p:cNvPr>
            <p:cNvCxnSpPr>
              <a:cxnSpLocks/>
            </p:cNvCxnSpPr>
            <p:nvPr/>
          </p:nvCxnSpPr>
          <p:spPr>
            <a:xfrm>
              <a:off x="7986712" y="66270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3" name="Straight Connector 2762">
              <a:extLst>
                <a:ext uri="{FF2B5EF4-FFF2-40B4-BE49-F238E27FC236}">
                  <a16:creationId xmlns:a16="http://schemas.microsoft.com/office/drawing/2014/main" id="{B3F6C72F-7977-87B5-DB48-D014DBF8C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89095" y="679132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4" name="Straight Connector 2763">
              <a:extLst>
                <a:ext uri="{FF2B5EF4-FFF2-40B4-BE49-F238E27FC236}">
                  <a16:creationId xmlns:a16="http://schemas.microsoft.com/office/drawing/2014/main" id="{8D063BF6-AAEB-1E21-6195-5D118FC7D199}"/>
                </a:ext>
              </a:extLst>
            </p:cNvPr>
            <p:cNvCxnSpPr>
              <a:cxnSpLocks/>
            </p:cNvCxnSpPr>
            <p:nvPr/>
          </p:nvCxnSpPr>
          <p:spPr>
            <a:xfrm>
              <a:off x="8141494" y="657939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" name="Straight Connector 2764">
              <a:extLst>
                <a:ext uri="{FF2B5EF4-FFF2-40B4-BE49-F238E27FC236}">
                  <a16:creationId xmlns:a16="http://schemas.microsoft.com/office/drawing/2014/main" id="{35398DFB-E0C3-91CD-A152-6DF13C203DC9}"/>
                </a:ext>
              </a:extLst>
            </p:cNvPr>
            <p:cNvCxnSpPr>
              <a:cxnSpLocks/>
            </p:cNvCxnSpPr>
            <p:nvPr/>
          </p:nvCxnSpPr>
          <p:spPr>
            <a:xfrm>
              <a:off x="8008937" y="6516687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" name="Straight Connector 2765">
              <a:extLst>
                <a:ext uri="{FF2B5EF4-FFF2-40B4-BE49-F238E27FC236}">
                  <a16:creationId xmlns:a16="http://schemas.microsoft.com/office/drawing/2014/main" id="{63FF3FD6-D373-BD11-E356-8CEF0BDD5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000" y="6455568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7" name="Straight Connector 2766">
              <a:extLst>
                <a:ext uri="{FF2B5EF4-FFF2-40B4-BE49-F238E27FC236}">
                  <a16:creationId xmlns:a16="http://schemas.microsoft.com/office/drawing/2014/main" id="{2D563B8B-098E-F045-64C2-38F5BD197FFE}"/>
                </a:ext>
              </a:extLst>
            </p:cNvPr>
            <p:cNvCxnSpPr>
              <a:cxnSpLocks/>
            </p:cNvCxnSpPr>
            <p:nvPr/>
          </p:nvCxnSpPr>
          <p:spPr>
            <a:xfrm>
              <a:off x="8158956" y="6454775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8" name="Straight Connector 2767">
              <a:extLst>
                <a:ext uri="{FF2B5EF4-FFF2-40B4-BE49-F238E27FC236}">
                  <a16:creationId xmlns:a16="http://schemas.microsoft.com/office/drawing/2014/main" id="{57CE582A-5715-AD52-01AB-9B5B2B1E8F15}"/>
                </a:ext>
              </a:extLst>
            </p:cNvPr>
            <p:cNvCxnSpPr>
              <a:cxnSpLocks/>
            </p:cNvCxnSpPr>
            <p:nvPr/>
          </p:nvCxnSpPr>
          <p:spPr>
            <a:xfrm>
              <a:off x="8281988" y="6512718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9" name="Straight Connector 2768">
              <a:extLst>
                <a:ext uri="{FF2B5EF4-FFF2-40B4-BE49-F238E27FC236}">
                  <a16:creationId xmlns:a16="http://schemas.microsoft.com/office/drawing/2014/main" id="{11FEE148-6373-432F-7707-072323197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6751" y="6672261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0" name="Straight Connector 2769">
              <a:extLst>
                <a:ext uri="{FF2B5EF4-FFF2-40B4-BE49-F238E27FC236}">
                  <a16:creationId xmlns:a16="http://schemas.microsoft.com/office/drawing/2014/main" id="{3FB278B8-E463-6DC7-8580-88D7B8996559}"/>
                </a:ext>
              </a:extLst>
            </p:cNvPr>
            <p:cNvCxnSpPr>
              <a:cxnSpLocks/>
            </p:cNvCxnSpPr>
            <p:nvPr/>
          </p:nvCxnSpPr>
          <p:spPr>
            <a:xfrm>
              <a:off x="8439151" y="6446043"/>
              <a:ext cx="0" cy="2214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1" name="Straight Connector 2770">
              <a:extLst>
                <a:ext uri="{FF2B5EF4-FFF2-40B4-BE49-F238E27FC236}">
                  <a16:creationId xmlns:a16="http://schemas.microsoft.com/office/drawing/2014/main" id="{69DBF74E-38BB-E459-23D4-3A510B158E10}"/>
                </a:ext>
              </a:extLst>
            </p:cNvPr>
            <p:cNvCxnSpPr>
              <a:cxnSpLocks/>
            </p:cNvCxnSpPr>
            <p:nvPr/>
          </p:nvCxnSpPr>
          <p:spPr>
            <a:xfrm>
              <a:off x="8449469" y="6447632"/>
              <a:ext cx="132556" cy="60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2" name="Straight Connector 2771">
              <a:extLst>
                <a:ext uri="{FF2B5EF4-FFF2-40B4-BE49-F238E27FC236}">
                  <a16:creationId xmlns:a16="http://schemas.microsoft.com/office/drawing/2014/main" id="{DA1388FD-0EE2-728C-BC44-ABD6F9BFE67D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3" y="6393656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3" name="Straight Connector 2772">
              <a:extLst>
                <a:ext uri="{FF2B5EF4-FFF2-40B4-BE49-F238E27FC236}">
                  <a16:creationId xmlns:a16="http://schemas.microsoft.com/office/drawing/2014/main" id="{7B8BE0BC-2D21-44A9-5619-B67EBD39E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3912" y="6334125"/>
              <a:ext cx="145257" cy="59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0" name="Straight Connector 2779">
              <a:extLst>
                <a:ext uri="{FF2B5EF4-FFF2-40B4-BE49-F238E27FC236}">
                  <a16:creationId xmlns:a16="http://schemas.microsoft.com/office/drawing/2014/main" id="{FAC65998-EAE3-6972-14C1-033A049310CC}"/>
                </a:ext>
              </a:extLst>
            </p:cNvPr>
            <p:cNvCxnSpPr>
              <a:cxnSpLocks/>
            </p:cNvCxnSpPr>
            <p:nvPr/>
          </p:nvCxnSpPr>
          <p:spPr>
            <a:xfrm>
              <a:off x="8448677" y="6215063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1" name="Straight Connector 2780">
              <a:extLst>
                <a:ext uri="{FF2B5EF4-FFF2-40B4-BE49-F238E27FC236}">
                  <a16:creationId xmlns:a16="http://schemas.microsoft.com/office/drawing/2014/main" id="{B45FCA6A-EEDB-B5FC-41F7-BBEA91C7AB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8674" y="6210300"/>
              <a:ext cx="297657" cy="1119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3" name="Straight Connector 2782">
              <a:extLst>
                <a:ext uri="{FF2B5EF4-FFF2-40B4-BE49-F238E27FC236}">
                  <a16:creationId xmlns:a16="http://schemas.microsoft.com/office/drawing/2014/main" id="{67B5E840-98C2-1946-7B38-40DFB9E458BB}"/>
                </a:ext>
              </a:extLst>
            </p:cNvPr>
            <p:cNvCxnSpPr>
              <a:cxnSpLocks/>
            </p:cNvCxnSpPr>
            <p:nvPr/>
          </p:nvCxnSpPr>
          <p:spPr>
            <a:xfrm>
              <a:off x="8746334" y="5981700"/>
              <a:ext cx="0" cy="3476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5" name="Straight Connector 2784">
              <a:extLst>
                <a:ext uri="{FF2B5EF4-FFF2-40B4-BE49-F238E27FC236}">
                  <a16:creationId xmlns:a16="http://schemas.microsoft.com/office/drawing/2014/main" id="{15F6D054-FDF6-8E14-2C8D-DD8C1F94F4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9170" y="5972174"/>
              <a:ext cx="159544" cy="595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6" name="Straight Connector 2785">
              <a:extLst>
                <a:ext uri="{FF2B5EF4-FFF2-40B4-BE49-F238E27FC236}">
                  <a16:creationId xmlns:a16="http://schemas.microsoft.com/office/drawing/2014/main" id="{1672626F-EAEB-3139-F2AC-716DF4729FD4}"/>
                </a:ext>
              </a:extLst>
            </p:cNvPr>
            <p:cNvCxnSpPr>
              <a:cxnSpLocks/>
            </p:cNvCxnSpPr>
            <p:nvPr/>
          </p:nvCxnSpPr>
          <p:spPr>
            <a:xfrm>
              <a:off x="8593934" y="6026944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87" name="Straight Connector 2786">
            <a:extLst>
              <a:ext uri="{FF2B5EF4-FFF2-40B4-BE49-F238E27FC236}">
                <a16:creationId xmlns:a16="http://schemas.microsoft.com/office/drawing/2014/main" id="{1770D5A1-EEFE-E931-7530-D17B81997098}"/>
              </a:ext>
            </a:extLst>
          </p:cNvPr>
          <p:cNvCxnSpPr>
            <a:cxnSpLocks/>
          </p:cNvCxnSpPr>
          <p:nvPr/>
        </p:nvCxnSpPr>
        <p:spPr>
          <a:xfrm flipH="1">
            <a:off x="3128964" y="3183731"/>
            <a:ext cx="557211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09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5391763" y="386807"/>
            <a:ext cx="761387" cy="653841"/>
            <a:chOff x="1102419" y="3409545"/>
            <a:chExt cx="905416" cy="777528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870" y="3409545"/>
              <a:ext cx="0" cy="185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2419" y="3552770"/>
              <a:ext cx="367392" cy="158531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9843" y="3689885"/>
              <a:ext cx="0" cy="471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5923" cy="3556951"/>
            <a:chOff x="137913" y="1997862"/>
            <a:chExt cx="9846637" cy="6372724"/>
          </a:xfrm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3189" y="1997862"/>
              <a:ext cx="0" cy="45962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41966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26" y="3826970"/>
              <a:ext cx="294366" cy="13652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1382280" cy="550353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F6FE6B-DB23-8617-AA24-5464F17FDCAA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80" y="4153913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5E80E7-6B62-73DE-16C1-3ACB5345859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744" y="4381587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7E29D-D4FA-6902-ACAF-AD4521880ED7}"/>
                </a:ext>
              </a:extLst>
            </p:cNvPr>
            <p:cNvCxnSpPr>
              <a:cxnSpLocks/>
            </p:cNvCxnSpPr>
            <p:nvPr/>
          </p:nvCxnSpPr>
          <p:spPr>
            <a:xfrm>
              <a:off x="5603590" y="4495217"/>
              <a:ext cx="0" cy="62444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AF940F-2A34-CC2C-A51C-74C891D00767}"/>
                </a:ext>
              </a:extLst>
            </p:cNvPr>
            <p:cNvCxnSpPr>
              <a:cxnSpLocks/>
            </p:cNvCxnSpPr>
            <p:nvPr/>
          </p:nvCxnSpPr>
          <p:spPr>
            <a:xfrm>
              <a:off x="7787940" y="2999305"/>
              <a:ext cx="0" cy="86890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DFDE4D-7EBB-B582-8988-92133EC2A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1669" y="2990770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20B1BB-7AFF-0738-46FA-266102673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307" y="2807320"/>
              <a:ext cx="810599" cy="31144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06F63C-DC6E-608B-8045-649C8F4BDF0B}"/>
                </a:ext>
              </a:extLst>
            </p:cNvPr>
            <p:cNvCxnSpPr>
              <a:cxnSpLocks/>
            </p:cNvCxnSpPr>
            <p:nvPr/>
          </p:nvCxnSpPr>
          <p:spPr>
            <a:xfrm>
              <a:off x="8900910" y="2807318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973" y="4680229"/>
              <a:ext cx="221846" cy="15358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1" y="4274928"/>
              <a:ext cx="597280" cy="23891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198" y="4351725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020" y="4309062"/>
              <a:ext cx="0" cy="13651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6ED9BC36-C216-E0A7-17FF-37053D2F8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4578" y="5396971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2E8BFB36-75D3-B92E-50D2-51F1F56431D8}"/>
                </a:ext>
              </a:extLst>
            </p:cNvPr>
            <p:cNvCxnSpPr>
              <a:cxnSpLocks/>
            </p:cNvCxnSpPr>
            <p:nvPr/>
          </p:nvCxnSpPr>
          <p:spPr>
            <a:xfrm>
              <a:off x="4865519" y="7020872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6F7DFEA-C08F-3F06-E933-DE84C4FDFBDF}"/>
                </a:ext>
              </a:extLst>
            </p:cNvPr>
            <p:cNvCxnSpPr>
              <a:cxnSpLocks/>
            </p:cNvCxnSpPr>
            <p:nvPr/>
          </p:nvCxnSpPr>
          <p:spPr>
            <a:xfrm>
              <a:off x="966112" y="7029406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6B7C2DF5-5493-9740-0749-EBCCC4E148EB}"/>
                </a:ext>
              </a:extLst>
            </p:cNvPr>
            <p:cNvCxnSpPr>
              <a:cxnSpLocks/>
            </p:cNvCxnSpPr>
            <p:nvPr/>
          </p:nvCxnSpPr>
          <p:spPr>
            <a:xfrm>
              <a:off x="5999820" y="8238328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40956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DF37BB-F4DC-21F0-5641-5F78686C0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5776" y="445411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D0915B-D1FF-EA3F-AB03-9F5B45919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4307" y="4594906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A1EE69-640D-E41F-01FC-A2E367043AE2}"/>
                </a:ext>
              </a:extLst>
            </p:cNvPr>
            <p:cNvCxnSpPr>
              <a:cxnSpLocks/>
            </p:cNvCxnSpPr>
            <p:nvPr/>
          </p:nvCxnSpPr>
          <p:spPr>
            <a:xfrm>
              <a:off x="9685909" y="4210937"/>
              <a:ext cx="290107" cy="102391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1BFD5D5-18B4-C3AC-CE8B-49F32FB024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72" y="3838343"/>
              <a:ext cx="463606" cy="18914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1985313" y="372306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/>
              <a:t>13.02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114425" y="1504950"/>
            <a:ext cx="7791450" cy="5620544"/>
            <a:chOff x="1114425" y="1504950"/>
            <a:chExt cx="7791450" cy="5620544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41328" y="1886355"/>
              <a:ext cx="0" cy="1305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721894" y="3900487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3724274" y="3300413"/>
              <a:ext cx="0" cy="6096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7112A922-BF13-F20A-A631-CD30DBF7597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75" y="3248024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19875" y="2069306"/>
              <a:ext cx="754856" cy="166688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4AA21B0B-A8D0-500E-B64F-9C216A4D9B7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50" y="3187700"/>
              <a:ext cx="495300" cy="82550"/>
            </a:xfrm>
            <a:prstGeom prst="line">
              <a:avLst/>
            </a:prstGeom>
            <a:ln w="1270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3EF000E-DACB-A9E9-19DB-BC424D2F2C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1743075"/>
              <a:ext cx="302419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67425536-D91A-CA3D-C722-6924C8CCB95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19" y="1864519"/>
              <a:ext cx="302419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25367A10-3523-2057-20A0-079536EC40B8}"/>
                </a:ext>
              </a:extLst>
            </p:cNvPr>
            <p:cNvCxnSpPr>
              <a:cxnSpLocks/>
            </p:cNvCxnSpPr>
            <p:nvPr/>
          </p:nvCxnSpPr>
          <p:spPr>
            <a:xfrm>
              <a:off x="2805113" y="1976438"/>
              <a:ext cx="0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DF1F82F4-20B7-06EC-1A14-10EA52359A76}"/>
                </a:ext>
              </a:extLst>
            </p:cNvPr>
            <p:cNvCxnSpPr>
              <a:cxnSpLocks/>
            </p:cNvCxnSpPr>
            <p:nvPr/>
          </p:nvCxnSpPr>
          <p:spPr>
            <a:xfrm>
              <a:off x="2807494" y="2231231"/>
              <a:ext cx="302419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6717D8D0-DA00-B124-96AD-E847E01C9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1819" y="1643062"/>
              <a:ext cx="302419" cy="1166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ADCD133-3D22-FC6C-C8C2-139494FF54D5}"/>
                </a:ext>
              </a:extLst>
            </p:cNvPr>
            <p:cNvCxnSpPr>
              <a:cxnSpLocks/>
            </p:cNvCxnSpPr>
            <p:nvPr/>
          </p:nvCxnSpPr>
          <p:spPr>
            <a:xfrm>
              <a:off x="3417094" y="1640681"/>
              <a:ext cx="159544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8D1F2588-92A6-58C7-3C6A-7688D8123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9019" y="1504950"/>
              <a:ext cx="435769" cy="2071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49" y="2957512"/>
              <a:ext cx="0" cy="3452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5567" y="2001980"/>
              <a:ext cx="154309" cy="7923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F5E8133-1890-64B2-9FB6-3D1B50EDF524}"/>
                </a:ext>
              </a:extLst>
            </p:cNvPr>
            <p:cNvCxnSpPr>
              <a:cxnSpLocks/>
            </p:cNvCxnSpPr>
            <p:nvPr/>
          </p:nvCxnSpPr>
          <p:spPr>
            <a:xfrm>
              <a:off x="1893094" y="2474118"/>
              <a:ext cx="150018" cy="523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8E05DE-C7CD-2C84-0801-AD801613656A}"/>
                </a:ext>
              </a:extLst>
            </p:cNvPr>
            <p:cNvCxnSpPr>
              <a:cxnSpLocks/>
            </p:cNvCxnSpPr>
            <p:nvPr/>
          </p:nvCxnSpPr>
          <p:spPr>
            <a:xfrm>
              <a:off x="2035968" y="2519362"/>
              <a:ext cx="0" cy="1452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8BB69DE-7F6F-DCE2-F268-ED1D0D87A31D}"/>
                </a:ext>
              </a:extLst>
            </p:cNvPr>
            <p:cNvCxnSpPr>
              <a:cxnSpLocks/>
            </p:cNvCxnSpPr>
            <p:nvPr/>
          </p:nvCxnSpPr>
          <p:spPr>
            <a:xfrm>
              <a:off x="2031207" y="2647950"/>
              <a:ext cx="778668" cy="295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0F509B8E-C6F4-BDC9-0252-7AD6D9945D73}"/>
                </a:ext>
              </a:extLst>
            </p:cNvPr>
            <p:cNvCxnSpPr>
              <a:cxnSpLocks/>
            </p:cNvCxnSpPr>
            <p:nvPr/>
          </p:nvCxnSpPr>
          <p:spPr>
            <a:xfrm>
              <a:off x="2800351" y="3290887"/>
              <a:ext cx="461962" cy="195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D11DFBBF-C913-8BD0-7035-699BF92F3C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7531" y="34861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97EEDE62-CDCA-3BF8-CE78-85DAD308B1E5}"/>
                </a:ext>
              </a:extLst>
            </p:cNvPr>
            <p:cNvCxnSpPr>
              <a:cxnSpLocks/>
            </p:cNvCxnSpPr>
            <p:nvPr/>
          </p:nvCxnSpPr>
          <p:spPr>
            <a:xfrm>
              <a:off x="3112293" y="3548063"/>
              <a:ext cx="0" cy="2476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74705D1E-0C9A-3A2B-1506-10F8AC8206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0369" y="3712369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6E227392-82C4-B9FF-BC11-329F4BE99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2256" y="372427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9090C555-E593-5FC8-E0C7-AD48D96D55FC}"/>
                </a:ext>
              </a:extLst>
            </p:cNvPr>
            <p:cNvCxnSpPr>
              <a:cxnSpLocks/>
            </p:cNvCxnSpPr>
            <p:nvPr/>
          </p:nvCxnSpPr>
          <p:spPr>
            <a:xfrm>
              <a:off x="2802730" y="36623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955">
              <a:extLst>
                <a:ext uri="{FF2B5EF4-FFF2-40B4-BE49-F238E27FC236}">
                  <a16:creationId xmlns:a16="http://schemas.microsoft.com/office/drawing/2014/main" id="{078C3362-F8DF-B3CB-149F-AB92B40DB3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4775" y="3606800"/>
              <a:ext cx="155574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AA8B7FCF-A096-7715-2E4B-74508FCA2D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7950" y="3481388"/>
              <a:ext cx="295275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695DD541-53E4-147A-C012-F203C3B7F5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43188" y="3362325"/>
              <a:ext cx="285749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51E1C6D-E6DA-1C6E-CA58-E279BC6CD0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2675" y="3352800"/>
              <a:ext cx="295275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8136B51B-FE61-7670-BDB9-6A41EB7B685F}"/>
                </a:ext>
              </a:extLst>
            </p:cNvPr>
            <p:cNvCxnSpPr>
              <a:cxnSpLocks/>
            </p:cNvCxnSpPr>
            <p:nvPr/>
          </p:nvCxnSpPr>
          <p:spPr>
            <a:xfrm>
              <a:off x="2352674" y="3476625"/>
              <a:ext cx="0" cy="600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48672D7-29DC-D36D-340B-4BB7970168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1525" y="4070350"/>
              <a:ext cx="296863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9594AC22-A027-4874-CFDA-25E6B2FAB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93888" y="413543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011BF6AB-B4B0-A8AF-CEFA-F9C679DDE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506" y="40703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CD8DBDB0-55A0-1B05-7782-3193DD269AE7}"/>
                </a:ext>
              </a:extLst>
            </p:cNvPr>
            <p:cNvCxnSpPr>
              <a:cxnSpLocks/>
            </p:cNvCxnSpPr>
            <p:nvPr/>
          </p:nvCxnSpPr>
          <p:spPr>
            <a:xfrm>
              <a:off x="2040730" y="39417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2AA5432B-E6F0-CE33-7FE4-C4BE2C2D4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8750" y="3949700"/>
              <a:ext cx="619125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C0A8BA8-4103-E294-C15B-78028D956962}"/>
                </a:ext>
              </a:extLst>
            </p:cNvPr>
            <p:cNvCxnSpPr>
              <a:cxnSpLocks/>
            </p:cNvCxnSpPr>
            <p:nvPr/>
          </p:nvCxnSpPr>
          <p:spPr>
            <a:xfrm>
              <a:off x="1431130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C76C866A-7A34-6813-F74D-5708553ED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4184650"/>
              <a:ext cx="314325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5BDA444-6095-12B0-8DA8-F8FBCE014511}"/>
                </a:ext>
              </a:extLst>
            </p:cNvPr>
            <p:cNvCxnSpPr>
              <a:cxnSpLocks/>
            </p:cNvCxnSpPr>
            <p:nvPr/>
          </p:nvCxnSpPr>
          <p:spPr>
            <a:xfrm>
              <a:off x="1729580" y="41830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9982F05-A5E1-3BD9-729D-9A80E1EA06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8313" y="4310062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736D406C-2E0E-BEB2-95D1-41735B5E0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9581" y="437197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C261AE37-C53F-1428-D36F-060ED3057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7838" y="44338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4764C218-DF13-91C3-D875-65A640B742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1625" y="4495800"/>
              <a:ext cx="319088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F1ED2C8D-A706-BBD1-9BD1-20DB4FEB1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17638" y="454818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B0027453-ABFC-9A95-1516-839AB85169B4}"/>
                </a:ext>
              </a:extLst>
            </p:cNvPr>
            <p:cNvCxnSpPr>
              <a:cxnSpLocks/>
            </p:cNvCxnSpPr>
            <p:nvPr/>
          </p:nvCxnSpPr>
          <p:spPr>
            <a:xfrm>
              <a:off x="1421605" y="4538663"/>
              <a:ext cx="0" cy="2428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C43E9AC-0067-AE38-1952-F7622D6381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6050" y="4546600"/>
              <a:ext cx="609600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B4FFF554-E702-571B-3232-2995D68D2779}"/>
                </a:ext>
              </a:extLst>
            </p:cNvPr>
            <p:cNvCxnSpPr>
              <a:cxnSpLocks/>
            </p:cNvCxnSpPr>
            <p:nvPr/>
          </p:nvCxnSpPr>
          <p:spPr>
            <a:xfrm>
              <a:off x="2034380" y="45291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4996573E-1E19-FF89-C67D-7F2F2A04B9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6425" y="46609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5405812D-7ED5-07EC-D9BC-978708AA5FAF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47259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75E29716-948D-2112-6E9F-6E817C531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7200" y="48450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4E3B9D9-A2D7-A06C-B20B-179AED349239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47863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10E8A3E3-AF9E-AC59-E2EC-0ED2E67C38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9525" y="4791075"/>
              <a:ext cx="463550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F3DB784-E338-B5DB-96DA-E5BBDBC3D962}"/>
                </a:ext>
              </a:extLst>
            </p:cNvPr>
            <p:cNvCxnSpPr>
              <a:cxnSpLocks/>
            </p:cNvCxnSpPr>
            <p:nvPr/>
          </p:nvCxnSpPr>
          <p:spPr>
            <a:xfrm>
              <a:off x="1281905" y="4960938"/>
              <a:ext cx="0" cy="363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BC43442-18CC-F911-BC76-5B343C41B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2700" y="5254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BFA9D7B6-768F-69D3-96CE-DF0516B9C6E9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029200"/>
              <a:ext cx="0" cy="239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57E2127A-4051-3BB4-53D6-3D0381AD1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1925" y="4959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3721C8E0-F433-B636-7E4E-797A058426DB}"/>
                </a:ext>
              </a:extLst>
            </p:cNvPr>
            <p:cNvCxnSpPr>
              <a:cxnSpLocks/>
            </p:cNvCxnSpPr>
            <p:nvPr/>
          </p:nvCxnSpPr>
          <p:spPr>
            <a:xfrm>
              <a:off x="1583530" y="4965700"/>
              <a:ext cx="0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7D782DBE-4BE8-B39F-CDDD-543EB08B0F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2400" y="53054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BCBA13B-5AF5-578F-9C6B-A7F861B8CA48}"/>
                </a:ext>
              </a:extLst>
            </p:cNvPr>
            <p:cNvCxnSpPr>
              <a:cxnSpLocks/>
            </p:cNvCxnSpPr>
            <p:nvPr/>
          </p:nvCxnSpPr>
          <p:spPr>
            <a:xfrm>
              <a:off x="1427955" y="5376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6CA3ABD8-F0AE-F6B8-26D8-E63093FF4F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3513" y="5503862"/>
              <a:ext cx="611187" cy="246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05D649DB-CB0B-6957-AE80-128AFD2A610C}"/>
                </a:ext>
              </a:extLst>
            </p:cNvPr>
            <p:cNvCxnSpPr>
              <a:cxnSpLocks/>
            </p:cNvCxnSpPr>
            <p:nvPr/>
          </p:nvCxnSpPr>
          <p:spPr>
            <a:xfrm>
              <a:off x="2043905" y="56372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E2EDFB6D-B5B5-F317-7AF3-4DDFA7F64C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77975" y="5445125"/>
              <a:ext cx="473074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2E7286B-9119-F42B-9385-4365F986A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1150" y="53816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51D65231-F43F-D176-882E-6927197F7F58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5153025"/>
              <a:ext cx="0" cy="236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5F6A136B-797B-FED7-405F-1AF45E9EF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0375" y="50863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1C53B154-3F9D-4AF7-238F-541E01C69277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5083175"/>
              <a:ext cx="0" cy="349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CF8D303E-6874-22FD-1E6E-338248FC64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73250" y="542607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F05529C4-C213-E81F-2FFC-9F22640A9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350" y="5435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CF412D5-95BA-6570-CBAE-371B50EE5304}"/>
                </a:ext>
              </a:extLst>
            </p:cNvPr>
            <p:cNvCxnSpPr>
              <a:cxnSpLocks/>
            </p:cNvCxnSpPr>
            <p:nvPr/>
          </p:nvCxnSpPr>
          <p:spPr>
            <a:xfrm>
              <a:off x="2186780" y="5437188"/>
              <a:ext cx="0" cy="2079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5E767663-C7E8-E6D5-AB97-B39C08F244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56610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D755CBAD-12CB-9BCA-13F8-F5388B5F5C59}"/>
                </a:ext>
              </a:extLst>
            </p:cNvPr>
            <p:cNvCxnSpPr>
              <a:cxnSpLocks/>
            </p:cNvCxnSpPr>
            <p:nvPr/>
          </p:nvCxnSpPr>
          <p:spPr>
            <a:xfrm>
              <a:off x="2342355" y="5499100"/>
              <a:ext cx="0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5EA590E2-1A00-8778-A066-BA1DF951EA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3150" y="5492750"/>
              <a:ext cx="15875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F76BCCA0-44DB-C654-A427-8A8707188674}"/>
                </a:ext>
              </a:extLst>
            </p:cNvPr>
            <p:cNvCxnSpPr>
              <a:cxnSpLocks/>
            </p:cNvCxnSpPr>
            <p:nvPr/>
          </p:nvCxnSpPr>
          <p:spPr>
            <a:xfrm>
              <a:off x="2494755" y="5557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6CFF67A4-0543-67B4-6603-451C0710C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6261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2BAAEA61-6505-0FEA-AC26-41D11D818ED1}"/>
                </a:ext>
              </a:extLst>
            </p:cNvPr>
            <p:cNvCxnSpPr>
              <a:cxnSpLocks/>
            </p:cNvCxnSpPr>
            <p:nvPr/>
          </p:nvCxnSpPr>
          <p:spPr>
            <a:xfrm>
              <a:off x="2650330" y="5503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D3B9DB18-A211-B4A6-1086-8808690418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50" y="53879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3202051F-F37E-56E3-9A6C-EF80CA5C6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6025" y="544195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ED635E3C-CD9F-82A5-26DA-2048807EB6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5197475"/>
              <a:ext cx="460375" cy="196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B076E022-B838-A926-8ED7-C3403665FC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2000" y="51847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35A90C7F-63D6-AAFA-062F-5FBC39C2DA61}"/>
                </a:ext>
              </a:extLst>
            </p:cNvPr>
            <p:cNvCxnSpPr>
              <a:cxnSpLocks/>
            </p:cNvCxnSpPr>
            <p:nvPr/>
          </p:nvCxnSpPr>
          <p:spPr>
            <a:xfrm>
              <a:off x="2037555" y="5038725"/>
              <a:ext cx="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D3D8D5E7-C96A-2D49-63B5-8EFBDE823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5175" y="5029200"/>
              <a:ext cx="609600" cy="2317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B68DA4B4-B31B-6770-FA86-23EFAAEDB084}"/>
                </a:ext>
              </a:extLst>
            </p:cNvPr>
            <p:cNvCxnSpPr>
              <a:cxnSpLocks/>
            </p:cNvCxnSpPr>
            <p:nvPr/>
          </p:nvCxnSpPr>
          <p:spPr>
            <a:xfrm>
              <a:off x="2647155" y="51419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0D36BB45-F992-0C75-4F28-761A58CFC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8050" y="4968875"/>
              <a:ext cx="495300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A96D445B-A0A8-CC59-1C8B-B308873E3F02}"/>
                </a:ext>
              </a:extLst>
            </p:cNvPr>
            <p:cNvCxnSpPr>
              <a:cxnSpLocks/>
            </p:cNvCxnSpPr>
            <p:nvPr/>
          </p:nvCxnSpPr>
          <p:spPr>
            <a:xfrm>
              <a:off x="2189955" y="48434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8FA5CFD0-134E-E94F-A37B-6DC706FC5A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4875" y="48418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D015498D-AAE9-FA27-0883-DDD877DACB32}"/>
                </a:ext>
              </a:extLst>
            </p:cNvPr>
            <p:cNvCxnSpPr>
              <a:cxnSpLocks/>
            </p:cNvCxnSpPr>
            <p:nvPr/>
          </p:nvCxnSpPr>
          <p:spPr>
            <a:xfrm>
              <a:off x="2656680" y="48847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3C9A919F-4CE1-8EEB-951D-922DD7D53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7575" y="472122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69502577-BDB4-C9EA-15F5-1D1C3D196DCA}"/>
                </a:ext>
              </a:extLst>
            </p:cNvPr>
            <p:cNvCxnSpPr>
              <a:cxnSpLocks/>
            </p:cNvCxnSpPr>
            <p:nvPr/>
          </p:nvCxnSpPr>
          <p:spPr>
            <a:xfrm>
              <a:off x="2193130" y="46148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76A5A364-93FE-678C-FC13-E7744391ED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0750" y="46132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94148182-6DCC-0E0D-1FCB-3D080BEA36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000" y="47244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2792ACE8-AED7-C53D-7C75-DC0478A113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6069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C6B6D85-C68E-7075-D23C-EE3AC71B4B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454660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72FA2007-44BA-86A0-2C25-ADAE8E4D35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7100" y="43719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4D3FDD42-CBBB-1569-329D-7945D5470344}"/>
                </a:ext>
              </a:extLst>
            </p:cNvPr>
            <p:cNvCxnSpPr>
              <a:cxnSpLocks/>
            </p:cNvCxnSpPr>
            <p:nvPr/>
          </p:nvCxnSpPr>
          <p:spPr>
            <a:xfrm>
              <a:off x="2199480" y="42370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88412A75-E9AC-69E2-8F58-4A73A5E6A8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925" y="4184650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9F3D3FE1-A1F5-0341-B4D8-951864523BEB}"/>
                </a:ext>
              </a:extLst>
            </p:cNvPr>
            <p:cNvCxnSpPr>
              <a:cxnSpLocks/>
            </p:cNvCxnSpPr>
            <p:nvPr/>
          </p:nvCxnSpPr>
          <p:spPr>
            <a:xfrm>
              <a:off x="2348705" y="41767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7632E04B-3ECE-3608-675C-FF4299E48E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6325" y="4305300"/>
              <a:ext cx="625475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6855508-F712-E278-8F36-1A69E32FE4CC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5" y="44211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0F26578E-3F95-F47A-7666-4CD814FA4C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900" y="4257675"/>
              <a:ext cx="4794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087017B-EA93-09A4-814A-59A27DFD9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1425" y="419417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13D53826-C1EA-7FFB-4E04-FECEB45619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0175" y="4200525"/>
              <a:ext cx="307975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F7E8D1B4-59FB-A34F-5C1D-C13110DAE3BB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5" y="4186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A30C4D34-EFFE-96A6-FD19-320E0D699E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4000" y="41243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5F5382C0-6CE6-5D5A-E628-C34EADF1D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4060825"/>
              <a:ext cx="158750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E649ECDF-F2D6-F309-DF62-3733962B2A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40608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55985789-B0A4-DBB9-84BA-8FB3AB203E46}"/>
                </a:ext>
              </a:extLst>
            </p:cNvPr>
            <p:cNvCxnSpPr>
              <a:cxnSpLocks/>
            </p:cNvCxnSpPr>
            <p:nvPr/>
          </p:nvCxnSpPr>
          <p:spPr>
            <a:xfrm>
              <a:off x="3113880" y="4148138"/>
              <a:ext cx="0" cy="579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5115E9C3-A1F3-66F6-FD8B-08AECA5E80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5625" y="471805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9B71C0A7-07D5-45B7-33D5-D3BAFF971735}"/>
                </a:ext>
              </a:extLst>
            </p:cNvPr>
            <p:cNvCxnSpPr>
              <a:cxnSpLocks/>
            </p:cNvCxnSpPr>
            <p:nvPr/>
          </p:nvCxnSpPr>
          <p:spPr>
            <a:xfrm>
              <a:off x="3275805" y="4799013"/>
              <a:ext cx="0" cy="350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3D0B3F8C-2B2E-C3C8-DA28-FE0ED50ED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05150" y="5064125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4264B3CB-ECE9-1541-7121-20FEB6B47068}"/>
                </a:ext>
              </a:extLst>
            </p:cNvPr>
            <p:cNvCxnSpPr>
              <a:cxnSpLocks/>
            </p:cNvCxnSpPr>
            <p:nvPr/>
          </p:nvCxnSpPr>
          <p:spPr>
            <a:xfrm>
              <a:off x="3107530" y="4851400"/>
              <a:ext cx="0" cy="2238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D03A705D-7612-5A0E-9D67-12F0E5AC4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0350" y="4854575"/>
              <a:ext cx="298450" cy="111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1984">
              <a:extLst>
                <a:ext uri="{FF2B5EF4-FFF2-40B4-BE49-F238E27FC236}">
                  <a16:creationId xmlns:a16="http://schemas.microsoft.com/office/drawing/2014/main" id="{FB6A189B-67B3-454D-F66C-19ECBE1975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0825" y="4953000"/>
              <a:ext cx="180975" cy="82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F7F038EE-64DB-4213-8988-C738A7D5B1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3525" y="503872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Straight Connector 1987">
              <a:extLst>
                <a:ext uri="{FF2B5EF4-FFF2-40B4-BE49-F238E27FC236}">
                  <a16:creationId xmlns:a16="http://schemas.microsoft.com/office/drawing/2014/main" id="{FFD5E795-F995-23B6-A055-A44A63BB1391}"/>
                </a:ext>
              </a:extLst>
            </p:cNvPr>
            <p:cNvCxnSpPr>
              <a:cxnSpLocks/>
            </p:cNvCxnSpPr>
            <p:nvPr/>
          </p:nvCxnSpPr>
          <p:spPr>
            <a:xfrm>
              <a:off x="2802730" y="50815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930E1EBB-196D-A962-C444-3D98D7344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6225" y="51498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1989">
              <a:extLst>
                <a:ext uri="{FF2B5EF4-FFF2-40B4-BE49-F238E27FC236}">
                  <a16:creationId xmlns:a16="http://schemas.microsoft.com/office/drawing/2014/main" id="{5F6CD90B-7962-AF84-46DE-D7E6F9DF0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2750" y="51435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9145FE32-4B0D-C408-4AC0-32FDEEAE2424}"/>
                </a:ext>
              </a:extLst>
            </p:cNvPr>
            <p:cNvCxnSpPr>
              <a:cxnSpLocks/>
            </p:cNvCxnSpPr>
            <p:nvPr/>
          </p:nvCxnSpPr>
          <p:spPr>
            <a:xfrm>
              <a:off x="3104355" y="52022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1992">
              <a:extLst>
                <a:ext uri="{FF2B5EF4-FFF2-40B4-BE49-F238E27FC236}">
                  <a16:creationId xmlns:a16="http://schemas.microsoft.com/office/drawing/2014/main" id="{C9CE743B-F0BB-AA72-7D39-F22BD5048B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43225" y="52578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D6C4A011-A05F-D256-C1D5-09373FA933A4}"/>
                </a:ext>
              </a:extLst>
            </p:cNvPr>
            <p:cNvCxnSpPr>
              <a:cxnSpLocks/>
            </p:cNvCxnSpPr>
            <p:nvPr/>
          </p:nvCxnSpPr>
          <p:spPr>
            <a:xfrm>
              <a:off x="2951955" y="5268913"/>
              <a:ext cx="0" cy="347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1995">
              <a:extLst>
                <a:ext uri="{FF2B5EF4-FFF2-40B4-BE49-F238E27FC236}">
                  <a16:creationId xmlns:a16="http://schemas.microsoft.com/office/drawing/2014/main" id="{B6B1F23B-E253-1051-0D61-C5F2F5F0F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9100" y="561657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BA743247-5ED3-DF8F-B213-3DB1B33F0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8325" y="5565775"/>
              <a:ext cx="298450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1998">
              <a:extLst>
                <a:ext uri="{FF2B5EF4-FFF2-40B4-BE49-F238E27FC236}">
                  <a16:creationId xmlns:a16="http://schemas.microsoft.com/office/drawing/2014/main" id="{A8EE184F-F47A-7F43-8826-178C449A42A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557838"/>
              <a:ext cx="150020" cy="746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636AD313-066F-E837-C42A-AF49A8AE4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1200" y="5629275"/>
              <a:ext cx="307975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2001">
              <a:extLst>
                <a:ext uri="{FF2B5EF4-FFF2-40B4-BE49-F238E27FC236}">
                  <a16:creationId xmlns:a16="http://schemas.microsoft.com/office/drawing/2014/main" id="{70017B48-ADFC-9605-5B83-40E0E6EDF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1200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F5877D3A-202E-BA51-0A48-3672663C491C}"/>
                </a:ext>
              </a:extLst>
            </p:cNvPr>
            <p:cNvCxnSpPr>
              <a:cxnSpLocks/>
            </p:cNvCxnSpPr>
            <p:nvPr/>
          </p:nvCxnSpPr>
          <p:spPr>
            <a:xfrm>
              <a:off x="3412330" y="57927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A99712C4-2C26-2069-E180-7B8FC279E1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9950" y="59277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2007">
              <a:extLst>
                <a:ext uri="{FF2B5EF4-FFF2-40B4-BE49-F238E27FC236}">
                  <a16:creationId xmlns:a16="http://schemas.microsoft.com/office/drawing/2014/main" id="{BD02D2C0-1076-99A6-F8D4-97948E20CEAC}"/>
                </a:ext>
              </a:extLst>
            </p:cNvPr>
            <p:cNvCxnSpPr>
              <a:cxnSpLocks/>
            </p:cNvCxnSpPr>
            <p:nvPr/>
          </p:nvCxnSpPr>
          <p:spPr>
            <a:xfrm>
              <a:off x="3567905" y="5743575"/>
              <a:ext cx="0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0F0D76C7-20A8-2461-1B1C-B0AF61BF95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9175" y="57404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7D0F58A9-21AE-81F6-ED9D-A717A5A9A2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1575" y="5737225"/>
              <a:ext cx="161925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0196E861-F298-AE3E-29E4-6C2A03FBF7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0325" y="5737225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D5739DA3-B458-5C11-2866-6425EBEA46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4950" y="5676900"/>
              <a:ext cx="2825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E82406F9-4159-E2DB-C4E1-1D10A7EC3397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FC680C0-B416-3B85-EC7B-2ECF8E4379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8000" y="55118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4FA1225-7AAA-718C-2619-D2B151EAC305}"/>
                </a:ext>
              </a:extLst>
            </p:cNvPr>
            <p:cNvCxnSpPr>
              <a:cxnSpLocks/>
            </p:cNvCxnSpPr>
            <p:nvPr/>
          </p:nvCxnSpPr>
          <p:spPr>
            <a:xfrm>
              <a:off x="4479130" y="54975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229A034A-76D8-EAA7-AE3C-B3587DC83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0400" y="5553075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4926C7BD-1842-A957-C8A9-98EDF4997129}"/>
                </a:ext>
              </a:extLst>
            </p:cNvPr>
            <p:cNvCxnSpPr>
              <a:cxnSpLocks/>
            </p:cNvCxnSpPr>
            <p:nvPr/>
          </p:nvCxnSpPr>
          <p:spPr>
            <a:xfrm>
              <a:off x="4637880" y="5424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F5F5043A-56A8-44DB-A276-E756966D9E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5975" y="5429250"/>
              <a:ext cx="32385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EA74FCEF-0FC2-73E1-898A-B98B726CDB5F}"/>
                </a:ext>
              </a:extLst>
            </p:cNvPr>
            <p:cNvCxnSpPr>
              <a:cxnSpLocks/>
            </p:cNvCxnSpPr>
            <p:nvPr/>
          </p:nvCxnSpPr>
          <p:spPr>
            <a:xfrm>
              <a:off x="4942680" y="5551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22707A6C-BBB4-60FF-6763-731C5228B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43475" y="5676900"/>
              <a:ext cx="1555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78A96881-E3CE-BE13-B771-4B663BDCDD72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0" y="57261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018D656F-01EC-BC90-1D9D-9AA2A9D088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4725" y="5984875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AE8EA051-5BC1-7311-A081-9E45C1AAA2B0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5738813"/>
              <a:ext cx="0" cy="24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482054B8-8876-84C5-E14C-8047451151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1550" y="5740400"/>
              <a:ext cx="298450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782BCE99-8720-16AA-0A53-7D0E30EAFBE3}"/>
                </a:ext>
              </a:extLst>
            </p:cNvPr>
            <p:cNvCxnSpPr>
              <a:cxnSpLocks/>
            </p:cNvCxnSpPr>
            <p:nvPr/>
          </p:nvCxnSpPr>
          <p:spPr>
            <a:xfrm>
              <a:off x="4936330" y="59261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7EF1A119-27BD-0330-D578-56A98BFB04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7600" y="59182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405FA61D-6693-C4AA-C446-43F7AE49E398}"/>
                </a:ext>
              </a:extLst>
            </p:cNvPr>
            <p:cNvCxnSpPr>
              <a:cxnSpLocks/>
            </p:cNvCxnSpPr>
            <p:nvPr/>
          </p:nvCxnSpPr>
          <p:spPr>
            <a:xfrm>
              <a:off x="5079205" y="59737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7D346E2E-28CC-0376-7701-CB6D44D54E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3175" y="5969000"/>
              <a:ext cx="317500" cy="139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7DD49F85-B528-13D8-8D55-34A39DA8A5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9225" y="591185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3A4833CE-7CBC-D366-56B2-96FD5A57A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400" y="587057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11664BF8-3D61-C55C-FD3C-F7B8DFC1EB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1925" y="58039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BB2B4FAB-68F1-15C7-F144-1B42D5257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400" y="575945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8D0C1D06-A9E5-4BC2-7671-D5B5CD7BF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9525" y="5619750"/>
              <a:ext cx="31432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Straight Connector 2015">
              <a:extLst>
                <a:ext uri="{FF2B5EF4-FFF2-40B4-BE49-F238E27FC236}">
                  <a16:creationId xmlns:a16="http://schemas.microsoft.com/office/drawing/2014/main" id="{0C755F1D-FE31-55E9-4420-588B679CC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6350" y="556577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AED50892-5F74-E9C8-C100-A4AE3A4215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5200" y="5381625"/>
              <a:ext cx="479425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Straight Connector 2018">
              <a:extLst>
                <a:ext uri="{FF2B5EF4-FFF2-40B4-BE49-F238E27FC236}">
                  <a16:creationId xmlns:a16="http://schemas.microsoft.com/office/drawing/2014/main" id="{6EA78136-14DC-28A9-77AC-B259327A7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1550" y="5334000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8C6D75C5-B2FF-EB81-64AD-0A7292159E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7125" y="533717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2" name="Straight Connector 2021">
              <a:extLst>
                <a:ext uri="{FF2B5EF4-FFF2-40B4-BE49-F238E27FC236}">
                  <a16:creationId xmlns:a16="http://schemas.microsoft.com/office/drawing/2014/main" id="{3B010FBA-0260-379F-638F-BCCF0FFC4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2700" y="5314950"/>
              <a:ext cx="15557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AC2F9EB0-C52E-ABE5-E8D8-51088AF2F30D}"/>
                </a:ext>
              </a:extLst>
            </p:cNvPr>
            <p:cNvCxnSpPr>
              <a:cxnSpLocks/>
            </p:cNvCxnSpPr>
            <p:nvPr/>
          </p:nvCxnSpPr>
          <p:spPr>
            <a:xfrm>
              <a:off x="5244305" y="53165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2024">
              <a:extLst>
                <a:ext uri="{FF2B5EF4-FFF2-40B4-BE49-F238E27FC236}">
                  <a16:creationId xmlns:a16="http://schemas.microsoft.com/office/drawing/2014/main" id="{B32E626A-E340-2707-F9DC-FCCECBAD94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8750" y="54546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9FAF269C-FF4F-1C56-0CDF-C4A64ED0EBB8}"/>
                </a:ext>
              </a:extLst>
            </p:cNvPr>
            <p:cNvCxnSpPr>
              <a:cxnSpLocks/>
            </p:cNvCxnSpPr>
            <p:nvPr/>
          </p:nvCxnSpPr>
          <p:spPr>
            <a:xfrm>
              <a:off x="5387180" y="53673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7" name="Straight Connector 2026">
              <a:extLst>
                <a:ext uri="{FF2B5EF4-FFF2-40B4-BE49-F238E27FC236}">
                  <a16:creationId xmlns:a16="http://schemas.microsoft.com/office/drawing/2014/main" id="{70E20C09-6625-33AA-8467-9586D81F6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87975" y="53784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CF478CD6-3EFC-A1B5-A36D-5609DFA20336}"/>
                </a:ext>
              </a:extLst>
            </p:cNvPr>
            <p:cNvCxnSpPr>
              <a:cxnSpLocks/>
            </p:cNvCxnSpPr>
            <p:nvPr/>
          </p:nvCxnSpPr>
          <p:spPr>
            <a:xfrm>
              <a:off x="5539580" y="544036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9" name="Straight Connector 2028">
              <a:extLst>
                <a:ext uri="{FF2B5EF4-FFF2-40B4-BE49-F238E27FC236}">
                  <a16:creationId xmlns:a16="http://schemas.microsoft.com/office/drawing/2014/main" id="{573C9CF1-9EF9-C762-3E39-E3AB55708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4025" y="5492750"/>
              <a:ext cx="1682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2029">
              <a:extLst>
                <a:ext uri="{FF2B5EF4-FFF2-40B4-BE49-F238E27FC236}">
                  <a16:creationId xmlns:a16="http://schemas.microsoft.com/office/drawing/2014/main" id="{9C6659D2-A1E0-ADB2-266B-4C12C236C3AE}"/>
                </a:ext>
              </a:extLst>
            </p:cNvPr>
            <p:cNvCxnSpPr>
              <a:cxnSpLocks/>
            </p:cNvCxnSpPr>
            <p:nvPr/>
          </p:nvCxnSpPr>
          <p:spPr>
            <a:xfrm>
              <a:off x="5698330" y="5497513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2032">
              <a:extLst>
                <a:ext uri="{FF2B5EF4-FFF2-40B4-BE49-F238E27FC236}">
                  <a16:creationId xmlns:a16="http://schemas.microsoft.com/office/drawing/2014/main" id="{F2EDD809-8D12-E5AF-B25F-00842810B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2775" y="5570538"/>
              <a:ext cx="164305" cy="555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CE3DFB4B-4E1E-13FB-D8BE-55BCB32109EA}"/>
                </a:ext>
              </a:extLst>
            </p:cNvPr>
            <p:cNvCxnSpPr>
              <a:cxnSpLocks/>
            </p:cNvCxnSpPr>
            <p:nvPr/>
          </p:nvCxnSpPr>
          <p:spPr>
            <a:xfrm>
              <a:off x="5695155" y="5614988"/>
              <a:ext cx="0" cy="4746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2036">
              <a:extLst>
                <a:ext uri="{FF2B5EF4-FFF2-40B4-BE49-F238E27FC236}">
                  <a16:creationId xmlns:a16="http://schemas.microsoft.com/office/drawing/2014/main" id="{4E5130AF-3062-1C20-B645-A8990C25D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1150" y="6094413"/>
              <a:ext cx="307180" cy="1317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2039">
              <a:extLst>
                <a:ext uri="{FF2B5EF4-FFF2-40B4-BE49-F238E27FC236}">
                  <a16:creationId xmlns:a16="http://schemas.microsoft.com/office/drawing/2014/main" id="{04DED8DA-C21A-D470-1D29-D2AE801AEF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2875" y="615950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1" name="Straight Connector 2040">
              <a:extLst>
                <a:ext uri="{FF2B5EF4-FFF2-40B4-BE49-F238E27FC236}">
                  <a16:creationId xmlns:a16="http://schemas.microsoft.com/office/drawing/2014/main" id="{928A4708-8C8C-4A91-4148-879CAA2A54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8075" y="6153150"/>
              <a:ext cx="161925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2041">
              <a:extLst>
                <a:ext uri="{FF2B5EF4-FFF2-40B4-BE49-F238E27FC236}">
                  <a16:creationId xmlns:a16="http://schemas.microsoft.com/office/drawing/2014/main" id="{1B65A7F4-F9C1-D284-A3A7-8904F98AB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6825" y="616267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2042">
              <a:extLst>
                <a:ext uri="{FF2B5EF4-FFF2-40B4-BE49-F238E27FC236}">
                  <a16:creationId xmlns:a16="http://schemas.microsoft.com/office/drawing/2014/main" id="{420BAD35-A907-3B99-D752-635ADD13D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8850" y="6156325"/>
              <a:ext cx="165100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8D5658C1-5B24-79A1-79C0-DE23F144B2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0400" y="6096000"/>
              <a:ext cx="307975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2045">
              <a:extLst>
                <a:ext uri="{FF2B5EF4-FFF2-40B4-BE49-F238E27FC236}">
                  <a16:creationId xmlns:a16="http://schemas.microsoft.com/office/drawing/2014/main" id="{CADA2D5F-37AA-0E79-FEDC-4979D673A413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5727700"/>
              <a:ext cx="0" cy="3857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F0EEFD7A-407E-408D-E91C-5631B24A09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1650" y="57277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2049">
              <a:extLst>
                <a:ext uri="{FF2B5EF4-FFF2-40B4-BE49-F238E27FC236}">
                  <a16:creationId xmlns:a16="http://schemas.microsoft.com/office/drawing/2014/main" id="{246CB369-4623-2452-8AD8-D2B52177B5EE}"/>
                </a:ext>
              </a:extLst>
            </p:cNvPr>
            <p:cNvCxnSpPr>
              <a:cxnSpLocks/>
            </p:cNvCxnSpPr>
            <p:nvPr/>
          </p:nvCxnSpPr>
          <p:spPr>
            <a:xfrm>
              <a:off x="4317205" y="5791200"/>
              <a:ext cx="0" cy="3460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2051">
              <a:extLst>
                <a:ext uri="{FF2B5EF4-FFF2-40B4-BE49-F238E27FC236}">
                  <a16:creationId xmlns:a16="http://schemas.microsoft.com/office/drawing/2014/main" id="{7420A939-B969-DA3C-11BA-B6F38298F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1475" y="6146800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2052">
              <a:extLst>
                <a:ext uri="{FF2B5EF4-FFF2-40B4-BE49-F238E27FC236}">
                  <a16:creationId xmlns:a16="http://schemas.microsoft.com/office/drawing/2014/main" id="{AD7A641A-EA3A-E6AD-0E21-7DF0A6D567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25" y="61658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FC823607-2C3B-EECF-00DE-A3E0D27A952C}"/>
                </a:ext>
              </a:extLst>
            </p:cNvPr>
            <p:cNvCxnSpPr>
              <a:cxnSpLocks/>
            </p:cNvCxnSpPr>
            <p:nvPr/>
          </p:nvCxnSpPr>
          <p:spPr>
            <a:xfrm>
              <a:off x="4018755" y="60436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86FCF6B9-A110-BBB2-A043-8FA94778A7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3500" y="6035675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5FBB60BF-AB4F-17EB-946C-3BD2D590E74A}"/>
                </a:ext>
              </a:extLst>
            </p:cNvPr>
            <p:cNvCxnSpPr>
              <a:cxnSpLocks/>
            </p:cNvCxnSpPr>
            <p:nvPr/>
          </p:nvCxnSpPr>
          <p:spPr>
            <a:xfrm>
              <a:off x="3875880" y="6103938"/>
              <a:ext cx="0" cy="112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2058">
              <a:extLst>
                <a:ext uri="{FF2B5EF4-FFF2-40B4-BE49-F238E27FC236}">
                  <a16:creationId xmlns:a16="http://schemas.microsoft.com/office/drawing/2014/main" id="{95544C6F-00FE-344C-5525-8ABF6B4888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6675" y="6219825"/>
              <a:ext cx="311150" cy="1016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2060">
              <a:extLst>
                <a:ext uri="{FF2B5EF4-FFF2-40B4-BE49-F238E27FC236}">
                  <a16:creationId xmlns:a16="http://schemas.microsoft.com/office/drawing/2014/main" id="{CE259520-B006-9585-E99E-013EDF204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8600" y="6318250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Straight Connector 2061">
              <a:extLst>
                <a:ext uri="{FF2B5EF4-FFF2-40B4-BE49-F238E27FC236}">
                  <a16:creationId xmlns:a16="http://schemas.microsoft.com/office/drawing/2014/main" id="{BEA15A04-C2BE-8DE9-16FC-CA97C91B68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0800" y="633095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888529DE-CE13-4AE3-F6BC-DF736B3DA7F1}"/>
                </a:ext>
              </a:extLst>
            </p:cNvPr>
            <p:cNvCxnSpPr>
              <a:cxnSpLocks/>
            </p:cNvCxnSpPr>
            <p:nvPr/>
          </p:nvCxnSpPr>
          <p:spPr>
            <a:xfrm>
              <a:off x="3860005" y="6323013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99ACB893-89CB-D5F3-CEED-7BBC40C5D5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0800" y="6451600"/>
              <a:ext cx="473075" cy="180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C96825CB-C63F-1C1B-ACDB-34AE66DB40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18000" y="651827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D0E864F6-4200-5821-88E5-87333C1A125E}"/>
                </a:ext>
              </a:extLst>
            </p:cNvPr>
            <p:cNvCxnSpPr>
              <a:cxnSpLocks/>
            </p:cNvCxnSpPr>
            <p:nvPr/>
          </p:nvCxnSpPr>
          <p:spPr>
            <a:xfrm>
              <a:off x="4329905" y="65166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42F66AE6-4C69-5C49-0BDE-8510A0C573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9925" y="6511925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1D7544BA-ED04-A15E-2B90-9B576A794BAA}"/>
                </a:ext>
              </a:extLst>
            </p:cNvPr>
            <p:cNvCxnSpPr>
              <a:cxnSpLocks/>
            </p:cNvCxnSpPr>
            <p:nvPr/>
          </p:nvCxnSpPr>
          <p:spPr>
            <a:xfrm>
              <a:off x="4628355" y="63896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21C68955-C26D-2B43-ECDF-2DB9A12DE3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7525" y="6273800"/>
              <a:ext cx="307975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36860CE4-280C-63E2-FD18-FC6C67C158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1175" y="6210300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D0DDE090-3740-C2B0-E34B-A5F7C874B4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0400" y="6213475"/>
              <a:ext cx="307975" cy="120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0E313CD7-3987-2E9C-B57F-680A1310E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0417" y="6572250"/>
              <a:ext cx="15875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AE2FD257-50FF-E1F0-B6E2-FF51DED5F3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9982" y="6261893"/>
              <a:ext cx="165893" cy="674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0431F03E-0FAA-5777-C32E-159F9E2E71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31" y="6326981"/>
              <a:ext cx="311944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7B0FB7CC-168E-C116-9919-C1678822D605}"/>
                </a:ext>
              </a:extLst>
            </p:cNvPr>
            <p:cNvCxnSpPr>
              <a:cxnSpLocks/>
            </p:cNvCxnSpPr>
            <p:nvPr/>
          </p:nvCxnSpPr>
          <p:spPr>
            <a:xfrm>
              <a:off x="4780755" y="64468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33E4AA2B-8A5E-65D2-C996-F60AF9A20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0436" y="6272212"/>
              <a:ext cx="158751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C3CADFB4-96BD-34D1-0396-EC7059CE6BA9}"/>
                </a:ext>
              </a:extLst>
            </p:cNvPr>
            <p:cNvCxnSpPr>
              <a:cxnSpLocks/>
            </p:cNvCxnSpPr>
            <p:nvPr/>
          </p:nvCxnSpPr>
          <p:spPr>
            <a:xfrm>
              <a:off x="4625974" y="662781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21055EAD-74F6-6813-C611-D9BF96CF8D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9624" y="6569869"/>
              <a:ext cx="471489" cy="1785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E635F513-63C5-6FC5-829B-777507329A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75237" y="6573043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14438CBF-58CC-8DB8-4339-62B782EE7AC7}"/>
                </a:ext>
              </a:extLst>
            </p:cNvPr>
            <p:cNvCxnSpPr>
              <a:cxnSpLocks/>
            </p:cNvCxnSpPr>
            <p:nvPr/>
          </p:nvCxnSpPr>
          <p:spPr>
            <a:xfrm>
              <a:off x="5233192" y="6630194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2F5F0072-51B4-C0E0-0815-88BD7FC52E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0000" y="6704012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D6E88A85-5975-9833-AC7A-ACEA5FB94752}"/>
                </a:ext>
              </a:extLst>
            </p:cNvPr>
            <p:cNvCxnSpPr>
              <a:cxnSpLocks/>
            </p:cNvCxnSpPr>
            <p:nvPr/>
          </p:nvCxnSpPr>
          <p:spPr>
            <a:xfrm>
              <a:off x="5092698" y="669448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9F261C38-F9D9-F49F-E993-6D7882F1EF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32363" y="6754018"/>
              <a:ext cx="165893" cy="682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8F478C97-6D9B-6879-D85C-1890D87C0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150" y="6746081"/>
              <a:ext cx="300037" cy="1262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3E51B417-89E7-354E-B088-1DEF333A3E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3894" y="6819900"/>
              <a:ext cx="151606" cy="531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7F5ACDFE-B3F7-B4BB-5D0B-E695C30BCE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350" y="6809581"/>
              <a:ext cx="161925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2C0CB4CF-EFBF-2646-F800-768468E16F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4313" y="6743700"/>
              <a:ext cx="299243" cy="1246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B52B236F-036A-2A86-AC9A-02548D740D47}"/>
                </a:ext>
              </a:extLst>
            </p:cNvPr>
            <p:cNvCxnSpPr>
              <a:cxnSpLocks/>
            </p:cNvCxnSpPr>
            <p:nvPr/>
          </p:nvCxnSpPr>
          <p:spPr>
            <a:xfrm>
              <a:off x="4028280" y="6627813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3AD085DA-FF02-5046-1E9E-828024E86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8419" y="6565900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4FFFD7FA-E618-2BD7-64F4-FD961D234B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7925" y="65666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CB84A6B9-48C1-7BB6-2E3E-9AF99369AA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875" y="6683375"/>
              <a:ext cx="438150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3116B0BD-6D26-F932-20EE-198546F585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9256" y="6689725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2F9EB267-438C-18F4-31DE-FF88056A7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5587" y="6690519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08070FF3-BF62-A369-48A9-22AD1F50B5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7313" y="6687344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2EB6781E-DEE8-C747-AEF9-CD552308C6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549" y="6685757"/>
              <a:ext cx="14049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4494C587-0B2C-0218-828B-B43764C22A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5931" y="6450806"/>
              <a:ext cx="768351" cy="2984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B4305602-23F9-2585-84BE-A4B8BF924EA3}"/>
                </a:ext>
              </a:extLst>
            </p:cNvPr>
            <p:cNvCxnSpPr>
              <a:cxnSpLocks/>
            </p:cNvCxnSpPr>
            <p:nvPr/>
          </p:nvCxnSpPr>
          <p:spPr>
            <a:xfrm>
              <a:off x="1732755" y="63373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34ACEC1C-3699-FEA3-6E5A-5914806F94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67657" y="6275387"/>
              <a:ext cx="165100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FE2B4094-BA96-5001-AD69-EFF5AD54D612}"/>
                </a:ext>
              </a:extLst>
            </p:cNvPr>
            <p:cNvCxnSpPr>
              <a:cxnSpLocks/>
            </p:cNvCxnSpPr>
            <p:nvPr/>
          </p:nvCxnSpPr>
          <p:spPr>
            <a:xfrm>
              <a:off x="1577974" y="61563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26BEFB3F-196D-8086-2ECA-BD083EB91C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9525" y="6035675"/>
              <a:ext cx="296070" cy="111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2CF69C6B-A42D-C299-3B05-540F50DD0675}"/>
                </a:ext>
              </a:extLst>
            </p:cNvPr>
            <p:cNvCxnSpPr>
              <a:cxnSpLocks/>
            </p:cNvCxnSpPr>
            <p:nvPr/>
          </p:nvCxnSpPr>
          <p:spPr>
            <a:xfrm>
              <a:off x="1273174" y="5911851"/>
              <a:ext cx="0" cy="2349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AFBDB1CB-53B4-4081-82A4-0DE7122C64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8732" y="61388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1F132D34-3480-0BB1-24D8-49B0024A4FAC}"/>
                </a:ext>
              </a:extLst>
            </p:cNvPr>
            <p:cNvCxnSpPr>
              <a:cxnSpLocks/>
            </p:cNvCxnSpPr>
            <p:nvPr/>
          </p:nvCxnSpPr>
          <p:spPr>
            <a:xfrm>
              <a:off x="1435099" y="62071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87ACFF39-EEB3-4668-FD7C-151BFBFCA2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1132" y="6329362"/>
              <a:ext cx="16589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B007ADD2-A3BF-88E7-14F9-AFC7E861207D}"/>
                </a:ext>
              </a:extLst>
            </p:cNvPr>
            <p:cNvCxnSpPr>
              <a:cxnSpLocks/>
            </p:cNvCxnSpPr>
            <p:nvPr/>
          </p:nvCxnSpPr>
          <p:spPr>
            <a:xfrm>
              <a:off x="1587499" y="63881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19E85990-5BF0-F8A0-61BC-2A61792FBF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6707" y="65071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FFDDC26B-09F4-F82F-0C2F-D527AEAAAA33}"/>
                </a:ext>
              </a:extLst>
            </p:cNvPr>
            <p:cNvCxnSpPr>
              <a:cxnSpLocks/>
            </p:cNvCxnSpPr>
            <p:nvPr/>
          </p:nvCxnSpPr>
          <p:spPr>
            <a:xfrm>
              <a:off x="1733549" y="656590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8F2AF566-6CBD-CAC6-0090-0E1563777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757" y="6688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E70B4398-15C4-76C3-BE2E-33980C98A1F6}"/>
                </a:ext>
              </a:extLst>
            </p:cNvPr>
            <p:cNvCxnSpPr>
              <a:cxnSpLocks/>
            </p:cNvCxnSpPr>
            <p:nvPr/>
          </p:nvCxnSpPr>
          <p:spPr>
            <a:xfrm>
              <a:off x="1882774" y="66230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8ABBCF2C-48E6-D69A-08FA-FC3C47E919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81982" y="66278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B0D80446-BD60-6D0A-C6A2-464D27D28B30}"/>
                </a:ext>
              </a:extLst>
            </p:cNvPr>
            <p:cNvCxnSpPr>
              <a:cxnSpLocks/>
            </p:cNvCxnSpPr>
            <p:nvPr/>
          </p:nvCxnSpPr>
          <p:spPr>
            <a:xfrm>
              <a:off x="2028824" y="6677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B4EF40F1-3BA2-A7A0-7920-1DA247655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7557" y="6799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D0E1B395-2192-B6DF-D1A1-1D7CBCD25BEC}"/>
                </a:ext>
              </a:extLst>
            </p:cNvPr>
            <p:cNvCxnSpPr>
              <a:cxnSpLocks/>
            </p:cNvCxnSpPr>
            <p:nvPr/>
          </p:nvCxnSpPr>
          <p:spPr>
            <a:xfrm>
              <a:off x="2193924" y="67405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2846EAD1-E463-D6DB-9D32-08EA86662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2657" y="674211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55AEA779-573A-1493-F7B2-70CFC9CD5A28}"/>
                </a:ext>
              </a:extLst>
            </p:cNvPr>
            <p:cNvCxnSpPr>
              <a:cxnSpLocks/>
            </p:cNvCxnSpPr>
            <p:nvPr/>
          </p:nvCxnSpPr>
          <p:spPr>
            <a:xfrm>
              <a:off x="2352674" y="680402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ED1C5C8B-5BD7-61CE-FDEE-761ADD4AD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1882" y="6926262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3189A4CE-68D6-820A-9C7B-28C6EAC125F1}"/>
                </a:ext>
              </a:extLst>
            </p:cNvPr>
            <p:cNvCxnSpPr>
              <a:cxnSpLocks/>
            </p:cNvCxnSpPr>
            <p:nvPr/>
          </p:nvCxnSpPr>
          <p:spPr>
            <a:xfrm>
              <a:off x="2501899" y="6861176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FAB7B0A4-A056-F851-7C14-744F10BC55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1107" y="68659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DF07CB26-AA51-C765-CF29-62ECB5720D9F}"/>
                </a:ext>
              </a:extLst>
            </p:cNvPr>
            <p:cNvCxnSpPr>
              <a:cxnSpLocks/>
            </p:cNvCxnSpPr>
            <p:nvPr/>
          </p:nvCxnSpPr>
          <p:spPr>
            <a:xfrm>
              <a:off x="2651124" y="6800851"/>
              <a:ext cx="0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509AC9C2-D31C-97CE-7702-C5C00489CD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9857" y="6815137"/>
              <a:ext cx="14684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9FD58A07-1E36-3FF6-8F25-4750F7DDF6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8719" y="6864350"/>
              <a:ext cx="0" cy="247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Straight Connector 2145">
              <a:extLst>
                <a:ext uri="{FF2B5EF4-FFF2-40B4-BE49-F238E27FC236}">
                  <a16:creationId xmlns:a16="http://schemas.microsoft.com/office/drawing/2014/main" id="{52C05C02-FEE9-0CC2-4675-3CB1F93E08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4275" y="66714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2146">
              <a:extLst>
                <a:ext uri="{FF2B5EF4-FFF2-40B4-BE49-F238E27FC236}">
                  <a16:creationId xmlns:a16="http://schemas.microsoft.com/office/drawing/2014/main" id="{CD39A10D-C53A-AFA7-EFC3-CBDD562280E4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0" y="66929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Straight Connector 2150">
              <a:extLst>
                <a:ext uri="{FF2B5EF4-FFF2-40B4-BE49-F238E27FC236}">
                  <a16:creationId xmlns:a16="http://schemas.microsoft.com/office/drawing/2014/main" id="{900B3C2A-134E-00BF-ADDC-036E577010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1100" y="67984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2151">
              <a:extLst>
                <a:ext uri="{FF2B5EF4-FFF2-40B4-BE49-F238E27FC236}">
                  <a16:creationId xmlns:a16="http://schemas.microsoft.com/office/drawing/2014/main" id="{C3DF67CE-F831-CA32-13EC-BD02FB1A2B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7925" y="704611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Straight Connector 2152">
              <a:extLst>
                <a:ext uri="{FF2B5EF4-FFF2-40B4-BE49-F238E27FC236}">
                  <a16:creationId xmlns:a16="http://schemas.microsoft.com/office/drawing/2014/main" id="{CAADD745-F083-DD0D-A0F9-EB7B64B84B11}"/>
                </a:ext>
              </a:extLst>
            </p:cNvPr>
            <p:cNvCxnSpPr>
              <a:cxnSpLocks/>
            </p:cNvCxnSpPr>
            <p:nvPr/>
          </p:nvCxnSpPr>
          <p:spPr>
            <a:xfrm>
              <a:off x="3863180" y="69310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Straight Connector 2153">
              <a:extLst>
                <a:ext uri="{FF2B5EF4-FFF2-40B4-BE49-F238E27FC236}">
                  <a16:creationId xmlns:a16="http://schemas.microsoft.com/office/drawing/2014/main" id="{51781B2A-3998-B423-6664-8418F20119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6675" y="685561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5" name="Straight Connector 2154">
              <a:extLst>
                <a:ext uri="{FF2B5EF4-FFF2-40B4-BE49-F238E27FC236}">
                  <a16:creationId xmlns:a16="http://schemas.microsoft.com/office/drawing/2014/main" id="{6A1B5C11-B3AD-91EE-9F27-0BB3315ECCF5}"/>
                </a:ext>
              </a:extLst>
            </p:cNvPr>
            <p:cNvCxnSpPr>
              <a:cxnSpLocks/>
            </p:cNvCxnSpPr>
            <p:nvPr/>
          </p:nvCxnSpPr>
          <p:spPr>
            <a:xfrm>
              <a:off x="4025105" y="6854825"/>
              <a:ext cx="0" cy="260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3473B385-30D2-3583-D9BD-832AB3B36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9075" y="7039769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2157">
              <a:extLst>
                <a:ext uri="{FF2B5EF4-FFF2-40B4-BE49-F238E27FC236}">
                  <a16:creationId xmlns:a16="http://schemas.microsoft.com/office/drawing/2014/main" id="{D5D69F17-69B8-2288-693B-1E0BAAF57FEC}"/>
                </a:ext>
              </a:extLst>
            </p:cNvPr>
            <p:cNvCxnSpPr>
              <a:cxnSpLocks/>
            </p:cNvCxnSpPr>
            <p:nvPr/>
          </p:nvCxnSpPr>
          <p:spPr>
            <a:xfrm>
              <a:off x="4167980" y="691197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2158">
              <a:extLst>
                <a:ext uri="{FF2B5EF4-FFF2-40B4-BE49-F238E27FC236}">
                  <a16:creationId xmlns:a16="http://schemas.microsoft.com/office/drawing/2014/main" id="{C6393DC5-305E-0603-00B5-65EF2CFB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5919" y="6921500"/>
              <a:ext cx="154781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Straight Connector 2159">
              <a:extLst>
                <a:ext uri="{FF2B5EF4-FFF2-40B4-BE49-F238E27FC236}">
                  <a16:creationId xmlns:a16="http://schemas.microsoft.com/office/drawing/2014/main" id="{9032CBEB-E3EE-F339-7579-304959D67068}"/>
                </a:ext>
              </a:extLst>
            </p:cNvPr>
            <p:cNvCxnSpPr>
              <a:cxnSpLocks/>
            </p:cNvCxnSpPr>
            <p:nvPr/>
          </p:nvCxnSpPr>
          <p:spPr>
            <a:xfrm>
              <a:off x="4323555" y="698817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6FAC0FE6-15A2-2EA6-55C0-2EBFDA096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350" y="704929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2161">
              <a:extLst>
                <a:ext uri="{FF2B5EF4-FFF2-40B4-BE49-F238E27FC236}">
                  <a16:creationId xmlns:a16="http://schemas.microsoft.com/office/drawing/2014/main" id="{D2BAEAED-3368-B511-1605-9E78DC3A76D6}"/>
                </a:ext>
              </a:extLst>
            </p:cNvPr>
            <p:cNvCxnSpPr>
              <a:cxnSpLocks/>
            </p:cNvCxnSpPr>
            <p:nvPr/>
          </p:nvCxnSpPr>
          <p:spPr>
            <a:xfrm>
              <a:off x="4475955" y="69215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Straight Connector 2163">
              <a:extLst>
                <a:ext uri="{FF2B5EF4-FFF2-40B4-BE49-F238E27FC236}">
                  <a16:creationId xmlns:a16="http://schemas.microsoft.com/office/drawing/2014/main" id="{EC4EACDE-1576-6D71-4D31-56ED796431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80719" y="6927850"/>
              <a:ext cx="154781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2164">
              <a:extLst>
                <a:ext uri="{FF2B5EF4-FFF2-40B4-BE49-F238E27FC236}">
                  <a16:creationId xmlns:a16="http://schemas.microsoft.com/office/drawing/2014/main" id="{139E55BC-6E4C-CF91-0781-7BD176306CF1}"/>
                </a:ext>
              </a:extLst>
            </p:cNvPr>
            <p:cNvCxnSpPr>
              <a:cxnSpLocks/>
            </p:cNvCxnSpPr>
            <p:nvPr/>
          </p:nvCxnSpPr>
          <p:spPr>
            <a:xfrm>
              <a:off x="4634705" y="69786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4A89595C-05C3-9012-7E87-EA65103EB4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5500" y="7042944"/>
              <a:ext cx="139700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2166">
              <a:extLst>
                <a:ext uri="{FF2B5EF4-FFF2-40B4-BE49-F238E27FC236}">
                  <a16:creationId xmlns:a16="http://schemas.microsoft.com/office/drawing/2014/main" id="{BBBB481E-D164-6A3D-F0A8-EB3A5BDA46E2}"/>
                </a:ext>
              </a:extLst>
            </p:cNvPr>
            <p:cNvCxnSpPr>
              <a:cxnSpLocks/>
            </p:cNvCxnSpPr>
            <p:nvPr/>
          </p:nvCxnSpPr>
          <p:spPr>
            <a:xfrm>
              <a:off x="4777580" y="69215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2036040D-B8EE-DB01-8BAA-26E7BEBA10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2344" y="6918325"/>
              <a:ext cx="154781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5E730FB0-8E9A-6872-5943-A6553654F471}"/>
                </a:ext>
              </a:extLst>
            </p:cNvPr>
            <p:cNvCxnSpPr>
              <a:cxnSpLocks/>
            </p:cNvCxnSpPr>
            <p:nvPr/>
          </p:nvCxnSpPr>
          <p:spPr>
            <a:xfrm>
              <a:off x="4949030" y="698500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Straight Connector 2169">
              <a:extLst>
                <a:ext uri="{FF2B5EF4-FFF2-40B4-BE49-F238E27FC236}">
                  <a16:creationId xmlns:a16="http://schemas.microsoft.com/office/drawing/2014/main" id="{4750EDA8-7C4B-E87B-8435-87FD97592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3475" y="6972300"/>
              <a:ext cx="304800" cy="1531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373B5788-7159-971A-E6D7-D0B9DA776802}"/>
                </a:ext>
              </a:extLst>
            </p:cNvPr>
            <p:cNvCxnSpPr>
              <a:cxnSpLocks/>
            </p:cNvCxnSpPr>
            <p:nvPr/>
          </p:nvCxnSpPr>
          <p:spPr>
            <a:xfrm>
              <a:off x="5241130" y="6991350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3" name="Straight Connector 2172">
              <a:extLst>
                <a:ext uri="{FF2B5EF4-FFF2-40B4-BE49-F238E27FC236}">
                  <a16:creationId xmlns:a16="http://schemas.microsoft.com/office/drawing/2014/main" id="{3D7D6622-A429-2EB8-D033-D490017F4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9463" y="3475037"/>
              <a:ext cx="157161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4" name="Straight Connector 2173">
              <a:extLst>
                <a:ext uri="{FF2B5EF4-FFF2-40B4-BE49-F238E27FC236}">
                  <a16:creationId xmlns:a16="http://schemas.microsoft.com/office/drawing/2014/main" id="{416802E8-5FA5-A321-C98F-F7624E1E59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4681" y="347980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6" name="Straight Connector 2175">
              <a:extLst>
                <a:ext uri="{FF2B5EF4-FFF2-40B4-BE49-F238E27FC236}">
                  <a16:creationId xmlns:a16="http://schemas.microsoft.com/office/drawing/2014/main" id="{3878FB4E-4285-C99D-577F-19DB970CA3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6725" y="3482975"/>
              <a:ext cx="155574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7" name="Straight Connector 2176">
              <a:extLst>
                <a:ext uri="{FF2B5EF4-FFF2-40B4-BE49-F238E27FC236}">
                  <a16:creationId xmlns:a16="http://schemas.microsoft.com/office/drawing/2014/main" id="{1648B6B3-7264-4A91-631E-8F4E49F289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3175" y="3482975"/>
              <a:ext cx="458788" cy="177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9" name="Straight Connector 2178">
              <a:extLst>
                <a:ext uri="{FF2B5EF4-FFF2-40B4-BE49-F238E27FC236}">
                  <a16:creationId xmlns:a16="http://schemas.microsoft.com/office/drawing/2014/main" id="{71462D07-116D-BA41-A895-04DB817DC969}"/>
                </a:ext>
              </a:extLst>
            </p:cNvPr>
            <p:cNvCxnSpPr>
              <a:cxnSpLocks/>
            </p:cNvCxnSpPr>
            <p:nvPr/>
          </p:nvCxnSpPr>
          <p:spPr>
            <a:xfrm>
              <a:off x="1272380" y="35385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0" name="Straight Connector 2179">
              <a:extLst>
                <a:ext uri="{FF2B5EF4-FFF2-40B4-BE49-F238E27FC236}">
                  <a16:creationId xmlns:a16="http://schemas.microsoft.com/office/drawing/2014/main" id="{94A6B407-29AD-14FF-4828-115F0A37C5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4425" y="3492500"/>
              <a:ext cx="155574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1" name="Straight Connector 2180">
              <a:extLst>
                <a:ext uri="{FF2B5EF4-FFF2-40B4-BE49-F238E27FC236}">
                  <a16:creationId xmlns:a16="http://schemas.microsoft.com/office/drawing/2014/main" id="{785C60E3-A8FF-7E4E-D1BD-6D8E7D2972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3156" y="342582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2" name="Straight Connector 2181">
              <a:extLst>
                <a:ext uri="{FF2B5EF4-FFF2-40B4-BE49-F238E27FC236}">
                  <a16:creationId xmlns:a16="http://schemas.microsoft.com/office/drawing/2014/main" id="{2EB62EB9-2599-6DB3-DA4B-F298DDC74F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0775" y="3375025"/>
              <a:ext cx="155574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3" name="Straight Connector 2182">
              <a:extLst>
                <a:ext uri="{FF2B5EF4-FFF2-40B4-BE49-F238E27FC236}">
                  <a16:creationId xmlns:a16="http://schemas.microsoft.com/office/drawing/2014/main" id="{5F69B8B2-76FD-2948-C1CA-E2BE589580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806" y="3248025"/>
              <a:ext cx="315119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5" name="Straight Connector 2184">
              <a:extLst>
                <a:ext uri="{FF2B5EF4-FFF2-40B4-BE49-F238E27FC236}">
                  <a16:creationId xmlns:a16="http://schemas.microsoft.com/office/drawing/2014/main" id="{11E97AF9-7372-8461-A67D-5252B1982FEA}"/>
                </a:ext>
              </a:extLst>
            </p:cNvPr>
            <p:cNvCxnSpPr>
              <a:cxnSpLocks/>
            </p:cNvCxnSpPr>
            <p:nvPr/>
          </p:nvCxnSpPr>
          <p:spPr>
            <a:xfrm>
              <a:off x="1431130" y="32464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6" name="Straight Connector 2185">
              <a:extLst>
                <a:ext uri="{FF2B5EF4-FFF2-40B4-BE49-F238E27FC236}">
                  <a16:creationId xmlns:a16="http://schemas.microsoft.com/office/drawing/2014/main" id="{0D169E8A-88C4-A524-9CB1-45411AF2B5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1606" y="33083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7" name="Straight Connector 2186">
              <a:extLst>
                <a:ext uri="{FF2B5EF4-FFF2-40B4-BE49-F238E27FC236}">
                  <a16:creationId xmlns:a16="http://schemas.microsoft.com/office/drawing/2014/main" id="{78F89BF0-B34C-1A0F-53DA-2A6E348F602D}"/>
                </a:ext>
              </a:extLst>
            </p:cNvPr>
            <p:cNvCxnSpPr>
              <a:cxnSpLocks/>
            </p:cNvCxnSpPr>
            <p:nvPr/>
          </p:nvCxnSpPr>
          <p:spPr>
            <a:xfrm>
              <a:off x="1574005" y="31829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8" name="Straight Connector 2187">
              <a:extLst>
                <a:ext uri="{FF2B5EF4-FFF2-40B4-BE49-F238E27FC236}">
                  <a16:creationId xmlns:a16="http://schemas.microsoft.com/office/drawing/2014/main" id="{95B82938-F1E6-8600-DE4F-4B6ACB4DA7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0831" y="312102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9" name="Straight Connector 2188">
              <a:extLst>
                <a:ext uri="{FF2B5EF4-FFF2-40B4-BE49-F238E27FC236}">
                  <a16:creationId xmlns:a16="http://schemas.microsoft.com/office/drawing/2014/main" id="{68F241CE-B3D9-266B-0472-3FE7B7EA9A44}"/>
                </a:ext>
              </a:extLst>
            </p:cNvPr>
            <p:cNvCxnSpPr>
              <a:cxnSpLocks/>
            </p:cNvCxnSpPr>
            <p:nvPr/>
          </p:nvCxnSpPr>
          <p:spPr>
            <a:xfrm>
              <a:off x="1729580" y="3128963"/>
              <a:ext cx="0" cy="2270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1" name="Straight Connector 2190">
              <a:extLst>
                <a:ext uri="{FF2B5EF4-FFF2-40B4-BE49-F238E27FC236}">
                  <a16:creationId xmlns:a16="http://schemas.microsoft.com/office/drawing/2014/main" id="{082AEE83-E887-0A9F-EC63-BD9E14A8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9581" y="3292475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2" name="Straight Connector 2191">
              <a:extLst>
                <a:ext uri="{FF2B5EF4-FFF2-40B4-BE49-F238E27FC236}">
                  <a16:creationId xmlns:a16="http://schemas.microsoft.com/office/drawing/2014/main" id="{E2CB3649-CCB4-E628-D1FB-269A27B42D0D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0" y="3284538"/>
              <a:ext cx="0" cy="13334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3" name="Straight Connector 2192">
              <a:extLst>
                <a:ext uri="{FF2B5EF4-FFF2-40B4-BE49-F238E27FC236}">
                  <a16:creationId xmlns:a16="http://schemas.microsoft.com/office/drawing/2014/main" id="{0A61CB46-F629-32BC-25FF-BB69216496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1981" y="335915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4" name="Straight Connector 2193">
              <a:extLst>
                <a:ext uri="{FF2B5EF4-FFF2-40B4-BE49-F238E27FC236}">
                  <a16:creationId xmlns:a16="http://schemas.microsoft.com/office/drawing/2014/main" id="{43AA1A97-105A-6B29-17E8-2437F56081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2000" y="3365500"/>
              <a:ext cx="155574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5" name="Straight Connector 2194">
              <a:extLst>
                <a:ext uri="{FF2B5EF4-FFF2-40B4-BE49-F238E27FC236}">
                  <a16:creationId xmlns:a16="http://schemas.microsoft.com/office/drawing/2014/main" id="{67CC5374-08C2-B224-AEFB-BBA2ED633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9481" y="3308350"/>
              <a:ext cx="292894" cy="1246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7" name="Straight Connector 2196">
              <a:extLst>
                <a:ext uri="{FF2B5EF4-FFF2-40B4-BE49-F238E27FC236}">
                  <a16:creationId xmlns:a16="http://schemas.microsoft.com/office/drawing/2014/main" id="{43F702D9-8C26-DEE9-A600-08D792CCA0B6}"/>
                </a:ext>
              </a:extLst>
            </p:cNvPr>
            <p:cNvCxnSpPr>
              <a:cxnSpLocks/>
            </p:cNvCxnSpPr>
            <p:nvPr/>
          </p:nvCxnSpPr>
          <p:spPr>
            <a:xfrm>
              <a:off x="2494755" y="3060700"/>
              <a:ext cx="0" cy="246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9" name="Straight Connector 2198">
              <a:extLst>
                <a:ext uri="{FF2B5EF4-FFF2-40B4-BE49-F238E27FC236}">
                  <a16:creationId xmlns:a16="http://schemas.microsoft.com/office/drawing/2014/main" id="{2B4EBDA7-B2E6-FA70-80C9-F05B3808F0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3075" y="2765425"/>
              <a:ext cx="752474" cy="295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1" name="Straight Connector 2200">
              <a:extLst>
                <a:ext uri="{FF2B5EF4-FFF2-40B4-BE49-F238E27FC236}">
                  <a16:creationId xmlns:a16="http://schemas.microsoft.com/office/drawing/2014/main" id="{D3428524-57FF-2D37-59B8-C8C4C2BF0A1E}"/>
                </a:ext>
              </a:extLst>
            </p:cNvPr>
            <p:cNvCxnSpPr>
              <a:cxnSpLocks/>
            </p:cNvCxnSpPr>
            <p:nvPr/>
          </p:nvCxnSpPr>
          <p:spPr>
            <a:xfrm>
              <a:off x="1735930" y="2301875"/>
              <a:ext cx="0" cy="4651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3" name="Straight Connector 2202">
              <a:extLst>
                <a:ext uri="{FF2B5EF4-FFF2-40B4-BE49-F238E27FC236}">
                  <a16:creationId xmlns:a16="http://schemas.microsoft.com/office/drawing/2014/main" id="{C9A3EDCD-008E-969E-F06D-6DEC17B4C3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9900" y="2301875"/>
              <a:ext cx="911225" cy="3492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5" name="Straight Connector 2204">
              <a:extLst>
                <a:ext uri="{FF2B5EF4-FFF2-40B4-BE49-F238E27FC236}">
                  <a16:creationId xmlns:a16="http://schemas.microsoft.com/office/drawing/2014/main" id="{8A8059B4-6C57-A667-3E02-1C5A1C4E25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031" y="2578100"/>
              <a:ext cx="154782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6" name="Straight Connector 2205">
              <a:extLst>
                <a:ext uri="{FF2B5EF4-FFF2-40B4-BE49-F238E27FC236}">
                  <a16:creationId xmlns:a16="http://schemas.microsoft.com/office/drawing/2014/main" id="{116D0E0B-C899-BDE9-97B6-6CD375AC29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03525" y="2587625"/>
              <a:ext cx="307975" cy="1079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8" name="Straight Connector 2207">
              <a:extLst>
                <a:ext uri="{FF2B5EF4-FFF2-40B4-BE49-F238E27FC236}">
                  <a16:creationId xmlns:a16="http://schemas.microsoft.com/office/drawing/2014/main" id="{D73FA638-CF2D-ECD6-B072-07A59261DBA3}"/>
                </a:ext>
              </a:extLst>
            </p:cNvPr>
            <p:cNvCxnSpPr>
              <a:cxnSpLocks/>
            </p:cNvCxnSpPr>
            <p:nvPr/>
          </p:nvCxnSpPr>
          <p:spPr>
            <a:xfrm>
              <a:off x="3098799" y="2347912"/>
              <a:ext cx="0" cy="3452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27A14B64-DD31-235A-42D8-D3F646C5506C}"/>
                </a:ext>
              </a:extLst>
            </p:cNvPr>
            <p:cNvCxnSpPr>
              <a:cxnSpLocks/>
            </p:cNvCxnSpPr>
            <p:nvPr/>
          </p:nvCxnSpPr>
          <p:spPr>
            <a:xfrm>
              <a:off x="6304755" y="5738813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3B12E916-6F32-7DD8-B3C6-6F73E2DB5006}"/>
                </a:ext>
              </a:extLst>
            </p:cNvPr>
            <p:cNvCxnSpPr>
              <a:cxnSpLocks/>
            </p:cNvCxnSpPr>
            <p:nvPr/>
          </p:nvCxnSpPr>
          <p:spPr>
            <a:xfrm>
              <a:off x="6457155" y="5805488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05F2EEF4-126D-12D2-8479-13BB9CEBCA92}"/>
                </a:ext>
              </a:extLst>
            </p:cNvPr>
            <p:cNvCxnSpPr>
              <a:cxnSpLocks/>
            </p:cNvCxnSpPr>
            <p:nvPr/>
          </p:nvCxnSpPr>
          <p:spPr>
            <a:xfrm>
              <a:off x="6450805" y="5916613"/>
              <a:ext cx="305595" cy="125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D9DC3706-169A-E046-F68E-4EC59D070699}"/>
                </a:ext>
              </a:extLst>
            </p:cNvPr>
            <p:cNvCxnSpPr>
              <a:cxnSpLocks/>
            </p:cNvCxnSpPr>
            <p:nvPr/>
          </p:nvCxnSpPr>
          <p:spPr>
            <a:xfrm>
              <a:off x="6758780" y="6043613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2214">
              <a:extLst>
                <a:ext uri="{FF2B5EF4-FFF2-40B4-BE49-F238E27FC236}">
                  <a16:creationId xmlns:a16="http://schemas.microsoft.com/office/drawing/2014/main" id="{1FBE4629-D432-2F0D-9167-14017B2D859E}"/>
                </a:ext>
              </a:extLst>
            </p:cNvPr>
            <p:cNvCxnSpPr>
              <a:cxnSpLocks/>
            </p:cNvCxnSpPr>
            <p:nvPr/>
          </p:nvCxnSpPr>
          <p:spPr>
            <a:xfrm>
              <a:off x="6765130" y="6148388"/>
              <a:ext cx="159545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0FFF3FC3-FB8E-C3E3-F5A7-AFAA4AAB4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1500" y="6159500"/>
              <a:ext cx="1555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2217">
              <a:extLst>
                <a:ext uri="{FF2B5EF4-FFF2-40B4-BE49-F238E27FC236}">
                  <a16:creationId xmlns:a16="http://schemas.microsoft.com/office/drawing/2014/main" id="{2B46A289-AAFB-4D66-1ACC-14CF5CD36EFB}"/>
                </a:ext>
              </a:extLst>
            </p:cNvPr>
            <p:cNvCxnSpPr>
              <a:cxnSpLocks/>
            </p:cNvCxnSpPr>
            <p:nvPr/>
          </p:nvCxnSpPr>
          <p:spPr>
            <a:xfrm>
              <a:off x="7099300" y="6169025"/>
              <a:ext cx="119855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18AD0157-E24A-6270-2873-A512F14AC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9950" y="6156325"/>
              <a:ext cx="15557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2225">
              <a:extLst>
                <a:ext uri="{FF2B5EF4-FFF2-40B4-BE49-F238E27FC236}">
                  <a16:creationId xmlns:a16="http://schemas.microsoft.com/office/drawing/2014/main" id="{80B6EF65-B237-2965-DD35-4AA25A8077A3}"/>
                </a:ext>
              </a:extLst>
            </p:cNvPr>
            <p:cNvCxnSpPr>
              <a:cxnSpLocks/>
            </p:cNvCxnSpPr>
            <p:nvPr/>
          </p:nvCxnSpPr>
          <p:spPr>
            <a:xfrm>
              <a:off x="7375525" y="6156325"/>
              <a:ext cx="457200" cy="1714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Straight Connector 2226">
              <a:extLst>
                <a:ext uri="{FF2B5EF4-FFF2-40B4-BE49-F238E27FC236}">
                  <a16:creationId xmlns:a16="http://schemas.microsoft.com/office/drawing/2014/main" id="{DEB39ECB-DF46-8267-6292-0CA5A762D0B9}"/>
                </a:ext>
              </a:extLst>
            </p:cNvPr>
            <p:cNvCxnSpPr>
              <a:cxnSpLocks/>
            </p:cNvCxnSpPr>
            <p:nvPr/>
          </p:nvCxnSpPr>
          <p:spPr>
            <a:xfrm>
              <a:off x="7831930" y="6335713"/>
              <a:ext cx="0" cy="1095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7399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5391763" y="386807"/>
            <a:ext cx="761387" cy="653841"/>
            <a:chOff x="1102419" y="3409545"/>
            <a:chExt cx="905416" cy="777528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870" y="3409545"/>
              <a:ext cx="0" cy="185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2419" y="3552770"/>
              <a:ext cx="367392" cy="158531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9843" y="3689885"/>
              <a:ext cx="0" cy="471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5923" cy="3485514"/>
            <a:chOff x="137913" y="1997862"/>
            <a:chExt cx="9846637" cy="6244736"/>
          </a:xfrm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3189" y="1997862"/>
              <a:ext cx="0" cy="45962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21345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9361" y="3644941"/>
              <a:ext cx="543242" cy="20051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584480" cy="25029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AF940F-2A34-CC2C-A51C-74C891D00767}"/>
                </a:ext>
              </a:extLst>
            </p:cNvPr>
            <p:cNvCxnSpPr>
              <a:cxnSpLocks/>
            </p:cNvCxnSpPr>
            <p:nvPr/>
          </p:nvCxnSpPr>
          <p:spPr>
            <a:xfrm>
              <a:off x="7787940" y="2999305"/>
              <a:ext cx="0" cy="851839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DFDE4D-7EBB-B582-8988-92133EC2A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1669" y="2990770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20B1BB-7AFF-0738-46FA-266102673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307" y="2807320"/>
              <a:ext cx="810599" cy="31144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06F63C-DC6E-608B-8045-649C8F4BDF0B}"/>
                </a:ext>
              </a:extLst>
            </p:cNvPr>
            <p:cNvCxnSpPr>
              <a:cxnSpLocks/>
            </p:cNvCxnSpPr>
            <p:nvPr/>
          </p:nvCxnSpPr>
          <p:spPr>
            <a:xfrm>
              <a:off x="8900910" y="2807318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5400" y="3839768"/>
              <a:ext cx="520487" cy="20335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2" y="4274928"/>
              <a:ext cx="290105" cy="12799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105" y="4181072"/>
              <a:ext cx="514802" cy="238913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020" y="3856833"/>
              <a:ext cx="0" cy="58874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6ED9BC36-C216-E0A7-17FF-37053D2F8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4578" y="5396971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2E8BFB36-75D3-B92E-50D2-51F1F56431D8}"/>
                </a:ext>
              </a:extLst>
            </p:cNvPr>
            <p:cNvCxnSpPr>
              <a:cxnSpLocks/>
            </p:cNvCxnSpPr>
            <p:nvPr/>
          </p:nvCxnSpPr>
          <p:spPr>
            <a:xfrm>
              <a:off x="4865519" y="7020872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6F7DFEA-C08F-3F06-E933-DE84C4FDFBDF}"/>
                </a:ext>
              </a:extLst>
            </p:cNvPr>
            <p:cNvCxnSpPr>
              <a:cxnSpLocks/>
            </p:cNvCxnSpPr>
            <p:nvPr/>
          </p:nvCxnSpPr>
          <p:spPr>
            <a:xfrm>
              <a:off x="966112" y="7029406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6B7C2DF5-5493-9740-0749-EBCCC4E148EB}"/>
                </a:ext>
              </a:extLst>
            </p:cNvPr>
            <p:cNvCxnSpPr>
              <a:cxnSpLocks/>
            </p:cNvCxnSpPr>
            <p:nvPr/>
          </p:nvCxnSpPr>
          <p:spPr>
            <a:xfrm>
              <a:off x="6144874" y="8110340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20193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DF37BB-F4DC-21F0-5641-5F78686C0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5776" y="445411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D0915B-D1FF-EA3F-AB03-9F5B45919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4307" y="4594906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9E8959D-6A76-CA5D-E5F1-7AD10EE567DF}"/>
                </a:ext>
              </a:extLst>
            </p:cNvPr>
            <p:cNvCxnSpPr>
              <a:cxnSpLocks/>
            </p:cNvCxnSpPr>
            <p:nvPr/>
          </p:nvCxnSpPr>
          <p:spPr>
            <a:xfrm>
              <a:off x="5913072" y="3862521"/>
              <a:ext cx="1284155" cy="54608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A83A23F-A78F-5BFE-22B8-315550756FC6}"/>
                </a:ext>
              </a:extLst>
            </p:cNvPr>
            <p:cNvCxnSpPr>
              <a:cxnSpLocks/>
            </p:cNvCxnSpPr>
            <p:nvPr/>
          </p:nvCxnSpPr>
          <p:spPr>
            <a:xfrm>
              <a:off x="4785340" y="3760130"/>
              <a:ext cx="574530" cy="23322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82C7592-070C-A8E1-9F12-3EA77FC48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5521" y="3826970"/>
              <a:ext cx="294366" cy="13652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BB2784-1E38-A45E-9D88-BEBBA567175E}"/>
                </a:ext>
              </a:extLst>
            </p:cNvPr>
            <p:cNvCxnSpPr>
              <a:cxnSpLocks/>
            </p:cNvCxnSpPr>
            <p:nvPr/>
          </p:nvCxnSpPr>
          <p:spPr>
            <a:xfrm>
              <a:off x="7243275" y="4343053"/>
              <a:ext cx="0" cy="13950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55EFE276-94E4-73B2-689A-96DE0E280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2781" y="4715783"/>
              <a:ext cx="2655062" cy="39250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  <a:prstDash val="dash"/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3637901" y="2353506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13.06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878805" y="1504950"/>
            <a:ext cx="7027070" cy="2526507"/>
            <a:chOff x="1878805" y="1504950"/>
            <a:chExt cx="7027070" cy="2526507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41328" y="1886355"/>
              <a:ext cx="0" cy="1305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721894" y="3900487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3724274" y="3300413"/>
              <a:ext cx="0" cy="60960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7112A922-BF13-F20A-A631-CD30DBF7597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75" y="3248024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117A6F3A-77AE-2803-AAA1-C26E8E7BF91B}"/>
                </a:ext>
              </a:extLst>
            </p:cNvPr>
            <p:cNvCxnSpPr>
              <a:cxnSpLocks/>
            </p:cNvCxnSpPr>
            <p:nvPr/>
          </p:nvCxnSpPr>
          <p:spPr>
            <a:xfrm>
              <a:off x="5177631" y="3348831"/>
              <a:ext cx="3699669" cy="213519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19875" y="2069306"/>
              <a:ext cx="754856" cy="166688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4AA21B0B-A8D0-500E-B64F-9C216A4D9B7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50" y="3187700"/>
              <a:ext cx="495300" cy="82550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3EF000E-DACB-A9E9-19DB-BC424D2F2C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1743075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67425536-D91A-CA3D-C722-6924C8CCB95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19" y="1864519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25367A10-3523-2057-20A0-079536EC40B8}"/>
                </a:ext>
              </a:extLst>
            </p:cNvPr>
            <p:cNvCxnSpPr>
              <a:cxnSpLocks/>
            </p:cNvCxnSpPr>
            <p:nvPr/>
          </p:nvCxnSpPr>
          <p:spPr>
            <a:xfrm>
              <a:off x="2805113" y="1976438"/>
              <a:ext cx="0" cy="24765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DF1F82F4-20B7-06EC-1A14-10EA52359A76}"/>
                </a:ext>
              </a:extLst>
            </p:cNvPr>
            <p:cNvCxnSpPr>
              <a:cxnSpLocks/>
            </p:cNvCxnSpPr>
            <p:nvPr/>
          </p:nvCxnSpPr>
          <p:spPr>
            <a:xfrm>
              <a:off x="2807494" y="2231231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6717D8D0-DA00-B124-96AD-E847E01C9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1819" y="1643062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ADCD133-3D22-FC6C-C8C2-139494FF54D5}"/>
                </a:ext>
              </a:extLst>
            </p:cNvPr>
            <p:cNvCxnSpPr>
              <a:cxnSpLocks/>
            </p:cNvCxnSpPr>
            <p:nvPr/>
          </p:nvCxnSpPr>
          <p:spPr>
            <a:xfrm>
              <a:off x="3417094" y="1640681"/>
              <a:ext cx="159544" cy="6667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8D1F2588-92A6-58C7-3C6A-7688D8123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9019" y="1504950"/>
              <a:ext cx="435769" cy="20716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478881" y="3198018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5567" y="2001980"/>
              <a:ext cx="154309" cy="7923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7868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5391763" y="386807"/>
            <a:ext cx="761387" cy="653841"/>
            <a:chOff x="1102419" y="3409545"/>
            <a:chExt cx="905416" cy="777528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870" y="3409545"/>
              <a:ext cx="0" cy="185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2419" y="3552770"/>
              <a:ext cx="367392" cy="158531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9843" y="3689885"/>
              <a:ext cx="0" cy="471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5923" cy="3556951"/>
            <a:chOff x="137913" y="1997862"/>
            <a:chExt cx="9846637" cy="6372724"/>
          </a:xfrm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3189" y="1997862"/>
              <a:ext cx="0" cy="45962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41966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26" y="3826970"/>
              <a:ext cx="294366" cy="13652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1382280" cy="550353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F6FE6B-DB23-8617-AA24-5464F17FDCAA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80" y="4153913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5E80E7-6B62-73DE-16C1-3ACB5345859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744" y="4381587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7E29D-D4FA-6902-ACAF-AD4521880ED7}"/>
                </a:ext>
              </a:extLst>
            </p:cNvPr>
            <p:cNvCxnSpPr>
              <a:cxnSpLocks/>
            </p:cNvCxnSpPr>
            <p:nvPr/>
          </p:nvCxnSpPr>
          <p:spPr>
            <a:xfrm>
              <a:off x="5603590" y="4495217"/>
              <a:ext cx="0" cy="62444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AF940F-2A34-CC2C-A51C-74C891D00767}"/>
                </a:ext>
              </a:extLst>
            </p:cNvPr>
            <p:cNvCxnSpPr>
              <a:cxnSpLocks/>
            </p:cNvCxnSpPr>
            <p:nvPr/>
          </p:nvCxnSpPr>
          <p:spPr>
            <a:xfrm>
              <a:off x="7787939" y="2999305"/>
              <a:ext cx="0" cy="1301223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DFDE4D-7EBB-B582-8988-92133EC2AA89}"/>
                </a:ext>
              </a:extLst>
            </p:cNvPr>
            <p:cNvCxnSpPr>
              <a:cxnSpLocks/>
            </p:cNvCxnSpPr>
            <p:nvPr/>
          </p:nvCxnSpPr>
          <p:spPr>
            <a:xfrm>
              <a:off x="7791669" y="2990770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20B1BB-7AFF-0738-46FA-266102673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307" y="2807320"/>
              <a:ext cx="810599" cy="31144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E06F63C-DC6E-608B-8045-649C8F4BDF0B}"/>
                </a:ext>
              </a:extLst>
            </p:cNvPr>
            <p:cNvCxnSpPr>
              <a:cxnSpLocks/>
            </p:cNvCxnSpPr>
            <p:nvPr/>
          </p:nvCxnSpPr>
          <p:spPr>
            <a:xfrm>
              <a:off x="8900910" y="2807318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973" y="4680229"/>
              <a:ext cx="221846" cy="15358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1" y="4274928"/>
              <a:ext cx="597280" cy="23891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198" y="4351725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020" y="4309062"/>
              <a:ext cx="0" cy="13651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6ED9BC36-C216-E0A7-17FF-37053D2F8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4578" y="5396971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2E8BFB36-75D3-B92E-50D2-51F1F56431D8}"/>
                </a:ext>
              </a:extLst>
            </p:cNvPr>
            <p:cNvCxnSpPr>
              <a:cxnSpLocks/>
            </p:cNvCxnSpPr>
            <p:nvPr/>
          </p:nvCxnSpPr>
          <p:spPr>
            <a:xfrm>
              <a:off x="4865519" y="7020872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6F7DFEA-C08F-3F06-E933-DE84C4FDFBDF}"/>
                </a:ext>
              </a:extLst>
            </p:cNvPr>
            <p:cNvCxnSpPr>
              <a:cxnSpLocks/>
            </p:cNvCxnSpPr>
            <p:nvPr/>
          </p:nvCxnSpPr>
          <p:spPr>
            <a:xfrm>
              <a:off x="966112" y="7029406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6B7C2DF5-5493-9740-0749-EBCCC4E148EB}"/>
                </a:ext>
              </a:extLst>
            </p:cNvPr>
            <p:cNvCxnSpPr>
              <a:cxnSpLocks/>
            </p:cNvCxnSpPr>
            <p:nvPr/>
          </p:nvCxnSpPr>
          <p:spPr>
            <a:xfrm>
              <a:off x="5999820" y="8238328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3984823"/>
              <a:ext cx="0" cy="40956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68AE05-4EDF-E611-ED29-0F7E2AD2B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3" y="383123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2DF37BB-F4DC-21F0-5641-5F78686C0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5776" y="4454116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D0915B-D1FF-EA3F-AB03-9F5B45919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24307" y="4594906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A1EE69-640D-E41F-01FC-A2E367043AE2}"/>
                </a:ext>
              </a:extLst>
            </p:cNvPr>
            <p:cNvCxnSpPr>
              <a:cxnSpLocks/>
            </p:cNvCxnSpPr>
            <p:nvPr/>
          </p:nvCxnSpPr>
          <p:spPr>
            <a:xfrm>
              <a:off x="9685909" y="4210937"/>
              <a:ext cx="290107" cy="102391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1985313" y="372306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13.05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878805" y="1504950"/>
            <a:ext cx="7027070" cy="2526507"/>
            <a:chOff x="1878805" y="1504950"/>
            <a:chExt cx="7027070" cy="2526507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441328" y="1886355"/>
              <a:ext cx="0" cy="1305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154309" cy="7923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721894" y="3900487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3724274" y="3300413"/>
              <a:ext cx="0" cy="60960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7112A922-BF13-F20A-A631-CD30DBF7597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75" y="3248024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117A6F3A-77AE-2803-AAA1-C26E8E7BF91B}"/>
                </a:ext>
              </a:extLst>
            </p:cNvPr>
            <p:cNvCxnSpPr>
              <a:cxnSpLocks/>
            </p:cNvCxnSpPr>
            <p:nvPr/>
          </p:nvCxnSpPr>
          <p:spPr>
            <a:xfrm>
              <a:off x="5177631" y="3348831"/>
              <a:ext cx="3699669" cy="213519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19875" y="2069306"/>
              <a:ext cx="754856" cy="166688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4AA21B0B-A8D0-500E-B64F-9C216A4D9B7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50" y="3187700"/>
              <a:ext cx="495300" cy="82550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3EF000E-DACB-A9E9-19DB-BC424D2F2C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1743075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67425536-D91A-CA3D-C722-6924C8CCB95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19" y="1864519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25367A10-3523-2057-20A0-079536EC40B8}"/>
                </a:ext>
              </a:extLst>
            </p:cNvPr>
            <p:cNvCxnSpPr>
              <a:cxnSpLocks/>
            </p:cNvCxnSpPr>
            <p:nvPr/>
          </p:nvCxnSpPr>
          <p:spPr>
            <a:xfrm>
              <a:off x="2805113" y="1976438"/>
              <a:ext cx="0" cy="24765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DF1F82F4-20B7-06EC-1A14-10EA52359A76}"/>
                </a:ext>
              </a:extLst>
            </p:cNvPr>
            <p:cNvCxnSpPr>
              <a:cxnSpLocks/>
            </p:cNvCxnSpPr>
            <p:nvPr/>
          </p:nvCxnSpPr>
          <p:spPr>
            <a:xfrm>
              <a:off x="2807494" y="2231231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6717D8D0-DA00-B124-96AD-E847E01C9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1819" y="1643062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ADCD133-3D22-FC6C-C8C2-139494FF54D5}"/>
                </a:ext>
              </a:extLst>
            </p:cNvPr>
            <p:cNvCxnSpPr>
              <a:cxnSpLocks/>
            </p:cNvCxnSpPr>
            <p:nvPr/>
          </p:nvCxnSpPr>
          <p:spPr>
            <a:xfrm>
              <a:off x="3417094" y="1640681"/>
              <a:ext cx="159544" cy="6667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8D1F2588-92A6-58C7-3C6A-7688D8123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9019" y="1504950"/>
              <a:ext cx="435769" cy="20716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478881" y="3198018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41E52B-39BF-44E5-DDBD-7634A6F8D5B5}"/>
                </a:ext>
              </a:extLst>
            </p:cNvPr>
            <p:cNvCxnSpPr>
              <a:cxnSpLocks/>
            </p:cNvCxnSpPr>
            <p:nvPr/>
          </p:nvCxnSpPr>
          <p:spPr>
            <a:xfrm>
              <a:off x="6465567" y="2001980"/>
              <a:ext cx="154309" cy="7923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6" name="Picture 225" descr="A screenshot of a video game&#10;&#10;Description automatically generated">
            <a:extLst>
              <a:ext uri="{FF2B5EF4-FFF2-40B4-BE49-F238E27FC236}">
                <a16:creationId xmlns:a16="http://schemas.microsoft.com/office/drawing/2014/main" id="{BABB15F6-8178-06E3-0FF3-442E5AEAC9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002" y="4953000"/>
            <a:ext cx="8499759" cy="745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5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5391763" y="386807"/>
            <a:ext cx="761387" cy="653841"/>
            <a:chOff x="1102419" y="3409545"/>
            <a:chExt cx="905416" cy="777528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870" y="3409545"/>
              <a:ext cx="0" cy="185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2419" y="3552770"/>
              <a:ext cx="367392" cy="158531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B76F1A-883C-4BBF-D44B-1F9575601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9843" y="3689885"/>
              <a:ext cx="0" cy="471657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5FB11BB3-F7C6-841D-2D1E-7E01F36C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4779" y="4042608"/>
              <a:ext cx="373056" cy="144465"/>
            </a:xfrm>
            <a:prstGeom prst="line">
              <a:avLst/>
            </a:prstGeom>
            <a:ln w="19050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3409953" y="1076961"/>
            <a:ext cx="5491162" cy="3556951"/>
            <a:chOff x="137913" y="1997862"/>
            <a:chExt cx="9838107" cy="6372724"/>
          </a:xfrm>
        </p:grpSpPr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25F7330-9D7A-F27D-B8E0-F67D2F9C664A}"/>
                </a:ext>
              </a:extLst>
            </p:cNvPr>
            <p:cNvCxnSpPr>
              <a:cxnSpLocks/>
            </p:cNvCxnSpPr>
            <p:nvPr/>
          </p:nvCxnSpPr>
          <p:spPr>
            <a:xfrm>
              <a:off x="4223189" y="1997862"/>
              <a:ext cx="0" cy="45962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4233564" y="2466017"/>
              <a:ext cx="845269" cy="31570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92ABD933-E1A9-9C11-FCF1-80B0B6CC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084982" y="2725980"/>
              <a:ext cx="249287" cy="10978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7911501D-F112-F7E4-93CA-B084644D94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1101" y="3327812"/>
              <a:ext cx="200506" cy="12798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326C6BF5-117D-CA22-76E4-88D39A678D33}"/>
                </a:ext>
              </a:extLst>
            </p:cNvPr>
            <p:cNvCxnSpPr>
              <a:cxnSpLocks/>
            </p:cNvCxnSpPr>
            <p:nvPr/>
          </p:nvCxnSpPr>
          <p:spPr>
            <a:xfrm>
              <a:off x="5087367" y="3432907"/>
              <a:ext cx="0" cy="41966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26E6030-A740-B7F5-FD8A-A7B5DE655E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3926" y="3826970"/>
              <a:ext cx="294366" cy="13652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81EB842-79F0-EB2D-DB84-5C7954BF17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6258" y="3617920"/>
              <a:ext cx="1382280" cy="550353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9F6FE6B-DB23-8617-AA24-5464F17FDCAA}"/>
                </a:ext>
              </a:extLst>
            </p:cNvPr>
            <p:cNvCxnSpPr>
              <a:cxnSpLocks/>
            </p:cNvCxnSpPr>
            <p:nvPr/>
          </p:nvCxnSpPr>
          <p:spPr>
            <a:xfrm>
              <a:off x="5326280" y="4153913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5E80E7-6B62-73DE-16C1-3ACB5345859B}"/>
                </a:ext>
              </a:extLst>
            </p:cNvPr>
            <p:cNvCxnSpPr>
              <a:cxnSpLocks/>
            </p:cNvCxnSpPr>
            <p:nvPr/>
          </p:nvCxnSpPr>
          <p:spPr>
            <a:xfrm>
              <a:off x="5325744" y="4381587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7E29D-D4FA-6902-ACAF-AD4521880ED7}"/>
                </a:ext>
              </a:extLst>
            </p:cNvPr>
            <p:cNvCxnSpPr>
              <a:cxnSpLocks/>
            </p:cNvCxnSpPr>
            <p:nvPr/>
          </p:nvCxnSpPr>
          <p:spPr>
            <a:xfrm>
              <a:off x="5603590" y="4495217"/>
              <a:ext cx="0" cy="624442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1D41E6-42F0-AC0C-BDC0-279AE364F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325" y="4475447"/>
              <a:ext cx="1642519" cy="6570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71BB56-C1D2-0954-62CB-560549129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2973" y="4680229"/>
              <a:ext cx="221846" cy="153585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A918864-53EB-2BB8-773D-2860051F3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0557" y="4501045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F1FF46F-DC72-3A6E-BB2E-018FFC8AE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3355" y="4270664"/>
              <a:ext cx="486357" cy="255977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DAFCE61-779F-C1EB-C73D-F4F9B1AA1466}"/>
                </a:ext>
              </a:extLst>
            </p:cNvPr>
            <p:cNvCxnSpPr>
              <a:cxnSpLocks/>
            </p:cNvCxnSpPr>
            <p:nvPr/>
          </p:nvCxnSpPr>
          <p:spPr>
            <a:xfrm>
              <a:off x="8875312" y="4274928"/>
              <a:ext cx="827661" cy="315709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D24D0E3A-AD38-73E4-16D0-D35F21D0A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7242" y="4445584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153971-DB28-4688-1B9E-2C30DA470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6020" y="3822702"/>
              <a:ext cx="0" cy="62287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6ED9BC36-C216-E0A7-17FF-37053D2F84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4578" y="5396971"/>
              <a:ext cx="268774" cy="14078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3939D6AD-8E23-C8D3-9A57-34DCF97335B6}"/>
                </a:ext>
              </a:extLst>
            </p:cNvPr>
            <p:cNvCxnSpPr>
              <a:cxnSpLocks/>
            </p:cNvCxnSpPr>
            <p:nvPr/>
          </p:nvCxnSpPr>
          <p:spPr>
            <a:xfrm>
              <a:off x="137913" y="7478926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2E8BFB36-75D3-B92E-50D2-51F1F56431D8}"/>
                </a:ext>
              </a:extLst>
            </p:cNvPr>
            <p:cNvCxnSpPr>
              <a:cxnSpLocks/>
            </p:cNvCxnSpPr>
            <p:nvPr/>
          </p:nvCxnSpPr>
          <p:spPr>
            <a:xfrm>
              <a:off x="4865519" y="7020872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E6F7DFEA-C08F-3F06-E933-DE84C4FDFBDF}"/>
                </a:ext>
              </a:extLst>
            </p:cNvPr>
            <p:cNvCxnSpPr>
              <a:cxnSpLocks/>
            </p:cNvCxnSpPr>
            <p:nvPr/>
          </p:nvCxnSpPr>
          <p:spPr>
            <a:xfrm>
              <a:off x="966112" y="7029406"/>
              <a:ext cx="0" cy="223410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6B7C2DF5-5493-9740-0749-EBCCC4E148EB}"/>
                </a:ext>
              </a:extLst>
            </p:cNvPr>
            <p:cNvCxnSpPr>
              <a:cxnSpLocks/>
            </p:cNvCxnSpPr>
            <p:nvPr/>
          </p:nvCxnSpPr>
          <p:spPr>
            <a:xfrm>
              <a:off x="5999820" y="8238328"/>
              <a:ext cx="294368" cy="132258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E0E46E8F-75D9-4BD6-0819-E36E45E8DD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1645" y="4629034"/>
              <a:ext cx="0" cy="174916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1985313" y="372306"/>
            <a:ext cx="479618" cy="2462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13.04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878805" y="1504950"/>
            <a:ext cx="7027070" cy="2526507"/>
            <a:chOff x="1878805" y="1504950"/>
            <a:chExt cx="7027070" cy="2526507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0" y="1549400"/>
              <a:ext cx="80169" cy="365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>
              <a:off x="6307978" y="1572030"/>
              <a:ext cx="0" cy="23533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DE2FDF4-AAA8-DF71-E0DA-95C6A9C9D828}"/>
                </a:ext>
              </a:extLst>
            </p:cNvPr>
            <p:cNvCxnSpPr>
              <a:cxnSpLocks/>
            </p:cNvCxnSpPr>
            <p:nvPr/>
          </p:nvCxnSpPr>
          <p:spPr>
            <a:xfrm>
              <a:off x="7372824" y="2225817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264147A-97D0-F1C0-47B7-AEAA54B599A3}"/>
                </a:ext>
              </a:extLst>
            </p:cNvPr>
            <p:cNvCxnSpPr>
              <a:cxnSpLocks/>
            </p:cNvCxnSpPr>
            <p:nvPr/>
          </p:nvCxnSpPr>
          <p:spPr>
            <a:xfrm>
              <a:off x="6622303" y="1933980"/>
              <a:ext cx="0" cy="1305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030EDB4C-8075-5FE4-51C4-D0C6DC52E9CC}"/>
                </a:ext>
              </a:extLst>
            </p:cNvPr>
            <p:cNvCxnSpPr>
              <a:cxnSpLocks/>
            </p:cNvCxnSpPr>
            <p:nvPr/>
          </p:nvCxnSpPr>
          <p:spPr>
            <a:xfrm>
              <a:off x="6308404" y="1806717"/>
              <a:ext cx="309090" cy="1387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E865B829-A3E2-695F-4A40-D7039B1DD796}"/>
                </a:ext>
              </a:extLst>
            </p:cNvPr>
            <p:cNvCxnSpPr>
              <a:cxnSpLocks/>
            </p:cNvCxnSpPr>
            <p:nvPr/>
          </p:nvCxnSpPr>
          <p:spPr>
            <a:xfrm>
              <a:off x="7382348" y="2335354"/>
              <a:ext cx="309090" cy="138764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D662A53-E9BA-E38D-4053-AFC72389F40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768" y="2475848"/>
              <a:ext cx="0" cy="13162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B0F7D93-49B3-7932-2535-03D1537917FF}"/>
                </a:ext>
              </a:extLst>
            </p:cNvPr>
            <p:cNvCxnSpPr>
              <a:cxnSpLocks/>
            </p:cNvCxnSpPr>
            <p:nvPr/>
          </p:nvCxnSpPr>
          <p:spPr>
            <a:xfrm>
              <a:off x="7687148" y="2592529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E923B50-CE2F-BA7E-3E09-A300A91B710A}"/>
                </a:ext>
              </a:extLst>
            </p:cNvPr>
            <p:cNvCxnSpPr>
              <a:cxnSpLocks/>
            </p:cNvCxnSpPr>
            <p:nvPr/>
          </p:nvCxnSpPr>
          <p:spPr>
            <a:xfrm>
              <a:off x="7839549" y="2676525"/>
              <a:ext cx="0" cy="32861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8993A382-6A1E-054B-7BBA-35D60A5BFF2E}"/>
                </a:ext>
              </a:extLst>
            </p:cNvPr>
            <p:cNvCxnSpPr>
              <a:cxnSpLocks/>
            </p:cNvCxnSpPr>
            <p:nvPr/>
          </p:nvCxnSpPr>
          <p:spPr>
            <a:xfrm>
              <a:off x="7832403" y="2985434"/>
              <a:ext cx="301947" cy="12685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721894" y="3900487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3724274" y="3300413"/>
              <a:ext cx="0" cy="60960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7112A922-BF13-F20A-A631-CD30DBF7597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75" y="3248024"/>
              <a:ext cx="150018" cy="5238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1888331" y="2721769"/>
              <a:ext cx="757237" cy="271463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05" y="2486025"/>
              <a:ext cx="0" cy="247649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117A6F3A-77AE-2803-AAA1-C26E8E7BF91B}"/>
                </a:ext>
              </a:extLst>
            </p:cNvPr>
            <p:cNvCxnSpPr>
              <a:cxnSpLocks/>
            </p:cNvCxnSpPr>
            <p:nvPr/>
          </p:nvCxnSpPr>
          <p:spPr>
            <a:xfrm>
              <a:off x="5177631" y="3348831"/>
              <a:ext cx="3699669" cy="213519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5C1463C8-4196-046C-E228-F6FB8C6E0477}"/>
                </a:ext>
              </a:extLst>
            </p:cNvPr>
            <p:cNvCxnSpPr>
              <a:cxnSpLocks/>
            </p:cNvCxnSpPr>
            <p:nvPr/>
          </p:nvCxnSpPr>
          <p:spPr>
            <a:xfrm>
              <a:off x="6619875" y="2069306"/>
              <a:ext cx="754856" cy="166688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4AA21B0B-A8D0-500E-B64F-9C216A4D9B7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50" y="3187700"/>
              <a:ext cx="495300" cy="82550"/>
            </a:xfrm>
            <a:prstGeom prst="line">
              <a:avLst/>
            </a:prstGeom>
            <a:ln w="190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3EF000E-DACB-A9E9-19DB-BC424D2F2C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5075" y="1743075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67425536-D91A-CA3D-C722-6924C8CCB95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19" y="1864519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25367A10-3523-2057-20A0-079536EC40B8}"/>
                </a:ext>
              </a:extLst>
            </p:cNvPr>
            <p:cNvCxnSpPr>
              <a:cxnSpLocks/>
            </p:cNvCxnSpPr>
            <p:nvPr/>
          </p:nvCxnSpPr>
          <p:spPr>
            <a:xfrm>
              <a:off x="2805113" y="1976438"/>
              <a:ext cx="0" cy="247650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DF1F82F4-20B7-06EC-1A14-10EA52359A76}"/>
                </a:ext>
              </a:extLst>
            </p:cNvPr>
            <p:cNvCxnSpPr>
              <a:cxnSpLocks/>
            </p:cNvCxnSpPr>
            <p:nvPr/>
          </p:nvCxnSpPr>
          <p:spPr>
            <a:xfrm>
              <a:off x="2807494" y="2231231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6717D8D0-DA00-B124-96AD-E847E01C9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1819" y="1643062"/>
              <a:ext cx="302419" cy="116681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9ADCD133-3D22-FC6C-C8C2-139494FF54D5}"/>
                </a:ext>
              </a:extLst>
            </p:cNvPr>
            <p:cNvCxnSpPr>
              <a:cxnSpLocks/>
            </p:cNvCxnSpPr>
            <p:nvPr/>
          </p:nvCxnSpPr>
          <p:spPr>
            <a:xfrm>
              <a:off x="3417094" y="1640681"/>
              <a:ext cx="159544" cy="6667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8D1F2588-92A6-58C7-3C6A-7688D81236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9019" y="1504950"/>
              <a:ext cx="435769" cy="207168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DBB9B9EF-FA17-5EEE-675A-9C3C1158CA05}"/>
                </a:ext>
              </a:extLst>
            </p:cNvPr>
            <p:cNvCxnSpPr>
              <a:cxnSpLocks/>
            </p:cNvCxnSpPr>
            <p:nvPr/>
          </p:nvCxnSpPr>
          <p:spPr>
            <a:xfrm>
              <a:off x="2478881" y="3198018"/>
              <a:ext cx="302419" cy="123825"/>
            </a:xfrm>
            <a:prstGeom prst="line">
              <a:avLst/>
            </a:prstGeom>
            <a:ln w="19050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6633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D0A22-6FFA-4818-905E-888F4D47F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0272" y="3795101"/>
            <a:ext cx="5270450" cy="3596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95A26E-ABCC-4369-9BEB-C678408E4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694" y="3884542"/>
            <a:ext cx="4960012" cy="346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16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0EFC2-4AF3-9515-D8ED-6BDFCB671BD0}"/>
              </a:ext>
            </a:extLst>
          </p:cNvPr>
          <p:cNvGrpSpPr/>
          <p:nvPr/>
        </p:nvGrpSpPr>
        <p:grpSpPr>
          <a:xfrm>
            <a:off x="4650581" y="386804"/>
            <a:ext cx="758379" cy="415676"/>
            <a:chOff x="221031" y="3409545"/>
            <a:chExt cx="901839" cy="494310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A39D1EA-5BB4-7D37-2444-3F6272D5F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2870" y="3409545"/>
              <a:ext cx="0" cy="151673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CF65E7D-CE4D-F262-A124-36B2893A9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031" y="3552770"/>
              <a:ext cx="881388" cy="35108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C117BD1-9C00-590A-7974-EEC540207CD7}"/>
              </a:ext>
            </a:extLst>
          </p:cNvPr>
          <p:cNvGrpSpPr/>
          <p:nvPr/>
        </p:nvGrpSpPr>
        <p:grpSpPr>
          <a:xfrm>
            <a:off x="4336257" y="868283"/>
            <a:ext cx="152701" cy="531890"/>
            <a:chOff x="1797503" y="1623993"/>
            <a:chExt cx="273583" cy="952948"/>
          </a:xfrm>
        </p:grpSpPr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5043CD9B-197B-DFFF-4D53-336F86080542}"/>
                </a:ext>
              </a:extLst>
            </p:cNvPr>
            <p:cNvCxnSpPr>
              <a:cxnSpLocks/>
            </p:cNvCxnSpPr>
            <p:nvPr/>
          </p:nvCxnSpPr>
          <p:spPr>
            <a:xfrm>
              <a:off x="2071086" y="1623993"/>
              <a:ext cx="0" cy="816426"/>
            </a:xfrm>
            <a:prstGeom prst="line">
              <a:avLst/>
            </a:prstGeom>
            <a:ln w="2857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58E8AACC-0A25-BCBA-5A06-34032E509A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7503" y="2457486"/>
              <a:ext cx="221846" cy="119455"/>
            </a:xfrm>
            <a:prstGeom prst="line">
              <a:avLst/>
            </a:prstGeom>
            <a:ln w="28575">
              <a:solidFill>
                <a:schemeClr val="accent5">
                  <a:lumMod val="20000"/>
                  <a:lumOff val="8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9" name="TextBox 338">
            <a:extLst>
              <a:ext uri="{FF2B5EF4-FFF2-40B4-BE49-F238E27FC236}">
                <a16:creationId xmlns:a16="http://schemas.microsoft.com/office/drawing/2014/main" id="{FAFF7336-0AC8-0746-48B3-8983247D5D5B}"/>
              </a:ext>
            </a:extLst>
          </p:cNvPr>
          <p:cNvSpPr txBox="1"/>
          <p:nvPr/>
        </p:nvSpPr>
        <p:spPr>
          <a:xfrm>
            <a:off x="1985313" y="372306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13.00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AA8F43-7E72-CBBB-9B41-36F452FF09C4}"/>
              </a:ext>
            </a:extLst>
          </p:cNvPr>
          <p:cNvGrpSpPr/>
          <p:nvPr/>
        </p:nvGrpSpPr>
        <p:grpSpPr>
          <a:xfrm>
            <a:off x="1866900" y="1457325"/>
            <a:ext cx="7038975" cy="2574132"/>
            <a:chOff x="1866900" y="1457325"/>
            <a:chExt cx="7038975" cy="2574132"/>
          </a:xfrm>
        </p:grpSpPr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3EBFAE12-F682-57A3-5FE6-E476F5F4820A}"/>
                </a:ext>
              </a:extLst>
            </p:cNvPr>
            <p:cNvCxnSpPr>
              <a:cxnSpLocks/>
            </p:cNvCxnSpPr>
            <p:nvPr/>
          </p:nvCxnSpPr>
          <p:spPr>
            <a:xfrm>
              <a:off x="3417094" y="1633538"/>
              <a:ext cx="159544" cy="64294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27AA6D1-462F-6283-56AB-68040CEFBE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2294" y="1638705"/>
              <a:ext cx="302465" cy="13294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41039C97-45C9-413A-D624-CB016C2A7B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3876" y="3043238"/>
              <a:ext cx="166687" cy="7858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B0D3125A-FF8C-8138-CAD5-5C93E7A4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311035" y="3052110"/>
              <a:ext cx="159071" cy="8399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880BD53E-5758-145D-D71F-7FAA3C90558C}"/>
                </a:ext>
              </a:extLst>
            </p:cNvPr>
            <p:cNvCxnSpPr>
              <a:cxnSpLocks/>
            </p:cNvCxnSpPr>
            <p:nvPr/>
          </p:nvCxnSpPr>
          <p:spPr>
            <a:xfrm>
              <a:off x="8449149" y="3128310"/>
              <a:ext cx="0" cy="83647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6450C457-5F22-260D-33AD-847014BDD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13" y="3945732"/>
              <a:ext cx="166687" cy="7858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8290BD1A-420E-ABA8-46FC-D99661D55961}"/>
                </a:ext>
              </a:extLst>
            </p:cNvPr>
            <p:cNvCxnSpPr>
              <a:cxnSpLocks/>
            </p:cNvCxnSpPr>
            <p:nvPr/>
          </p:nvCxnSpPr>
          <p:spPr>
            <a:xfrm>
              <a:off x="8139585" y="3947460"/>
              <a:ext cx="159071" cy="8399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0BE6D866-485B-EAD2-762A-CD2A2CA6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1532" y="3476625"/>
              <a:ext cx="304799" cy="12858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42839DD8-CC18-B6C3-6051-C7A2CFA7EB54}"/>
                </a:ext>
              </a:extLst>
            </p:cNvPr>
            <p:cNvCxnSpPr>
              <a:cxnSpLocks/>
            </p:cNvCxnSpPr>
            <p:nvPr/>
          </p:nvCxnSpPr>
          <p:spPr>
            <a:xfrm>
              <a:off x="8746804" y="3464066"/>
              <a:ext cx="159071" cy="8399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BB0729A2-1626-8C4C-526C-8F56280ADAEE}"/>
                </a:ext>
              </a:extLst>
            </p:cNvPr>
            <p:cNvCxnSpPr>
              <a:cxnSpLocks/>
            </p:cNvCxnSpPr>
            <p:nvPr/>
          </p:nvCxnSpPr>
          <p:spPr>
            <a:xfrm>
              <a:off x="4783931" y="3240881"/>
              <a:ext cx="304800" cy="11668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4ECF8C69-5842-1619-43BF-9C0480157D8E}"/>
                </a:ext>
              </a:extLst>
            </p:cNvPr>
            <p:cNvCxnSpPr>
              <a:cxnSpLocks/>
            </p:cNvCxnSpPr>
            <p:nvPr/>
          </p:nvCxnSpPr>
          <p:spPr>
            <a:xfrm>
              <a:off x="4788693" y="3117056"/>
              <a:ext cx="0" cy="14525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4B0E79E-DE48-232E-7FF9-BE0E457717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456" y="3055144"/>
              <a:ext cx="133350" cy="8096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0C37B12-0215-F941-AF7D-17A0093EE09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950" y="3052762"/>
              <a:ext cx="464344" cy="19288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8BA9138-5821-BE6A-1B55-FE2E60366426}"/>
                </a:ext>
              </a:extLst>
            </p:cNvPr>
            <p:cNvCxnSpPr>
              <a:cxnSpLocks/>
            </p:cNvCxnSpPr>
            <p:nvPr/>
          </p:nvCxnSpPr>
          <p:spPr>
            <a:xfrm>
              <a:off x="5395912" y="3233738"/>
              <a:ext cx="0" cy="47386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4253053F-E5F8-C8AB-0B27-9DD1C7296405}"/>
                </a:ext>
              </a:extLst>
            </p:cNvPr>
            <p:cNvCxnSpPr>
              <a:cxnSpLocks/>
            </p:cNvCxnSpPr>
            <p:nvPr/>
          </p:nvCxnSpPr>
          <p:spPr>
            <a:xfrm>
              <a:off x="5088731" y="3600450"/>
              <a:ext cx="914400" cy="33813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CB1986F-4F85-1EA7-CE34-860026B63A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2481" y="3588545"/>
              <a:ext cx="473869" cy="18811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01E013CA-7EE9-10BE-2571-28818210F6E1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63" y="3724275"/>
              <a:ext cx="150018" cy="5238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979A868-B957-1FD8-F386-AB09340A31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1913" y="3719513"/>
              <a:ext cx="597693" cy="23812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CD99860C-1902-81EA-4828-03F6E8E27A26}"/>
                </a:ext>
              </a:extLst>
            </p:cNvPr>
            <p:cNvCxnSpPr>
              <a:cxnSpLocks/>
            </p:cNvCxnSpPr>
            <p:nvPr/>
          </p:nvCxnSpPr>
          <p:spPr>
            <a:xfrm>
              <a:off x="3721894" y="3900487"/>
              <a:ext cx="150018" cy="5238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ED154859-7634-1EB3-8A38-DF6265FBE376}"/>
                </a:ext>
              </a:extLst>
            </p:cNvPr>
            <p:cNvCxnSpPr>
              <a:cxnSpLocks/>
            </p:cNvCxnSpPr>
            <p:nvPr/>
          </p:nvCxnSpPr>
          <p:spPr>
            <a:xfrm>
              <a:off x="3724274" y="3300413"/>
              <a:ext cx="0" cy="609600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7112A922-BF13-F20A-A631-CD30DBF7597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875" y="3248024"/>
              <a:ext cx="150018" cy="5238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316EE2E3-A3DD-988C-4078-CFFBFAAF300C}"/>
                </a:ext>
              </a:extLst>
            </p:cNvPr>
            <p:cNvCxnSpPr>
              <a:cxnSpLocks/>
            </p:cNvCxnSpPr>
            <p:nvPr/>
          </p:nvCxnSpPr>
          <p:spPr>
            <a:xfrm>
              <a:off x="2928938" y="3126581"/>
              <a:ext cx="188118" cy="619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022324CE-1C5C-71DA-4A45-A7F1D0D8FB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0331" y="3121819"/>
              <a:ext cx="302419" cy="11668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033080A7-AC6D-F816-3DAD-6B53003F3164}"/>
                </a:ext>
              </a:extLst>
            </p:cNvPr>
            <p:cNvCxnSpPr>
              <a:cxnSpLocks/>
            </p:cNvCxnSpPr>
            <p:nvPr/>
          </p:nvCxnSpPr>
          <p:spPr>
            <a:xfrm>
              <a:off x="2655093" y="2986088"/>
              <a:ext cx="0" cy="247649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D6F912A9-9117-08D7-BABB-07A78756CA61}"/>
                </a:ext>
              </a:extLst>
            </p:cNvPr>
            <p:cNvCxnSpPr>
              <a:cxnSpLocks/>
            </p:cNvCxnSpPr>
            <p:nvPr/>
          </p:nvCxnSpPr>
          <p:spPr>
            <a:xfrm>
              <a:off x="2178844" y="2831306"/>
              <a:ext cx="473868" cy="161926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0D1BDB0D-9A8E-BA56-255E-1897491043C0}"/>
                </a:ext>
              </a:extLst>
            </p:cNvPr>
            <p:cNvCxnSpPr>
              <a:cxnSpLocks/>
            </p:cNvCxnSpPr>
            <p:nvPr/>
          </p:nvCxnSpPr>
          <p:spPr>
            <a:xfrm>
              <a:off x="2178843" y="2588419"/>
              <a:ext cx="0" cy="247649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117A6F3A-77AE-2803-AAA1-C26E8E7BF91B}"/>
                </a:ext>
              </a:extLst>
            </p:cNvPr>
            <p:cNvCxnSpPr>
              <a:cxnSpLocks/>
            </p:cNvCxnSpPr>
            <p:nvPr/>
          </p:nvCxnSpPr>
          <p:spPr>
            <a:xfrm>
              <a:off x="5177631" y="3348831"/>
              <a:ext cx="3699669" cy="213519"/>
            </a:xfrm>
            <a:prstGeom prst="line">
              <a:avLst/>
            </a:prstGeom>
            <a:ln w="63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4AA21B0B-A8D0-500E-B64F-9C216A4D9B7E}"/>
                </a:ext>
              </a:extLst>
            </p:cNvPr>
            <p:cNvCxnSpPr>
              <a:cxnSpLocks/>
            </p:cNvCxnSpPr>
            <p:nvPr/>
          </p:nvCxnSpPr>
          <p:spPr>
            <a:xfrm>
              <a:off x="3067050" y="3187700"/>
              <a:ext cx="495300" cy="82550"/>
            </a:xfrm>
            <a:prstGeom prst="line">
              <a:avLst/>
            </a:prstGeom>
            <a:ln w="6350">
              <a:solidFill>
                <a:schemeClr val="bg1"/>
              </a:solidFill>
              <a:prstDash val="lgDash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C9398B6F-F5E8-525A-106A-B5D2F9B0FE40}"/>
                </a:ext>
              </a:extLst>
            </p:cNvPr>
            <p:cNvCxnSpPr>
              <a:cxnSpLocks/>
            </p:cNvCxnSpPr>
            <p:nvPr/>
          </p:nvCxnSpPr>
          <p:spPr>
            <a:xfrm>
              <a:off x="2802732" y="1771650"/>
              <a:ext cx="0" cy="328612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795A933A-AAAE-2E02-CC57-92244A17D035}"/>
                </a:ext>
              </a:extLst>
            </p:cNvPr>
            <p:cNvCxnSpPr>
              <a:cxnSpLocks/>
            </p:cNvCxnSpPr>
            <p:nvPr/>
          </p:nvCxnSpPr>
          <p:spPr>
            <a:xfrm>
              <a:off x="2793206" y="2100263"/>
              <a:ext cx="159544" cy="64294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85929525-D59D-EADC-5DBF-1295A8973C95}"/>
                </a:ext>
              </a:extLst>
            </p:cNvPr>
            <p:cNvCxnSpPr>
              <a:cxnSpLocks/>
            </p:cNvCxnSpPr>
            <p:nvPr/>
          </p:nvCxnSpPr>
          <p:spPr>
            <a:xfrm>
              <a:off x="2947988" y="2140743"/>
              <a:ext cx="0" cy="388145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E50FFEAF-2F99-8876-6ACB-C9C1ABAC64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7969" y="2514601"/>
              <a:ext cx="161925" cy="71437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45292609-98B3-11A7-80B5-0AEF35932090}"/>
                </a:ext>
              </a:extLst>
            </p:cNvPr>
            <p:cNvCxnSpPr>
              <a:cxnSpLocks/>
            </p:cNvCxnSpPr>
            <p:nvPr/>
          </p:nvCxnSpPr>
          <p:spPr>
            <a:xfrm>
              <a:off x="2486025" y="2478881"/>
              <a:ext cx="326231" cy="10715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3672CE9D-9C8A-BDD5-27D8-C5A6A7931C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4081" y="2481264"/>
              <a:ext cx="321469" cy="116681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4252BF12-F1D7-8BF0-AFA4-772CE7056DF2}"/>
                </a:ext>
              </a:extLst>
            </p:cNvPr>
            <p:cNvCxnSpPr>
              <a:cxnSpLocks/>
            </p:cNvCxnSpPr>
            <p:nvPr/>
          </p:nvCxnSpPr>
          <p:spPr>
            <a:xfrm>
              <a:off x="1866900" y="2471737"/>
              <a:ext cx="316706" cy="128588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071F2C64-EAB1-7540-589A-B37774257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1875" y="1457325"/>
              <a:ext cx="604838" cy="252413"/>
            </a:xfrm>
            <a:prstGeom prst="line">
              <a:avLst/>
            </a:prstGeom>
            <a:ln w="28575">
              <a:solidFill>
                <a:schemeClr val="bg1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1446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0CF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Picture 962" descr="A picture containing text, plant, flower&#10;&#10;Description automatically generated" hidden="1">
            <a:extLst>
              <a:ext uri="{FF2B5EF4-FFF2-40B4-BE49-F238E27FC236}">
                <a16:creationId xmlns:a16="http://schemas.microsoft.com/office/drawing/2014/main" id="{FBAA444C-88C1-4830-9FB3-67BB1141F68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625" y="-1242395"/>
            <a:ext cx="10977702" cy="8629891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352538" y="-2724488"/>
            <a:ext cx="15500551" cy="13444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8073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8073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8073" dirty="0"/>
          </a:p>
        </p:txBody>
      </p:sp>
      <p:grpSp>
        <p:nvGrpSpPr>
          <p:cNvPr id="936" name="Group 935" hidden="1">
            <a:extLst>
              <a:ext uri="{FF2B5EF4-FFF2-40B4-BE49-F238E27FC236}">
                <a16:creationId xmlns:a16="http://schemas.microsoft.com/office/drawing/2014/main" id="{69167B6F-452E-4D03-9EE2-E0E8F9D27A9B}"/>
              </a:ext>
            </a:extLst>
          </p:cNvPr>
          <p:cNvGrpSpPr/>
          <p:nvPr/>
        </p:nvGrpSpPr>
        <p:grpSpPr>
          <a:xfrm>
            <a:off x="4724051" y="898402"/>
            <a:ext cx="815397" cy="419715"/>
            <a:chOff x="6183630" y="3952875"/>
            <a:chExt cx="969645" cy="499110"/>
          </a:xfrm>
        </p:grpSpPr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6F05CAC-74DB-41C3-9183-B5FC05BAA287}"/>
                </a:ext>
              </a:extLst>
            </p:cNvPr>
            <p:cNvCxnSpPr>
              <a:cxnSpLocks/>
            </p:cNvCxnSpPr>
            <p:nvPr/>
          </p:nvCxnSpPr>
          <p:spPr>
            <a:xfrm>
              <a:off x="6914514" y="3952875"/>
              <a:ext cx="0" cy="200025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2D53F8D1-02F6-413B-9861-EF44EBFE7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630" y="4071938"/>
              <a:ext cx="969645" cy="380047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4" name="Group 943" hidden="1">
            <a:extLst>
              <a:ext uri="{FF2B5EF4-FFF2-40B4-BE49-F238E27FC236}">
                <a16:creationId xmlns:a16="http://schemas.microsoft.com/office/drawing/2014/main" id="{A6ED6573-C0C9-4A03-9393-715B9546EEC6}"/>
              </a:ext>
            </a:extLst>
          </p:cNvPr>
          <p:cNvGrpSpPr/>
          <p:nvPr/>
        </p:nvGrpSpPr>
        <p:grpSpPr>
          <a:xfrm>
            <a:off x="899635" y="1217202"/>
            <a:ext cx="6067158" cy="4892387"/>
            <a:chOff x="1635760" y="4331970"/>
            <a:chExt cx="7214870" cy="5817870"/>
          </a:xfrm>
        </p:grpSpPr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80B85C3-EB9F-4678-8257-FFDCDAC29FBA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70" y="4349750"/>
              <a:ext cx="0" cy="7556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8DF999-6FA8-4CB9-B924-BAF53C50BAB0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80" y="6026785"/>
              <a:ext cx="480060" cy="1809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797156E1-E2CA-41FD-9E5B-88781DC4C264}"/>
                </a:ext>
              </a:extLst>
            </p:cNvPr>
            <p:cNvCxnSpPr>
              <a:cxnSpLocks/>
            </p:cNvCxnSpPr>
            <p:nvPr/>
          </p:nvCxnSpPr>
          <p:spPr>
            <a:xfrm>
              <a:off x="7396480" y="621284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0A2C1D0-9513-48ED-9FD5-02F48F3ED708}"/>
                </a:ext>
              </a:extLst>
            </p:cNvPr>
            <p:cNvCxnSpPr>
              <a:cxnSpLocks/>
            </p:cNvCxnSpPr>
            <p:nvPr/>
          </p:nvCxnSpPr>
          <p:spPr>
            <a:xfrm>
              <a:off x="7404100" y="65779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4D44184-0CEE-4E1C-963C-D5AFD4CAF9C6}"/>
                </a:ext>
              </a:extLst>
            </p:cNvPr>
            <p:cNvCxnSpPr>
              <a:cxnSpLocks/>
            </p:cNvCxnSpPr>
            <p:nvPr/>
          </p:nvCxnSpPr>
          <p:spPr>
            <a:xfrm>
              <a:off x="7637780" y="6664960"/>
              <a:ext cx="0" cy="5816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6623249-6985-45C4-8013-75AE1262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320" y="7233920"/>
              <a:ext cx="259080" cy="99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63A581EC-B703-42AE-B94D-B334B314F300}"/>
                </a:ext>
              </a:extLst>
            </p:cNvPr>
            <p:cNvCxnSpPr>
              <a:cxnSpLocks/>
            </p:cNvCxnSpPr>
            <p:nvPr/>
          </p:nvCxnSpPr>
          <p:spPr>
            <a:xfrm>
              <a:off x="7399020" y="73228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148A206-3807-458C-9760-4FB7D5EF48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6020" y="7508240"/>
              <a:ext cx="2415540" cy="970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31AE2CD2-C20E-4CCE-B249-BC26EF485507}"/>
                </a:ext>
              </a:extLst>
            </p:cNvPr>
            <p:cNvCxnSpPr>
              <a:cxnSpLocks/>
            </p:cNvCxnSpPr>
            <p:nvPr/>
          </p:nvCxnSpPr>
          <p:spPr>
            <a:xfrm>
              <a:off x="4284980" y="8188960"/>
              <a:ext cx="706120" cy="3073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C0857472-D118-47C5-9775-A61CDCCD1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4820" y="8186420"/>
              <a:ext cx="0" cy="3683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AB1A315-3276-4616-AFDC-548B741DF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8547100"/>
              <a:ext cx="1445260" cy="5740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68A9D99-56D1-4F4F-9F6D-FC187E819A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560" y="9110980"/>
              <a:ext cx="0" cy="5778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E957AFDE-9B1E-4F2B-92C4-0ED3714C4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5760" y="9687560"/>
              <a:ext cx="1186180" cy="46228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31BCA4-024F-4728-836F-AE7BBA529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4350" y="4530090"/>
              <a:ext cx="509905" cy="2044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F649D43-5746-48E3-95D1-515C61BEA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2350" y="433197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6317F148-25B6-4F27-9B78-72A27CA0558E}"/>
                </a:ext>
              </a:extLst>
            </p:cNvPr>
            <p:cNvCxnSpPr>
              <a:cxnSpLocks/>
            </p:cNvCxnSpPr>
            <p:nvPr/>
          </p:nvCxnSpPr>
          <p:spPr>
            <a:xfrm>
              <a:off x="3572510" y="4526280"/>
              <a:ext cx="471170" cy="21590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03B15897-C224-4F8E-B567-8DB827D90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4790" y="4723130"/>
              <a:ext cx="0" cy="2057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A1589C30-E0C5-4464-92EB-CAD10653DA79}"/>
                </a:ext>
              </a:extLst>
            </p:cNvPr>
            <p:cNvCxnSpPr>
              <a:cxnSpLocks/>
            </p:cNvCxnSpPr>
            <p:nvPr/>
          </p:nvCxnSpPr>
          <p:spPr>
            <a:xfrm>
              <a:off x="4034790" y="4919980"/>
              <a:ext cx="234950" cy="9144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5C278844-B45D-42E1-A668-F850A895F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0210" y="6219825"/>
              <a:ext cx="0" cy="39179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CAB55100-03E2-4DE6-A000-594FD87FD6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1160" y="5659120"/>
              <a:ext cx="736600" cy="26543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9B2F5F29-F06C-4978-AE6C-23E3070DD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593" y="5941377"/>
              <a:ext cx="715010" cy="28702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04AE4C3-BE26-467B-88B1-560DB671DC24}"/>
                </a:ext>
              </a:extLst>
            </p:cNvPr>
            <p:cNvCxnSpPr>
              <a:cxnSpLocks/>
            </p:cNvCxnSpPr>
            <p:nvPr/>
          </p:nvCxnSpPr>
          <p:spPr>
            <a:xfrm>
              <a:off x="5464810" y="5455920"/>
              <a:ext cx="0" cy="1879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E52B9135-AC39-4B3D-AA01-870E6C4A85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4463" y="5645150"/>
              <a:ext cx="253047" cy="131763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C5FAA48C-E397-4CA6-844C-C0E485A71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610" y="6238875"/>
              <a:ext cx="486728" cy="19621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8F4ADA4-9735-446C-BDEA-D385884CB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480" y="5669280"/>
              <a:ext cx="1200150" cy="4800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D40818C2-D901-40B2-BC86-32893167A836}"/>
                </a:ext>
              </a:extLst>
            </p:cNvPr>
            <p:cNvCxnSpPr>
              <a:cxnSpLocks/>
            </p:cNvCxnSpPr>
            <p:nvPr/>
          </p:nvCxnSpPr>
          <p:spPr>
            <a:xfrm>
              <a:off x="8119110" y="5394960"/>
              <a:ext cx="723900" cy="25527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929A097-D6B3-4342-905D-5FFBBE8323E3}"/>
                </a:ext>
              </a:extLst>
            </p:cNvPr>
            <p:cNvCxnSpPr>
              <a:cxnSpLocks/>
            </p:cNvCxnSpPr>
            <p:nvPr/>
          </p:nvCxnSpPr>
          <p:spPr>
            <a:xfrm>
              <a:off x="8120380" y="5016500"/>
              <a:ext cx="0" cy="36576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59BA47C-26BC-4C7C-B5D7-81B376F8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748530" y="6690360"/>
              <a:ext cx="0" cy="37719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AB89C366-9D6F-4379-8CB9-CCFA95626BE1}"/>
                </a:ext>
              </a:extLst>
            </p:cNvPr>
            <p:cNvCxnSpPr>
              <a:cxnSpLocks/>
            </p:cNvCxnSpPr>
            <p:nvPr/>
          </p:nvCxnSpPr>
          <p:spPr>
            <a:xfrm>
              <a:off x="4510088" y="6610350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B2EA07F-4884-497D-BAFF-039C11961F45}"/>
                </a:ext>
              </a:extLst>
            </p:cNvPr>
            <p:cNvCxnSpPr>
              <a:cxnSpLocks/>
            </p:cNvCxnSpPr>
            <p:nvPr/>
          </p:nvCxnSpPr>
          <p:spPr>
            <a:xfrm>
              <a:off x="4514215" y="6406832"/>
              <a:ext cx="0" cy="219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8623AEC-29AA-4D40-934D-BFEAE5A6C36B}"/>
                </a:ext>
              </a:extLst>
            </p:cNvPr>
            <p:cNvCxnSpPr>
              <a:cxnSpLocks/>
            </p:cNvCxnSpPr>
            <p:nvPr/>
          </p:nvCxnSpPr>
          <p:spPr>
            <a:xfrm>
              <a:off x="4276725" y="6315075"/>
              <a:ext cx="233362" cy="9271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B8159A6-F1A5-43C3-8C48-8BA5763942BF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8" y="6229350"/>
              <a:ext cx="509587" cy="209550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92CAE298-67FD-497A-8161-065831851A24}"/>
                </a:ext>
              </a:extLst>
            </p:cNvPr>
            <p:cNvCxnSpPr>
              <a:cxnSpLocks/>
            </p:cNvCxnSpPr>
            <p:nvPr/>
          </p:nvCxnSpPr>
          <p:spPr>
            <a:xfrm>
              <a:off x="6927532" y="5291138"/>
              <a:ext cx="0" cy="781049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98E035E-32F3-46C2-893F-C83D6BB2A198}"/>
                </a:ext>
              </a:extLst>
            </p:cNvPr>
            <p:cNvCxnSpPr>
              <a:cxnSpLocks/>
            </p:cNvCxnSpPr>
            <p:nvPr/>
          </p:nvCxnSpPr>
          <p:spPr>
            <a:xfrm>
              <a:off x="6699250" y="5206365"/>
              <a:ext cx="241300" cy="104775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20BC26B-DBE0-4D47-B04D-A6C3BE067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1788" y="5106353"/>
              <a:ext cx="254000" cy="103822"/>
            </a:xfrm>
            <a:prstGeom prst="line">
              <a:avLst/>
            </a:prstGeom>
            <a:ln w="28575">
              <a:solidFill>
                <a:srgbClr val="FF99CC"/>
              </a:solidFill>
            </a:ln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3" name="Group 2002" hidden="1">
            <a:extLst>
              <a:ext uri="{FF2B5EF4-FFF2-40B4-BE49-F238E27FC236}">
                <a16:creationId xmlns:a16="http://schemas.microsoft.com/office/drawing/2014/main" id="{AFEB953A-C7B5-4A80-82B1-7F39E2C26088}"/>
              </a:ext>
            </a:extLst>
          </p:cNvPr>
          <p:cNvGrpSpPr/>
          <p:nvPr/>
        </p:nvGrpSpPr>
        <p:grpSpPr>
          <a:xfrm>
            <a:off x="5327188" y="513406"/>
            <a:ext cx="3472250" cy="5690165"/>
            <a:chOff x="6900863" y="3495040"/>
            <a:chExt cx="4129087" cy="6766560"/>
          </a:xfrm>
        </p:grpSpPr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6BC7FCD3-9924-4767-BE34-6FF1F10F0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0863" y="3495040"/>
              <a:ext cx="731837" cy="31019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2B552C0B-14FB-49F3-BE6E-CCCBBDBBE1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530" y="3600450"/>
              <a:ext cx="0" cy="1555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A1EB077-6474-4107-A74C-D9199DAD6D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3430" y="7829550"/>
              <a:ext cx="1976120" cy="7429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807617A4-D95A-4E88-80A7-4F0E81B03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4630" y="84772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05645CA-A38B-4DB5-9D24-5A917137DA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20530" y="847090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D1629D6-6824-4E82-9BDC-7A6C819C9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41230" y="855345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6F7AE1F-F299-473B-844A-2690A2044C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31730" y="8553450"/>
              <a:ext cx="509270" cy="19685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709DD0B-ECA2-4CA9-9C87-17C53CFD9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7030" y="8648700"/>
              <a:ext cx="223520" cy="1016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14AD522-1E9B-4E2B-8596-1FCC847D9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68330" y="8680450"/>
              <a:ext cx="0" cy="14859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3B3BEE9-DAC2-442B-9F38-31DEA386B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61980" y="10147300"/>
              <a:ext cx="267970" cy="1143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D11C7A3-3356-4DA7-9AE3-E56554D717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1900" y="4356100"/>
              <a:ext cx="697230" cy="2698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F0BD565-0CE5-4264-ADB3-53A11E6C34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0630" y="3829050"/>
              <a:ext cx="0" cy="549275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 hidden="1">
            <a:extLst>
              <a:ext uri="{FF2B5EF4-FFF2-40B4-BE49-F238E27FC236}">
                <a16:creationId xmlns:a16="http://schemas.microsoft.com/office/drawing/2014/main" id="{B585A74E-27CF-498E-AB85-AE38AE707E96}"/>
              </a:ext>
            </a:extLst>
          </p:cNvPr>
          <p:cNvGrpSpPr/>
          <p:nvPr/>
        </p:nvGrpSpPr>
        <p:grpSpPr>
          <a:xfrm>
            <a:off x="4176535" y="1251429"/>
            <a:ext cx="2521541" cy="1591754"/>
            <a:chOff x="5532530" y="4372683"/>
            <a:chExt cx="2998537" cy="189286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67CB3-CF83-42D4-95B9-422AA5A64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1790" y="4372683"/>
              <a:ext cx="417195" cy="3332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0D7C588-D5C3-4F80-A3BA-3A5938BBE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2530" y="6008371"/>
              <a:ext cx="358207" cy="257174"/>
            </a:xfrm>
            <a:prstGeom prst="rect">
              <a:avLst/>
            </a:prstGeom>
          </p:spPr>
        </p:pic>
        <p:pic>
          <p:nvPicPr>
            <p:cNvPr id="285" name="Picture 284">
              <a:extLst>
                <a:ext uri="{FF2B5EF4-FFF2-40B4-BE49-F238E27FC236}">
                  <a16:creationId xmlns:a16="http://schemas.microsoft.com/office/drawing/2014/main" id="{A0FE0414-7924-4F5F-B568-A9EA192E3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2860" y="5543551"/>
              <a:ext cx="358207" cy="257174"/>
            </a:xfrm>
            <a:prstGeom prst="rect">
              <a:avLst/>
            </a:prstGeom>
          </p:spPr>
        </p:pic>
      </p:grpSp>
      <p:pic>
        <p:nvPicPr>
          <p:cNvPr id="8" name="Picture 7" descr="A group of colorful objects&#10;&#10;Description automatically generated">
            <a:extLst>
              <a:ext uri="{FF2B5EF4-FFF2-40B4-BE49-F238E27FC236}">
                <a16:creationId xmlns:a16="http://schemas.microsoft.com/office/drawing/2014/main" id="{94737572-D34B-A290-99E6-B1E93B4975F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8" t="21231" r="2415" b="21784"/>
          <a:stretch/>
        </p:blipFill>
        <p:spPr>
          <a:xfrm>
            <a:off x="953311" y="101601"/>
            <a:ext cx="8371664" cy="7106596"/>
          </a:xfrm>
          <a:prstGeom prst="rect">
            <a:avLst/>
          </a:prstGeom>
        </p:spPr>
      </p:pic>
      <p:pic>
        <p:nvPicPr>
          <p:cNvPr id="13" name="Picture 12" descr="A group of colorful objects&#10;&#10;Description automatically generated">
            <a:extLst>
              <a:ext uri="{FF2B5EF4-FFF2-40B4-BE49-F238E27FC236}">
                <a16:creationId xmlns:a16="http://schemas.microsoft.com/office/drawing/2014/main" id="{C3E1306D-09C4-D03D-EEEE-EA0618B56A1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8" t="21017" r="2680" b="21413"/>
          <a:stretch/>
        </p:blipFill>
        <p:spPr>
          <a:xfrm>
            <a:off x="936625" y="60325"/>
            <a:ext cx="8369300" cy="718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56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266611</TotalTime>
  <Words>1912</Words>
  <Application>Microsoft Office PowerPoint</Application>
  <PresentationFormat>Custom</PresentationFormat>
  <Paragraphs>38</Paragraphs>
  <Slides>14</Slides>
  <Notes>13</Notes>
  <HiddenSlides>14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1580</cp:revision>
  <cp:lastPrinted>2021-06-19T15:20:22Z</cp:lastPrinted>
  <dcterms:created xsi:type="dcterms:W3CDTF">2021-03-25T22:26:05Z</dcterms:created>
  <dcterms:modified xsi:type="dcterms:W3CDTF">2023-09-18T04:28:30Z</dcterms:modified>
</cp:coreProperties>
</file>