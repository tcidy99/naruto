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notesMasterIdLst>
    <p:notesMasterId r:id="rId8"/>
  </p:notesMasterIdLst>
  <p:sldIdLst>
    <p:sldId id="288" r:id="rId2"/>
    <p:sldId id="287" r:id="rId3"/>
    <p:sldId id="286" r:id="rId4"/>
    <p:sldId id="257" r:id="rId5"/>
    <p:sldId id="259" r:id="rId6"/>
    <p:sldId id="265" r:id="rId7"/>
  </p:sldIdLst>
  <p:sldSz cx="21945600" cy="1645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5B9BD5"/>
    <a:srgbClr val="FFC000"/>
    <a:srgbClr val="99FFCC"/>
    <a:srgbClr val="41719C"/>
    <a:srgbClr val="C0C0C0"/>
    <a:srgbClr val="000000"/>
    <a:srgbClr val="6666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52" autoAdjust="0"/>
    <p:restoredTop sz="95226" autoAdjust="0"/>
  </p:normalViewPr>
  <p:slideViewPr>
    <p:cSldViewPr snapToGrid="0">
      <p:cViewPr>
        <p:scale>
          <a:sx n="100" d="100"/>
          <a:sy n="100" d="100"/>
        </p:scale>
        <p:origin x="-4714" y="-32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396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1985" algn="l" defTabSz="86396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3967" algn="l" defTabSz="86396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5952" algn="l" defTabSz="86396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7933" algn="l" defTabSz="86396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59918" algn="l" defTabSz="86396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1900" algn="l" defTabSz="86396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3885" algn="l" defTabSz="86396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5866" algn="l" defTabSz="86396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20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693671"/>
            <a:ext cx="18653760" cy="573024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8644891"/>
            <a:ext cx="16459200" cy="3973829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4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83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1" y="4103375"/>
            <a:ext cx="18928080" cy="6846569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1" y="11014715"/>
            <a:ext cx="18928080" cy="3600449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/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5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4381500"/>
            <a:ext cx="93268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4381500"/>
            <a:ext cx="93268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7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876304"/>
            <a:ext cx="1892808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21" y="4034791"/>
            <a:ext cx="9284016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6012180"/>
            <a:ext cx="9284016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1" y="4034791"/>
            <a:ext cx="9329738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1" y="6012180"/>
            <a:ext cx="9329738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8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18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94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1097280"/>
            <a:ext cx="7078027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2369824"/>
            <a:ext cx="11109960" cy="116967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4937760"/>
            <a:ext cx="7078027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0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1097280"/>
            <a:ext cx="7078027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2369824"/>
            <a:ext cx="11109960" cy="116967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4937760"/>
            <a:ext cx="7078027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22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73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1" y="876300"/>
            <a:ext cx="4732020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1" y="876300"/>
            <a:ext cx="13921740" cy="139484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5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876304"/>
            <a:ext cx="1892808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4381500"/>
            <a:ext cx="1892808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15255244"/>
            <a:ext cx="49377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15255244"/>
            <a:ext cx="740664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15255244"/>
            <a:ext cx="49377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56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2DE3E5A-2D1D-4A2E-A6B7-DCD6F6A46623}"/>
              </a:ext>
            </a:extLst>
          </p:cNvPr>
          <p:cNvGrpSpPr/>
          <p:nvPr/>
        </p:nvGrpSpPr>
        <p:grpSpPr>
          <a:xfrm>
            <a:off x="7376160" y="3764280"/>
            <a:ext cx="4847114" cy="4284506"/>
            <a:chOff x="7376160" y="3764280"/>
            <a:chExt cx="4847114" cy="428450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F770E21-C965-4233-B939-386BB5AA3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2794" y="7767320"/>
              <a:ext cx="0" cy="28146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64C6E19-87F1-4E81-B468-2A2C86D11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2794" y="7223760"/>
              <a:ext cx="1294606" cy="56086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99E654C-D4CD-42BA-BF74-DF2CA24B29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23274" y="6197600"/>
              <a:ext cx="0" cy="105362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C3D6E00-B9AE-4FDE-8E37-1E7113E520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07520" y="6019800"/>
              <a:ext cx="315754" cy="16970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F79C6C9-4C8D-4229-A2CD-749C906FD6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92560" y="6032026"/>
              <a:ext cx="341154" cy="18081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430EDEC-F3ED-44FB-85AB-8E2CD9DAD8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3194" y="5384800"/>
              <a:ext cx="0" cy="78438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8742E6-4D00-418A-8C12-A2D363E22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92560" y="5219226"/>
              <a:ext cx="341154" cy="18081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2C25365-87A2-4F5B-B4FA-715933FBAB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47120" y="5212080"/>
              <a:ext cx="315754" cy="16970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FFCCDA-E8C7-4DF5-9B5F-067E61B719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3154" y="4450080"/>
              <a:ext cx="0" cy="78438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597F1C2-BE06-4EB3-9D8E-61EACE83DB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67440" y="4008120"/>
              <a:ext cx="939800" cy="46228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9583AFF-A38A-4A5C-83D5-9EFC9759BD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42320" y="4297680"/>
              <a:ext cx="315754" cy="16970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78F4709-21BC-4A6F-B6FA-4FFEBBB46C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1760" y="4279426"/>
              <a:ext cx="696754" cy="30781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A22C37C-1809-4F73-8B2A-799715BA79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2040" y="4429760"/>
              <a:ext cx="320834" cy="13922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A5D2066-A57D-48D3-8DDA-31FDB4D98F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2514" y="4175760"/>
              <a:ext cx="0" cy="26416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37B7D1F-9A47-43F6-ACC7-053D81A18F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000" y="4028440"/>
              <a:ext cx="320834" cy="13922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99340CF-53E1-4170-BCF4-89FCE13830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6920" y="5643880"/>
              <a:ext cx="650240" cy="25908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6BC322D-7B36-4050-9030-9DE00C9433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2000" y="5894866"/>
              <a:ext cx="635794" cy="29257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73B042C1-1688-4E57-8655-44C257BB5E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76160" y="3886200"/>
              <a:ext cx="320834" cy="13922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82551A0-EE57-411C-9A25-E8DC47968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6994" y="3764280"/>
              <a:ext cx="0" cy="26416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05D68B-0AE6-46A9-BB06-1D59C348C885}"/>
              </a:ext>
            </a:extLst>
          </p:cNvPr>
          <p:cNvGrpSpPr/>
          <p:nvPr/>
        </p:nvGrpSpPr>
        <p:grpSpPr>
          <a:xfrm>
            <a:off x="12213114" y="2047240"/>
            <a:ext cx="6146006" cy="5987288"/>
            <a:chOff x="12213114" y="2047240"/>
            <a:chExt cx="6146006" cy="5987288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565B86B-C574-443B-A970-44E928FC58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13114" y="6019800"/>
              <a:ext cx="994886" cy="4287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C070021-F8A0-41AA-A285-6EC7EE1762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8634" y="5781040"/>
              <a:ext cx="0" cy="24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EDB1D2-D572-43ED-9638-005E2D8C3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3554" y="5618480"/>
              <a:ext cx="314166" cy="1798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DF79B4A-FBB4-4A11-9697-F12BE32F0305}"/>
                </a:ext>
              </a:extLst>
            </p:cNvPr>
            <p:cNvCxnSpPr>
              <a:cxnSpLocks/>
            </p:cNvCxnSpPr>
            <p:nvPr/>
          </p:nvCxnSpPr>
          <p:spPr>
            <a:xfrm>
              <a:off x="13533914" y="5625626"/>
              <a:ext cx="288766" cy="1503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82F2CBF-AC30-4BFF-9BD3-F06E9B3DE8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44834" y="4988560"/>
              <a:ext cx="568166" cy="2306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674B27-4341-4A89-A9B5-4C1E195D4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83874" y="5247640"/>
              <a:ext cx="0" cy="24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15D0B79-544B-48BF-8B6A-8D66F71A98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58240" y="4988560"/>
              <a:ext cx="635000" cy="269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44F964C-0C4B-4B19-9C4C-0F1286793B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18874" y="4744720"/>
              <a:ext cx="0" cy="24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233B258-C432-4D22-8E08-8FC92AE55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29714" y="2560320"/>
              <a:ext cx="329406" cy="1544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1D7C762-66A1-41B2-8D0A-9E3CB663D7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14274" y="3881120"/>
              <a:ext cx="0" cy="311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090BF81-5A47-48BC-B79E-2669B5C122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43794" y="5476240"/>
              <a:ext cx="649446" cy="3068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48A7129-BD35-45F7-8EE6-74DCFC7309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93160" y="3230880"/>
              <a:ext cx="1615440" cy="6756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D1BE0F6-4587-4AD5-B411-558FAD8307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19554" y="2733040"/>
              <a:ext cx="0" cy="5253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7AD8A51-B1EB-4CEB-9773-D7BEE301E8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44674" y="2047240"/>
              <a:ext cx="0" cy="5253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5A1AE38-3C65-4D10-A8C5-28DBD4D642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23954" y="4191000"/>
              <a:ext cx="1289526" cy="5507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195AEC9-9CC9-4546-9F8F-9AE195E8FE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6362" y="6990080"/>
              <a:ext cx="321278" cy="1341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676F3E5-8683-4AEF-9AB5-A6E76B704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22480" y="7505700"/>
              <a:ext cx="1303020" cy="5288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38A6366-D733-4587-AB7B-B2B3FE3A1B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19834" y="5013960"/>
              <a:ext cx="288766" cy="3352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CEDF8C0-BBA3-4ABD-8E0A-6E100D51E42E}"/>
                </a:ext>
              </a:extLst>
            </p:cNvPr>
            <p:cNvCxnSpPr>
              <a:cxnSpLocks/>
            </p:cNvCxnSpPr>
            <p:nvPr/>
          </p:nvCxnSpPr>
          <p:spPr>
            <a:xfrm>
              <a:off x="12870974" y="6959126"/>
              <a:ext cx="639286" cy="2570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E7EF608-335C-4EB8-AD29-E621D9A08F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11054" y="7251700"/>
              <a:ext cx="0" cy="24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E246F4A-ACCE-4A44-BD2F-A209DD1E1CD2}"/>
              </a:ext>
            </a:extLst>
          </p:cNvPr>
          <p:cNvGrpSpPr/>
          <p:nvPr/>
        </p:nvGrpSpPr>
        <p:grpSpPr>
          <a:xfrm>
            <a:off x="3530600" y="7759186"/>
            <a:ext cx="8386897" cy="6932174"/>
            <a:chOff x="3530600" y="7759186"/>
            <a:chExt cx="8386897" cy="6932174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92DDD38-2C3C-4701-8F52-44F91F351C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42634" y="8046720"/>
              <a:ext cx="1294606" cy="5608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61A29C9-E087-434F-8791-1970A9CD6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41840" y="8605520"/>
              <a:ext cx="0" cy="10363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1D1D36B-DA82-4F64-A40F-995A25CA21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6240" y="9636760"/>
              <a:ext cx="1630680" cy="685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EBF1EA9-8DBA-4ECA-872B-26CA927E92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1480" y="10332720"/>
              <a:ext cx="0" cy="2641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8481F8F-D068-4F12-92EB-853A5182C2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6440" y="10571480"/>
              <a:ext cx="965200" cy="4267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0A140BA-F7BB-4471-9836-F146D7337F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71640" y="10825480"/>
              <a:ext cx="294640" cy="1320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045A0EA-9369-4704-B067-0D1232C914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6360" y="10810240"/>
              <a:ext cx="320040" cy="1727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27CACFE-703F-445D-8DA6-2DF9DE8E72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1440" y="10957560"/>
              <a:ext cx="0" cy="2641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9036DC3-5AF1-417A-834A-2C121E5477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5680" y="11221720"/>
              <a:ext cx="2885440" cy="1219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0C8987B-7D69-4A99-9DC2-8A5BBB32FC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0600" y="12405360"/>
              <a:ext cx="0" cy="1894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5DA75B4-15B3-4760-AB48-F53105FDF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07419" y="7759186"/>
              <a:ext cx="0" cy="2641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BB23479-724B-4EBA-B2C3-ACC13D6275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06051" y="7760970"/>
              <a:ext cx="483869" cy="2400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D70AFBD4-7F32-4F9F-87A4-67C628F68F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5730" y="9608058"/>
              <a:ext cx="312999" cy="167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EAEC8A6-6C1F-456A-85D8-DBCEA52B68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1643" y="9350242"/>
              <a:ext cx="0" cy="5496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3A9739EA-BBCD-41CA-AD99-772FEC2ADC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4498" y="9900666"/>
              <a:ext cx="312999" cy="167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CCDA503-98CE-47E1-A839-4E9E551974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14632" y="10034016"/>
              <a:ext cx="0" cy="264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4C605C3-E3F5-4F90-83E1-5FD01BBA53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6304" y="10304272"/>
              <a:ext cx="337312" cy="156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DF0D2DD-1C11-4BCA-AEF0-0A4E739C05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352" y="10430256"/>
              <a:ext cx="0" cy="264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F90C8AAA-5AC4-429B-B2F3-A36203890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41024" y="10694416"/>
              <a:ext cx="337312" cy="156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E388347-2D60-4647-AFF2-5B89BC196E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75315" y="10845546"/>
              <a:ext cx="599693" cy="2491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A1CB641D-4122-4F94-8A17-EE2EF21CEB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48416" y="11096752"/>
              <a:ext cx="934720" cy="412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DE8E336-133C-485C-8BF9-6620705422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91344" y="11100816"/>
              <a:ext cx="932689" cy="3840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CD504DAE-0856-4ADE-864C-C98F441C40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7776" y="11096752"/>
              <a:ext cx="337312" cy="156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50787EF0-4110-40DD-A8B6-6533ABA27C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9112" y="11216640"/>
              <a:ext cx="0" cy="5730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08B840F-BD71-4AD1-96EC-1D68390F7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8992" y="11749024"/>
              <a:ext cx="983488" cy="442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F122D89-FBFF-416D-B9F0-E4796396A6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9848" y="12131040"/>
              <a:ext cx="0" cy="1652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B9FA944-077B-495B-A371-ED1207320F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3632" y="13772896"/>
              <a:ext cx="959104" cy="3881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F704DD5-5756-4B6B-9143-EA97CB4641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2296" y="14118336"/>
              <a:ext cx="0" cy="5730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390AA20-CE6E-478F-B55B-6C0737005784}"/>
              </a:ext>
            </a:extLst>
          </p:cNvPr>
          <p:cNvSpPr txBox="1"/>
          <p:nvPr/>
        </p:nvSpPr>
        <p:spPr>
          <a:xfrm>
            <a:off x="10232021" y="2534856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10.0.1.12</a:t>
            </a:r>
          </a:p>
        </p:txBody>
      </p:sp>
    </p:spTree>
    <p:extLst>
      <p:ext uri="{BB962C8B-B14F-4D97-AF65-F5344CB8AC3E}">
        <p14:creationId xmlns:p14="http://schemas.microsoft.com/office/powerpoint/2010/main" val="3849355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2DE3E5A-2D1D-4A2E-A6B7-DCD6F6A46623}"/>
              </a:ext>
            </a:extLst>
          </p:cNvPr>
          <p:cNvGrpSpPr/>
          <p:nvPr/>
        </p:nvGrpSpPr>
        <p:grpSpPr>
          <a:xfrm>
            <a:off x="7376160" y="3764280"/>
            <a:ext cx="4847114" cy="4284506"/>
            <a:chOff x="7376160" y="3764280"/>
            <a:chExt cx="4847114" cy="428450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F770E21-C965-4233-B939-386BB5AA3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2794" y="7767320"/>
              <a:ext cx="0" cy="28146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64C6E19-87F1-4E81-B468-2A2C86D11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2794" y="7223760"/>
              <a:ext cx="1294606" cy="56086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99E654C-D4CD-42BA-BF74-DF2CA24B29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23274" y="6197600"/>
              <a:ext cx="0" cy="105362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C3D6E00-B9AE-4FDE-8E37-1E7113E520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07520" y="6019800"/>
              <a:ext cx="315754" cy="16970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F79C6C9-4C8D-4229-A2CD-749C906FD6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92560" y="6032026"/>
              <a:ext cx="341154" cy="18081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430EDEC-F3ED-44FB-85AB-8E2CD9DAD8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3194" y="5384800"/>
              <a:ext cx="0" cy="78438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8742E6-4D00-418A-8C12-A2D363E22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92560" y="5219226"/>
              <a:ext cx="341154" cy="18081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2C25365-87A2-4F5B-B4FA-715933FBAB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47120" y="5212080"/>
              <a:ext cx="315754" cy="16970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FFCCDA-E8C7-4DF5-9B5F-067E61B719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3154" y="4450080"/>
              <a:ext cx="0" cy="78438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597F1C2-BE06-4EB3-9D8E-61EACE83DB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67440" y="4008120"/>
              <a:ext cx="939800" cy="46228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9583AFF-A38A-4A5C-83D5-9EFC9759BD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42320" y="4297680"/>
              <a:ext cx="315754" cy="16970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78F4709-21BC-4A6F-B6FA-4FFEBBB46C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1760" y="4279426"/>
              <a:ext cx="696754" cy="30781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A22C37C-1809-4F73-8B2A-799715BA79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2040" y="4429760"/>
              <a:ext cx="320834" cy="13922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A5D2066-A57D-48D3-8DDA-31FDB4D98F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2514" y="4175760"/>
              <a:ext cx="0" cy="26416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37B7D1F-9A47-43F6-ACC7-053D81A18F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000" y="4028440"/>
              <a:ext cx="320834" cy="13922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99340CF-53E1-4170-BCF4-89FCE13830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6920" y="5643880"/>
              <a:ext cx="650240" cy="25908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6BC322D-7B36-4050-9030-9DE00C9433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2000" y="5894866"/>
              <a:ext cx="635794" cy="292574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BE71D71-6526-4A6E-8173-6B13DB0A7B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97160" y="5115560"/>
              <a:ext cx="320834" cy="13922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7793858-7AAE-40FD-8500-4E4E1E87B0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7994" y="4993640"/>
              <a:ext cx="0" cy="26416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73B042C1-1688-4E57-8655-44C257BB5E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76160" y="3886200"/>
              <a:ext cx="320834" cy="139226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82551A0-EE57-411C-9A25-E8DC47968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6994" y="3764280"/>
              <a:ext cx="0" cy="264160"/>
            </a:xfrm>
            <a:prstGeom prst="line">
              <a:avLst/>
            </a:prstGeom>
            <a:ln w="381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05D68B-0AE6-46A9-BB06-1D59C348C885}"/>
              </a:ext>
            </a:extLst>
          </p:cNvPr>
          <p:cNvGrpSpPr/>
          <p:nvPr/>
        </p:nvGrpSpPr>
        <p:grpSpPr>
          <a:xfrm>
            <a:off x="12213114" y="2047240"/>
            <a:ext cx="6441440" cy="12625832"/>
            <a:chOff x="12213114" y="2047240"/>
            <a:chExt cx="6441440" cy="12625832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565B86B-C574-443B-A970-44E928FC58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13114" y="6019800"/>
              <a:ext cx="994886" cy="4287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C070021-F8A0-41AA-A285-6EC7EE1762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8634" y="5781040"/>
              <a:ext cx="0" cy="24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EDB1D2-D572-43ED-9638-005E2D8C3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3554" y="5618480"/>
              <a:ext cx="314166" cy="1798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DF79B4A-FBB4-4A11-9697-F12BE32F0305}"/>
                </a:ext>
              </a:extLst>
            </p:cNvPr>
            <p:cNvCxnSpPr>
              <a:cxnSpLocks/>
            </p:cNvCxnSpPr>
            <p:nvPr/>
          </p:nvCxnSpPr>
          <p:spPr>
            <a:xfrm>
              <a:off x="13533914" y="5625626"/>
              <a:ext cx="288766" cy="1503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82F2CBF-AC30-4BFF-9BD3-F06E9B3DE8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44834" y="4988560"/>
              <a:ext cx="568166" cy="2306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674B27-4341-4A89-A9B5-4C1E195D4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83874" y="5247640"/>
              <a:ext cx="0" cy="24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15D0B79-544B-48BF-8B6A-8D66F71A98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58240" y="4988560"/>
              <a:ext cx="635000" cy="269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44F964C-0C4B-4B19-9C4C-0F1286793B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18874" y="4744720"/>
              <a:ext cx="0" cy="24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233B258-C432-4D22-8E08-8FC92AE55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29714" y="2560320"/>
              <a:ext cx="329406" cy="1544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1D7C762-66A1-41B2-8D0A-9E3CB663D7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33834" y="4069080"/>
              <a:ext cx="0" cy="540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090BF81-5A47-48BC-B79E-2669B5C122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43794" y="5476240"/>
              <a:ext cx="649446" cy="3068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24D173B-17FF-4AC7-AFA7-14D0FC762BD6}"/>
                </a:ext>
              </a:extLst>
            </p:cNvPr>
            <p:cNvCxnSpPr>
              <a:cxnSpLocks/>
            </p:cNvCxnSpPr>
            <p:nvPr/>
          </p:nvCxnSpPr>
          <p:spPr>
            <a:xfrm>
              <a:off x="15423674" y="4081306"/>
              <a:ext cx="339566" cy="893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48A7129-BD35-45F7-8EE6-74DCFC7309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74194" y="3230880"/>
              <a:ext cx="2234406" cy="9367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D1BE0F6-4587-4AD5-B411-558FAD8307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19554" y="2733040"/>
              <a:ext cx="0" cy="5253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7AD8A51-B1EB-4CEB-9773-D7BEE301E8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44674" y="2047240"/>
              <a:ext cx="0" cy="5253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5A1AE38-3C65-4D10-A8C5-28DBD4D642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23954" y="4561840"/>
              <a:ext cx="314166" cy="1798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5B0E753-8FD2-4968-97C2-47E333C250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68656" y="7752080"/>
              <a:ext cx="620776" cy="3068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195AEC9-9CC9-4546-9F8F-9AE195E8FEC9}"/>
                </a:ext>
              </a:extLst>
            </p:cNvPr>
            <p:cNvCxnSpPr>
              <a:cxnSpLocks/>
            </p:cNvCxnSpPr>
            <p:nvPr/>
          </p:nvCxnSpPr>
          <p:spPr>
            <a:xfrm>
              <a:off x="12546362" y="7881146"/>
              <a:ext cx="288766" cy="1503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676F3E5-8683-4AEF-9AB5-A6E76B704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22480" y="7888224"/>
              <a:ext cx="335280" cy="1463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BF094E7-11F4-4BA1-ACBA-44C1DD3BF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69450" y="8042656"/>
              <a:ext cx="0" cy="24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5EE7815-B70E-4327-B14A-F0B902CADB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54554" y="14163040"/>
              <a:ext cx="0" cy="5100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E246F4A-ACCE-4A44-BD2F-A209DD1E1CD2}"/>
              </a:ext>
            </a:extLst>
          </p:cNvPr>
          <p:cNvGrpSpPr/>
          <p:nvPr/>
        </p:nvGrpSpPr>
        <p:grpSpPr>
          <a:xfrm>
            <a:off x="3530600" y="7759186"/>
            <a:ext cx="8386897" cy="6932174"/>
            <a:chOff x="3530600" y="7759186"/>
            <a:chExt cx="8386897" cy="6932174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92DDD38-2C3C-4701-8F52-44F91F351C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12154" y="8290560"/>
              <a:ext cx="1294606" cy="5608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61A29C9-E087-434F-8791-1970A9CD6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41840" y="8854440"/>
              <a:ext cx="0" cy="7874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1D1D36B-DA82-4F64-A40F-995A25CA21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6240" y="9636760"/>
              <a:ext cx="1630680" cy="685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EBF1EA9-8DBA-4ECA-872B-26CA927E92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1480" y="10332720"/>
              <a:ext cx="0" cy="2641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8481F8F-D068-4F12-92EB-853A5182C2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6440" y="10571480"/>
              <a:ext cx="965200" cy="4267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0A140BA-F7BB-4471-9836-F146D7337F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71640" y="10825480"/>
              <a:ext cx="294640" cy="1320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045A0EA-9369-4704-B067-0D1232C914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6360" y="10810240"/>
              <a:ext cx="320040" cy="1727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27CACFE-703F-445D-8DA6-2DF9DE8E72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1440" y="10957560"/>
              <a:ext cx="0" cy="2641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9036DC3-5AF1-417A-834A-2C121E5477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5680" y="11221720"/>
              <a:ext cx="2885440" cy="1219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0C8987B-7D69-4A99-9DC2-8A5BBB32FC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0600" y="12405360"/>
              <a:ext cx="0" cy="1894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5DA75B4-15B3-4760-AB48-F53105FDF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07419" y="7759186"/>
              <a:ext cx="0" cy="2641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BB23479-724B-4EBA-B2C3-ACC13D6275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06050" y="7760970"/>
              <a:ext cx="312999" cy="1671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D70AFBD4-7F32-4F9F-87A4-67C628F68F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5730" y="9608058"/>
              <a:ext cx="312999" cy="1671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EAEC8A6-6C1F-456A-85D8-DBCEA52B68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1643" y="9350242"/>
              <a:ext cx="0" cy="5496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3A9739EA-BBCD-41CA-AD99-772FEC2ADC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4498" y="9900666"/>
              <a:ext cx="312999" cy="1671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CCDA503-98CE-47E1-A839-4E9E551974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14632" y="10034016"/>
              <a:ext cx="0" cy="2641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4C605C3-E3F5-4F90-83E1-5FD01BBA53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6304" y="10304272"/>
              <a:ext cx="337312" cy="1564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DF0D2DD-1C11-4BCA-AEF0-0A4E739C05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352" y="10430256"/>
              <a:ext cx="0" cy="2641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F90C8AAA-5AC4-429B-B2F3-A36203890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41024" y="10694416"/>
              <a:ext cx="337312" cy="1564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E388347-2D60-4647-AFF2-5B89BC196E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75315" y="10845546"/>
              <a:ext cx="599693" cy="249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A1CB641D-4122-4F94-8A17-EE2EF21CEB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48416" y="11096752"/>
              <a:ext cx="934720" cy="41249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DE8E336-133C-485C-8BF9-6620705422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91344" y="11100816"/>
              <a:ext cx="932689" cy="3840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CD504DAE-0856-4ADE-864C-C98F441C40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7776" y="11096752"/>
              <a:ext cx="337312" cy="1564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50787EF0-4110-40DD-A8B6-6533ABA27C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9112" y="11216640"/>
              <a:ext cx="0" cy="5730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08B840F-BD71-4AD1-96EC-1D68390F7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8992" y="11749024"/>
              <a:ext cx="983488" cy="4429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F122D89-FBFF-416D-B9F0-E4796396A6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9848" y="12131040"/>
              <a:ext cx="0" cy="16520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B9FA944-077B-495B-A371-ED1207320F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3632" y="13772896"/>
              <a:ext cx="959104" cy="3881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F704DD5-5756-4B6B-9143-EA97CB4641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2296" y="14118336"/>
              <a:ext cx="0" cy="5730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28BA58-5F67-4EBA-A2FF-F161C6A7DA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42899" y="8058906"/>
              <a:ext cx="0" cy="2641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390AA20-CE6E-478F-B55B-6C0737005784}"/>
              </a:ext>
            </a:extLst>
          </p:cNvPr>
          <p:cNvSpPr txBox="1"/>
          <p:nvPr/>
        </p:nvSpPr>
        <p:spPr>
          <a:xfrm>
            <a:off x="10232021" y="2534856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10.0.1.11</a:t>
            </a:r>
          </a:p>
        </p:txBody>
      </p:sp>
    </p:spTree>
    <p:extLst>
      <p:ext uri="{BB962C8B-B14F-4D97-AF65-F5344CB8AC3E}">
        <p14:creationId xmlns:p14="http://schemas.microsoft.com/office/powerpoint/2010/main" val="748183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map of the world&#10;&#10;Description automatically generated with medium confidence">
            <a:extLst>
              <a:ext uri="{FF2B5EF4-FFF2-40B4-BE49-F238E27FC236}">
                <a16:creationId xmlns:a16="http://schemas.microsoft.com/office/drawing/2014/main" id="{26F03BF5-734C-41C8-A52D-B82AC0ED3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956" y="7065543"/>
            <a:ext cx="3011688" cy="2328114"/>
          </a:xfrm>
          <a:prstGeom prst="rect">
            <a:avLst/>
          </a:prstGeom>
        </p:spPr>
      </p:pic>
      <p:pic>
        <p:nvPicPr>
          <p:cNvPr id="827" name="Picture 826" hidden="1">
            <a:extLst>
              <a:ext uri="{FF2B5EF4-FFF2-40B4-BE49-F238E27FC236}">
                <a16:creationId xmlns:a16="http://schemas.microsoft.com/office/drawing/2014/main" id="{0D32E68B-18E0-408D-B931-62630E3472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7044" y="6691148"/>
            <a:ext cx="3011688" cy="2428780"/>
          </a:xfrm>
          <a:prstGeom prst="rect">
            <a:avLst/>
          </a:prstGeom>
        </p:spPr>
      </p:pic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357" y="6644815"/>
            <a:ext cx="2928974" cy="2324118"/>
          </a:xfrm>
          <a:prstGeom prst="rect">
            <a:avLst/>
          </a:prstGeom>
        </p:spPr>
      </p:pic>
      <p:pic>
        <p:nvPicPr>
          <p:cNvPr id="6" name="Picture 5" descr="A picture containing light, dark&#10;&#10;Description automatically generated">
            <a:extLst>
              <a:ext uri="{FF2B5EF4-FFF2-40B4-BE49-F238E27FC236}">
                <a16:creationId xmlns:a16="http://schemas.microsoft.com/office/drawing/2014/main" id="{2571D730-9632-4BA4-BB0D-CE580B3C119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501" y="6994476"/>
            <a:ext cx="3011688" cy="2370993"/>
          </a:xfrm>
          <a:prstGeom prst="rect">
            <a:avLst/>
          </a:prstGeom>
        </p:spPr>
      </p:pic>
      <p:pic>
        <p:nvPicPr>
          <p:cNvPr id="10" name="Picture 9" descr="Map&#10;&#10;Description automatically generated">
            <a:extLst>
              <a:ext uri="{FF2B5EF4-FFF2-40B4-BE49-F238E27FC236}">
                <a16:creationId xmlns:a16="http://schemas.microsoft.com/office/drawing/2014/main" id="{F968CF92-5917-41CD-AA9B-1FC84CC8B8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838613" y="6623995"/>
            <a:ext cx="2336413" cy="307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8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82086"/>
              </p:ext>
            </p:extLst>
          </p:nvPr>
        </p:nvGraphicFramePr>
        <p:xfrm>
          <a:off x="9748778" y="9127607"/>
          <a:ext cx="2079680" cy="6187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968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207968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207968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207968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207968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207968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207968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207968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207968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207968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181972"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62390"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>
                          <a:effectLst/>
                        </a:rPr>
                        <a:t>瞭望塔</a:t>
                      </a:r>
                      <a:endParaRPr lang="zh-CN" alt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>
                          <a:effectLst/>
                        </a:rPr>
                        <a:t>遗迹</a:t>
                      </a:r>
                      <a:endParaRPr lang="zh-CN" alt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>
                          <a:effectLst/>
                        </a:rPr>
                        <a:t>商人</a:t>
                      </a:r>
                      <a:endParaRPr lang="zh-CN" alt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>
                          <a:effectLst/>
                        </a:rPr>
                        <a:t>营地</a:t>
                      </a:r>
                      <a:endParaRPr lang="zh-CN" alt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>
                          <a:effectLst/>
                        </a:rPr>
                        <a:t>八卦</a:t>
                      </a:r>
                      <a:endParaRPr lang="zh-CN" alt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>
                          <a:effectLst/>
                        </a:rPr>
                        <a:t>猪鹿蝶</a:t>
                      </a:r>
                      <a:endParaRPr lang="zh-CN" alt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>
                          <a:effectLst/>
                        </a:rPr>
                        <a:t>小</a:t>
                      </a:r>
                      <a:r>
                        <a:rPr lang="en-US" sz="400" u="none" strike="noStrike">
                          <a:effectLst/>
                        </a:rPr>
                        <a:t>boss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>
                          <a:effectLst/>
                        </a:rPr>
                        <a:t>大</a:t>
                      </a:r>
                      <a:r>
                        <a:rPr lang="en-US" sz="400" u="none" strike="noStrike">
                          <a:effectLst/>
                        </a:rPr>
                        <a:t>boss</a:t>
                      </a: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6239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>
                          <a:effectLst/>
                        </a:rPr>
                        <a:t>一级</a:t>
                      </a:r>
                      <a:endParaRPr lang="zh-CN" alt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6239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>
                          <a:effectLst/>
                        </a:rPr>
                        <a:t>二级</a:t>
                      </a:r>
                      <a:endParaRPr lang="zh-CN" alt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6239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>
                          <a:effectLst/>
                        </a:rPr>
                        <a:t>三级</a:t>
                      </a:r>
                      <a:endParaRPr lang="zh-CN" alt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6239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 dirty="0">
                          <a:effectLst/>
                        </a:rPr>
                        <a:t>四级</a:t>
                      </a:r>
                      <a:endParaRPr lang="zh-CN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6239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 dirty="0">
                          <a:effectLst/>
                        </a:rPr>
                        <a:t>五级</a:t>
                      </a:r>
                      <a:endParaRPr lang="zh-CN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6239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400" u="none" strike="noStrike" dirty="0">
                          <a:effectLst/>
                        </a:rPr>
                        <a:t>六级</a:t>
                      </a:r>
                      <a:endParaRPr lang="zh-CN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683062" y="9157259"/>
            <a:ext cx="2144412" cy="589052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8671264" y="6445394"/>
            <a:ext cx="4287551" cy="3718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223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223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2233" dirty="0"/>
          </a:p>
        </p:txBody>
      </p:sp>
      <p:grpSp>
        <p:nvGrpSpPr>
          <p:cNvPr id="29" name="portal">
            <a:extLst>
              <a:ext uri="{FF2B5EF4-FFF2-40B4-BE49-F238E27FC236}">
                <a16:creationId xmlns:a16="http://schemas.microsoft.com/office/drawing/2014/main" id="{A8ECEA1F-C8A1-4184-A292-A4E7B8F5B067}"/>
              </a:ext>
            </a:extLst>
          </p:cNvPr>
          <p:cNvGrpSpPr/>
          <p:nvPr/>
        </p:nvGrpSpPr>
        <p:grpSpPr>
          <a:xfrm>
            <a:off x="10326364" y="8111927"/>
            <a:ext cx="1275183" cy="212169"/>
            <a:chOff x="-9640002" y="6263551"/>
            <a:chExt cx="5482181" cy="912141"/>
          </a:xfrm>
        </p:grpSpPr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B86CED04-3729-4811-921C-C469BB2E385D}"/>
                </a:ext>
              </a:extLst>
            </p:cNvPr>
            <p:cNvSpPr/>
            <p:nvPr/>
          </p:nvSpPr>
          <p:spPr>
            <a:xfrm>
              <a:off x="-9172329" y="680614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02E1CA97-428A-47C6-AF6C-5E2EC4059445}"/>
                </a:ext>
              </a:extLst>
            </p:cNvPr>
            <p:cNvSpPr/>
            <p:nvPr/>
          </p:nvSpPr>
          <p:spPr>
            <a:xfrm>
              <a:off x="-9640002" y="699674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F07F4D15-8E89-4AC2-B1DF-1C3C06411270}"/>
                </a:ext>
              </a:extLst>
            </p:cNvPr>
            <p:cNvSpPr/>
            <p:nvPr/>
          </p:nvSpPr>
          <p:spPr>
            <a:xfrm>
              <a:off x="-4458777" y="626355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9EC10B29-EF5F-436B-A2A1-EB7221109AF8}"/>
                </a:ext>
              </a:extLst>
            </p:cNvPr>
            <p:cNvSpPr/>
            <p:nvPr/>
          </p:nvSpPr>
          <p:spPr>
            <a:xfrm>
              <a:off x="-4926539" y="6446744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</p:grpSp>
      <p:sp>
        <p:nvSpPr>
          <p:cNvPr id="5326" name="start">
            <a:extLst>
              <a:ext uri="{FF2B5EF4-FFF2-40B4-BE49-F238E27FC236}">
                <a16:creationId xmlns:a16="http://schemas.microsoft.com/office/drawing/2014/main" id="{E7E16DE6-F79D-4739-9F2C-76E2B2C0794A}"/>
              </a:ext>
            </a:extLst>
          </p:cNvPr>
          <p:cNvSpPr/>
          <p:nvPr/>
        </p:nvSpPr>
        <p:spPr>
          <a:xfrm>
            <a:off x="10929571" y="8987298"/>
            <a:ext cx="71009" cy="41318"/>
          </a:xfrm>
          <a:prstGeom prst="hexagon">
            <a:avLst>
              <a:gd name="adj" fmla="val 39558"/>
              <a:gd name="vf" fmla="val 115470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1195" tIns="15598" rIns="31195" bIns="15598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376"/>
          </a:p>
        </p:txBody>
      </p:sp>
      <p:grpSp>
        <p:nvGrpSpPr>
          <p:cNvPr id="9" name="1">
            <a:extLst>
              <a:ext uri="{FF2B5EF4-FFF2-40B4-BE49-F238E27FC236}">
                <a16:creationId xmlns:a16="http://schemas.microsoft.com/office/drawing/2014/main" id="{894680F1-914F-4B0C-98FD-4C38DFF001C3}"/>
              </a:ext>
            </a:extLst>
          </p:cNvPr>
          <p:cNvGrpSpPr/>
          <p:nvPr/>
        </p:nvGrpSpPr>
        <p:grpSpPr>
          <a:xfrm>
            <a:off x="10488441" y="8217716"/>
            <a:ext cx="950687" cy="789686"/>
            <a:chOff x="4319612" y="7264109"/>
            <a:chExt cx="4087132" cy="3394966"/>
          </a:xfrm>
        </p:grpSpPr>
        <p:sp>
          <p:nvSpPr>
            <p:cNvPr id="1691" name="Hexagon 1690">
              <a:extLst>
                <a:ext uri="{FF2B5EF4-FFF2-40B4-BE49-F238E27FC236}">
                  <a16:creationId xmlns:a16="http://schemas.microsoft.com/office/drawing/2014/main" id="{F6C15BFD-98EC-4552-B2A7-53DC6E2324F0}"/>
                </a:ext>
              </a:extLst>
            </p:cNvPr>
            <p:cNvSpPr/>
            <p:nvPr/>
          </p:nvSpPr>
          <p:spPr>
            <a:xfrm>
              <a:off x="6445636" y="1048012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03" name="Hexagon 1702">
              <a:extLst>
                <a:ext uri="{FF2B5EF4-FFF2-40B4-BE49-F238E27FC236}">
                  <a16:creationId xmlns:a16="http://schemas.microsoft.com/office/drawing/2014/main" id="{1CEEA7C8-A3C2-4399-8B2F-9F6E05F6729A}"/>
                </a:ext>
              </a:extLst>
            </p:cNvPr>
            <p:cNvSpPr/>
            <p:nvPr/>
          </p:nvSpPr>
          <p:spPr>
            <a:xfrm>
              <a:off x="6683791" y="1038959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10" name="Hexagon 1709">
              <a:extLst>
                <a:ext uri="{FF2B5EF4-FFF2-40B4-BE49-F238E27FC236}">
                  <a16:creationId xmlns:a16="http://schemas.microsoft.com/office/drawing/2014/main" id="{A152E044-9D55-424B-BB11-9C905254B91A}"/>
                </a:ext>
              </a:extLst>
            </p:cNvPr>
            <p:cNvSpPr/>
            <p:nvPr/>
          </p:nvSpPr>
          <p:spPr>
            <a:xfrm>
              <a:off x="6447880" y="1029879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11" name="Hexagon 1710">
              <a:extLst>
                <a:ext uri="{FF2B5EF4-FFF2-40B4-BE49-F238E27FC236}">
                  <a16:creationId xmlns:a16="http://schemas.microsoft.com/office/drawing/2014/main" id="{BB053602-A1E7-4451-A7BC-6030F64A38A6}"/>
                </a:ext>
              </a:extLst>
            </p:cNvPr>
            <p:cNvSpPr/>
            <p:nvPr/>
          </p:nvSpPr>
          <p:spPr>
            <a:xfrm>
              <a:off x="6211046" y="1038884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12" name="Hexagon 1711">
              <a:extLst>
                <a:ext uri="{FF2B5EF4-FFF2-40B4-BE49-F238E27FC236}">
                  <a16:creationId xmlns:a16="http://schemas.microsoft.com/office/drawing/2014/main" id="{D0237DBA-A5CF-4441-8A8B-29BEC984BDCB}"/>
                </a:ext>
              </a:extLst>
            </p:cNvPr>
            <p:cNvSpPr/>
            <p:nvPr/>
          </p:nvSpPr>
          <p:spPr>
            <a:xfrm>
              <a:off x="5976284" y="1048012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13" name="Hexagon 1712">
              <a:extLst>
                <a:ext uri="{FF2B5EF4-FFF2-40B4-BE49-F238E27FC236}">
                  <a16:creationId xmlns:a16="http://schemas.microsoft.com/office/drawing/2014/main" id="{A220AA05-95E0-4AEE-8069-035164AF536F}"/>
                </a:ext>
              </a:extLst>
            </p:cNvPr>
            <p:cNvSpPr/>
            <p:nvPr/>
          </p:nvSpPr>
          <p:spPr>
            <a:xfrm>
              <a:off x="5978095" y="1030184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14" name="Hexagon 1713">
              <a:extLst>
                <a:ext uri="{FF2B5EF4-FFF2-40B4-BE49-F238E27FC236}">
                  <a16:creationId xmlns:a16="http://schemas.microsoft.com/office/drawing/2014/main" id="{DC4AEB51-656F-4F13-BA42-3CA52AB7CB63}"/>
                </a:ext>
              </a:extLst>
            </p:cNvPr>
            <p:cNvSpPr/>
            <p:nvPr/>
          </p:nvSpPr>
          <p:spPr>
            <a:xfrm>
              <a:off x="5739496" y="1038236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15" name="Hexagon 1714">
              <a:extLst>
                <a:ext uri="{FF2B5EF4-FFF2-40B4-BE49-F238E27FC236}">
                  <a16:creationId xmlns:a16="http://schemas.microsoft.com/office/drawing/2014/main" id="{3449DA69-7849-4444-AE85-9DEA436FC3B2}"/>
                </a:ext>
              </a:extLst>
            </p:cNvPr>
            <p:cNvSpPr/>
            <p:nvPr/>
          </p:nvSpPr>
          <p:spPr>
            <a:xfrm>
              <a:off x="5741307" y="1020408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16" name="Hexagon 1715">
              <a:extLst>
                <a:ext uri="{FF2B5EF4-FFF2-40B4-BE49-F238E27FC236}">
                  <a16:creationId xmlns:a16="http://schemas.microsoft.com/office/drawing/2014/main" id="{2EC4B2F6-1F2F-4CE8-B75D-3B9FBAF54071}"/>
                </a:ext>
              </a:extLst>
            </p:cNvPr>
            <p:cNvSpPr/>
            <p:nvPr/>
          </p:nvSpPr>
          <p:spPr>
            <a:xfrm>
              <a:off x="5734695" y="1001676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17" name="Hexagon 1716">
              <a:extLst>
                <a:ext uri="{FF2B5EF4-FFF2-40B4-BE49-F238E27FC236}">
                  <a16:creationId xmlns:a16="http://schemas.microsoft.com/office/drawing/2014/main" id="{52B7D1E4-165A-4023-9369-4B9368386DB8}"/>
                </a:ext>
              </a:extLst>
            </p:cNvPr>
            <p:cNvSpPr/>
            <p:nvPr/>
          </p:nvSpPr>
          <p:spPr>
            <a:xfrm>
              <a:off x="5736506" y="983848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18" name="Hexagon 1717">
              <a:extLst>
                <a:ext uri="{FF2B5EF4-FFF2-40B4-BE49-F238E27FC236}">
                  <a16:creationId xmlns:a16="http://schemas.microsoft.com/office/drawing/2014/main" id="{0493D920-BB5B-4F62-9B9E-A1AA3F675BAB}"/>
                </a:ext>
              </a:extLst>
            </p:cNvPr>
            <p:cNvSpPr/>
            <p:nvPr/>
          </p:nvSpPr>
          <p:spPr>
            <a:xfrm>
              <a:off x="5504366" y="1011417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19" name="Hexagon 1718">
              <a:extLst>
                <a:ext uri="{FF2B5EF4-FFF2-40B4-BE49-F238E27FC236}">
                  <a16:creationId xmlns:a16="http://schemas.microsoft.com/office/drawing/2014/main" id="{0CE06197-9554-448E-AAE6-7A77A13F1502}"/>
                </a:ext>
              </a:extLst>
            </p:cNvPr>
            <p:cNvSpPr/>
            <p:nvPr/>
          </p:nvSpPr>
          <p:spPr>
            <a:xfrm>
              <a:off x="5497754" y="992685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20" name="Hexagon 1719">
              <a:extLst>
                <a:ext uri="{FF2B5EF4-FFF2-40B4-BE49-F238E27FC236}">
                  <a16:creationId xmlns:a16="http://schemas.microsoft.com/office/drawing/2014/main" id="{17FCB3D5-5D9E-4718-9888-B05B5783D7E2}"/>
                </a:ext>
              </a:extLst>
            </p:cNvPr>
            <p:cNvSpPr/>
            <p:nvPr/>
          </p:nvSpPr>
          <p:spPr>
            <a:xfrm>
              <a:off x="5499565" y="974857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21" name="Hexagon 1720">
              <a:extLst>
                <a:ext uri="{FF2B5EF4-FFF2-40B4-BE49-F238E27FC236}">
                  <a16:creationId xmlns:a16="http://schemas.microsoft.com/office/drawing/2014/main" id="{CE65ADAB-5C74-4284-B30C-F544FFA93A79}"/>
                </a:ext>
              </a:extLst>
            </p:cNvPr>
            <p:cNvSpPr/>
            <p:nvPr/>
          </p:nvSpPr>
          <p:spPr>
            <a:xfrm>
              <a:off x="5261383" y="983737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22" name="Hexagon 1721">
              <a:extLst>
                <a:ext uri="{FF2B5EF4-FFF2-40B4-BE49-F238E27FC236}">
                  <a16:creationId xmlns:a16="http://schemas.microsoft.com/office/drawing/2014/main" id="{14656F98-F767-4E38-BBE0-00C09B9D1C67}"/>
                </a:ext>
              </a:extLst>
            </p:cNvPr>
            <p:cNvSpPr/>
            <p:nvPr/>
          </p:nvSpPr>
          <p:spPr>
            <a:xfrm>
              <a:off x="5024747" y="974790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23" name="Hexagon 1722">
              <a:extLst>
                <a:ext uri="{FF2B5EF4-FFF2-40B4-BE49-F238E27FC236}">
                  <a16:creationId xmlns:a16="http://schemas.microsoft.com/office/drawing/2014/main" id="{F1D5CCA6-7E14-4FA0-9EDF-0A3A76B341E8}"/>
                </a:ext>
              </a:extLst>
            </p:cNvPr>
            <p:cNvSpPr/>
            <p:nvPr/>
          </p:nvSpPr>
          <p:spPr>
            <a:xfrm>
              <a:off x="5018135" y="956057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24" name="Hexagon 1723">
              <a:extLst>
                <a:ext uri="{FF2B5EF4-FFF2-40B4-BE49-F238E27FC236}">
                  <a16:creationId xmlns:a16="http://schemas.microsoft.com/office/drawing/2014/main" id="{3A17290D-4EC4-4A9F-B2C2-FD0156EB0D1C}"/>
                </a:ext>
              </a:extLst>
            </p:cNvPr>
            <p:cNvSpPr/>
            <p:nvPr/>
          </p:nvSpPr>
          <p:spPr>
            <a:xfrm>
              <a:off x="5019946" y="938229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25" name="Hexagon 1724">
              <a:extLst>
                <a:ext uri="{FF2B5EF4-FFF2-40B4-BE49-F238E27FC236}">
                  <a16:creationId xmlns:a16="http://schemas.microsoft.com/office/drawing/2014/main" id="{D84E80D3-67AA-4425-9D96-83C4CB881A15}"/>
                </a:ext>
              </a:extLst>
            </p:cNvPr>
            <p:cNvSpPr/>
            <p:nvPr/>
          </p:nvSpPr>
          <p:spPr>
            <a:xfrm>
              <a:off x="5733301" y="965605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26" name="Hexagon 1725">
              <a:extLst>
                <a:ext uri="{FF2B5EF4-FFF2-40B4-BE49-F238E27FC236}">
                  <a16:creationId xmlns:a16="http://schemas.microsoft.com/office/drawing/2014/main" id="{81119BA5-22FD-442C-BB3F-834B2083780A}"/>
                </a:ext>
              </a:extLst>
            </p:cNvPr>
            <p:cNvSpPr/>
            <p:nvPr/>
          </p:nvSpPr>
          <p:spPr>
            <a:xfrm>
              <a:off x="5735112" y="947777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27" name="Hexagon 1726">
              <a:extLst>
                <a:ext uri="{FF2B5EF4-FFF2-40B4-BE49-F238E27FC236}">
                  <a16:creationId xmlns:a16="http://schemas.microsoft.com/office/drawing/2014/main" id="{F6195F04-F61B-4395-8D07-BD692814B65F}"/>
                </a:ext>
              </a:extLst>
            </p:cNvPr>
            <p:cNvSpPr/>
            <p:nvPr/>
          </p:nvSpPr>
          <p:spPr>
            <a:xfrm>
              <a:off x="5728500" y="929045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28" name="Hexagon 1727">
              <a:extLst>
                <a:ext uri="{FF2B5EF4-FFF2-40B4-BE49-F238E27FC236}">
                  <a16:creationId xmlns:a16="http://schemas.microsoft.com/office/drawing/2014/main" id="{D1BD9543-23D8-4F24-9932-9FC13ECE4217}"/>
                </a:ext>
              </a:extLst>
            </p:cNvPr>
            <p:cNvSpPr/>
            <p:nvPr/>
          </p:nvSpPr>
          <p:spPr>
            <a:xfrm>
              <a:off x="5730311" y="911217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29" name="Hexagon 1728">
              <a:extLst>
                <a:ext uri="{FF2B5EF4-FFF2-40B4-BE49-F238E27FC236}">
                  <a16:creationId xmlns:a16="http://schemas.microsoft.com/office/drawing/2014/main" id="{BB03A8CF-76A0-4D25-B0C9-0C2B9615773E}"/>
                </a:ext>
              </a:extLst>
            </p:cNvPr>
            <p:cNvSpPr/>
            <p:nvPr/>
          </p:nvSpPr>
          <p:spPr>
            <a:xfrm>
              <a:off x="5971522" y="956306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30" name="Hexagon 1729">
              <a:extLst>
                <a:ext uri="{FF2B5EF4-FFF2-40B4-BE49-F238E27FC236}">
                  <a16:creationId xmlns:a16="http://schemas.microsoft.com/office/drawing/2014/main" id="{7281A134-C1E2-4F2D-9464-54BE41B1F531}"/>
                </a:ext>
              </a:extLst>
            </p:cNvPr>
            <p:cNvSpPr/>
            <p:nvPr/>
          </p:nvSpPr>
          <p:spPr>
            <a:xfrm>
              <a:off x="5964910" y="937573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31" name="Hexagon 1730">
              <a:extLst>
                <a:ext uri="{FF2B5EF4-FFF2-40B4-BE49-F238E27FC236}">
                  <a16:creationId xmlns:a16="http://schemas.microsoft.com/office/drawing/2014/main" id="{ECC72DBA-741D-4B86-8B5A-80D66664EFAC}"/>
                </a:ext>
              </a:extLst>
            </p:cNvPr>
            <p:cNvSpPr/>
            <p:nvPr/>
          </p:nvSpPr>
          <p:spPr>
            <a:xfrm>
              <a:off x="5966721" y="919745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32" name="Hexagon 1731">
              <a:extLst>
                <a:ext uri="{FF2B5EF4-FFF2-40B4-BE49-F238E27FC236}">
                  <a16:creationId xmlns:a16="http://schemas.microsoft.com/office/drawing/2014/main" id="{D1819A92-3EE3-40D7-A391-50EBE6165511}"/>
                </a:ext>
              </a:extLst>
            </p:cNvPr>
            <p:cNvSpPr/>
            <p:nvPr/>
          </p:nvSpPr>
          <p:spPr>
            <a:xfrm>
              <a:off x="6209411" y="964838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33" name="Hexagon 1732">
              <a:extLst>
                <a:ext uri="{FF2B5EF4-FFF2-40B4-BE49-F238E27FC236}">
                  <a16:creationId xmlns:a16="http://schemas.microsoft.com/office/drawing/2014/main" id="{8B26E26C-EEB2-4789-8F24-7EA5AFDF26CA}"/>
                </a:ext>
              </a:extLst>
            </p:cNvPr>
            <p:cNvSpPr/>
            <p:nvPr/>
          </p:nvSpPr>
          <p:spPr>
            <a:xfrm>
              <a:off x="6202799" y="946106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34" name="Hexagon 1733">
              <a:extLst>
                <a:ext uri="{FF2B5EF4-FFF2-40B4-BE49-F238E27FC236}">
                  <a16:creationId xmlns:a16="http://schemas.microsoft.com/office/drawing/2014/main" id="{3BEAD509-EFC9-4624-890A-719077010920}"/>
                </a:ext>
              </a:extLst>
            </p:cNvPr>
            <p:cNvSpPr/>
            <p:nvPr/>
          </p:nvSpPr>
          <p:spPr>
            <a:xfrm>
              <a:off x="6204610" y="928278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35" name="Hexagon 1734">
              <a:extLst>
                <a:ext uri="{FF2B5EF4-FFF2-40B4-BE49-F238E27FC236}">
                  <a16:creationId xmlns:a16="http://schemas.microsoft.com/office/drawing/2014/main" id="{55FF7A3D-5A20-4FBB-BD67-F34336BA9D7A}"/>
                </a:ext>
              </a:extLst>
            </p:cNvPr>
            <p:cNvSpPr/>
            <p:nvPr/>
          </p:nvSpPr>
          <p:spPr>
            <a:xfrm>
              <a:off x="6451340" y="973963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36" name="Hexagon 1735">
              <a:extLst>
                <a:ext uri="{FF2B5EF4-FFF2-40B4-BE49-F238E27FC236}">
                  <a16:creationId xmlns:a16="http://schemas.microsoft.com/office/drawing/2014/main" id="{2EF76CBE-1072-434B-9670-C30B3EBA8B8C}"/>
                </a:ext>
              </a:extLst>
            </p:cNvPr>
            <p:cNvSpPr/>
            <p:nvPr/>
          </p:nvSpPr>
          <p:spPr>
            <a:xfrm>
              <a:off x="6444728" y="955706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37" name="Hexagon 1736">
              <a:extLst>
                <a:ext uri="{FF2B5EF4-FFF2-40B4-BE49-F238E27FC236}">
                  <a16:creationId xmlns:a16="http://schemas.microsoft.com/office/drawing/2014/main" id="{F9D5BDE6-F19B-4706-A2F7-0938B7A67F79}"/>
                </a:ext>
              </a:extLst>
            </p:cNvPr>
            <p:cNvSpPr/>
            <p:nvPr/>
          </p:nvSpPr>
          <p:spPr>
            <a:xfrm>
              <a:off x="6444158" y="937878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38" name="Hexagon 1737">
              <a:extLst>
                <a:ext uri="{FF2B5EF4-FFF2-40B4-BE49-F238E27FC236}">
                  <a16:creationId xmlns:a16="http://schemas.microsoft.com/office/drawing/2014/main" id="{C3E02F24-21E8-4EB8-BC6E-FFB1D19025AD}"/>
                </a:ext>
              </a:extLst>
            </p:cNvPr>
            <p:cNvSpPr/>
            <p:nvPr/>
          </p:nvSpPr>
          <p:spPr>
            <a:xfrm>
              <a:off x="6442347" y="919507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39" name="Hexagon 1738">
              <a:extLst>
                <a:ext uri="{FF2B5EF4-FFF2-40B4-BE49-F238E27FC236}">
                  <a16:creationId xmlns:a16="http://schemas.microsoft.com/office/drawing/2014/main" id="{9783FD8F-507F-4981-8DFD-D1F9202CCA54}"/>
                </a:ext>
              </a:extLst>
            </p:cNvPr>
            <p:cNvSpPr/>
            <p:nvPr/>
          </p:nvSpPr>
          <p:spPr>
            <a:xfrm>
              <a:off x="6683549" y="1020547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40" name="Hexagon 1739">
              <a:extLst>
                <a:ext uri="{FF2B5EF4-FFF2-40B4-BE49-F238E27FC236}">
                  <a16:creationId xmlns:a16="http://schemas.microsoft.com/office/drawing/2014/main" id="{5E1E6144-4A15-4614-968A-AA189058EFE4}"/>
                </a:ext>
              </a:extLst>
            </p:cNvPr>
            <p:cNvSpPr/>
            <p:nvPr/>
          </p:nvSpPr>
          <p:spPr>
            <a:xfrm>
              <a:off x="6921704" y="1011494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41" name="Hexagon 1740">
              <a:extLst>
                <a:ext uri="{FF2B5EF4-FFF2-40B4-BE49-F238E27FC236}">
                  <a16:creationId xmlns:a16="http://schemas.microsoft.com/office/drawing/2014/main" id="{771F2A7F-B9F7-49B3-828D-761A615B8F47}"/>
                </a:ext>
              </a:extLst>
            </p:cNvPr>
            <p:cNvSpPr/>
            <p:nvPr/>
          </p:nvSpPr>
          <p:spPr>
            <a:xfrm>
              <a:off x="6685793" y="1002414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42" name="Hexagon 1741">
              <a:extLst>
                <a:ext uri="{FF2B5EF4-FFF2-40B4-BE49-F238E27FC236}">
                  <a16:creationId xmlns:a16="http://schemas.microsoft.com/office/drawing/2014/main" id="{E5F9D842-1643-4927-90B1-6C49D528B3F0}"/>
                </a:ext>
              </a:extLst>
            </p:cNvPr>
            <p:cNvSpPr/>
            <p:nvPr/>
          </p:nvSpPr>
          <p:spPr>
            <a:xfrm>
              <a:off x="6448959" y="1011419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43" name="Hexagon 1742">
              <a:extLst>
                <a:ext uri="{FF2B5EF4-FFF2-40B4-BE49-F238E27FC236}">
                  <a16:creationId xmlns:a16="http://schemas.microsoft.com/office/drawing/2014/main" id="{D0919B9A-4EC6-4E19-9A6B-6E364CA649A2}"/>
                </a:ext>
              </a:extLst>
            </p:cNvPr>
            <p:cNvSpPr/>
            <p:nvPr/>
          </p:nvSpPr>
          <p:spPr>
            <a:xfrm>
              <a:off x="6921460" y="993124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44" name="Hexagon 1743">
              <a:extLst>
                <a:ext uri="{FF2B5EF4-FFF2-40B4-BE49-F238E27FC236}">
                  <a16:creationId xmlns:a16="http://schemas.microsoft.com/office/drawing/2014/main" id="{0986D4F4-DC5B-488B-8066-80945553C4DE}"/>
                </a:ext>
              </a:extLst>
            </p:cNvPr>
            <p:cNvSpPr/>
            <p:nvPr/>
          </p:nvSpPr>
          <p:spPr>
            <a:xfrm>
              <a:off x="7159615" y="984071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45" name="Hexagon 1744">
              <a:extLst>
                <a:ext uri="{FF2B5EF4-FFF2-40B4-BE49-F238E27FC236}">
                  <a16:creationId xmlns:a16="http://schemas.microsoft.com/office/drawing/2014/main" id="{0E81E38D-C528-45BD-A827-53C4816CCFDF}"/>
                </a:ext>
              </a:extLst>
            </p:cNvPr>
            <p:cNvSpPr/>
            <p:nvPr/>
          </p:nvSpPr>
          <p:spPr>
            <a:xfrm>
              <a:off x="6923704" y="974990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46" name="Hexagon 1745">
              <a:extLst>
                <a:ext uri="{FF2B5EF4-FFF2-40B4-BE49-F238E27FC236}">
                  <a16:creationId xmlns:a16="http://schemas.microsoft.com/office/drawing/2014/main" id="{E2DA6209-347C-43FC-A2DA-CE2581567A7D}"/>
                </a:ext>
              </a:extLst>
            </p:cNvPr>
            <p:cNvSpPr/>
            <p:nvPr/>
          </p:nvSpPr>
          <p:spPr>
            <a:xfrm>
              <a:off x="6686870" y="983995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47" name="Hexagon 1746">
              <a:extLst>
                <a:ext uri="{FF2B5EF4-FFF2-40B4-BE49-F238E27FC236}">
                  <a16:creationId xmlns:a16="http://schemas.microsoft.com/office/drawing/2014/main" id="{F58BB2B8-2339-4043-8BED-DC73253BEE09}"/>
                </a:ext>
              </a:extLst>
            </p:cNvPr>
            <p:cNvSpPr/>
            <p:nvPr/>
          </p:nvSpPr>
          <p:spPr>
            <a:xfrm>
              <a:off x="6683549" y="965253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48" name="Hexagon 1747">
              <a:extLst>
                <a:ext uri="{FF2B5EF4-FFF2-40B4-BE49-F238E27FC236}">
                  <a16:creationId xmlns:a16="http://schemas.microsoft.com/office/drawing/2014/main" id="{6AECD47A-A0C9-4F76-949C-D516459E3627}"/>
                </a:ext>
              </a:extLst>
            </p:cNvPr>
            <p:cNvSpPr/>
            <p:nvPr/>
          </p:nvSpPr>
          <p:spPr>
            <a:xfrm>
              <a:off x="6919216" y="955963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49" name="Hexagon 1748">
              <a:extLst>
                <a:ext uri="{FF2B5EF4-FFF2-40B4-BE49-F238E27FC236}">
                  <a16:creationId xmlns:a16="http://schemas.microsoft.com/office/drawing/2014/main" id="{ABDD91A3-7E6A-4292-85D0-8CDD78DCFD47}"/>
                </a:ext>
              </a:extLst>
            </p:cNvPr>
            <p:cNvSpPr/>
            <p:nvPr/>
          </p:nvSpPr>
          <p:spPr>
            <a:xfrm>
              <a:off x="6921460" y="937830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50" name="Hexagon 1749">
              <a:extLst>
                <a:ext uri="{FF2B5EF4-FFF2-40B4-BE49-F238E27FC236}">
                  <a16:creationId xmlns:a16="http://schemas.microsoft.com/office/drawing/2014/main" id="{105D09BE-6F57-4671-B12C-2F1B00B7C071}"/>
                </a:ext>
              </a:extLst>
            </p:cNvPr>
            <p:cNvSpPr/>
            <p:nvPr/>
          </p:nvSpPr>
          <p:spPr>
            <a:xfrm>
              <a:off x="6684626" y="946835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51" name="Hexagon 1750">
              <a:extLst>
                <a:ext uri="{FF2B5EF4-FFF2-40B4-BE49-F238E27FC236}">
                  <a16:creationId xmlns:a16="http://schemas.microsoft.com/office/drawing/2014/main" id="{6B691340-F485-406A-9F01-17D5D1D07631}"/>
                </a:ext>
              </a:extLst>
            </p:cNvPr>
            <p:cNvSpPr/>
            <p:nvPr/>
          </p:nvSpPr>
          <p:spPr>
            <a:xfrm>
              <a:off x="6918694" y="919183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52" name="Hexagon 1751">
              <a:extLst>
                <a:ext uri="{FF2B5EF4-FFF2-40B4-BE49-F238E27FC236}">
                  <a16:creationId xmlns:a16="http://schemas.microsoft.com/office/drawing/2014/main" id="{C90509DA-8CBE-4380-A162-B80D8E86EEBD}"/>
                </a:ext>
              </a:extLst>
            </p:cNvPr>
            <p:cNvSpPr/>
            <p:nvPr/>
          </p:nvSpPr>
          <p:spPr>
            <a:xfrm>
              <a:off x="6681860" y="928188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53" name="Hexagon 1752">
              <a:extLst>
                <a:ext uri="{FF2B5EF4-FFF2-40B4-BE49-F238E27FC236}">
                  <a16:creationId xmlns:a16="http://schemas.microsoft.com/office/drawing/2014/main" id="{5689E559-1700-431F-A486-F15C0E61E54B}"/>
                </a:ext>
              </a:extLst>
            </p:cNvPr>
            <p:cNvSpPr/>
            <p:nvPr/>
          </p:nvSpPr>
          <p:spPr>
            <a:xfrm>
              <a:off x="7158294" y="928131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54" name="Hexagon 1753">
              <a:extLst>
                <a:ext uri="{FF2B5EF4-FFF2-40B4-BE49-F238E27FC236}">
                  <a16:creationId xmlns:a16="http://schemas.microsoft.com/office/drawing/2014/main" id="{EDD25143-685A-489E-9FD8-D7804F9E9749}"/>
                </a:ext>
              </a:extLst>
            </p:cNvPr>
            <p:cNvSpPr/>
            <p:nvPr/>
          </p:nvSpPr>
          <p:spPr>
            <a:xfrm>
              <a:off x="7160538" y="909997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55" name="Hexagon 1754">
              <a:extLst>
                <a:ext uri="{FF2B5EF4-FFF2-40B4-BE49-F238E27FC236}">
                  <a16:creationId xmlns:a16="http://schemas.microsoft.com/office/drawing/2014/main" id="{15A64174-A49E-4FA6-AB3F-37C18CBCDAA9}"/>
                </a:ext>
              </a:extLst>
            </p:cNvPr>
            <p:cNvSpPr/>
            <p:nvPr/>
          </p:nvSpPr>
          <p:spPr>
            <a:xfrm>
              <a:off x="7393713" y="955706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56" name="Hexagon 1755">
              <a:extLst>
                <a:ext uri="{FF2B5EF4-FFF2-40B4-BE49-F238E27FC236}">
                  <a16:creationId xmlns:a16="http://schemas.microsoft.com/office/drawing/2014/main" id="{9A2388FE-0536-4F58-ADBC-8DC6D296A100}"/>
                </a:ext>
              </a:extLst>
            </p:cNvPr>
            <p:cNvSpPr/>
            <p:nvPr/>
          </p:nvSpPr>
          <p:spPr>
            <a:xfrm>
              <a:off x="7395957" y="937573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57" name="Hexagon 1756">
              <a:extLst>
                <a:ext uri="{FF2B5EF4-FFF2-40B4-BE49-F238E27FC236}">
                  <a16:creationId xmlns:a16="http://schemas.microsoft.com/office/drawing/2014/main" id="{85F02D90-7025-41EB-AD9D-86A67E4A643F}"/>
                </a:ext>
              </a:extLst>
            </p:cNvPr>
            <p:cNvSpPr/>
            <p:nvPr/>
          </p:nvSpPr>
          <p:spPr>
            <a:xfrm>
              <a:off x="7630730" y="927893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58" name="Hexagon 1757">
              <a:extLst>
                <a:ext uri="{FF2B5EF4-FFF2-40B4-BE49-F238E27FC236}">
                  <a16:creationId xmlns:a16="http://schemas.microsoft.com/office/drawing/2014/main" id="{33D7A430-4DED-4670-B64E-137C402614D5}"/>
                </a:ext>
              </a:extLst>
            </p:cNvPr>
            <p:cNvSpPr/>
            <p:nvPr/>
          </p:nvSpPr>
          <p:spPr>
            <a:xfrm>
              <a:off x="7628212" y="909997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59" name="Hexagon 1758">
              <a:extLst>
                <a:ext uri="{FF2B5EF4-FFF2-40B4-BE49-F238E27FC236}">
                  <a16:creationId xmlns:a16="http://schemas.microsoft.com/office/drawing/2014/main" id="{1A10465F-131F-47A6-9E40-49996A08705C}"/>
                </a:ext>
              </a:extLst>
            </p:cNvPr>
            <p:cNvSpPr/>
            <p:nvPr/>
          </p:nvSpPr>
          <p:spPr>
            <a:xfrm>
              <a:off x="7863631" y="919183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60" name="Hexagon 1759">
              <a:extLst>
                <a:ext uri="{FF2B5EF4-FFF2-40B4-BE49-F238E27FC236}">
                  <a16:creationId xmlns:a16="http://schemas.microsoft.com/office/drawing/2014/main" id="{E7348657-06C3-4276-9115-8912D8D70C3F}"/>
                </a:ext>
              </a:extLst>
            </p:cNvPr>
            <p:cNvSpPr/>
            <p:nvPr/>
          </p:nvSpPr>
          <p:spPr>
            <a:xfrm>
              <a:off x="7393713" y="900822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61" name="Hexagon 1760">
              <a:extLst>
                <a:ext uri="{FF2B5EF4-FFF2-40B4-BE49-F238E27FC236}">
                  <a16:creationId xmlns:a16="http://schemas.microsoft.com/office/drawing/2014/main" id="{0CE80914-1062-4019-B156-52A82D9110CE}"/>
                </a:ext>
              </a:extLst>
            </p:cNvPr>
            <p:cNvSpPr/>
            <p:nvPr/>
          </p:nvSpPr>
          <p:spPr>
            <a:xfrm>
              <a:off x="6916176" y="901110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62" name="Hexagon 1761">
              <a:extLst>
                <a:ext uri="{FF2B5EF4-FFF2-40B4-BE49-F238E27FC236}">
                  <a16:creationId xmlns:a16="http://schemas.microsoft.com/office/drawing/2014/main" id="{CBC4D34C-7719-473C-993C-FC98838DFDC6}"/>
                </a:ext>
              </a:extLst>
            </p:cNvPr>
            <p:cNvSpPr/>
            <p:nvPr/>
          </p:nvSpPr>
          <p:spPr>
            <a:xfrm>
              <a:off x="7158020" y="891925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63" name="Hexagon 1762">
              <a:extLst>
                <a:ext uri="{FF2B5EF4-FFF2-40B4-BE49-F238E27FC236}">
                  <a16:creationId xmlns:a16="http://schemas.microsoft.com/office/drawing/2014/main" id="{6142F8C2-CE1F-4E80-B830-8505C2E11D2F}"/>
                </a:ext>
              </a:extLst>
            </p:cNvPr>
            <p:cNvSpPr/>
            <p:nvPr/>
          </p:nvSpPr>
          <p:spPr>
            <a:xfrm>
              <a:off x="7391195" y="882750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64" name="Hexagon 1763">
              <a:extLst>
                <a:ext uri="{FF2B5EF4-FFF2-40B4-BE49-F238E27FC236}">
                  <a16:creationId xmlns:a16="http://schemas.microsoft.com/office/drawing/2014/main" id="{3A189911-4968-4D47-AD34-E2932F457A68}"/>
                </a:ext>
              </a:extLst>
            </p:cNvPr>
            <p:cNvSpPr/>
            <p:nvPr/>
          </p:nvSpPr>
          <p:spPr>
            <a:xfrm>
              <a:off x="6681860" y="891946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65" name="Hexagon 1764">
              <a:extLst>
                <a:ext uri="{FF2B5EF4-FFF2-40B4-BE49-F238E27FC236}">
                  <a16:creationId xmlns:a16="http://schemas.microsoft.com/office/drawing/2014/main" id="{62EBD8E9-E82D-4FB9-9A3C-A4408663609F}"/>
                </a:ext>
              </a:extLst>
            </p:cNvPr>
            <p:cNvSpPr/>
            <p:nvPr/>
          </p:nvSpPr>
          <p:spPr>
            <a:xfrm>
              <a:off x="6447361" y="882771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66" name="Hexagon 1765">
              <a:extLst>
                <a:ext uri="{FF2B5EF4-FFF2-40B4-BE49-F238E27FC236}">
                  <a16:creationId xmlns:a16="http://schemas.microsoft.com/office/drawing/2014/main" id="{CD5B003B-6D85-49BA-B13A-0210DE16E011}"/>
                </a:ext>
              </a:extLst>
            </p:cNvPr>
            <p:cNvSpPr/>
            <p:nvPr/>
          </p:nvSpPr>
          <p:spPr>
            <a:xfrm>
              <a:off x="6211668" y="873873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67" name="Hexagon 1766">
              <a:extLst>
                <a:ext uri="{FF2B5EF4-FFF2-40B4-BE49-F238E27FC236}">
                  <a16:creationId xmlns:a16="http://schemas.microsoft.com/office/drawing/2014/main" id="{8EFD2C23-4E10-41B7-8AC4-15BE26474E22}"/>
                </a:ext>
              </a:extLst>
            </p:cNvPr>
            <p:cNvSpPr/>
            <p:nvPr/>
          </p:nvSpPr>
          <p:spPr>
            <a:xfrm>
              <a:off x="5732980" y="892928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68" name="Hexagon 1767">
              <a:extLst>
                <a:ext uri="{FF2B5EF4-FFF2-40B4-BE49-F238E27FC236}">
                  <a16:creationId xmlns:a16="http://schemas.microsoft.com/office/drawing/2014/main" id="{88A3F2F0-6469-4659-8709-3E8F3C65E931}"/>
                </a:ext>
              </a:extLst>
            </p:cNvPr>
            <p:cNvSpPr/>
            <p:nvPr/>
          </p:nvSpPr>
          <p:spPr>
            <a:xfrm>
              <a:off x="5971201" y="883629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69" name="Hexagon 1768">
              <a:extLst>
                <a:ext uri="{FF2B5EF4-FFF2-40B4-BE49-F238E27FC236}">
                  <a16:creationId xmlns:a16="http://schemas.microsoft.com/office/drawing/2014/main" id="{7DDB1D83-B985-4C0F-BAF9-9AE32F8FDDBE}"/>
                </a:ext>
              </a:extLst>
            </p:cNvPr>
            <p:cNvSpPr/>
            <p:nvPr/>
          </p:nvSpPr>
          <p:spPr>
            <a:xfrm>
              <a:off x="5261344" y="911181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70" name="Hexagon 1769">
              <a:extLst>
                <a:ext uri="{FF2B5EF4-FFF2-40B4-BE49-F238E27FC236}">
                  <a16:creationId xmlns:a16="http://schemas.microsoft.com/office/drawing/2014/main" id="{16118821-7E2D-4989-BE9C-71AC61884389}"/>
                </a:ext>
              </a:extLst>
            </p:cNvPr>
            <p:cNvSpPr/>
            <p:nvPr/>
          </p:nvSpPr>
          <p:spPr>
            <a:xfrm>
              <a:off x="5499565" y="901881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71" name="Hexagon 1770">
              <a:extLst>
                <a:ext uri="{FF2B5EF4-FFF2-40B4-BE49-F238E27FC236}">
                  <a16:creationId xmlns:a16="http://schemas.microsoft.com/office/drawing/2014/main" id="{22197EAD-C058-49D4-BD53-F0F7917AB9AA}"/>
                </a:ext>
              </a:extLst>
            </p:cNvPr>
            <p:cNvSpPr/>
            <p:nvPr/>
          </p:nvSpPr>
          <p:spPr>
            <a:xfrm>
              <a:off x="5261343" y="929340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72" name="Hexagon 1771">
              <a:extLst>
                <a:ext uri="{FF2B5EF4-FFF2-40B4-BE49-F238E27FC236}">
                  <a16:creationId xmlns:a16="http://schemas.microsoft.com/office/drawing/2014/main" id="{78B80F84-7EF7-4F44-866C-265660D04FAB}"/>
                </a:ext>
              </a:extLst>
            </p:cNvPr>
            <p:cNvSpPr/>
            <p:nvPr/>
          </p:nvSpPr>
          <p:spPr>
            <a:xfrm>
              <a:off x="5734715" y="874615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73" name="Hexagon 1772">
              <a:extLst>
                <a:ext uri="{FF2B5EF4-FFF2-40B4-BE49-F238E27FC236}">
                  <a16:creationId xmlns:a16="http://schemas.microsoft.com/office/drawing/2014/main" id="{8BB4487A-6A00-4378-9DF9-579717BF3B15}"/>
                </a:ext>
              </a:extLst>
            </p:cNvPr>
            <p:cNvSpPr/>
            <p:nvPr/>
          </p:nvSpPr>
          <p:spPr>
            <a:xfrm>
              <a:off x="5972936" y="865315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74" name="Hexagon 1773">
              <a:extLst>
                <a:ext uri="{FF2B5EF4-FFF2-40B4-BE49-F238E27FC236}">
                  <a16:creationId xmlns:a16="http://schemas.microsoft.com/office/drawing/2014/main" id="{2B4D6825-9E0A-45E0-A2AF-A33053335431}"/>
                </a:ext>
              </a:extLst>
            </p:cNvPr>
            <p:cNvSpPr/>
            <p:nvPr/>
          </p:nvSpPr>
          <p:spPr>
            <a:xfrm>
              <a:off x="5501300" y="883568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75" name="Hexagon 1774">
              <a:extLst>
                <a:ext uri="{FF2B5EF4-FFF2-40B4-BE49-F238E27FC236}">
                  <a16:creationId xmlns:a16="http://schemas.microsoft.com/office/drawing/2014/main" id="{A5C82378-CFD4-4C81-B0BD-BFC60AD36811}"/>
                </a:ext>
              </a:extLst>
            </p:cNvPr>
            <p:cNvSpPr/>
            <p:nvPr/>
          </p:nvSpPr>
          <p:spPr>
            <a:xfrm>
              <a:off x="4786615" y="929109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76" name="Hexagon 1775">
              <a:extLst>
                <a:ext uri="{FF2B5EF4-FFF2-40B4-BE49-F238E27FC236}">
                  <a16:creationId xmlns:a16="http://schemas.microsoft.com/office/drawing/2014/main" id="{AF908EA3-38BA-432A-B52C-04A537669D37}"/>
                </a:ext>
              </a:extLst>
            </p:cNvPr>
            <p:cNvSpPr/>
            <p:nvPr/>
          </p:nvSpPr>
          <p:spPr>
            <a:xfrm>
              <a:off x="4789284" y="910821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77" name="Hexagon 1776">
              <a:extLst>
                <a:ext uri="{FF2B5EF4-FFF2-40B4-BE49-F238E27FC236}">
                  <a16:creationId xmlns:a16="http://schemas.microsoft.com/office/drawing/2014/main" id="{E8B214DC-AAE2-40A0-9F69-31A8A29CC3BF}"/>
                </a:ext>
              </a:extLst>
            </p:cNvPr>
            <p:cNvSpPr/>
            <p:nvPr/>
          </p:nvSpPr>
          <p:spPr>
            <a:xfrm>
              <a:off x="4555869" y="919774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78" name="Hexagon 1777">
              <a:extLst>
                <a:ext uri="{FF2B5EF4-FFF2-40B4-BE49-F238E27FC236}">
                  <a16:creationId xmlns:a16="http://schemas.microsoft.com/office/drawing/2014/main" id="{3FEDD32A-1ADF-4837-A17D-FBC11F42B538}"/>
                </a:ext>
              </a:extLst>
            </p:cNvPr>
            <p:cNvSpPr/>
            <p:nvPr/>
          </p:nvSpPr>
          <p:spPr>
            <a:xfrm>
              <a:off x="5027347" y="901417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79" name="Hexagon 1778">
              <a:extLst>
                <a:ext uri="{FF2B5EF4-FFF2-40B4-BE49-F238E27FC236}">
                  <a16:creationId xmlns:a16="http://schemas.microsoft.com/office/drawing/2014/main" id="{8992930A-539E-40CE-B20A-76A13CC3B2E8}"/>
                </a:ext>
              </a:extLst>
            </p:cNvPr>
            <p:cNvSpPr/>
            <p:nvPr/>
          </p:nvSpPr>
          <p:spPr>
            <a:xfrm>
              <a:off x="5031109" y="865103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80" name="Hexagon 1779">
              <a:extLst>
                <a:ext uri="{FF2B5EF4-FFF2-40B4-BE49-F238E27FC236}">
                  <a16:creationId xmlns:a16="http://schemas.microsoft.com/office/drawing/2014/main" id="{A8798FAF-2CB0-4BF8-A09F-8DBA4191FFB3}"/>
                </a:ext>
              </a:extLst>
            </p:cNvPr>
            <p:cNvSpPr/>
            <p:nvPr/>
          </p:nvSpPr>
          <p:spPr>
            <a:xfrm>
              <a:off x="5031108" y="883262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81" name="Hexagon 1780">
              <a:extLst>
                <a:ext uri="{FF2B5EF4-FFF2-40B4-BE49-F238E27FC236}">
                  <a16:creationId xmlns:a16="http://schemas.microsoft.com/office/drawing/2014/main" id="{47BF65C9-142F-42BF-A3E9-F070813C3ED5}"/>
                </a:ext>
              </a:extLst>
            </p:cNvPr>
            <p:cNvSpPr/>
            <p:nvPr/>
          </p:nvSpPr>
          <p:spPr>
            <a:xfrm>
              <a:off x="5265739" y="873851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82" name="Hexagon 1781">
              <a:extLst>
                <a:ext uri="{FF2B5EF4-FFF2-40B4-BE49-F238E27FC236}">
                  <a16:creationId xmlns:a16="http://schemas.microsoft.com/office/drawing/2014/main" id="{FAD9D967-A195-451B-8E93-9AD477709C0F}"/>
                </a:ext>
              </a:extLst>
            </p:cNvPr>
            <p:cNvSpPr/>
            <p:nvPr/>
          </p:nvSpPr>
          <p:spPr>
            <a:xfrm>
              <a:off x="4793409" y="873975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83" name="Hexagon 1782">
              <a:extLst>
                <a:ext uri="{FF2B5EF4-FFF2-40B4-BE49-F238E27FC236}">
                  <a16:creationId xmlns:a16="http://schemas.microsoft.com/office/drawing/2014/main" id="{06E2969A-2314-4730-95CE-EC029E0DB0B4}"/>
                </a:ext>
              </a:extLst>
            </p:cNvPr>
            <p:cNvSpPr/>
            <p:nvPr/>
          </p:nvSpPr>
          <p:spPr>
            <a:xfrm>
              <a:off x="4797171" y="837422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84" name="Hexagon 1783">
              <a:extLst>
                <a:ext uri="{FF2B5EF4-FFF2-40B4-BE49-F238E27FC236}">
                  <a16:creationId xmlns:a16="http://schemas.microsoft.com/office/drawing/2014/main" id="{DAF4EF5C-58C5-4AD1-9ECD-11930CDA9AB1}"/>
                </a:ext>
              </a:extLst>
            </p:cNvPr>
            <p:cNvSpPr/>
            <p:nvPr/>
          </p:nvSpPr>
          <p:spPr>
            <a:xfrm>
              <a:off x="4797170" y="855819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85" name="Hexagon 1784">
              <a:extLst>
                <a:ext uri="{FF2B5EF4-FFF2-40B4-BE49-F238E27FC236}">
                  <a16:creationId xmlns:a16="http://schemas.microsoft.com/office/drawing/2014/main" id="{5954CB75-5B36-49AB-BA83-ADC66327329D}"/>
                </a:ext>
              </a:extLst>
            </p:cNvPr>
            <p:cNvSpPr/>
            <p:nvPr/>
          </p:nvSpPr>
          <p:spPr>
            <a:xfrm>
              <a:off x="4560916" y="864566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86" name="Hexagon 1785">
              <a:extLst>
                <a:ext uri="{FF2B5EF4-FFF2-40B4-BE49-F238E27FC236}">
                  <a16:creationId xmlns:a16="http://schemas.microsoft.com/office/drawing/2014/main" id="{2690F12A-B0CB-4524-9475-25BD86093651}"/>
                </a:ext>
              </a:extLst>
            </p:cNvPr>
            <p:cNvSpPr/>
            <p:nvPr/>
          </p:nvSpPr>
          <p:spPr>
            <a:xfrm>
              <a:off x="4564678" y="828251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87" name="Hexagon 1786">
              <a:extLst>
                <a:ext uri="{FF2B5EF4-FFF2-40B4-BE49-F238E27FC236}">
                  <a16:creationId xmlns:a16="http://schemas.microsoft.com/office/drawing/2014/main" id="{7E391F1F-0668-44D4-BD44-A1C2040E3946}"/>
                </a:ext>
              </a:extLst>
            </p:cNvPr>
            <p:cNvSpPr/>
            <p:nvPr/>
          </p:nvSpPr>
          <p:spPr>
            <a:xfrm>
              <a:off x="4564677" y="846410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88" name="Hexagon 1787">
              <a:extLst>
                <a:ext uri="{FF2B5EF4-FFF2-40B4-BE49-F238E27FC236}">
                  <a16:creationId xmlns:a16="http://schemas.microsoft.com/office/drawing/2014/main" id="{95A0B770-054A-4154-ABBA-0EF44371BAC8}"/>
                </a:ext>
              </a:extLst>
            </p:cNvPr>
            <p:cNvSpPr/>
            <p:nvPr/>
          </p:nvSpPr>
          <p:spPr>
            <a:xfrm>
              <a:off x="4322745" y="855358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89" name="Hexagon 1788">
              <a:extLst>
                <a:ext uri="{FF2B5EF4-FFF2-40B4-BE49-F238E27FC236}">
                  <a16:creationId xmlns:a16="http://schemas.microsoft.com/office/drawing/2014/main" id="{8DBAC222-0472-4234-AAA1-1BD3692F1332}"/>
                </a:ext>
              </a:extLst>
            </p:cNvPr>
            <p:cNvSpPr/>
            <p:nvPr/>
          </p:nvSpPr>
          <p:spPr>
            <a:xfrm>
              <a:off x="4795790" y="800511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90" name="Hexagon 1789">
              <a:extLst>
                <a:ext uri="{FF2B5EF4-FFF2-40B4-BE49-F238E27FC236}">
                  <a16:creationId xmlns:a16="http://schemas.microsoft.com/office/drawing/2014/main" id="{09423777-B4DA-4F45-ADF3-3C2E57D5F066}"/>
                </a:ext>
              </a:extLst>
            </p:cNvPr>
            <p:cNvSpPr/>
            <p:nvPr/>
          </p:nvSpPr>
          <p:spPr>
            <a:xfrm>
              <a:off x="4560915" y="809499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91" name="Hexagon 1790">
              <a:extLst>
                <a:ext uri="{FF2B5EF4-FFF2-40B4-BE49-F238E27FC236}">
                  <a16:creationId xmlns:a16="http://schemas.microsoft.com/office/drawing/2014/main" id="{A8E68B1D-2191-42CE-A7DF-65955AB03437}"/>
                </a:ext>
              </a:extLst>
            </p:cNvPr>
            <p:cNvSpPr/>
            <p:nvPr/>
          </p:nvSpPr>
          <p:spPr>
            <a:xfrm>
              <a:off x="5265047" y="837242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92" name="Hexagon 1791">
              <a:extLst>
                <a:ext uri="{FF2B5EF4-FFF2-40B4-BE49-F238E27FC236}">
                  <a16:creationId xmlns:a16="http://schemas.microsoft.com/office/drawing/2014/main" id="{B8C1D741-7E01-498A-A2A7-FE7B8450E357}"/>
                </a:ext>
              </a:extLst>
            </p:cNvPr>
            <p:cNvSpPr/>
            <p:nvPr/>
          </p:nvSpPr>
          <p:spPr>
            <a:xfrm>
              <a:off x="5031108" y="827958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93" name="Hexagon 1792">
              <a:extLst>
                <a:ext uri="{FF2B5EF4-FFF2-40B4-BE49-F238E27FC236}">
                  <a16:creationId xmlns:a16="http://schemas.microsoft.com/office/drawing/2014/main" id="{4F0B4600-F125-4F13-8DE4-6AE2C4D46218}"/>
                </a:ext>
              </a:extLst>
            </p:cNvPr>
            <p:cNvSpPr/>
            <p:nvPr/>
          </p:nvSpPr>
          <p:spPr>
            <a:xfrm>
              <a:off x="5024746" y="809497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94" name="Hexagon 1793">
              <a:extLst>
                <a:ext uri="{FF2B5EF4-FFF2-40B4-BE49-F238E27FC236}">
                  <a16:creationId xmlns:a16="http://schemas.microsoft.com/office/drawing/2014/main" id="{E3B67B69-E130-469C-A27E-76F6CF988F84}"/>
                </a:ext>
              </a:extLst>
            </p:cNvPr>
            <p:cNvSpPr/>
            <p:nvPr/>
          </p:nvSpPr>
          <p:spPr>
            <a:xfrm>
              <a:off x="6916561" y="882843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95" name="Hexagon 1794">
              <a:extLst>
                <a:ext uri="{FF2B5EF4-FFF2-40B4-BE49-F238E27FC236}">
                  <a16:creationId xmlns:a16="http://schemas.microsoft.com/office/drawing/2014/main" id="{7FF47F35-F32F-4A2D-8DC2-0D515D2C6A28}"/>
                </a:ext>
              </a:extLst>
            </p:cNvPr>
            <p:cNvSpPr/>
            <p:nvPr/>
          </p:nvSpPr>
          <p:spPr>
            <a:xfrm>
              <a:off x="7158405" y="873657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96" name="Hexagon 1795">
              <a:extLst>
                <a:ext uri="{FF2B5EF4-FFF2-40B4-BE49-F238E27FC236}">
                  <a16:creationId xmlns:a16="http://schemas.microsoft.com/office/drawing/2014/main" id="{6F9BC7B4-DDA7-4646-8542-4739CC6113D1}"/>
                </a:ext>
              </a:extLst>
            </p:cNvPr>
            <p:cNvSpPr/>
            <p:nvPr/>
          </p:nvSpPr>
          <p:spPr>
            <a:xfrm>
              <a:off x="7391580" y="864482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97" name="Hexagon 1796">
              <a:extLst>
                <a:ext uri="{FF2B5EF4-FFF2-40B4-BE49-F238E27FC236}">
                  <a16:creationId xmlns:a16="http://schemas.microsoft.com/office/drawing/2014/main" id="{5A91BCC0-5BB1-4F97-A7A8-7B59776A9C43}"/>
                </a:ext>
              </a:extLst>
            </p:cNvPr>
            <p:cNvSpPr/>
            <p:nvPr/>
          </p:nvSpPr>
          <p:spPr>
            <a:xfrm>
              <a:off x="7626100" y="855717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98" name="Hexagon 1797">
              <a:extLst>
                <a:ext uri="{FF2B5EF4-FFF2-40B4-BE49-F238E27FC236}">
                  <a16:creationId xmlns:a16="http://schemas.microsoft.com/office/drawing/2014/main" id="{06320A0E-44E4-4585-A5E1-86B2B3635719}"/>
                </a:ext>
              </a:extLst>
            </p:cNvPr>
            <p:cNvSpPr/>
            <p:nvPr/>
          </p:nvSpPr>
          <p:spPr>
            <a:xfrm>
              <a:off x="7859275" y="846542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799" name="Hexagon 1798">
              <a:extLst>
                <a:ext uri="{FF2B5EF4-FFF2-40B4-BE49-F238E27FC236}">
                  <a16:creationId xmlns:a16="http://schemas.microsoft.com/office/drawing/2014/main" id="{AE83F410-C226-40C1-888F-1175DD62AD40}"/>
                </a:ext>
              </a:extLst>
            </p:cNvPr>
            <p:cNvSpPr/>
            <p:nvPr/>
          </p:nvSpPr>
          <p:spPr>
            <a:xfrm>
              <a:off x="7391195" y="845854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00" name="Hexagon 1799">
              <a:extLst>
                <a:ext uri="{FF2B5EF4-FFF2-40B4-BE49-F238E27FC236}">
                  <a16:creationId xmlns:a16="http://schemas.microsoft.com/office/drawing/2014/main" id="{8FE728E7-4C68-4C60-8017-5FADF6EC9B0A}"/>
                </a:ext>
              </a:extLst>
            </p:cNvPr>
            <p:cNvSpPr/>
            <p:nvPr/>
          </p:nvSpPr>
          <p:spPr>
            <a:xfrm>
              <a:off x="7625715" y="837089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01" name="Hexagon 1800">
              <a:extLst>
                <a:ext uri="{FF2B5EF4-FFF2-40B4-BE49-F238E27FC236}">
                  <a16:creationId xmlns:a16="http://schemas.microsoft.com/office/drawing/2014/main" id="{AA491940-9CE2-440D-9EFE-B99197169278}"/>
                </a:ext>
              </a:extLst>
            </p:cNvPr>
            <p:cNvSpPr/>
            <p:nvPr/>
          </p:nvSpPr>
          <p:spPr>
            <a:xfrm>
              <a:off x="7858890" y="827914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02" name="Hexagon 1801">
              <a:extLst>
                <a:ext uri="{FF2B5EF4-FFF2-40B4-BE49-F238E27FC236}">
                  <a16:creationId xmlns:a16="http://schemas.microsoft.com/office/drawing/2014/main" id="{4C63E3A1-8AAB-41E3-B513-932E085E4E9A}"/>
                </a:ext>
              </a:extLst>
            </p:cNvPr>
            <p:cNvSpPr/>
            <p:nvPr/>
          </p:nvSpPr>
          <p:spPr>
            <a:xfrm>
              <a:off x="8101465" y="855603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03" name="Hexagon 1802">
              <a:extLst>
                <a:ext uri="{FF2B5EF4-FFF2-40B4-BE49-F238E27FC236}">
                  <a16:creationId xmlns:a16="http://schemas.microsoft.com/office/drawing/2014/main" id="{1C70FB60-CA5D-4B5B-A1E6-9DCE10ADBBAB}"/>
                </a:ext>
              </a:extLst>
            </p:cNvPr>
            <p:cNvSpPr/>
            <p:nvPr/>
          </p:nvSpPr>
          <p:spPr>
            <a:xfrm>
              <a:off x="7858869" y="809288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04" name="Hexagon 1803">
              <a:extLst>
                <a:ext uri="{FF2B5EF4-FFF2-40B4-BE49-F238E27FC236}">
                  <a16:creationId xmlns:a16="http://schemas.microsoft.com/office/drawing/2014/main" id="{D080C849-AAD8-4185-B52E-F1F335CECC13}"/>
                </a:ext>
              </a:extLst>
            </p:cNvPr>
            <p:cNvSpPr/>
            <p:nvPr/>
          </p:nvSpPr>
          <p:spPr>
            <a:xfrm>
              <a:off x="7860865" y="790898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05" name="Hexagon 1804">
              <a:extLst>
                <a:ext uri="{FF2B5EF4-FFF2-40B4-BE49-F238E27FC236}">
                  <a16:creationId xmlns:a16="http://schemas.microsoft.com/office/drawing/2014/main" id="{7B4221EA-41DE-4906-BDE5-056E680D2598}"/>
                </a:ext>
              </a:extLst>
            </p:cNvPr>
            <p:cNvSpPr/>
            <p:nvPr/>
          </p:nvSpPr>
          <p:spPr>
            <a:xfrm>
              <a:off x="7385521" y="828087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06" name="Hexagon 1805">
              <a:extLst>
                <a:ext uri="{FF2B5EF4-FFF2-40B4-BE49-F238E27FC236}">
                  <a16:creationId xmlns:a16="http://schemas.microsoft.com/office/drawing/2014/main" id="{A678D59C-1502-404A-8B18-ECBB0CDE0904}"/>
                </a:ext>
              </a:extLst>
            </p:cNvPr>
            <p:cNvSpPr/>
            <p:nvPr/>
          </p:nvSpPr>
          <p:spPr>
            <a:xfrm>
              <a:off x="7385136" y="809459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07" name="Hexagon 1806">
              <a:extLst>
                <a:ext uri="{FF2B5EF4-FFF2-40B4-BE49-F238E27FC236}">
                  <a16:creationId xmlns:a16="http://schemas.microsoft.com/office/drawing/2014/main" id="{990C8C41-B677-4BC1-BE2D-41F66CE1793F}"/>
                </a:ext>
              </a:extLst>
            </p:cNvPr>
            <p:cNvSpPr/>
            <p:nvPr/>
          </p:nvSpPr>
          <p:spPr>
            <a:xfrm>
              <a:off x="7153669" y="836794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08" name="Hexagon 1807">
              <a:extLst>
                <a:ext uri="{FF2B5EF4-FFF2-40B4-BE49-F238E27FC236}">
                  <a16:creationId xmlns:a16="http://schemas.microsoft.com/office/drawing/2014/main" id="{0FCDE72C-3236-4657-A6D2-19754374B98A}"/>
                </a:ext>
              </a:extLst>
            </p:cNvPr>
            <p:cNvSpPr/>
            <p:nvPr/>
          </p:nvSpPr>
          <p:spPr>
            <a:xfrm>
              <a:off x="6918683" y="846081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09" name="Hexagon 1808">
              <a:extLst>
                <a:ext uri="{FF2B5EF4-FFF2-40B4-BE49-F238E27FC236}">
                  <a16:creationId xmlns:a16="http://schemas.microsoft.com/office/drawing/2014/main" id="{E35B346F-00ED-49C2-8410-59A8A6F1E5C4}"/>
                </a:ext>
              </a:extLst>
            </p:cNvPr>
            <p:cNvSpPr/>
            <p:nvPr/>
          </p:nvSpPr>
          <p:spPr>
            <a:xfrm>
              <a:off x="7378774" y="791286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10" name="Hexagon 1809">
              <a:extLst>
                <a:ext uri="{FF2B5EF4-FFF2-40B4-BE49-F238E27FC236}">
                  <a16:creationId xmlns:a16="http://schemas.microsoft.com/office/drawing/2014/main" id="{F6710554-4BFA-47CC-96EB-9AB907453B49}"/>
                </a:ext>
              </a:extLst>
            </p:cNvPr>
            <p:cNvSpPr/>
            <p:nvPr/>
          </p:nvSpPr>
          <p:spPr>
            <a:xfrm>
              <a:off x="7621820" y="799778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11" name="Hexagon 1810">
              <a:extLst>
                <a:ext uri="{FF2B5EF4-FFF2-40B4-BE49-F238E27FC236}">
                  <a16:creationId xmlns:a16="http://schemas.microsoft.com/office/drawing/2014/main" id="{D22D32AB-E9FE-46A9-8CFD-E1AC50B19CAB}"/>
                </a:ext>
              </a:extLst>
            </p:cNvPr>
            <p:cNvSpPr/>
            <p:nvPr/>
          </p:nvSpPr>
          <p:spPr>
            <a:xfrm>
              <a:off x="8101465" y="763522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12" name="Hexagon 1811">
              <a:extLst>
                <a:ext uri="{FF2B5EF4-FFF2-40B4-BE49-F238E27FC236}">
                  <a16:creationId xmlns:a16="http://schemas.microsoft.com/office/drawing/2014/main" id="{E6F2A3F9-9D56-47F9-AC78-636FA9648C78}"/>
                </a:ext>
              </a:extLst>
            </p:cNvPr>
            <p:cNvSpPr/>
            <p:nvPr/>
          </p:nvSpPr>
          <p:spPr>
            <a:xfrm>
              <a:off x="7862420" y="772402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13" name="Hexagon 1812">
              <a:extLst>
                <a:ext uri="{FF2B5EF4-FFF2-40B4-BE49-F238E27FC236}">
                  <a16:creationId xmlns:a16="http://schemas.microsoft.com/office/drawing/2014/main" id="{69CC638D-E001-4E92-8B2E-8901F06DF91B}"/>
                </a:ext>
              </a:extLst>
            </p:cNvPr>
            <p:cNvSpPr/>
            <p:nvPr/>
          </p:nvSpPr>
          <p:spPr>
            <a:xfrm>
              <a:off x="8099469" y="744801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14" name="Hexagon 1813">
              <a:extLst>
                <a:ext uri="{FF2B5EF4-FFF2-40B4-BE49-F238E27FC236}">
                  <a16:creationId xmlns:a16="http://schemas.microsoft.com/office/drawing/2014/main" id="{E884DAC4-E65E-48A2-8BDE-367CB0DD72BF}"/>
                </a:ext>
              </a:extLst>
            </p:cNvPr>
            <p:cNvSpPr/>
            <p:nvPr/>
          </p:nvSpPr>
          <p:spPr>
            <a:xfrm>
              <a:off x="8101465" y="726410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17" name="Hexagon 1816">
              <a:extLst>
                <a:ext uri="{FF2B5EF4-FFF2-40B4-BE49-F238E27FC236}">
                  <a16:creationId xmlns:a16="http://schemas.microsoft.com/office/drawing/2014/main" id="{EA8F1DCA-8D96-437D-AA3C-912ACFB3FB91}"/>
                </a:ext>
              </a:extLst>
            </p:cNvPr>
            <p:cNvSpPr/>
            <p:nvPr/>
          </p:nvSpPr>
          <p:spPr>
            <a:xfrm>
              <a:off x="4558250" y="772545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18" name="Hexagon 1817">
              <a:extLst>
                <a:ext uri="{FF2B5EF4-FFF2-40B4-BE49-F238E27FC236}">
                  <a16:creationId xmlns:a16="http://schemas.microsoft.com/office/drawing/2014/main" id="{6DDBBEB3-F136-4DE4-B2EA-84D5252E94A4}"/>
                </a:ext>
              </a:extLst>
            </p:cNvPr>
            <p:cNvSpPr/>
            <p:nvPr/>
          </p:nvSpPr>
          <p:spPr>
            <a:xfrm>
              <a:off x="4320994" y="781771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19" name="Hexagon 1818">
              <a:extLst>
                <a:ext uri="{FF2B5EF4-FFF2-40B4-BE49-F238E27FC236}">
                  <a16:creationId xmlns:a16="http://schemas.microsoft.com/office/drawing/2014/main" id="{0249E2A8-5739-4D07-AF12-BD2B80281108}"/>
                </a:ext>
              </a:extLst>
            </p:cNvPr>
            <p:cNvSpPr/>
            <p:nvPr/>
          </p:nvSpPr>
          <p:spPr>
            <a:xfrm>
              <a:off x="4323375" y="763904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20" name="Hexagon 1819">
              <a:extLst>
                <a:ext uri="{FF2B5EF4-FFF2-40B4-BE49-F238E27FC236}">
                  <a16:creationId xmlns:a16="http://schemas.microsoft.com/office/drawing/2014/main" id="{E3B3F642-5B84-49B8-A072-65B5636405AA}"/>
                </a:ext>
              </a:extLst>
            </p:cNvPr>
            <p:cNvSpPr/>
            <p:nvPr/>
          </p:nvSpPr>
          <p:spPr>
            <a:xfrm>
              <a:off x="4319612" y="745152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821" name="Hexagon 1820">
              <a:extLst>
                <a:ext uri="{FF2B5EF4-FFF2-40B4-BE49-F238E27FC236}">
                  <a16:creationId xmlns:a16="http://schemas.microsoft.com/office/drawing/2014/main" id="{A9C08229-07A0-425D-8DED-112A43002DE0}"/>
                </a:ext>
              </a:extLst>
            </p:cNvPr>
            <p:cNvSpPr/>
            <p:nvPr/>
          </p:nvSpPr>
          <p:spPr>
            <a:xfrm>
              <a:off x="4796139" y="763295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</p:grpSp>
      <p:grpSp>
        <p:nvGrpSpPr>
          <p:cNvPr id="10" name="2">
            <a:extLst>
              <a:ext uri="{FF2B5EF4-FFF2-40B4-BE49-F238E27FC236}">
                <a16:creationId xmlns:a16="http://schemas.microsoft.com/office/drawing/2014/main" id="{DC96129A-FBE0-4F60-8C0F-4653723948B3}"/>
              </a:ext>
            </a:extLst>
          </p:cNvPr>
          <p:cNvGrpSpPr/>
          <p:nvPr/>
        </p:nvGrpSpPr>
        <p:grpSpPr>
          <a:xfrm>
            <a:off x="9777888" y="7898149"/>
            <a:ext cx="2647923" cy="919806"/>
            <a:chOff x="1336734" y="5890246"/>
            <a:chExt cx="11383774" cy="3954370"/>
          </a:xfrm>
        </p:grpSpPr>
        <p:sp>
          <p:nvSpPr>
            <p:cNvPr id="1693" name="Hexagon 1692">
              <a:extLst>
                <a:ext uri="{FF2B5EF4-FFF2-40B4-BE49-F238E27FC236}">
                  <a16:creationId xmlns:a16="http://schemas.microsoft.com/office/drawing/2014/main" id="{8DEAE77A-2C02-4E5B-B004-87A22A391BC3}"/>
                </a:ext>
              </a:extLst>
            </p:cNvPr>
            <p:cNvSpPr/>
            <p:nvPr/>
          </p:nvSpPr>
          <p:spPr>
            <a:xfrm>
              <a:off x="6518723" y="86492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22" name="Hexagon 1821">
              <a:extLst>
                <a:ext uri="{FF2B5EF4-FFF2-40B4-BE49-F238E27FC236}">
                  <a16:creationId xmlns:a16="http://schemas.microsoft.com/office/drawing/2014/main" id="{FE3FCF23-824C-4D43-85A0-ECAD7DFCF7B2}"/>
                </a:ext>
              </a:extLst>
            </p:cNvPr>
            <p:cNvSpPr/>
            <p:nvPr/>
          </p:nvSpPr>
          <p:spPr>
            <a:xfrm>
              <a:off x="6285163" y="855566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23" name="Hexagon 1822">
              <a:extLst>
                <a:ext uri="{FF2B5EF4-FFF2-40B4-BE49-F238E27FC236}">
                  <a16:creationId xmlns:a16="http://schemas.microsoft.com/office/drawing/2014/main" id="{9E53F726-B0F9-4F41-82CA-EF2B9573C93E}"/>
                </a:ext>
              </a:extLst>
            </p:cNvPr>
            <p:cNvSpPr/>
            <p:nvPr/>
          </p:nvSpPr>
          <p:spPr>
            <a:xfrm>
              <a:off x="6516866" y="84662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24" name="Hexagon 1823">
              <a:extLst>
                <a:ext uri="{FF2B5EF4-FFF2-40B4-BE49-F238E27FC236}">
                  <a16:creationId xmlns:a16="http://schemas.microsoft.com/office/drawing/2014/main" id="{7F51896A-5491-4E65-8459-F2B7740D155A}"/>
                </a:ext>
              </a:extLst>
            </p:cNvPr>
            <p:cNvSpPr/>
            <p:nvPr/>
          </p:nvSpPr>
          <p:spPr>
            <a:xfrm>
              <a:off x="6755713" y="83724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25" name="Hexagon 1824">
              <a:extLst>
                <a:ext uri="{FF2B5EF4-FFF2-40B4-BE49-F238E27FC236}">
                  <a16:creationId xmlns:a16="http://schemas.microsoft.com/office/drawing/2014/main" id="{677F0CE8-BA2E-4755-B152-EA7396681EF3}"/>
                </a:ext>
              </a:extLst>
            </p:cNvPr>
            <p:cNvSpPr/>
            <p:nvPr/>
          </p:nvSpPr>
          <p:spPr>
            <a:xfrm>
              <a:off x="6991616" y="827810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26" name="Hexagon 1825">
              <a:extLst>
                <a:ext uri="{FF2B5EF4-FFF2-40B4-BE49-F238E27FC236}">
                  <a16:creationId xmlns:a16="http://schemas.microsoft.com/office/drawing/2014/main" id="{967C8C51-2DBD-4488-B6C4-3AA0D7A577AE}"/>
                </a:ext>
              </a:extLst>
            </p:cNvPr>
            <p:cNvSpPr/>
            <p:nvPr/>
          </p:nvSpPr>
          <p:spPr>
            <a:xfrm>
              <a:off x="7230463" y="818424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27" name="Hexagon 1826">
              <a:extLst>
                <a:ext uri="{FF2B5EF4-FFF2-40B4-BE49-F238E27FC236}">
                  <a16:creationId xmlns:a16="http://schemas.microsoft.com/office/drawing/2014/main" id="{FF1A0265-1080-4C12-BF9B-CEC9466ED12F}"/>
                </a:ext>
              </a:extLst>
            </p:cNvPr>
            <p:cNvSpPr/>
            <p:nvPr/>
          </p:nvSpPr>
          <p:spPr>
            <a:xfrm>
              <a:off x="6521058" y="828286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28" name="Hexagon 1827">
              <a:extLst>
                <a:ext uri="{FF2B5EF4-FFF2-40B4-BE49-F238E27FC236}">
                  <a16:creationId xmlns:a16="http://schemas.microsoft.com/office/drawing/2014/main" id="{345B3DCA-3744-4827-B38D-DC2F9D92007E}"/>
                </a:ext>
              </a:extLst>
            </p:cNvPr>
            <p:cNvSpPr/>
            <p:nvPr/>
          </p:nvSpPr>
          <p:spPr>
            <a:xfrm>
              <a:off x="6285117" y="81916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29" name="Hexagon 1828">
              <a:extLst>
                <a:ext uri="{FF2B5EF4-FFF2-40B4-BE49-F238E27FC236}">
                  <a16:creationId xmlns:a16="http://schemas.microsoft.com/office/drawing/2014/main" id="{AAB1E236-E332-4913-A5D6-0EA80EBBC949}"/>
                </a:ext>
              </a:extLst>
            </p:cNvPr>
            <p:cNvSpPr/>
            <p:nvPr/>
          </p:nvSpPr>
          <p:spPr>
            <a:xfrm>
              <a:off x="6047741" y="847008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30" name="Hexagon 1829">
              <a:extLst>
                <a:ext uri="{FF2B5EF4-FFF2-40B4-BE49-F238E27FC236}">
                  <a16:creationId xmlns:a16="http://schemas.microsoft.com/office/drawing/2014/main" id="{03B3977A-0065-4267-B182-EEAF33FF4A71}"/>
                </a:ext>
              </a:extLst>
            </p:cNvPr>
            <p:cNvSpPr/>
            <p:nvPr/>
          </p:nvSpPr>
          <p:spPr>
            <a:xfrm>
              <a:off x="6045884" y="828708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31" name="Hexagon 1830">
              <a:extLst>
                <a:ext uri="{FF2B5EF4-FFF2-40B4-BE49-F238E27FC236}">
                  <a16:creationId xmlns:a16="http://schemas.microsoft.com/office/drawing/2014/main" id="{BC994C62-D8DE-46EF-BC30-4A751DBA60ED}"/>
                </a:ext>
              </a:extLst>
            </p:cNvPr>
            <p:cNvSpPr/>
            <p:nvPr/>
          </p:nvSpPr>
          <p:spPr>
            <a:xfrm>
              <a:off x="6052457" y="810365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32" name="Hexagon 1831">
              <a:extLst>
                <a:ext uri="{FF2B5EF4-FFF2-40B4-BE49-F238E27FC236}">
                  <a16:creationId xmlns:a16="http://schemas.microsoft.com/office/drawing/2014/main" id="{08BE3FE4-0008-4BDF-89F5-5D4EFEC0F9FC}"/>
                </a:ext>
              </a:extLst>
            </p:cNvPr>
            <p:cNvSpPr/>
            <p:nvPr/>
          </p:nvSpPr>
          <p:spPr>
            <a:xfrm>
              <a:off x="5812607" y="818911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33" name="Hexagon 1832">
              <a:extLst>
                <a:ext uri="{FF2B5EF4-FFF2-40B4-BE49-F238E27FC236}">
                  <a16:creationId xmlns:a16="http://schemas.microsoft.com/office/drawing/2014/main" id="{09B708BE-0A3D-489F-8A53-147D3E73945A}"/>
                </a:ext>
              </a:extLst>
            </p:cNvPr>
            <p:cNvSpPr/>
            <p:nvPr/>
          </p:nvSpPr>
          <p:spPr>
            <a:xfrm>
              <a:off x="5579980" y="809857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34" name="Hexagon 1833">
              <a:extLst>
                <a:ext uri="{FF2B5EF4-FFF2-40B4-BE49-F238E27FC236}">
                  <a16:creationId xmlns:a16="http://schemas.microsoft.com/office/drawing/2014/main" id="{5C4DB2D6-B830-4584-A98F-B8FF4578C7B9}"/>
                </a:ext>
              </a:extLst>
            </p:cNvPr>
            <p:cNvSpPr/>
            <p:nvPr/>
          </p:nvSpPr>
          <p:spPr>
            <a:xfrm>
              <a:off x="5340130" y="81840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35" name="Hexagon 1834">
              <a:extLst>
                <a:ext uri="{FF2B5EF4-FFF2-40B4-BE49-F238E27FC236}">
                  <a16:creationId xmlns:a16="http://schemas.microsoft.com/office/drawing/2014/main" id="{73E65E34-313F-4B07-8E44-E6AD0672624E}"/>
                </a:ext>
              </a:extLst>
            </p:cNvPr>
            <p:cNvSpPr/>
            <p:nvPr/>
          </p:nvSpPr>
          <p:spPr>
            <a:xfrm>
              <a:off x="5573167" y="791409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36" name="Hexagon 1835">
              <a:extLst>
                <a:ext uri="{FF2B5EF4-FFF2-40B4-BE49-F238E27FC236}">
                  <a16:creationId xmlns:a16="http://schemas.microsoft.com/office/drawing/2014/main" id="{80F714C3-2147-4C59-8D03-1AE3D4738494}"/>
                </a:ext>
              </a:extLst>
            </p:cNvPr>
            <p:cNvSpPr/>
            <p:nvPr/>
          </p:nvSpPr>
          <p:spPr>
            <a:xfrm>
              <a:off x="5579740" y="773067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37" name="Hexagon 1836">
              <a:extLst>
                <a:ext uri="{FF2B5EF4-FFF2-40B4-BE49-F238E27FC236}">
                  <a16:creationId xmlns:a16="http://schemas.microsoft.com/office/drawing/2014/main" id="{FADD9B3D-AC8C-4E5F-8C88-6789806AA3AE}"/>
                </a:ext>
              </a:extLst>
            </p:cNvPr>
            <p:cNvSpPr/>
            <p:nvPr/>
          </p:nvSpPr>
          <p:spPr>
            <a:xfrm>
              <a:off x="5337625" y="78184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38" name="Hexagon 1837">
              <a:extLst>
                <a:ext uri="{FF2B5EF4-FFF2-40B4-BE49-F238E27FC236}">
                  <a16:creationId xmlns:a16="http://schemas.microsoft.com/office/drawing/2014/main" id="{E63FA0E0-FD9F-49FD-B8FE-1FE782E2C19E}"/>
                </a:ext>
              </a:extLst>
            </p:cNvPr>
            <p:cNvSpPr/>
            <p:nvPr/>
          </p:nvSpPr>
          <p:spPr>
            <a:xfrm>
              <a:off x="5344198" y="763498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39" name="Hexagon 1838">
              <a:extLst>
                <a:ext uri="{FF2B5EF4-FFF2-40B4-BE49-F238E27FC236}">
                  <a16:creationId xmlns:a16="http://schemas.microsoft.com/office/drawing/2014/main" id="{0D092486-0531-41C5-8709-F8EA914BE28A}"/>
                </a:ext>
              </a:extLst>
            </p:cNvPr>
            <p:cNvSpPr/>
            <p:nvPr/>
          </p:nvSpPr>
          <p:spPr>
            <a:xfrm>
              <a:off x="5106976" y="77237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40" name="Hexagon 1839">
              <a:extLst>
                <a:ext uri="{FF2B5EF4-FFF2-40B4-BE49-F238E27FC236}">
                  <a16:creationId xmlns:a16="http://schemas.microsoft.com/office/drawing/2014/main" id="{78DCE34B-2E18-450A-813C-568D6BEB8BEF}"/>
                </a:ext>
              </a:extLst>
            </p:cNvPr>
            <p:cNvSpPr/>
            <p:nvPr/>
          </p:nvSpPr>
          <p:spPr>
            <a:xfrm>
              <a:off x="5108787" y="75379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41" name="Hexagon 1840">
              <a:extLst>
                <a:ext uri="{FF2B5EF4-FFF2-40B4-BE49-F238E27FC236}">
                  <a16:creationId xmlns:a16="http://schemas.microsoft.com/office/drawing/2014/main" id="{3158998F-B662-471D-A21F-874BF8E67076}"/>
                </a:ext>
              </a:extLst>
            </p:cNvPr>
            <p:cNvSpPr/>
            <p:nvPr/>
          </p:nvSpPr>
          <p:spPr>
            <a:xfrm>
              <a:off x="4871645" y="74527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42" name="Hexagon 1841">
              <a:extLst>
                <a:ext uri="{FF2B5EF4-FFF2-40B4-BE49-F238E27FC236}">
                  <a16:creationId xmlns:a16="http://schemas.microsoft.com/office/drawing/2014/main" id="{40BCCADD-B273-474D-ABC2-13FC8B42BD8E}"/>
                </a:ext>
              </a:extLst>
            </p:cNvPr>
            <p:cNvSpPr/>
            <p:nvPr/>
          </p:nvSpPr>
          <p:spPr>
            <a:xfrm>
              <a:off x="4873456" y="726693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43" name="Hexagon 1842">
              <a:extLst>
                <a:ext uri="{FF2B5EF4-FFF2-40B4-BE49-F238E27FC236}">
                  <a16:creationId xmlns:a16="http://schemas.microsoft.com/office/drawing/2014/main" id="{4C0EA9EE-B71E-432B-B281-8C34DC8983CD}"/>
                </a:ext>
              </a:extLst>
            </p:cNvPr>
            <p:cNvSpPr/>
            <p:nvPr/>
          </p:nvSpPr>
          <p:spPr>
            <a:xfrm>
              <a:off x="4634182" y="73577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44" name="Hexagon 1843">
              <a:extLst>
                <a:ext uri="{FF2B5EF4-FFF2-40B4-BE49-F238E27FC236}">
                  <a16:creationId xmlns:a16="http://schemas.microsoft.com/office/drawing/2014/main" id="{035687E1-3F1B-4B9B-9E41-04DE7E47AB99}"/>
                </a:ext>
              </a:extLst>
            </p:cNvPr>
            <p:cNvSpPr/>
            <p:nvPr/>
          </p:nvSpPr>
          <p:spPr>
            <a:xfrm>
              <a:off x="4635993" y="71743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45" name="Hexagon 1844">
              <a:extLst>
                <a:ext uri="{FF2B5EF4-FFF2-40B4-BE49-F238E27FC236}">
                  <a16:creationId xmlns:a16="http://schemas.microsoft.com/office/drawing/2014/main" id="{77991F0B-1F31-4790-B8BD-434B3380DFFC}"/>
                </a:ext>
              </a:extLst>
            </p:cNvPr>
            <p:cNvSpPr/>
            <p:nvPr/>
          </p:nvSpPr>
          <p:spPr>
            <a:xfrm>
              <a:off x="4399787" y="726230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46" name="Hexagon 1845">
              <a:extLst>
                <a:ext uri="{FF2B5EF4-FFF2-40B4-BE49-F238E27FC236}">
                  <a16:creationId xmlns:a16="http://schemas.microsoft.com/office/drawing/2014/main" id="{0EDCEDD9-7493-4222-AB36-CB5492178E1A}"/>
                </a:ext>
              </a:extLst>
            </p:cNvPr>
            <p:cNvSpPr/>
            <p:nvPr/>
          </p:nvSpPr>
          <p:spPr>
            <a:xfrm>
              <a:off x="4403979" y="707649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47" name="Hexagon 1846">
              <a:extLst>
                <a:ext uri="{FF2B5EF4-FFF2-40B4-BE49-F238E27FC236}">
                  <a16:creationId xmlns:a16="http://schemas.microsoft.com/office/drawing/2014/main" id="{9BBD10F2-DEDC-4BCA-BD4F-5763FA14DE8F}"/>
                </a:ext>
              </a:extLst>
            </p:cNvPr>
            <p:cNvSpPr/>
            <p:nvPr/>
          </p:nvSpPr>
          <p:spPr>
            <a:xfrm>
              <a:off x="4631282" y="69940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48" name="Hexagon 1847">
              <a:extLst>
                <a:ext uri="{FF2B5EF4-FFF2-40B4-BE49-F238E27FC236}">
                  <a16:creationId xmlns:a16="http://schemas.microsoft.com/office/drawing/2014/main" id="{E3E87428-02A5-4DB2-A411-15F710C45CC8}"/>
                </a:ext>
              </a:extLst>
            </p:cNvPr>
            <p:cNvSpPr/>
            <p:nvPr/>
          </p:nvSpPr>
          <p:spPr>
            <a:xfrm>
              <a:off x="7226110" y="800171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49" name="Hexagon 1848">
              <a:extLst>
                <a:ext uri="{FF2B5EF4-FFF2-40B4-BE49-F238E27FC236}">
                  <a16:creationId xmlns:a16="http://schemas.microsoft.com/office/drawing/2014/main" id="{E7F29781-47FC-43B9-9CEF-57F5A3C8FE6D}"/>
                </a:ext>
              </a:extLst>
            </p:cNvPr>
            <p:cNvSpPr/>
            <p:nvPr/>
          </p:nvSpPr>
          <p:spPr>
            <a:xfrm>
              <a:off x="7230302" y="781828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50" name="Hexagon 1849">
              <a:extLst>
                <a:ext uri="{FF2B5EF4-FFF2-40B4-BE49-F238E27FC236}">
                  <a16:creationId xmlns:a16="http://schemas.microsoft.com/office/drawing/2014/main" id="{FC5FA73A-7BB6-4982-B624-54FAAFA21E9D}"/>
                </a:ext>
              </a:extLst>
            </p:cNvPr>
            <p:cNvSpPr/>
            <p:nvPr/>
          </p:nvSpPr>
          <p:spPr>
            <a:xfrm>
              <a:off x="7460549" y="773045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51" name="Hexagon 1850">
              <a:extLst>
                <a:ext uri="{FF2B5EF4-FFF2-40B4-BE49-F238E27FC236}">
                  <a16:creationId xmlns:a16="http://schemas.microsoft.com/office/drawing/2014/main" id="{822925FD-2226-4D05-A00E-96673130677C}"/>
                </a:ext>
              </a:extLst>
            </p:cNvPr>
            <p:cNvSpPr/>
            <p:nvPr/>
          </p:nvSpPr>
          <p:spPr>
            <a:xfrm>
              <a:off x="7456196" y="754791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52" name="Hexagon 1851">
              <a:extLst>
                <a:ext uri="{FF2B5EF4-FFF2-40B4-BE49-F238E27FC236}">
                  <a16:creationId xmlns:a16="http://schemas.microsoft.com/office/drawing/2014/main" id="{6E9E20F7-41AD-4472-A554-E133556BC79B}"/>
                </a:ext>
              </a:extLst>
            </p:cNvPr>
            <p:cNvSpPr/>
            <p:nvPr/>
          </p:nvSpPr>
          <p:spPr>
            <a:xfrm>
              <a:off x="7460388" y="73644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53" name="Hexagon 1852">
              <a:extLst>
                <a:ext uri="{FF2B5EF4-FFF2-40B4-BE49-F238E27FC236}">
                  <a16:creationId xmlns:a16="http://schemas.microsoft.com/office/drawing/2014/main" id="{D659DC17-FB26-4EED-97D4-105E730A957A}"/>
                </a:ext>
              </a:extLst>
            </p:cNvPr>
            <p:cNvSpPr/>
            <p:nvPr/>
          </p:nvSpPr>
          <p:spPr>
            <a:xfrm>
              <a:off x="7687723" y="745315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54" name="Hexagon 1853">
              <a:extLst>
                <a:ext uri="{FF2B5EF4-FFF2-40B4-BE49-F238E27FC236}">
                  <a16:creationId xmlns:a16="http://schemas.microsoft.com/office/drawing/2014/main" id="{2924739C-3454-40EB-A6B9-147E6BEA612B}"/>
                </a:ext>
              </a:extLst>
            </p:cNvPr>
            <p:cNvSpPr/>
            <p:nvPr/>
          </p:nvSpPr>
          <p:spPr>
            <a:xfrm>
              <a:off x="7688473" y="707911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55" name="Hexagon 1854">
              <a:extLst>
                <a:ext uri="{FF2B5EF4-FFF2-40B4-BE49-F238E27FC236}">
                  <a16:creationId xmlns:a16="http://schemas.microsoft.com/office/drawing/2014/main" id="{9B426442-F92D-468C-9DCC-42BBFEC5F6FB}"/>
                </a:ext>
              </a:extLst>
            </p:cNvPr>
            <p:cNvSpPr/>
            <p:nvPr/>
          </p:nvSpPr>
          <p:spPr>
            <a:xfrm>
              <a:off x="8409847" y="71789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56" name="Hexagon 1855">
              <a:extLst>
                <a:ext uri="{FF2B5EF4-FFF2-40B4-BE49-F238E27FC236}">
                  <a16:creationId xmlns:a16="http://schemas.microsoft.com/office/drawing/2014/main" id="{BA954472-04B5-4725-B0FD-C4FF52DB4CC4}"/>
                </a:ext>
              </a:extLst>
            </p:cNvPr>
            <p:cNvSpPr/>
            <p:nvPr/>
          </p:nvSpPr>
          <p:spPr>
            <a:xfrm>
              <a:off x="7930755" y="681027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57" name="Hexagon 1856">
              <a:extLst>
                <a:ext uri="{FF2B5EF4-FFF2-40B4-BE49-F238E27FC236}">
                  <a16:creationId xmlns:a16="http://schemas.microsoft.com/office/drawing/2014/main" id="{2D0D4964-7BCF-41AE-85D0-A7B1F4117BF7}"/>
                </a:ext>
              </a:extLst>
            </p:cNvPr>
            <p:cNvSpPr/>
            <p:nvPr/>
          </p:nvSpPr>
          <p:spPr>
            <a:xfrm>
              <a:off x="3696711" y="773045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58" name="Hexagon 1857">
              <a:extLst>
                <a:ext uri="{FF2B5EF4-FFF2-40B4-BE49-F238E27FC236}">
                  <a16:creationId xmlns:a16="http://schemas.microsoft.com/office/drawing/2014/main" id="{4F5E480E-31FA-4119-B034-B1099858910E}"/>
                </a:ext>
              </a:extLst>
            </p:cNvPr>
            <p:cNvSpPr/>
            <p:nvPr/>
          </p:nvSpPr>
          <p:spPr>
            <a:xfrm>
              <a:off x="3460194" y="78179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59" name="Hexagon 1858">
              <a:extLst>
                <a:ext uri="{FF2B5EF4-FFF2-40B4-BE49-F238E27FC236}">
                  <a16:creationId xmlns:a16="http://schemas.microsoft.com/office/drawing/2014/main" id="{84F6B2F1-38B9-42A2-BDD7-8C29419002E5}"/>
                </a:ext>
              </a:extLst>
            </p:cNvPr>
            <p:cNvSpPr/>
            <p:nvPr/>
          </p:nvSpPr>
          <p:spPr>
            <a:xfrm>
              <a:off x="3461008" y="763193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60" name="Hexagon 1859">
              <a:extLst>
                <a:ext uri="{FF2B5EF4-FFF2-40B4-BE49-F238E27FC236}">
                  <a16:creationId xmlns:a16="http://schemas.microsoft.com/office/drawing/2014/main" id="{44C44A39-5D87-4945-8DB7-EF0CE9677E03}"/>
                </a:ext>
              </a:extLst>
            </p:cNvPr>
            <p:cNvSpPr/>
            <p:nvPr/>
          </p:nvSpPr>
          <p:spPr>
            <a:xfrm>
              <a:off x="3458032" y="74460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61" name="Hexagon 1860">
              <a:extLst>
                <a:ext uri="{FF2B5EF4-FFF2-40B4-BE49-F238E27FC236}">
                  <a16:creationId xmlns:a16="http://schemas.microsoft.com/office/drawing/2014/main" id="{2A5037C0-F651-4D7E-BE0D-98A59FEF6132}"/>
                </a:ext>
              </a:extLst>
            </p:cNvPr>
            <p:cNvSpPr/>
            <p:nvPr/>
          </p:nvSpPr>
          <p:spPr>
            <a:xfrm>
              <a:off x="3225758" y="790963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62" name="Hexagon 1861">
              <a:extLst>
                <a:ext uri="{FF2B5EF4-FFF2-40B4-BE49-F238E27FC236}">
                  <a16:creationId xmlns:a16="http://schemas.microsoft.com/office/drawing/2014/main" id="{E19C9711-00A6-454F-B808-A405F10BA170}"/>
                </a:ext>
              </a:extLst>
            </p:cNvPr>
            <p:cNvSpPr/>
            <p:nvPr/>
          </p:nvSpPr>
          <p:spPr>
            <a:xfrm>
              <a:off x="3226572" y="772367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63" name="Hexagon 1862">
              <a:extLst>
                <a:ext uri="{FF2B5EF4-FFF2-40B4-BE49-F238E27FC236}">
                  <a16:creationId xmlns:a16="http://schemas.microsoft.com/office/drawing/2014/main" id="{84D05136-DEA8-40FD-9DAD-A05CEBC298E1}"/>
                </a:ext>
              </a:extLst>
            </p:cNvPr>
            <p:cNvSpPr/>
            <p:nvPr/>
          </p:nvSpPr>
          <p:spPr>
            <a:xfrm>
              <a:off x="3225977" y="753540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64" name="Hexagon 1863">
              <a:extLst>
                <a:ext uri="{FF2B5EF4-FFF2-40B4-BE49-F238E27FC236}">
                  <a16:creationId xmlns:a16="http://schemas.microsoft.com/office/drawing/2014/main" id="{43FA5E6A-B916-42ED-B580-7BBE9B6E4C82}"/>
                </a:ext>
              </a:extLst>
            </p:cNvPr>
            <p:cNvSpPr/>
            <p:nvPr/>
          </p:nvSpPr>
          <p:spPr>
            <a:xfrm>
              <a:off x="3225041" y="846883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65" name="Hexagon 1864">
              <a:extLst>
                <a:ext uri="{FF2B5EF4-FFF2-40B4-BE49-F238E27FC236}">
                  <a16:creationId xmlns:a16="http://schemas.microsoft.com/office/drawing/2014/main" id="{CEBB53DA-913D-4534-8EB4-6AC568FC1F70}"/>
                </a:ext>
              </a:extLst>
            </p:cNvPr>
            <p:cNvSpPr/>
            <p:nvPr/>
          </p:nvSpPr>
          <p:spPr>
            <a:xfrm>
              <a:off x="3225855" y="828286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66" name="Hexagon 1865">
              <a:extLst>
                <a:ext uri="{FF2B5EF4-FFF2-40B4-BE49-F238E27FC236}">
                  <a16:creationId xmlns:a16="http://schemas.microsoft.com/office/drawing/2014/main" id="{DE6496B6-7098-45BF-A878-3D4B079BA176}"/>
                </a:ext>
              </a:extLst>
            </p:cNvPr>
            <p:cNvSpPr/>
            <p:nvPr/>
          </p:nvSpPr>
          <p:spPr>
            <a:xfrm>
              <a:off x="3225260" y="809459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67" name="Hexagon 1866">
              <a:extLst>
                <a:ext uri="{FF2B5EF4-FFF2-40B4-BE49-F238E27FC236}">
                  <a16:creationId xmlns:a16="http://schemas.microsoft.com/office/drawing/2014/main" id="{51C3B3BD-2838-4A5F-9003-D77264E022BC}"/>
                </a:ext>
              </a:extLst>
            </p:cNvPr>
            <p:cNvSpPr/>
            <p:nvPr/>
          </p:nvSpPr>
          <p:spPr>
            <a:xfrm>
              <a:off x="2990500" y="85596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68" name="Hexagon 1867">
              <a:extLst>
                <a:ext uri="{FF2B5EF4-FFF2-40B4-BE49-F238E27FC236}">
                  <a16:creationId xmlns:a16="http://schemas.microsoft.com/office/drawing/2014/main" id="{2F5FBE6C-F928-41FA-851E-5C1A9CAFD7B0}"/>
                </a:ext>
              </a:extLst>
            </p:cNvPr>
            <p:cNvSpPr/>
            <p:nvPr/>
          </p:nvSpPr>
          <p:spPr>
            <a:xfrm>
              <a:off x="2991314" y="837372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69" name="Hexagon 1868">
              <a:extLst>
                <a:ext uri="{FF2B5EF4-FFF2-40B4-BE49-F238E27FC236}">
                  <a16:creationId xmlns:a16="http://schemas.microsoft.com/office/drawing/2014/main" id="{39236DD1-FDB4-4FD0-B4BD-4660753C279D}"/>
                </a:ext>
              </a:extLst>
            </p:cNvPr>
            <p:cNvSpPr/>
            <p:nvPr/>
          </p:nvSpPr>
          <p:spPr>
            <a:xfrm>
              <a:off x="2990719" y="818544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70" name="Hexagon 1869">
              <a:extLst>
                <a:ext uri="{FF2B5EF4-FFF2-40B4-BE49-F238E27FC236}">
                  <a16:creationId xmlns:a16="http://schemas.microsoft.com/office/drawing/2014/main" id="{4BB8451F-AB9C-4F4A-BF9E-040103591DD7}"/>
                </a:ext>
              </a:extLst>
            </p:cNvPr>
            <p:cNvSpPr/>
            <p:nvPr/>
          </p:nvSpPr>
          <p:spPr>
            <a:xfrm>
              <a:off x="3225260" y="865056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71" name="Hexagon 1870">
              <a:extLst>
                <a:ext uri="{FF2B5EF4-FFF2-40B4-BE49-F238E27FC236}">
                  <a16:creationId xmlns:a16="http://schemas.microsoft.com/office/drawing/2014/main" id="{A0FBCD51-D881-4D66-9D70-E420F4E3D42C}"/>
                </a:ext>
              </a:extLst>
            </p:cNvPr>
            <p:cNvSpPr/>
            <p:nvPr/>
          </p:nvSpPr>
          <p:spPr>
            <a:xfrm>
              <a:off x="2991663" y="800283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72" name="Hexagon 1871">
              <a:extLst>
                <a:ext uri="{FF2B5EF4-FFF2-40B4-BE49-F238E27FC236}">
                  <a16:creationId xmlns:a16="http://schemas.microsoft.com/office/drawing/2014/main" id="{EB76B26D-6AE8-4D20-A116-4B859599BA9E}"/>
                </a:ext>
              </a:extLst>
            </p:cNvPr>
            <p:cNvSpPr/>
            <p:nvPr/>
          </p:nvSpPr>
          <p:spPr>
            <a:xfrm>
              <a:off x="2991068" y="781456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73" name="Hexagon 1872">
              <a:extLst>
                <a:ext uri="{FF2B5EF4-FFF2-40B4-BE49-F238E27FC236}">
                  <a16:creationId xmlns:a16="http://schemas.microsoft.com/office/drawing/2014/main" id="{E5B52F27-07C2-48B2-A5E4-9C32DFDB86E7}"/>
                </a:ext>
              </a:extLst>
            </p:cNvPr>
            <p:cNvSpPr/>
            <p:nvPr/>
          </p:nvSpPr>
          <p:spPr>
            <a:xfrm>
              <a:off x="2991145" y="74456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74" name="Hexagon 1873">
              <a:extLst>
                <a:ext uri="{FF2B5EF4-FFF2-40B4-BE49-F238E27FC236}">
                  <a16:creationId xmlns:a16="http://schemas.microsoft.com/office/drawing/2014/main" id="{97776A7F-86B4-40A4-8A10-0A282EABB789}"/>
                </a:ext>
              </a:extLst>
            </p:cNvPr>
            <p:cNvSpPr/>
            <p:nvPr/>
          </p:nvSpPr>
          <p:spPr>
            <a:xfrm>
              <a:off x="2754830" y="790911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75" name="Hexagon 1874">
              <a:extLst>
                <a:ext uri="{FF2B5EF4-FFF2-40B4-BE49-F238E27FC236}">
                  <a16:creationId xmlns:a16="http://schemas.microsoft.com/office/drawing/2014/main" id="{73D51821-14DF-42A8-9B33-DB7482216598}"/>
                </a:ext>
              </a:extLst>
            </p:cNvPr>
            <p:cNvSpPr/>
            <p:nvPr/>
          </p:nvSpPr>
          <p:spPr>
            <a:xfrm>
              <a:off x="2755774" y="77264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76" name="Hexagon 1875">
              <a:extLst>
                <a:ext uri="{FF2B5EF4-FFF2-40B4-BE49-F238E27FC236}">
                  <a16:creationId xmlns:a16="http://schemas.microsoft.com/office/drawing/2014/main" id="{2356956C-EF63-4B65-89CB-44963E595D06}"/>
                </a:ext>
              </a:extLst>
            </p:cNvPr>
            <p:cNvSpPr/>
            <p:nvPr/>
          </p:nvSpPr>
          <p:spPr>
            <a:xfrm>
              <a:off x="2755179" y="753822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77" name="Hexagon 1876">
              <a:extLst>
                <a:ext uri="{FF2B5EF4-FFF2-40B4-BE49-F238E27FC236}">
                  <a16:creationId xmlns:a16="http://schemas.microsoft.com/office/drawing/2014/main" id="{7A1ABF09-FC24-435B-9041-6389BE38969B}"/>
                </a:ext>
              </a:extLst>
            </p:cNvPr>
            <p:cNvSpPr/>
            <p:nvPr/>
          </p:nvSpPr>
          <p:spPr>
            <a:xfrm>
              <a:off x="2524919" y="781911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78" name="Hexagon 1877">
              <a:extLst>
                <a:ext uri="{FF2B5EF4-FFF2-40B4-BE49-F238E27FC236}">
                  <a16:creationId xmlns:a16="http://schemas.microsoft.com/office/drawing/2014/main" id="{36B0633E-7F1C-4904-A331-C0EBF63D64EE}"/>
                </a:ext>
              </a:extLst>
            </p:cNvPr>
            <p:cNvSpPr/>
            <p:nvPr/>
          </p:nvSpPr>
          <p:spPr>
            <a:xfrm>
              <a:off x="2524324" y="763083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79" name="Hexagon 1878">
              <a:extLst>
                <a:ext uri="{FF2B5EF4-FFF2-40B4-BE49-F238E27FC236}">
                  <a16:creationId xmlns:a16="http://schemas.microsoft.com/office/drawing/2014/main" id="{2639CA6A-3CE8-4689-9228-36B0C19A1440}"/>
                </a:ext>
              </a:extLst>
            </p:cNvPr>
            <p:cNvSpPr/>
            <p:nvPr/>
          </p:nvSpPr>
          <p:spPr>
            <a:xfrm>
              <a:off x="3225041" y="88237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80" name="Hexagon 1879">
              <a:extLst>
                <a:ext uri="{FF2B5EF4-FFF2-40B4-BE49-F238E27FC236}">
                  <a16:creationId xmlns:a16="http://schemas.microsoft.com/office/drawing/2014/main" id="{34913809-C243-41B9-91A3-E216C5F46423}"/>
                </a:ext>
              </a:extLst>
            </p:cNvPr>
            <p:cNvSpPr/>
            <p:nvPr/>
          </p:nvSpPr>
          <p:spPr>
            <a:xfrm>
              <a:off x="3461027" y="89131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81" name="Hexagon 1880">
              <a:extLst>
                <a:ext uri="{FF2B5EF4-FFF2-40B4-BE49-F238E27FC236}">
                  <a16:creationId xmlns:a16="http://schemas.microsoft.com/office/drawing/2014/main" id="{DADEB27C-49FC-4968-8F71-E74722CC1525}"/>
                </a:ext>
              </a:extLst>
            </p:cNvPr>
            <p:cNvSpPr/>
            <p:nvPr/>
          </p:nvSpPr>
          <p:spPr>
            <a:xfrm>
              <a:off x="3462794" y="910005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82" name="Hexagon 1881">
              <a:extLst>
                <a:ext uri="{FF2B5EF4-FFF2-40B4-BE49-F238E27FC236}">
                  <a16:creationId xmlns:a16="http://schemas.microsoft.com/office/drawing/2014/main" id="{4AC385C3-4CAE-4190-80C7-EA5D23F7B7DD}"/>
                </a:ext>
              </a:extLst>
            </p:cNvPr>
            <p:cNvSpPr/>
            <p:nvPr/>
          </p:nvSpPr>
          <p:spPr>
            <a:xfrm>
              <a:off x="3227286" y="919866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83" name="Hexagon 1882">
              <a:extLst>
                <a:ext uri="{FF2B5EF4-FFF2-40B4-BE49-F238E27FC236}">
                  <a16:creationId xmlns:a16="http://schemas.microsoft.com/office/drawing/2014/main" id="{A0D1F7FA-6566-4FEF-8955-4A208BF79028}"/>
                </a:ext>
              </a:extLst>
            </p:cNvPr>
            <p:cNvSpPr/>
            <p:nvPr/>
          </p:nvSpPr>
          <p:spPr>
            <a:xfrm>
              <a:off x="2990500" y="89197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84" name="Hexagon 1883">
              <a:extLst>
                <a:ext uri="{FF2B5EF4-FFF2-40B4-BE49-F238E27FC236}">
                  <a16:creationId xmlns:a16="http://schemas.microsoft.com/office/drawing/2014/main" id="{5485279C-C7A2-41B3-B500-487DCD9F2131}"/>
                </a:ext>
              </a:extLst>
            </p:cNvPr>
            <p:cNvSpPr/>
            <p:nvPr/>
          </p:nvSpPr>
          <p:spPr>
            <a:xfrm>
              <a:off x="2987016" y="91071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85" name="Hexagon 1884">
              <a:extLst>
                <a:ext uri="{FF2B5EF4-FFF2-40B4-BE49-F238E27FC236}">
                  <a16:creationId xmlns:a16="http://schemas.microsoft.com/office/drawing/2014/main" id="{C9690358-4D48-4151-B546-47630466EB2B}"/>
                </a:ext>
              </a:extLst>
            </p:cNvPr>
            <p:cNvSpPr/>
            <p:nvPr/>
          </p:nvSpPr>
          <p:spPr>
            <a:xfrm>
              <a:off x="2753081" y="92026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86" name="Hexagon 1885">
              <a:extLst>
                <a:ext uri="{FF2B5EF4-FFF2-40B4-BE49-F238E27FC236}">
                  <a16:creationId xmlns:a16="http://schemas.microsoft.com/office/drawing/2014/main" id="{53E06BBC-6A9C-4D33-8203-512468E06D47}"/>
                </a:ext>
              </a:extLst>
            </p:cNvPr>
            <p:cNvSpPr/>
            <p:nvPr/>
          </p:nvSpPr>
          <p:spPr>
            <a:xfrm>
              <a:off x="2995010" y="92928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87" name="Hexagon 1886">
              <a:extLst>
                <a:ext uri="{FF2B5EF4-FFF2-40B4-BE49-F238E27FC236}">
                  <a16:creationId xmlns:a16="http://schemas.microsoft.com/office/drawing/2014/main" id="{1839446D-6900-4A1E-8786-13ABDA19C6B5}"/>
                </a:ext>
              </a:extLst>
            </p:cNvPr>
            <p:cNvSpPr/>
            <p:nvPr/>
          </p:nvSpPr>
          <p:spPr>
            <a:xfrm>
              <a:off x="2759502" y="939149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88" name="Hexagon 1887">
              <a:extLst>
                <a:ext uri="{FF2B5EF4-FFF2-40B4-BE49-F238E27FC236}">
                  <a16:creationId xmlns:a16="http://schemas.microsoft.com/office/drawing/2014/main" id="{9483076F-B4A5-4DF4-96D1-613BE8D7421B}"/>
                </a:ext>
              </a:extLst>
            </p:cNvPr>
            <p:cNvSpPr/>
            <p:nvPr/>
          </p:nvSpPr>
          <p:spPr>
            <a:xfrm>
              <a:off x="2284528" y="91995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89" name="Hexagon 1888">
              <a:extLst>
                <a:ext uri="{FF2B5EF4-FFF2-40B4-BE49-F238E27FC236}">
                  <a16:creationId xmlns:a16="http://schemas.microsoft.com/office/drawing/2014/main" id="{C077ADAB-4B53-427B-9E35-F512CE7DB017}"/>
                </a:ext>
              </a:extLst>
            </p:cNvPr>
            <p:cNvSpPr/>
            <p:nvPr/>
          </p:nvSpPr>
          <p:spPr>
            <a:xfrm>
              <a:off x="2286187" y="93859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90" name="Hexagon 1889">
              <a:extLst>
                <a:ext uri="{FF2B5EF4-FFF2-40B4-BE49-F238E27FC236}">
                  <a16:creationId xmlns:a16="http://schemas.microsoft.com/office/drawing/2014/main" id="{ECEFAC80-BB36-4828-AA5E-7C2BF4874671}"/>
                </a:ext>
              </a:extLst>
            </p:cNvPr>
            <p:cNvSpPr/>
            <p:nvPr/>
          </p:nvSpPr>
          <p:spPr>
            <a:xfrm>
              <a:off x="2519457" y="948301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91" name="Hexagon 1890">
              <a:extLst>
                <a:ext uri="{FF2B5EF4-FFF2-40B4-BE49-F238E27FC236}">
                  <a16:creationId xmlns:a16="http://schemas.microsoft.com/office/drawing/2014/main" id="{D7168C74-C4FB-4AB5-9B3B-BC7908537B35}"/>
                </a:ext>
              </a:extLst>
            </p:cNvPr>
            <p:cNvSpPr/>
            <p:nvPr/>
          </p:nvSpPr>
          <p:spPr>
            <a:xfrm>
              <a:off x="2519457" y="96657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92" name="Hexagon 1891">
              <a:extLst>
                <a:ext uri="{FF2B5EF4-FFF2-40B4-BE49-F238E27FC236}">
                  <a16:creationId xmlns:a16="http://schemas.microsoft.com/office/drawing/2014/main" id="{080B3AB1-F938-444E-97A9-7C9400DDA651}"/>
                </a:ext>
              </a:extLst>
            </p:cNvPr>
            <p:cNvSpPr/>
            <p:nvPr/>
          </p:nvSpPr>
          <p:spPr>
            <a:xfrm>
              <a:off x="2284541" y="772862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93" name="Hexagon 1892">
              <a:extLst>
                <a:ext uri="{FF2B5EF4-FFF2-40B4-BE49-F238E27FC236}">
                  <a16:creationId xmlns:a16="http://schemas.microsoft.com/office/drawing/2014/main" id="{CF8D8022-A7BA-47F4-A0AC-3FB56239300E}"/>
                </a:ext>
              </a:extLst>
            </p:cNvPr>
            <p:cNvSpPr/>
            <p:nvPr/>
          </p:nvSpPr>
          <p:spPr>
            <a:xfrm>
              <a:off x="2286327" y="75403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94" name="Hexagon 1893">
              <a:extLst>
                <a:ext uri="{FF2B5EF4-FFF2-40B4-BE49-F238E27FC236}">
                  <a16:creationId xmlns:a16="http://schemas.microsoft.com/office/drawing/2014/main" id="{8056605F-114A-46E8-A19A-189B51DEDA3E}"/>
                </a:ext>
              </a:extLst>
            </p:cNvPr>
            <p:cNvSpPr/>
            <p:nvPr/>
          </p:nvSpPr>
          <p:spPr>
            <a:xfrm>
              <a:off x="2279766" y="736134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95" name="Hexagon 1894">
              <a:extLst>
                <a:ext uri="{FF2B5EF4-FFF2-40B4-BE49-F238E27FC236}">
                  <a16:creationId xmlns:a16="http://schemas.microsoft.com/office/drawing/2014/main" id="{AA3AE200-03F4-419F-88C5-76C968394820}"/>
                </a:ext>
              </a:extLst>
            </p:cNvPr>
            <p:cNvSpPr/>
            <p:nvPr/>
          </p:nvSpPr>
          <p:spPr>
            <a:xfrm>
              <a:off x="2279171" y="71730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96" name="Hexagon 1895">
              <a:extLst>
                <a:ext uri="{FF2B5EF4-FFF2-40B4-BE49-F238E27FC236}">
                  <a16:creationId xmlns:a16="http://schemas.microsoft.com/office/drawing/2014/main" id="{DA712078-F85C-4608-821D-ABD457F00C16}"/>
                </a:ext>
              </a:extLst>
            </p:cNvPr>
            <p:cNvSpPr/>
            <p:nvPr/>
          </p:nvSpPr>
          <p:spPr>
            <a:xfrm>
              <a:off x="2277385" y="69870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97" name="Hexagon 1896">
              <a:extLst>
                <a:ext uri="{FF2B5EF4-FFF2-40B4-BE49-F238E27FC236}">
                  <a16:creationId xmlns:a16="http://schemas.microsoft.com/office/drawing/2014/main" id="{72CC2507-5554-4A4E-B870-803DAF76B458}"/>
                </a:ext>
              </a:extLst>
            </p:cNvPr>
            <p:cNvSpPr/>
            <p:nvPr/>
          </p:nvSpPr>
          <p:spPr>
            <a:xfrm>
              <a:off x="2276790" y="679881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98" name="Hexagon 1897">
              <a:extLst>
                <a:ext uri="{FF2B5EF4-FFF2-40B4-BE49-F238E27FC236}">
                  <a16:creationId xmlns:a16="http://schemas.microsoft.com/office/drawing/2014/main" id="{5424F038-417E-4307-8E26-D5511327FE65}"/>
                </a:ext>
              </a:extLst>
            </p:cNvPr>
            <p:cNvSpPr/>
            <p:nvPr/>
          </p:nvSpPr>
          <p:spPr>
            <a:xfrm>
              <a:off x="2514212" y="70772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899" name="Hexagon 1898">
              <a:extLst>
                <a:ext uri="{FF2B5EF4-FFF2-40B4-BE49-F238E27FC236}">
                  <a16:creationId xmlns:a16="http://schemas.microsoft.com/office/drawing/2014/main" id="{93CF178C-C2A8-44EE-B7D2-14E62EAA7E83}"/>
                </a:ext>
              </a:extLst>
            </p:cNvPr>
            <p:cNvSpPr/>
            <p:nvPr/>
          </p:nvSpPr>
          <p:spPr>
            <a:xfrm>
              <a:off x="2753081" y="69890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00" name="Hexagon 1899">
              <a:extLst>
                <a:ext uri="{FF2B5EF4-FFF2-40B4-BE49-F238E27FC236}">
                  <a16:creationId xmlns:a16="http://schemas.microsoft.com/office/drawing/2014/main" id="{33225E21-009D-405E-BDEB-6CDE6B220496}"/>
                </a:ext>
              </a:extLst>
            </p:cNvPr>
            <p:cNvSpPr/>
            <p:nvPr/>
          </p:nvSpPr>
          <p:spPr>
            <a:xfrm>
              <a:off x="2987881" y="70867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01" name="Hexagon 1900">
              <a:extLst>
                <a:ext uri="{FF2B5EF4-FFF2-40B4-BE49-F238E27FC236}">
                  <a16:creationId xmlns:a16="http://schemas.microsoft.com/office/drawing/2014/main" id="{FD30045F-C50A-4CB0-BFF5-6BEE10CD8540}"/>
                </a:ext>
              </a:extLst>
            </p:cNvPr>
            <p:cNvSpPr/>
            <p:nvPr/>
          </p:nvSpPr>
          <p:spPr>
            <a:xfrm>
              <a:off x="1807949" y="717659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02" name="Hexagon 1901">
              <a:extLst>
                <a:ext uri="{FF2B5EF4-FFF2-40B4-BE49-F238E27FC236}">
                  <a16:creationId xmlns:a16="http://schemas.microsoft.com/office/drawing/2014/main" id="{E7F6B7BB-1739-444B-9C64-3E0701E7A673}"/>
                </a:ext>
              </a:extLst>
            </p:cNvPr>
            <p:cNvSpPr/>
            <p:nvPr/>
          </p:nvSpPr>
          <p:spPr>
            <a:xfrm>
              <a:off x="1806163" y="699061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03" name="Hexagon 1902">
              <a:extLst>
                <a:ext uri="{FF2B5EF4-FFF2-40B4-BE49-F238E27FC236}">
                  <a16:creationId xmlns:a16="http://schemas.microsoft.com/office/drawing/2014/main" id="{05C18854-F62E-457F-A649-9F4E4E049186}"/>
                </a:ext>
              </a:extLst>
            </p:cNvPr>
            <p:cNvSpPr/>
            <p:nvPr/>
          </p:nvSpPr>
          <p:spPr>
            <a:xfrm>
              <a:off x="2042990" y="708081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04" name="Hexagon 1903">
              <a:extLst>
                <a:ext uri="{FF2B5EF4-FFF2-40B4-BE49-F238E27FC236}">
                  <a16:creationId xmlns:a16="http://schemas.microsoft.com/office/drawing/2014/main" id="{29F0F91F-DD3F-405F-93D8-608321541A69}"/>
                </a:ext>
              </a:extLst>
            </p:cNvPr>
            <p:cNvSpPr/>
            <p:nvPr/>
          </p:nvSpPr>
          <p:spPr>
            <a:xfrm>
              <a:off x="2045032" y="67117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05" name="Hexagon 1904">
              <a:extLst>
                <a:ext uri="{FF2B5EF4-FFF2-40B4-BE49-F238E27FC236}">
                  <a16:creationId xmlns:a16="http://schemas.microsoft.com/office/drawing/2014/main" id="{0A60DB2A-4ADB-440D-93C0-2054DE007349}"/>
                </a:ext>
              </a:extLst>
            </p:cNvPr>
            <p:cNvSpPr/>
            <p:nvPr/>
          </p:nvSpPr>
          <p:spPr>
            <a:xfrm>
              <a:off x="1810637" y="68054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06" name="Hexagon 1905">
              <a:extLst>
                <a:ext uri="{FF2B5EF4-FFF2-40B4-BE49-F238E27FC236}">
                  <a16:creationId xmlns:a16="http://schemas.microsoft.com/office/drawing/2014/main" id="{C5B79B2A-8B88-469A-B035-FEA4A6186008}"/>
                </a:ext>
              </a:extLst>
            </p:cNvPr>
            <p:cNvSpPr/>
            <p:nvPr/>
          </p:nvSpPr>
          <p:spPr>
            <a:xfrm>
              <a:off x="2281425" y="643747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07" name="Hexagon 1906">
              <a:extLst>
                <a:ext uri="{FF2B5EF4-FFF2-40B4-BE49-F238E27FC236}">
                  <a16:creationId xmlns:a16="http://schemas.microsoft.com/office/drawing/2014/main" id="{D5F51056-2B50-4DDF-8D92-972B7D05CAE3}"/>
                </a:ext>
              </a:extLst>
            </p:cNvPr>
            <p:cNvSpPr/>
            <p:nvPr/>
          </p:nvSpPr>
          <p:spPr>
            <a:xfrm>
              <a:off x="2514212" y="652574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08" name="Hexagon 1907">
              <a:extLst>
                <a:ext uri="{FF2B5EF4-FFF2-40B4-BE49-F238E27FC236}">
                  <a16:creationId xmlns:a16="http://schemas.microsoft.com/office/drawing/2014/main" id="{801CF5BE-CDF0-40C9-B139-1416DF67279C}"/>
                </a:ext>
              </a:extLst>
            </p:cNvPr>
            <p:cNvSpPr/>
            <p:nvPr/>
          </p:nvSpPr>
          <p:spPr>
            <a:xfrm>
              <a:off x="2049904" y="79989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09" name="Hexagon 1908">
              <a:extLst>
                <a:ext uri="{FF2B5EF4-FFF2-40B4-BE49-F238E27FC236}">
                  <a16:creationId xmlns:a16="http://schemas.microsoft.com/office/drawing/2014/main" id="{50C146C4-F3D7-455E-AB59-E8870C2FA9D0}"/>
                </a:ext>
              </a:extLst>
            </p:cNvPr>
            <p:cNvSpPr/>
            <p:nvPr/>
          </p:nvSpPr>
          <p:spPr>
            <a:xfrm>
              <a:off x="2040316" y="781820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10" name="Hexagon 1909">
              <a:extLst>
                <a:ext uri="{FF2B5EF4-FFF2-40B4-BE49-F238E27FC236}">
                  <a16:creationId xmlns:a16="http://schemas.microsoft.com/office/drawing/2014/main" id="{8217F599-45EA-4728-9E93-B9FCE2F7B97F}"/>
                </a:ext>
              </a:extLst>
            </p:cNvPr>
            <p:cNvSpPr/>
            <p:nvPr/>
          </p:nvSpPr>
          <p:spPr>
            <a:xfrm>
              <a:off x="2047510" y="763402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11" name="Hexagon 1910">
              <a:extLst>
                <a:ext uri="{FF2B5EF4-FFF2-40B4-BE49-F238E27FC236}">
                  <a16:creationId xmlns:a16="http://schemas.microsoft.com/office/drawing/2014/main" id="{4AA62906-7D6F-4158-A9B3-015035D97113}"/>
                </a:ext>
              </a:extLst>
            </p:cNvPr>
            <p:cNvSpPr/>
            <p:nvPr/>
          </p:nvSpPr>
          <p:spPr>
            <a:xfrm>
              <a:off x="1812239" y="82785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12" name="Hexagon 1911">
              <a:extLst>
                <a:ext uri="{FF2B5EF4-FFF2-40B4-BE49-F238E27FC236}">
                  <a16:creationId xmlns:a16="http://schemas.microsoft.com/office/drawing/2014/main" id="{8134E657-4866-49B4-B7A6-32F6E9C5BCD8}"/>
                </a:ext>
              </a:extLst>
            </p:cNvPr>
            <p:cNvSpPr/>
            <p:nvPr/>
          </p:nvSpPr>
          <p:spPr>
            <a:xfrm>
              <a:off x="1809263" y="809025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13" name="Hexagon 1912">
              <a:extLst>
                <a:ext uri="{FF2B5EF4-FFF2-40B4-BE49-F238E27FC236}">
                  <a16:creationId xmlns:a16="http://schemas.microsoft.com/office/drawing/2014/main" id="{8BBD1614-7ACC-4884-B5D1-347B84AB853F}"/>
                </a:ext>
              </a:extLst>
            </p:cNvPr>
            <p:cNvSpPr/>
            <p:nvPr/>
          </p:nvSpPr>
          <p:spPr>
            <a:xfrm>
              <a:off x="1805083" y="79136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14" name="Hexagon 1913">
              <a:extLst>
                <a:ext uri="{FF2B5EF4-FFF2-40B4-BE49-F238E27FC236}">
                  <a16:creationId xmlns:a16="http://schemas.microsoft.com/office/drawing/2014/main" id="{651BA0BD-F564-49F5-B2A2-7D9B566AE4BF}"/>
                </a:ext>
              </a:extLst>
            </p:cNvPr>
            <p:cNvSpPr/>
            <p:nvPr/>
          </p:nvSpPr>
          <p:spPr>
            <a:xfrm>
              <a:off x="1810201" y="846185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15" name="Hexagon 1914">
              <a:extLst>
                <a:ext uri="{FF2B5EF4-FFF2-40B4-BE49-F238E27FC236}">
                  <a16:creationId xmlns:a16="http://schemas.microsoft.com/office/drawing/2014/main" id="{28C7966D-B962-4D2F-8064-77DB8E9635ED}"/>
                </a:ext>
              </a:extLst>
            </p:cNvPr>
            <p:cNvSpPr/>
            <p:nvPr/>
          </p:nvSpPr>
          <p:spPr>
            <a:xfrm>
              <a:off x="1574167" y="837000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16" name="Hexagon 1915">
              <a:extLst>
                <a:ext uri="{FF2B5EF4-FFF2-40B4-BE49-F238E27FC236}">
                  <a16:creationId xmlns:a16="http://schemas.microsoft.com/office/drawing/2014/main" id="{DCB2BC2C-8FEE-4F96-958F-FF761BE8BCA5}"/>
                </a:ext>
              </a:extLst>
            </p:cNvPr>
            <p:cNvSpPr/>
            <p:nvPr/>
          </p:nvSpPr>
          <p:spPr>
            <a:xfrm>
              <a:off x="1573572" y="81817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17" name="Hexagon 1916">
              <a:extLst>
                <a:ext uri="{FF2B5EF4-FFF2-40B4-BE49-F238E27FC236}">
                  <a16:creationId xmlns:a16="http://schemas.microsoft.com/office/drawing/2014/main" id="{083A286D-CEF3-4672-A19B-8AB07F5376F3}"/>
                </a:ext>
              </a:extLst>
            </p:cNvPr>
            <p:cNvSpPr/>
            <p:nvPr/>
          </p:nvSpPr>
          <p:spPr>
            <a:xfrm>
              <a:off x="1567011" y="800271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18" name="Hexagon 1917">
              <a:extLst>
                <a:ext uri="{FF2B5EF4-FFF2-40B4-BE49-F238E27FC236}">
                  <a16:creationId xmlns:a16="http://schemas.microsoft.com/office/drawing/2014/main" id="{6D3685AD-BCA2-47B8-A25E-9E6E14B91BE8}"/>
                </a:ext>
              </a:extLst>
            </p:cNvPr>
            <p:cNvSpPr/>
            <p:nvPr/>
          </p:nvSpPr>
          <p:spPr>
            <a:xfrm>
              <a:off x="9111108" y="690142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19" name="Hexagon 1918">
              <a:extLst>
                <a:ext uri="{FF2B5EF4-FFF2-40B4-BE49-F238E27FC236}">
                  <a16:creationId xmlns:a16="http://schemas.microsoft.com/office/drawing/2014/main" id="{0E67E61D-8089-467E-906E-03395E813816}"/>
                </a:ext>
              </a:extLst>
            </p:cNvPr>
            <p:cNvSpPr/>
            <p:nvPr/>
          </p:nvSpPr>
          <p:spPr>
            <a:xfrm>
              <a:off x="9108727" y="67117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20" name="Hexagon 1919">
              <a:extLst>
                <a:ext uri="{FF2B5EF4-FFF2-40B4-BE49-F238E27FC236}">
                  <a16:creationId xmlns:a16="http://schemas.microsoft.com/office/drawing/2014/main" id="{6073899C-D3C9-479A-8394-33E3F17A3BF8}"/>
                </a:ext>
              </a:extLst>
            </p:cNvPr>
            <p:cNvSpPr/>
            <p:nvPr/>
          </p:nvSpPr>
          <p:spPr>
            <a:xfrm>
              <a:off x="9347323" y="699731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21" name="Hexagon 1920">
              <a:extLst>
                <a:ext uri="{FF2B5EF4-FFF2-40B4-BE49-F238E27FC236}">
                  <a16:creationId xmlns:a16="http://schemas.microsoft.com/office/drawing/2014/main" id="{5016600F-E10D-463F-AC2D-7DF24369A56E}"/>
                </a:ext>
              </a:extLst>
            </p:cNvPr>
            <p:cNvSpPr/>
            <p:nvPr/>
          </p:nvSpPr>
          <p:spPr>
            <a:xfrm>
              <a:off x="9347323" y="680761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22" name="Hexagon 1921">
              <a:extLst>
                <a:ext uri="{FF2B5EF4-FFF2-40B4-BE49-F238E27FC236}">
                  <a16:creationId xmlns:a16="http://schemas.microsoft.com/office/drawing/2014/main" id="{C3A47EC4-9160-4BFB-9049-6340F046680D}"/>
                </a:ext>
              </a:extLst>
            </p:cNvPr>
            <p:cNvSpPr/>
            <p:nvPr/>
          </p:nvSpPr>
          <p:spPr>
            <a:xfrm>
              <a:off x="9342866" y="662240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23" name="Hexagon 1922">
              <a:extLst>
                <a:ext uri="{FF2B5EF4-FFF2-40B4-BE49-F238E27FC236}">
                  <a16:creationId xmlns:a16="http://schemas.microsoft.com/office/drawing/2014/main" id="{0AE3F33B-ACFB-4B6B-8D3A-2497DD77DA7E}"/>
                </a:ext>
              </a:extLst>
            </p:cNvPr>
            <p:cNvSpPr/>
            <p:nvPr/>
          </p:nvSpPr>
          <p:spPr>
            <a:xfrm>
              <a:off x="9347628" y="643747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24" name="Hexagon 1923">
              <a:extLst>
                <a:ext uri="{FF2B5EF4-FFF2-40B4-BE49-F238E27FC236}">
                  <a16:creationId xmlns:a16="http://schemas.microsoft.com/office/drawing/2014/main" id="{FAD10CF2-11A7-4779-8A36-3AA13032018C}"/>
                </a:ext>
              </a:extLst>
            </p:cNvPr>
            <p:cNvSpPr/>
            <p:nvPr/>
          </p:nvSpPr>
          <p:spPr>
            <a:xfrm>
              <a:off x="9345247" y="625501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25" name="Hexagon 1924">
              <a:extLst>
                <a:ext uri="{FF2B5EF4-FFF2-40B4-BE49-F238E27FC236}">
                  <a16:creationId xmlns:a16="http://schemas.microsoft.com/office/drawing/2014/main" id="{951A354D-6065-4540-9B23-F8EABA2CDB24}"/>
                </a:ext>
              </a:extLst>
            </p:cNvPr>
            <p:cNvSpPr/>
            <p:nvPr/>
          </p:nvSpPr>
          <p:spPr>
            <a:xfrm>
              <a:off x="9342866" y="717993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26" name="Hexagon 1925">
              <a:extLst>
                <a:ext uri="{FF2B5EF4-FFF2-40B4-BE49-F238E27FC236}">
                  <a16:creationId xmlns:a16="http://schemas.microsoft.com/office/drawing/2014/main" id="{4DD2C76F-27F2-4E5B-A867-0911A83B21B1}"/>
                </a:ext>
              </a:extLst>
            </p:cNvPr>
            <p:cNvSpPr/>
            <p:nvPr/>
          </p:nvSpPr>
          <p:spPr>
            <a:xfrm>
              <a:off x="9579537" y="70923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27" name="Hexagon 1926">
              <a:extLst>
                <a:ext uri="{FF2B5EF4-FFF2-40B4-BE49-F238E27FC236}">
                  <a16:creationId xmlns:a16="http://schemas.microsoft.com/office/drawing/2014/main" id="{AE330259-1314-4E1A-9FE0-6B0FC8A759D3}"/>
                </a:ext>
              </a:extLst>
            </p:cNvPr>
            <p:cNvSpPr/>
            <p:nvPr/>
          </p:nvSpPr>
          <p:spPr>
            <a:xfrm>
              <a:off x="9579537" y="690263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28" name="Hexagon 1927">
              <a:extLst>
                <a:ext uri="{FF2B5EF4-FFF2-40B4-BE49-F238E27FC236}">
                  <a16:creationId xmlns:a16="http://schemas.microsoft.com/office/drawing/2014/main" id="{BEB9C4EC-34D2-4461-AA27-0E23A09DBA6C}"/>
                </a:ext>
              </a:extLst>
            </p:cNvPr>
            <p:cNvSpPr/>
            <p:nvPr/>
          </p:nvSpPr>
          <p:spPr>
            <a:xfrm>
              <a:off x="9575080" y="727494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29" name="Hexagon 1928">
              <a:extLst>
                <a:ext uri="{FF2B5EF4-FFF2-40B4-BE49-F238E27FC236}">
                  <a16:creationId xmlns:a16="http://schemas.microsoft.com/office/drawing/2014/main" id="{3AB2EB70-BFB4-4ABF-8B38-26EF5C6DF600}"/>
                </a:ext>
              </a:extLst>
            </p:cNvPr>
            <p:cNvSpPr/>
            <p:nvPr/>
          </p:nvSpPr>
          <p:spPr>
            <a:xfrm>
              <a:off x="9577040" y="764370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30" name="Hexagon 1929">
              <a:extLst>
                <a:ext uri="{FF2B5EF4-FFF2-40B4-BE49-F238E27FC236}">
                  <a16:creationId xmlns:a16="http://schemas.microsoft.com/office/drawing/2014/main" id="{FD80DD0C-9C0F-407F-8B05-889561012907}"/>
                </a:ext>
              </a:extLst>
            </p:cNvPr>
            <p:cNvSpPr/>
            <p:nvPr/>
          </p:nvSpPr>
          <p:spPr>
            <a:xfrm>
              <a:off x="9577040" y="74540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31" name="Hexagon 1930">
              <a:extLst>
                <a:ext uri="{FF2B5EF4-FFF2-40B4-BE49-F238E27FC236}">
                  <a16:creationId xmlns:a16="http://schemas.microsoft.com/office/drawing/2014/main" id="{BAB2415A-3DB5-490B-8A95-C3728CB8CD85}"/>
                </a:ext>
              </a:extLst>
            </p:cNvPr>
            <p:cNvSpPr/>
            <p:nvPr/>
          </p:nvSpPr>
          <p:spPr>
            <a:xfrm>
              <a:off x="9572583" y="78263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32" name="Hexagon 1931">
              <a:extLst>
                <a:ext uri="{FF2B5EF4-FFF2-40B4-BE49-F238E27FC236}">
                  <a16:creationId xmlns:a16="http://schemas.microsoft.com/office/drawing/2014/main" id="{6638F800-BBE1-4AB4-9BC4-BD63F3C5DAB9}"/>
                </a:ext>
              </a:extLst>
            </p:cNvPr>
            <p:cNvSpPr/>
            <p:nvPr/>
          </p:nvSpPr>
          <p:spPr>
            <a:xfrm>
              <a:off x="9813210" y="755317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33" name="Hexagon 1932">
              <a:extLst>
                <a:ext uri="{FF2B5EF4-FFF2-40B4-BE49-F238E27FC236}">
                  <a16:creationId xmlns:a16="http://schemas.microsoft.com/office/drawing/2014/main" id="{7FE2B466-A9D4-4134-AB29-4E9415624FAA}"/>
                </a:ext>
              </a:extLst>
            </p:cNvPr>
            <p:cNvSpPr/>
            <p:nvPr/>
          </p:nvSpPr>
          <p:spPr>
            <a:xfrm>
              <a:off x="9813210" y="736347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34" name="Hexagon 1933">
              <a:extLst>
                <a:ext uri="{FF2B5EF4-FFF2-40B4-BE49-F238E27FC236}">
                  <a16:creationId xmlns:a16="http://schemas.microsoft.com/office/drawing/2014/main" id="{6AF2679B-BE5D-4DB9-93B1-D2F53D7BD612}"/>
                </a:ext>
              </a:extLst>
            </p:cNvPr>
            <p:cNvSpPr/>
            <p:nvPr/>
          </p:nvSpPr>
          <p:spPr>
            <a:xfrm>
              <a:off x="9808753" y="77357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35" name="Hexagon 1934">
              <a:extLst>
                <a:ext uri="{FF2B5EF4-FFF2-40B4-BE49-F238E27FC236}">
                  <a16:creationId xmlns:a16="http://schemas.microsoft.com/office/drawing/2014/main" id="{D2C29B7A-0A31-467F-A18D-6852F6AF54F1}"/>
                </a:ext>
              </a:extLst>
            </p:cNvPr>
            <p:cNvSpPr/>
            <p:nvPr/>
          </p:nvSpPr>
          <p:spPr>
            <a:xfrm>
              <a:off x="9818799" y="700293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36" name="Hexagon 1935">
              <a:extLst>
                <a:ext uri="{FF2B5EF4-FFF2-40B4-BE49-F238E27FC236}">
                  <a16:creationId xmlns:a16="http://schemas.microsoft.com/office/drawing/2014/main" id="{204BA00F-1827-4047-92DA-9B784C40694C}"/>
                </a:ext>
              </a:extLst>
            </p:cNvPr>
            <p:cNvSpPr/>
            <p:nvPr/>
          </p:nvSpPr>
          <p:spPr>
            <a:xfrm>
              <a:off x="9818799" y="68132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37" name="Hexagon 1936">
              <a:extLst>
                <a:ext uri="{FF2B5EF4-FFF2-40B4-BE49-F238E27FC236}">
                  <a16:creationId xmlns:a16="http://schemas.microsoft.com/office/drawing/2014/main" id="{CBF2BB84-29D3-45E5-9BD2-CD960F850618}"/>
                </a:ext>
              </a:extLst>
            </p:cNvPr>
            <p:cNvSpPr/>
            <p:nvPr/>
          </p:nvSpPr>
          <p:spPr>
            <a:xfrm>
              <a:off x="9814342" y="718555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38" name="Hexagon 1937">
              <a:extLst>
                <a:ext uri="{FF2B5EF4-FFF2-40B4-BE49-F238E27FC236}">
                  <a16:creationId xmlns:a16="http://schemas.microsoft.com/office/drawing/2014/main" id="{113CFE73-1F0A-4D0B-93A1-3C1BE6736C37}"/>
                </a:ext>
              </a:extLst>
            </p:cNvPr>
            <p:cNvSpPr/>
            <p:nvPr/>
          </p:nvSpPr>
          <p:spPr>
            <a:xfrm>
              <a:off x="10053837" y="70939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39" name="Hexagon 1938">
              <a:extLst>
                <a:ext uri="{FF2B5EF4-FFF2-40B4-BE49-F238E27FC236}">
                  <a16:creationId xmlns:a16="http://schemas.microsoft.com/office/drawing/2014/main" id="{C377D87A-6976-413F-98EB-303881461283}"/>
                </a:ext>
              </a:extLst>
            </p:cNvPr>
            <p:cNvSpPr/>
            <p:nvPr/>
          </p:nvSpPr>
          <p:spPr>
            <a:xfrm>
              <a:off x="10053837" y="690420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40" name="Hexagon 1939">
              <a:extLst>
                <a:ext uri="{FF2B5EF4-FFF2-40B4-BE49-F238E27FC236}">
                  <a16:creationId xmlns:a16="http://schemas.microsoft.com/office/drawing/2014/main" id="{21FC7F87-CB17-4631-89AD-3AB07977270F}"/>
                </a:ext>
              </a:extLst>
            </p:cNvPr>
            <p:cNvSpPr/>
            <p:nvPr/>
          </p:nvSpPr>
          <p:spPr>
            <a:xfrm>
              <a:off x="10054142" y="72765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41" name="Hexagon 1940">
              <a:extLst>
                <a:ext uri="{FF2B5EF4-FFF2-40B4-BE49-F238E27FC236}">
                  <a16:creationId xmlns:a16="http://schemas.microsoft.com/office/drawing/2014/main" id="{B08ADCA6-C561-467D-BEAB-9574244F9369}"/>
                </a:ext>
              </a:extLst>
            </p:cNvPr>
            <p:cNvSpPr/>
            <p:nvPr/>
          </p:nvSpPr>
          <p:spPr>
            <a:xfrm>
              <a:off x="9579537" y="65340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42" name="Hexagon 1941">
              <a:extLst>
                <a:ext uri="{FF2B5EF4-FFF2-40B4-BE49-F238E27FC236}">
                  <a16:creationId xmlns:a16="http://schemas.microsoft.com/office/drawing/2014/main" id="{702F92A1-AAC7-4A98-AEF8-D8E81501A538}"/>
                </a:ext>
              </a:extLst>
            </p:cNvPr>
            <p:cNvSpPr/>
            <p:nvPr/>
          </p:nvSpPr>
          <p:spPr>
            <a:xfrm>
              <a:off x="9814575" y="662499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43" name="Hexagon 1942">
              <a:extLst>
                <a:ext uri="{FF2B5EF4-FFF2-40B4-BE49-F238E27FC236}">
                  <a16:creationId xmlns:a16="http://schemas.microsoft.com/office/drawing/2014/main" id="{2CEFE0AC-30F1-45CD-BFE9-7AFB4EF75CE5}"/>
                </a:ext>
              </a:extLst>
            </p:cNvPr>
            <p:cNvSpPr/>
            <p:nvPr/>
          </p:nvSpPr>
          <p:spPr>
            <a:xfrm>
              <a:off x="10288838" y="718324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44" name="Hexagon 1943">
              <a:extLst>
                <a:ext uri="{FF2B5EF4-FFF2-40B4-BE49-F238E27FC236}">
                  <a16:creationId xmlns:a16="http://schemas.microsoft.com/office/drawing/2014/main" id="{E38D54A1-FFD9-48AB-A141-76EAC786061F}"/>
                </a:ext>
              </a:extLst>
            </p:cNvPr>
            <p:cNvSpPr/>
            <p:nvPr/>
          </p:nvSpPr>
          <p:spPr>
            <a:xfrm>
              <a:off x="10289143" y="736586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45" name="Hexagon 1944">
              <a:extLst>
                <a:ext uri="{FF2B5EF4-FFF2-40B4-BE49-F238E27FC236}">
                  <a16:creationId xmlns:a16="http://schemas.microsoft.com/office/drawing/2014/main" id="{FE56555D-BFBF-44CF-ADA2-C38BDC0D04DC}"/>
                </a:ext>
              </a:extLst>
            </p:cNvPr>
            <p:cNvSpPr/>
            <p:nvPr/>
          </p:nvSpPr>
          <p:spPr>
            <a:xfrm>
              <a:off x="9581918" y="63488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46" name="Hexagon 1945">
              <a:extLst>
                <a:ext uri="{FF2B5EF4-FFF2-40B4-BE49-F238E27FC236}">
                  <a16:creationId xmlns:a16="http://schemas.microsoft.com/office/drawing/2014/main" id="{63B10620-DF97-4958-947C-EA9E9C5D34F8}"/>
                </a:ext>
              </a:extLst>
            </p:cNvPr>
            <p:cNvSpPr/>
            <p:nvPr/>
          </p:nvSpPr>
          <p:spPr>
            <a:xfrm>
              <a:off x="9584299" y="61662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47" name="Hexagon 1946">
              <a:extLst>
                <a:ext uri="{FF2B5EF4-FFF2-40B4-BE49-F238E27FC236}">
                  <a16:creationId xmlns:a16="http://schemas.microsoft.com/office/drawing/2014/main" id="{5EEC80A8-6984-4A76-82F2-C0BCDCD334CC}"/>
                </a:ext>
              </a:extLst>
            </p:cNvPr>
            <p:cNvSpPr/>
            <p:nvPr/>
          </p:nvSpPr>
          <p:spPr>
            <a:xfrm>
              <a:off x="9584299" y="59838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48" name="Hexagon 1947">
              <a:extLst>
                <a:ext uri="{FF2B5EF4-FFF2-40B4-BE49-F238E27FC236}">
                  <a16:creationId xmlns:a16="http://schemas.microsoft.com/office/drawing/2014/main" id="{E729D0D0-8D0A-438D-B5E3-6B26B46922EA}"/>
                </a:ext>
              </a:extLst>
            </p:cNvPr>
            <p:cNvSpPr/>
            <p:nvPr/>
          </p:nvSpPr>
          <p:spPr>
            <a:xfrm>
              <a:off x="9822289" y="62584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49" name="Hexagon 1948">
              <a:extLst>
                <a:ext uri="{FF2B5EF4-FFF2-40B4-BE49-F238E27FC236}">
                  <a16:creationId xmlns:a16="http://schemas.microsoft.com/office/drawing/2014/main" id="{B11DD089-14F0-4286-9B0D-C1DF320D0AD1}"/>
                </a:ext>
              </a:extLst>
            </p:cNvPr>
            <p:cNvSpPr/>
            <p:nvPr/>
          </p:nvSpPr>
          <p:spPr>
            <a:xfrm>
              <a:off x="9819908" y="607826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50" name="Hexagon 1949">
              <a:extLst>
                <a:ext uri="{FF2B5EF4-FFF2-40B4-BE49-F238E27FC236}">
                  <a16:creationId xmlns:a16="http://schemas.microsoft.com/office/drawing/2014/main" id="{ADE7523D-D1A4-45D1-BBFA-9C4A595BB1F3}"/>
                </a:ext>
              </a:extLst>
            </p:cNvPr>
            <p:cNvSpPr/>
            <p:nvPr/>
          </p:nvSpPr>
          <p:spPr>
            <a:xfrm>
              <a:off x="9817527" y="58958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51" name="Hexagon 1950">
              <a:extLst>
                <a:ext uri="{FF2B5EF4-FFF2-40B4-BE49-F238E27FC236}">
                  <a16:creationId xmlns:a16="http://schemas.microsoft.com/office/drawing/2014/main" id="{36C59DD0-D7D4-4F33-B68C-2AFF824D91EB}"/>
                </a:ext>
              </a:extLst>
            </p:cNvPr>
            <p:cNvSpPr/>
            <p:nvPr/>
          </p:nvSpPr>
          <p:spPr>
            <a:xfrm>
              <a:off x="10063361" y="634999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52" name="Hexagon 1951">
              <a:extLst>
                <a:ext uri="{FF2B5EF4-FFF2-40B4-BE49-F238E27FC236}">
                  <a16:creationId xmlns:a16="http://schemas.microsoft.com/office/drawing/2014/main" id="{831DDCD1-9FA0-4E53-A47B-4136090ECA44}"/>
                </a:ext>
              </a:extLst>
            </p:cNvPr>
            <p:cNvSpPr/>
            <p:nvPr/>
          </p:nvSpPr>
          <p:spPr>
            <a:xfrm>
              <a:off x="10058599" y="616506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53" name="Hexagon 1952">
              <a:extLst>
                <a:ext uri="{FF2B5EF4-FFF2-40B4-BE49-F238E27FC236}">
                  <a16:creationId xmlns:a16="http://schemas.microsoft.com/office/drawing/2014/main" id="{6377B850-D750-41BB-8774-71C7F12ED619}"/>
                </a:ext>
              </a:extLst>
            </p:cNvPr>
            <p:cNvSpPr/>
            <p:nvPr/>
          </p:nvSpPr>
          <p:spPr>
            <a:xfrm>
              <a:off x="10056218" y="598259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54" name="Hexagon 1953">
              <a:extLst>
                <a:ext uri="{FF2B5EF4-FFF2-40B4-BE49-F238E27FC236}">
                  <a16:creationId xmlns:a16="http://schemas.microsoft.com/office/drawing/2014/main" id="{37FF8EB8-4221-4C81-A486-5D48BBD6F386}"/>
                </a:ext>
              </a:extLst>
            </p:cNvPr>
            <p:cNvSpPr/>
            <p:nvPr/>
          </p:nvSpPr>
          <p:spPr>
            <a:xfrm>
              <a:off x="10295264" y="607754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55" name="Hexagon 1954">
              <a:extLst>
                <a:ext uri="{FF2B5EF4-FFF2-40B4-BE49-F238E27FC236}">
                  <a16:creationId xmlns:a16="http://schemas.microsoft.com/office/drawing/2014/main" id="{1DAAF0BA-7852-46C6-8357-E5CD244FAEDB}"/>
                </a:ext>
              </a:extLst>
            </p:cNvPr>
            <p:cNvSpPr/>
            <p:nvPr/>
          </p:nvSpPr>
          <p:spPr>
            <a:xfrm>
              <a:off x="10294208" y="625952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56" name="Hexagon 1955">
              <a:extLst>
                <a:ext uri="{FF2B5EF4-FFF2-40B4-BE49-F238E27FC236}">
                  <a16:creationId xmlns:a16="http://schemas.microsoft.com/office/drawing/2014/main" id="{674AFB0E-D5A8-4508-8863-88C850C07FE9}"/>
                </a:ext>
              </a:extLst>
            </p:cNvPr>
            <p:cNvSpPr/>
            <p:nvPr/>
          </p:nvSpPr>
          <p:spPr>
            <a:xfrm>
              <a:off x="10296326" y="64469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57" name="Hexagon 1956">
              <a:extLst>
                <a:ext uri="{FF2B5EF4-FFF2-40B4-BE49-F238E27FC236}">
                  <a16:creationId xmlns:a16="http://schemas.microsoft.com/office/drawing/2014/main" id="{20D5C3F7-D3FA-4FAD-8C60-C7682056C18C}"/>
                </a:ext>
              </a:extLst>
            </p:cNvPr>
            <p:cNvSpPr/>
            <p:nvPr/>
          </p:nvSpPr>
          <p:spPr>
            <a:xfrm>
              <a:off x="10295270" y="662896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58" name="Hexagon 1957">
              <a:extLst>
                <a:ext uri="{FF2B5EF4-FFF2-40B4-BE49-F238E27FC236}">
                  <a16:creationId xmlns:a16="http://schemas.microsoft.com/office/drawing/2014/main" id="{6DD8E37F-6BE0-481A-B1D7-59297DEA5C1C}"/>
                </a:ext>
              </a:extLst>
            </p:cNvPr>
            <p:cNvSpPr/>
            <p:nvPr/>
          </p:nvSpPr>
          <p:spPr>
            <a:xfrm>
              <a:off x="10534567" y="653734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59" name="Hexagon 1958">
              <a:extLst>
                <a:ext uri="{FF2B5EF4-FFF2-40B4-BE49-F238E27FC236}">
                  <a16:creationId xmlns:a16="http://schemas.microsoft.com/office/drawing/2014/main" id="{0D21F9C2-CE10-44DD-A81A-B30048BE04AC}"/>
                </a:ext>
              </a:extLst>
            </p:cNvPr>
            <p:cNvSpPr/>
            <p:nvPr/>
          </p:nvSpPr>
          <p:spPr>
            <a:xfrm>
              <a:off x="10533511" y="67193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60" name="Hexagon 1959">
              <a:extLst>
                <a:ext uri="{FF2B5EF4-FFF2-40B4-BE49-F238E27FC236}">
                  <a16:creationId xmlns:a16="http://schemas.microsoft.com/office/drawing/2014/main" id="{B9D9013D-154F-4AA9-A0A8-8590B880E1FB}"/>
                </a:ext>
              </a:extLst>
            </p:cNvPr>
            <p:cNvSpPr/>
            <p:nvPr/>
          </p:nvSpPr>
          <p:spPr>
            <a:xfrm>
              <a:off x="10525055" y="635151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61" name="Hexagon 1960">
              <a:extLst>
                <a:ext uri="{FF2B5EF4-FFF2-40B4-BE49-F238E27FC236}">
                  <a16:creationId xmlns:a16="http://schemas.microsoft.com/office/drawing/2014/main" id="{E61D6E94-3ECC-4837-AC02-009AC4E86C7F}"/>
                </a:ext>
              </a:extLst>
            </p:cNvPr>
            <p:cNvSpPr/>
            <p:nvPr/>
          </p:nvSpPr>
          <p:spPr>
            <a:xfrm>
              <a:off x="10766127" y="644223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62" name="Hexagon 1961">
              <a:extLst>
                <a:ext uri="{FF2B5EF4-FFF2-40B4-BE49-F238E27FC236}">
                  <a16:creationId xmlns:a16="http://schemas.microsoft.com/office/drawing/2014/main" id="{76DD5AA1-2701-4366-AFE9-EC956C4303B6}"/>
                </a:ext>
              </a:extLst>
            </p:cNvPr>
            <p:cNvSpPr/>
            <p:nvPr/>
          </p:nvSpPr>
          <p:spPr>
            <a:xfrm>
              <a:off x="10997526" y="65329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63" name="Hexagon 1962">
              <a:extLst>
                <a:ext uri="{FF2B5EF4-FFF2-40B4-BE49-F238E27FC236}">
                  <a16:creationId xmlns:a16="http://schemas.microsoft.com/office/drawing/2014/main" id="{D3F0B59A-7B7B-4586-B32A-3F56F130D56A}"/>
                </a:ext>
              </a:extLst>
            </p:cNvPr>
            <p:cNvSpPr/>
            <p:nvPr/>
          </p:nvSpPr>
          <p:spPr>
            <a:xfrm>
              <a:off x="10766990" y="681283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64" name="Hexagon 1963">
              <a:extLst>
                <a:ext uri="{FF2B5EF4-FFF2-40B4-BE49-F238E27FC236}">
                  <a16:creationId xmlns:a16="http://schemas.microsoft.com/office/drawing/2014/main" id="{ACAF500B-2862-4252-8874-54B0C17AE894}"/>
                </a:ext>
              </a:extLst>
            </p:cNvPr>
            <p:cNvSpPr/>
            <p:nvPr/>
          </p:nvSpPr>
          <p:spPr>
            <a:xfrm>
              <a:off x="10998550" y="671772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65" name="Hexagon 1964">
              <a:extLst>
                <a:ext uri="{FF2B5EF4-FFF2-40B4-BE49-F238E27FC236}">
                  <a16:creationId xmlns:a16="http://schemas.microsoft.com/office/drawing/2014/main" id="{E8551EDE-3323-4AF1-B3BF-430DEAD083E3}"/>
                </a:ext>
              </a:extLst>
            </p:cNvPr>
            <p:cNvSpPr/>
            <p:nvPr/>
          </p:nvSpPr>
          <p:spPr>
            <a:xfrm>
              <a:off x="11230683" y="64398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66" name="Hexagon 1965">
              <a:extLst>
                <a:ext uri="{FF2B5EF4-FFF2-40B4-BE49-F238E27FC236}">
                  <a16:creationId xmlns:a16="http://schemas.microsoft.com/office/drawing/2014/main" id="{8A9BB34A-64F1-4EEF-B721-67672878B93B}"/>
                </a:ext>
              </a:extLst>
            </p:cNvPr>
            <p:cNvSpPr/>
            <p:nvPr/>
          </p:nvSpPr>
          <p:spPr>
            <a:xfrm>
              <a:off x="11231707" y="662469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67" name="Hexagon 1966">
              <a:extLst>
                <a:ext uri="{FF2B5EF4-FFF2-40B4-BE49-F238E27FC236}">
                  <a16:creationId xmlns:a16="http://schemas.microsoft.com/office/drawing/2014/main" id="{053027DF-A571-4F2A-865F-252857D73FC7}"/>
                </a:ext>
              </a:extLst>
            </p:cNvPr>
            <p:cNvSpPr/>
            <p:nvPr/>
          </p:nvSpPr>
          <p:spPr>
            <a:xfrm>
              <a:off x="10524750" y="727276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68" name="Hexagon 1967">
              <a:extLst>
                <a:ext uri="{FF2B5EF4-FFF2-40B4-BE49-F238E27FC236}">
                  <a16:creationId xmlns:a16="http://schemas.microsoft.com/office/drawing/2014/main" id="{DA5750E8-A72B-4549-96E4-5F5668A60A09}"/>
                </a:ext>
              </a:extLst>
            </p:cNvPr>
            <p:cNvSpPr/>
            <p:nvPr/>
          </p:nvSpPr>
          <p:spPr>
            <a:xfrm>
              <a:off x="10524750" y="70830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69" name="Hexagon 1968">
              <a:extLst>
                <a:ext uri="{FF2B5EF4-FFF2-40B4-BE49-F238E27FC236}">
                  <a16:creationId xmlns:a16="http://schemas.microsoft.com/office/drawing/2014/main" id="{37CB48D9-E47F-4C8D-B4FB-AD9501C6F622}"/>
                </a:ext>
              </a:extLst>
            </p:cNvPr>
            <p:cNvSpPr/>
            <p:nvPr/>
          </p:nvSpPr>
          <p:spPr>
            <a:xfrm>
              <a:off x="10525055" y="745538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70" name="Hexagon 1969">
              <a:extLst>
                <a:ext uri="{FF2B5EF4-FFF2-40B4-BE49-F238E27FC236}">
                  <a16:creationId xmlns:a16="http://schemas.microsoft.com/office/drawing/2014/main" id="{55AAE2B8-C33B-465D-9C4B-A9E9C4BDF0AC}"/>
                </a:ext>
              </a:extLst>
            </p:cNvPr>
            <p:cNvSpPr/>
            <p:nvPr/>
          </p:nvSpPr>
          <p:spPr>
            <a:xfrm>
              <a:off x="10760648" y="73654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71" name="Hexagon 1970">
              <a:extLst>
                <a:ext uri="{FF2B5EF4-FFF2-40B4-BE49-F238E27FC236}">
                  <a16:creationId xmlns:a16="http://schemas.microsoft.com/office/drawing/2014/main" id="{C28DC635-56C1-49C8-839A-964088DD2514}"/>
                </a:ext>
              </a:extLst>
            </p:cNvPr>
            <p:cNvSpPr/>
            <p:nvPr/>
          </p:nvSpPr>
          <p:spPr>
            <a:xfrm>
              <a:off x="10760648" y="71757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72" name="Hexagon 1971">
              <a:extLst>
                <a:ext uri="{FF2B5EF4-FFF2-40B4-BE49-F238E27FC236}">
                  <a16:creationId xmlns:a16="http://schemas.microsoft.com/office/drawing/2014/main" id="{C55FCD07-0C24-481D-8A9C-3A36BEAD4C9A}"/>
                </a:ext>
              </a:extLst>
            </p:cNvPr>
            <p:cNvSpPr/>
            <p:nvPr/>
          </p:nvSpPr>
          <p:spPr>
            <a:xfrm>
              <a:off x="10760953" y="754808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73" name="Hexagon 1972">
              <a:extLst>
                <a:ext uri="{FF2B5EF4-FFF2-40B4-BE49-F238E27FC236}">
                  <a16:creationId xmlns:a16="http://schemas.microsoft.com/office/drawing/2014/main" id="{DB440581-E365-455D-8CBE-D018843D84CF}"/>
                </a:ext>
              </a:extLst>
            </p:cNvPr>
            <p:cNvSpPr/>
            <p:nvPr/>
          </p:nvSpPr>
          <p:spPr>
            <a:xfrm>
              <a:off x="10994484" y="74561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74" name="Hexagon 1973">
              <a:extLst>
                <a:ext uri="{FF2B5EF4-FFF2-40B4-BE49-F238E27FC236}">
                  <a16:creationId xmlns:a16="http://schemas.microsoft.com/office/drawing/2014/main" id="{F175F3DA-656F-46BA-BC8B-F0FFE40DB3F0}"/>
                </a:ext>
              </a:extLst>
            </p:cNvPr>
            <p:cNvSpPr/>
            <p:nvPr/>
          </p:nvSpPr>
          <p:spPr>
            <a:xfrm>
              <a:off x="10994484" y="726642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75" name="Hexagon 1974">
              <a:extLst>
                <a:ext uri="{FF2B5EF4-FFF2-40B4-BE49-F238E27FC236}">
                  <a16:creationId xmlns:a16="http://schemas.microsoft.com/office/drawing/2014/main" id="{7931D4C1-6D89-42AF-B6C5-A73126A732C9}"/>
                </a:ext>
              </a:extLst>
            </p:cNvPr>
            <p:cNvSpPr/>
            <p:nvPr/>
          </p:nvSpPr>
          <p:spPr>
            <a:xfrm>
              <a:off x="10997170" y="76387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76" name="Hexagon 1975">
              <a:extLst>
                <a:ext uri="{FF2B5EF4-FFF2-40B4-BE49-F238E27FC236}">
                  <a16:creationId xmlns:a16="http://schemas.microsoft.com/office/drawing/2014/main" id="{FF48AD1D-E1AA-4657-B152-8A40047DDE0F}"/>
                </a:ext>
              </a:extLst>
            </p:cNvPr>
            <p:cNvSpPr/>
            <p:nvPr/>
          </p:nvSpPr>
          <p:spPr>
            <a:xfrm>
              <a:off x="10755874" y="699229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77" name="Hexagon 1976">
              <a:extLst>
                <a:ext uri="{FF2B5EF4-FFF2-40B4-BE49-F238E27FC236}">
                  <a16:creationId xmlns:a16="http://schemas.microsoft.com/office/drawing/2014/main" id="{0D211B41-473F-4296-92C2-78DB0CF15314}"/>
                </a:ext>
              </a:extLst>
            </p:cNvPr>
            <p:cNvSpPr/>
            <p:nvPr/>
          </p:nvSpPr>
          <p:spPr>
            <a:xfrm>
              <a:off x="10991772" y="708499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78" name="Hexagon 1977">
              <a:extLst>
                <a:ext uri="{FF2B5EF4-FFF2-40B4-BE49-F238E27FC236}">
                  <a16:creationId xmlns:a16="http://schemas.microsoft.com/office/drawing/2014/main" id="{5A6F5F50-E6FD-4312-A952-BBAD8F643166}"/>
                </a:ext>
              </a:extLst>
            </p:cNvPr>
            <p:cNvSpPr/>
            <p:nvPr/>
          </p:nvSpPr>
          <p:spPr>
            <a:xfrm>
              <a:off x="10991772" y="68953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79" name="Hexagon 1978">
              <a:extLst>
                <a:ext uri="{FF2B5EF4-FFF2-40B4-BE49-F238E27FC236}">
                  <a16:creationId xmlns:a16="http://schemas.microsoft.com/office/drawing/2014/main" id="{384A1C33-5C56-4577-B28B-D19EFEB70C60}"/>
                </a:ext>
              </a:extLst>
            </p:cNvPr>
            <p:cNvSpPr/>
            <p:nvPr/>
          </p:nvSpPr>
          <p:spPr>
            <a:xfrm>
              <a:off x="11230223" y="71730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80" name="Hexagon 1979">
              <a:extLst>
                <a:ext uri="{FF2B5EF4-FFF2-40B4-BE49-F238E27FC236}">
                  <a16:creationId xmlns:a16="http://schemas.microsoft.com/office/drawing/2014/main" id="{93EF8DBB-6C15-43B9-A58E-6C9BE05A6D2C}"/>
                </a:ext>
              </a:extLst>
            </p:cNvPr>
            <p:cNvSpPr/>
            <p:nvPr/>
          </p:nvSpPr>
          <p:spPr>
            <a:xfrm>
              <a:off x="11468821" y="72661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81" name="Hexagon 1980">
              <a:extLst>
                <a:ext uri="{FF2B5EF4-FFF2-40B4-BE49-F238E27FC236}">
                  <a16:creationId xmlns:a16="http://schemas.microsoft.com/office/drawing/2014/main" id="{4F14AB4D-8A40-4B8C-8229-9DD4CAB572B3}"/>
                </a:ext>
              </a:extLst>
            </p:cNvPr>
            <p:cNvSpPr/>
            <p:nvPr/>
          </p:nvSpPr>
          <p:spPr>
            <a:xfrm>
              <a:off x="11225449" y="698958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82" name="Hexagon 1981">
              <a:extLst>
                <a:ext uri="{FF2B5EF4-FFF2-40B4-BE49-F238E27FC236}">
                  <a16:creationId xmlns:a16="http://schemas.microsoft.com/office/drawing/2014/main" id="{B1D400DB-136A-44DF-8DA3-F6D5C363B3BA}"/>
                </a:ext>
              </a:extLst>
            </p:cNvPr>
            <p:cNvSpPr/>
            <p:nvPr/>
          </p:nvSpPr>
          <p:spPr>
            <a:xfrm>
              <a:off x="11466109" y="708229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83" name="Hexagon 1982">
              <a:extLst>
                <a:ext uri="{FF2B5EF4-FFF2-40B4-BE49-F238E27FC236}">
                  <a16:creationId xmlns:a16="http://schemas.microsoft.com/office/drawing/2014/main" id="{90F05ECB-E95B-4D96-9AB3-CE1FCDF1E825}"/>
                </a:ext>
              </a:extLst>
            </p:cNvPr>
            <p:cNvSpPr/>
            <p:nvPr/>
          </p:nvSpPr>
          <p:spPr>
            <a:xfrm>
              <a:off x="11463728" y="689497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84" name="Hexagon 1983">
              <a:extLst>
                <a:ext uri="{FF2B5EF4-FFF2-40B4-BE49-F238E27FC236}">
                  <a16:creationId xmlns:a16="http://schemas.microsoft.com/office/drawing/2014/main" id="{3B71E1D8-292C-4032-9196-FC7C801635B8}"/>
                </a:ext>
              </a:extLst>
            </p:cNvPr>
            <p:cNvSpPr/>
            <p:nvPr/>
          </p:nvSpPr>
          <p:spPr>
            <a:xfrm>
              <a:off x="11707850" y="717364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85" name="Hexagon 1984">
              <a:extLst>
                <a:ext uri="{FF2B5EF4-FFF2-40B4-BE49-F238E27FC236}">
                  <a16:creationId xmlns:a16="http://schemas.microsoft.com/office/drawing/2014/main" id="{21E4B015-9089-4667-981C-B4A6614DC4D3}"/>
                </a:ext>
              </a:extLst>
            </p:cNvPr>
            <p:cNvSpPr/>
            <p:nvPr/>
          </p:nvSpPr>
          <p:spPr>
            <a:xfrm>
              <a:off x="11945752" y="74553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86" name="Hexagon 1985">
              <a:extLst>
                <a:ext uri="{FF2B5EF4-FFF2-40B4-BE49-F238E27FC236}">
                  <a16:creationId xmlns:a16="http://schemas.microsoft.com/office/drawing/2014/main" id="{E3F87F60-F105-4F2A-B48F-A7071B79B7DB}"/>
                </a:ext>
              </a:extLst>
            </p:cNvPr>
            <p:cNvSpPr/>
            <p:nvPr/>
          </p:nvSpPr>
          <p:spPr>
            <a:xfrm>
              <a:off x="11943040" y="72691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87" name="Hexagon 1986">
              <a:extLst>
                <a:ext uri="{FF2B5EF4-FFF2-40B4-BE49-F238E27FC236}">
                  <a16:creationId xmlns:a16="http://schemas.microsoft.com/office/drawing/2014/main" id="{57B6C7FF-280F-48B3-A881-23E3E7B4D703}"/>
                </a:ext>
              </a:extLst>
            </p:cNvPr>
            <p:cNvSpPr/>
            <p:nvPr/>
          </p:nvSpPr>
          <p:spPr>
            <a:xfrm>
              <a:off x="11462704" y="634147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88" name="Hexagon 1987">
              <a:extLst>
                <a:ext uri="{FF2B5EF4-FFF2-40B4-BE49-F238E27FC236}">
                  <a16:creationId xmlns:a16="http://schemas.microsoft.com/office/drawing/2014/main" id="{72BF9131-127C-4572-AD97-6B1E4B71723C}"/>
                </a:ext>
              </a:extLst>
            </p:cNvPr>
            <p:cNvSpPr/>
            <p:nvPr/>
          </p:nvSpPr>
          <p:spPr>
            <a:xfrm>
              <a:off x="11463728" y="652629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89" name="Hexagon 1988">
              <a:extLst>
                <a:ext uri="{FF2B5EF4-FFF2-40B4-BE49-F238E27FC236}">
                  <a16:creationId xmlns:a16="http://schemas.microsoft.com/office/drawing/2014/main" id="{D1392628-DD0F-4D97-8E30-DB34EB4FD321}"/>
                </a:ext>
              </a:extLst>
            </p:cNvPr>
            <p:cNvSpPr/>
            <p:nvPr/>
          </p:nvSpPr>
          <p:spPr>
            <a:xfrm>
              <a:off x="11700785" y="64391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90" name="Hexagon 1989">
              <a:extLst>
                <a:ext uri="{FF2B5EF4-FFF2-40B4-BE49-F238E27FC236}">
                  <a16:creationId xmlns:a16="http://schemas.microsoft.com/office/drawing/2014/main" id="{1CF0A0FB-097C-4149-BB81-2AD5C8BEDBB6}"/>
                </a:ext>
              </a:extLst>
            </p:cNvPr>
            <p:cNvSpPr/>
            <p:nvPr/>
          </p:nvSpPr>
          <p:spPr>
            <a:xfrm>
              <a:off x="11697047" y="66239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91" name="Hexagon 1990">
              <a:extLst>
                <a:ext uri="{FF2B5EF4-FFF2-40B4-BE49-F238E27FC236}">
                  <a16:creationId xmlns:a16="http://schemas.microsoft.com/office/drawing/2014/main" id="{74E30F49-5B77-41BD-A920-B9D207AAF8BB}"/>
                </a:ext>
              </a:extLst>
            </p:cNvPr>
            <p:cNvSpPr/>
            <p:nvPr/>
          </p:nvSpPr>
          <p:spPr>
            <a:xfrm>
              <a:off x="11936344" y="652975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92" name="Hexagon 1991">
              <a:extLst>
                <a:ext uri="{FF2B5EF4-FFF2-40B4-BE49-F238E27FC236}">
                  <a16:creationId xmlns:a16="http://schemas.microsoft.com/office/drawing/2014/main" id="{E5A8FAFB-E1B1-4D39-839A-D65B027BA2AE}"/>
                </a:ext>
              </a:extLst>
            </p:cNvPr>
            <p:cNvSpPr/>
            <p:nvPr/>
          </p:nvSpPr>
          <p:spPr>
            <a:xfrm>
              <a:off x="11934987" y="671457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93" name="Hexagon 1992">
              <a:extLst>
                <a:ext uri="{FF2B5EF4-FFF2-40B4-BE49-F238E27FC236}">
                  <a16:creationId xmlns:a16="http://schemas.microsoft.com/office/drawing/2014/main" id="{09DA40CE-F712-4639-B05E-DFECE81B276C}"/>
                </a:ext>
              </a:extLst>
            </p:cNvPr>
            <p:cNvSpPr/>
            <p:nvPr/>
          </p:nvSpPr>
          <p:spPr>
            <a:xfrm>
              <a:off x="12175211" y="662579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94" name="Hexagon 1993">
              <a:extLst>
                <a:ext uri="{FF2B5EF4-FFF2-40B4-BE49-F238E27FC236}">
                  <a16:creationId xmlns:a16="http://schemas.microsoft.com/office/drawing/2014/main" id="{8F4833A8-70A1-495E-ADD7-0176D126D1D4}"/>
                </a:ext>
              </a:extLst>
            </p:cNvPr>
            <p:cNvSpPr/>
            <p:nvPr/>
          </p:nvSpPr>
          <p:spPr>
            <a:xfrm>
              <a:off x="12176235" y="681061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95" name="Hexagon 1994">
              <a:extLst>
                <a:ext uri="{FF2B5EF4-FFF2-40B4-BE49-F238E27FC236}">
                  <a16:creationId xmlns:a16="http://schemas.microsoft.com/office/drawing/2014/main" id="{48823CCC-87ED-4B3F-8193-B11EFB421452}"/>
                </a:ext>
              </a:extLst>
            </p:cNvPr>
            <p:cNvSpPr/>
            <p:nvPr/>
          </p:nvSpPr>
          <p:spPr>
            <a:xfrm>
              <a:off x="12180084" y="73621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96" name="Hexagon 1995">
              <a:extLst>
                <a:ext uri="{FF2B5EF4-FFF2-40B4-BE49-F238E27FC236}">
                  <a16:creationId xmlns:a16="http://schemas.microsoft.com/office/drawing/2014/main" id="{AD1BF98A-C5F7-4AF0-BC4C-44310EFC30E8}"/>
                </a:ext>
              </a:extLst>
            </p:cNvPr>
            <p:cNvSpPr/>
            <p:nvPr/>
          </p:nvSpPr>
          <p:spPr>
            <a:xfrm>
              <a:off x="12177372" y="71783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97" name="Hexagon 1996">
              <a:extLst>
                <a:ext uri="{FF2B5EF4-FFF2-40B4-BE49-F238E27FC236}">
                  <a16:creationId xmlns:a16="http://schemas.microsoft.com/office/drawing/2014/main" id="{CDE59FD5-1CBC-49B0-B276-DD44DD4713E9}"/>
                </a:ext>
              </a:extLst>
            </p:cNvPr>
            <p:cNvSpPr/>
            <p:nvPr/>
          </p:nvSpPr>
          <p:spPr>
            <a:xfrm>
              <a:off x="12177372" y="699099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98" name="Hexagon 1997">
              <a:extLst>
                <a:ext uri="{FF2B5EF4-FFF2-40B4-BE49-F238E27FC236}">
                  <a16:creationId xmlns:a16="http://schemas.microsoft.com/office/drawing/2014/main" id="{73F13957-4BD9-4DF7-B747-B6D2EBCB9FBA}"/>
                </a:ext>
              </a:extLst>
            </p:cNvPr>
            <p:cNvSpPr/>
            <p:nvPr/>
          </p:nvSpPr>
          <p:spPr>
            <a:xfrm>
              <a:off x="11703154" y="62590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999" name="Hexagon 1998">
              <a:extLst>
                <a:ext uri="{FF2B5EF4-FFF2-40B4-BE49-F238E27FC236}">
                  <a16:creationId xmlns:a16="http://schemas.microsoft.com/office/drawing/2014/main" id="{2D7F21CD-DE27-4BFD-BCF1-73DCC3E96F89}"/>
                </a:ext>
              </a:extLst>
            </p:cNvPr>
            <p:cNvSpPr/>
            <p:nvPr/>
          </p:nvSpPr>
          <p:spPr>
            <a:xfrm>
              <a:off x="11939330" y="63528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00" name="Hexagon 1999">
              <a:extLst>
                <a:ext uri="{FF2B5EF4-FFF2-40B4-BE49-F238E27FC236}">
                  <a16:creationId xmlns:a16="http://schemas.microsoft.com/office/drawing/2014/main" id="{25FC4D5C-3AD8-4AA8-94DC-52333E527647}"/>
                </a:ext>
              </a:extLst>
            </p:cNvPr>
            <p:cNvSpPr/>
            <p:nvPr/>
          </p:nvSpPr>
          <p:spPr>
            <a:xfrm>
              <a:off x="11704675" y="607096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01" name="Hexagon 2000">
              <a:extLst>
                <a:ext uri="{FF2B5EF4-FFF2-40B4-BE49-F238E27FC236}">
                  <a16:creationId xmlns:a16="http://schemas.microsoft.com/office/drawing/2014/main" id="{30A0CC73-9500-4687-829A-0069F91DE811}"/>
                </a:ext>
              </a:extLst>
            </p:cNvPr>
            <p:cNvSpPr/>
            <p:nvPr/>
          </p:nvSpPr>
          <p:spPr>
            <a:xfrm>
              <a:off x="11940851" y="616668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02" name="Hexagon 2001">
              <a:extLst>
                <a:ext uri="{FF2B5EF4-FFF2-40B4-BE49-F238E27FC236}">
                  <a16:creationId xmlns:a16="http://schemas.microsoft.com/office/drawing/2014/main" id="{E8DD1D59-9651-4AB7-9A07-2C8B515FF056}"/>
                </a:ext>
              </a:extLst>
            </p:cNvPr>
            <p:cNvSpPr/>
            <p:nvPr/>
          </p:nvSpPr>
          <p:spPr>
            <a:xfrm>
              <a:off x="11943040" y="598072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03" name="Hexagon 2002">
              <a:extLst>
                <a:ext uri="{FF2B5EF4-FFF2-40B4-BE49-F238E27FC236}">
                  <a16:creationId xmlns:a16="http://schemas.microsoft.com/office/drawing/2014/main" id="{A18199BE-4168-41C2-9FB0-AFDC60ED9BFA}"/>
                </a:ext>
              </a:extLst>
            </p:cNvPr>
            <p:cNvSpPr/>
            <p:nvPr/>
          </p:nvSpPr>
          <p:spPr>
            <a:xfrm>
              <a:off x="12179216" y="60764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04" name="Hexagon 2003">
              <a:extLst>
                <a:ext uri="{FF2B5EF4-FFF2-40B4-BE49-F238E27FC236}">
                  <a16:creationId xmlns:a16="http://schemas.microsoft.com/office/drawing/2014/main" id="{4207918B-8B2E-4FDE-BDC5-47528785F6F4}"/>
                </a:ext>
              </a:extLst>
            </p:cNvPr>
            <p:cNvSpPr/>
            <p:nvPr/>
          </p:nvSpPr>
          <p:spPr>
            <a:xfrm>
              <a:off x="12179350" y="589024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05" name="Hexagon 2004">
              <a:extLst>
                <a:ext uri="{FF2B5EF4-FFF2-40B4-BE49-F238E27FC236}">
                  <a16:creationId xmlns:a16="http://schemas.microsoft.com/office/drawing/2014/main" id="{E12046C8-B00A-4560-8C43-E0535933C9FE}"/>
                </a:ext>
              </a:extLst>
            </p:cNvPr>
            <p:cNvSpPr/>
            <p:nvPr/>
          </p:nvSpPr>
          <p:spPr>
            <a:xfrm>
              <a:off x="12418756" y="763837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06" name="Hexagon 2005">
              <a:extLst>
                <a:ext uri="{FF2B5EF4-FFF2-40B4-BE49-F238E27FC236}">
                  <a16:creationId xmlns:a16="http://schemas.microsoft.com/office/drawing/2014/main" id="{966F18F3-B1DA-493F-B035-AEB844068809}"/>
                </a:ext>
              </a:extLst>
            </p:cNvPr>
            <p:cNvSpPr/>
            <p:nvPr/>
          </p:nvSpPr>
          <p:spPr>
            <a:xfrm>
              <a:off x="12416044" y="745455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07" name="Hexagon 2006">
              <a:extLst>
                <a:ext uri="{FF2B5EF4-FFF2-40B4-BE49-F238E27FC236}">
                  <a16:creationId xmlns:a16="http://schemas.microsoft.com/office/drawing/2014/main" id="{8A056918-52E3-4166-990A-10F3B483779F}"/>
                </a:ext>
              </a:extLst>
            </p:cNvPr>
            <p:cNvSpPr/>
            <p:nvPr/>
          </p:nvSpPr>
          <p:spPr>
            <a:xfrm>
              <a:off x="12416044" y="726724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08" name="Hexagon 2007">
              <a:extLst>
                <a:ext uri="{FF2B5EF4-FFF2-40B4-BE49-F238E27FC236}">
                  <a16:creationId xmlns:a16="http://schemas.microsoft.com/office/drawing/2014/main" id="{66593AB6-3C36-4EE2-B9FE-6C98929ACBF5}"/>
                </a:ext>
              </a:extLst>
            </p:cNvPr>
            <p:cNvSpPr/>
            <p:nvPr/>
          </p:nvSpPr>
          <p:spPr>
            <a:xfrm>
              <a:off x="12182342" y="79120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16" name="Hexagon 2215">
              <a:extLst>
                <a:ext uri="{FF2B5EF4-FFF2-40B4-BE49-F238E27FC236}">
                  <a16:creationId xmlns:a16="http://schemas.microsoft.com/office/drawing/2014/main" id="{83D6557A-57F1-47F4-A76D-ECA46956E252}"/>
                </a:ext>
              </a:extLst>
            </p:cNvPr>
            <p:cNvSpPr/>
            <p:nvPr/>
          </p:nvSpPr>
          <p:spPr>
            <a:xfrm>
              <a:off x="1336734" y="809355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1510D797-1150-4847-B049-B9FCA34648B6}"/>
                </a:ext>
              </a:extLst>
            </p:cNvPr>
            <p:cNvSpPr/>
            <p:nvPr/>
          </p:nvSpPr>
          <p:spPr>
            <a:xfrm>
              <a:off x="2992052" y="76304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84" name="Hexagon 783">
              <a:extLst>
                <a:ext uri="{FF2B5EF4-FFF2-40B4-BE49-F238E27FC236}">
                  <a16:creationId xmlns:a16="http://schemas.microsoft.com/office/drawing/2014/main" id="{897242A7-7A03-4B1E-8211-27AB8D1272FE}"/>
                </a:ext>
              </a:extLst>
            </p:cNvPr>
            <p:cNvSpPr/>
            <p:nvPr/>
          </p:nvSpPr>
          <p:spPr>
            <a:xfrm>
              <a:off x="9580674" y="67179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</p:grpSp>
      <p:grpSp>
        <p:nvGrpSpPr>
          <p:cNvPr id="14" name="3">
            <a:extLst>
              <a:ext uri="{FF2B5EF4-FFF2-40B4-BE49-F238E27FC236}">
                <a16:creationId xmlns:a16="http://schemas.microsoft.com/office/drawing/2014/main" id="{5CAA5C89-7BFA-4732-A841-BDF439B6EAAA}"/>
              </a:ext>
            </a:extLst>
          </p:cNvPr>
          <p:cNvGrpSpPr/>
          <p:nvPr/>
        </p:nvGrpSpPr>
        <p:grpSpPr>
          <a:xfrm>
            <a:off x="9558371" y="7536235"/>
            <a:ext cx="2811829" cy="1384411"/>
            <a:chOff x="393001" y="4334325"/>
            <a:chExt cx="12088429" cy="5951770"/>
          </a:xfrm>
        </p:grpSpPr>
        <p:sp>
          <p:nvSpPr>
            <p:cNvPr id="1694" name="Hexagon 1693">
              <a:extLst>
                <a:ext uri="{FF2B5EF4-FFF2-40B4-BE49-F238E27FC236}">
                  <a16:creationId xmlns:a16="http://schemas.microsoft.com/office/drawing/2014/main" id="{B1B8A554-2CB4-4BCB-8DAD-45DB9DFB4885}"/>
                </a:ext>
              </a:extLst>
            </p:cNvPr>
            <p:cNvSpPr/>
            <p:nvPr/>
          </p:nvSpPr>
          <p:spPr>
            <a:xfrm>
              <a:off x="10052286" y="74595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16" name="Hexagon 2015">
              <a:extLst>
                <a:ext uri="{FF2B5EF4-FFF2-40B4-BE49-F238E27FC236}">
                  <a16:creationId xmlns:a16="http://schemas.microsoft.com/office/drawing/2014/main" id="{0D710AB3-A906-4C24-885F-F3E2D7FF2F8A}"/>
                </a:ext>
              </a:extLst>
            </p:cNvPr>
            <p:cNvSpPr/>
            <p:nvPr/>
          </p:nvSpPr>
          <p:spPr>
            <a:xfrm>
              <a:off x="10054667" y="76483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17" name="Hexagon 2016">
              <a:extLst>
                <a:ext uri="{FF2B5EF4-FFF2-40B4-BE49-F238E27FC236}">
                  <a16:creationId xmlns:a16="http://schemas.microsoft.com/office/drawing/2014/main" id="{3BF3866E-ABB5-4CFD-866F-98F3E4C5667F}"/>
                </a:ext>
              </a:extLst>
            </p:cNvPr>
            <p:cNvSpPr/>
            <p:nvPr/>
          </p:nvSpPr>
          <p:spPr>
            <a:xfrm>
              <a:off x="10292994" y="75526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18" name="Hexagon 2017">
              <a:extLst>
                <a:ext uri="{FF2B5EF4-FFF2-40B4-BE49-F238E27FC236}">
                  <a16:creationId xmlns:a16="http://schemas.microsoft.com/office/drawing/2014/main" id="{4F4557A9-95B8-4750-A88A-713D28AB22FA}"/>
                </a:ext>
              </a:extLst>
            </p:cNvPr>
            <p:cNvSpPr/>
            <p:nvPr/>
          </p:nvSpPr>
          <p:spPr>
            <a:xfrm>
              <a:off x="10292994" y="77364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19" name="Hexagon 2018">
              <a:extLst>
                <a:ext uri="{FF2B5EF4-FFF2-40B4-BE49-F238E27FC236}">
                  <a16:creationId xmlns:a16="http://schemas.microsoft.com/office/drawing/2014/main" id="{F3E849E5-7740-4445-816F-44D8E83B8EB4}"/>
                </a:ext>
              </a:extLst>
            </p:cNvPr>
            <p:cNvSpPr/>
            <p:nvPr/>
          </p:nvSpPr>
          <p:spPr>
            <a:xfrm>
              <a:off x="10532297" y="76408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20" name="Hexagon 2019">
              <a:extLst>
                <a:ext uri="{FF2B5EF4-FFF2-40B4-BE49-F238E27FC236}">
                  <a16:creationId xmlns:a16="http://schemas.microsoft.com/office/drawing/2014/main" id="{309EBEB3-9E89-4C08-943B-1C8DB512BB6E}"/>
                </a:ext>
              </a:extLst>
            </p:cNvPr>
            <p:cNvSpPr/>
            <p:nvPr/>
          </p:nvSpPr>
          <p:spPr>
            <a:xfrm>
              <a:off x="10526386" y="78265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21" name="Hexagon 2020">
              <a:extLst>
                <a:ext uri="{FF2B5EF4-FFF2-40B4-BE49-F238E27FC236}">
                  <a16:creationId xmlns:a16="http://schemas.microsoft.com/office/drawing/2014/main" id="{DCF0157C-E5A2-4D85-ABC3-18C31903F103}"/>
                </a:ext>
              </a:extLst>
            </p:cNvPr>
            <p:cNvSpPr/>
            <p:nvPr/>
          </p:nvSpPr>
          <p:spPr>
            <a:xfrm>
              <a:off x="10292994" y="79171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22" name="Hexagon 2021">
              <a:extLst>
                <a:ext uri="{FF2B5EF4-FFF2-40B4-BE49-F238E27FC236}">
                  <a16:creationId xmlns:a16="http://schemas.microsoft.com/office/drawing/2014/main" id="{C1045BE1-8369-4989-8771-2B8CBCE6E757}"/>
                </a:ext>
              </a:extLst>
            </p:cNvPr>
            <p:cNvSpPr/>
            <p:nvPr/>
          </p:nvSpPr>
          <p:spPr>
            <a:xfrm>
              <a:off x="10523800" y="80098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23" name="Hexagon 2022">
              <a:extLst>
                <a:ext uri="{FF2B5EF4-FFF2-40B4-BE49-F238E27FC236}">
                  <a16:creationId xmlns:a16="http://schemas.microsoft.com/office/drawing/2014/main" id="{24FCFF89-C6B6-40E0-915F-603F11C3A0FC}"/>
                </a:ext>
              </a:extLst>
            </p:cNvPr>
            <p:cNvSpPr/>
            <p:nvPr/>
          </p:nvSpPr>
          <p:spPr>
            <a:xfrm>
              <a:off x="10292836" y="80985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24" name="Hexagon 2023">
              <a:extLst>
                <a:ext uri="{FF2B5EF4-FFF2-40B4-BE49-F238E27FC236}">
                  <a16:creationId xmlns:a16="http://schemas.microsoft.com/office/drawing/2014/main" id="{BF78E89D-569F-4FE1-B704-5806BD60F248}"/>
                </a:ext>
              </a:extLst>
            </p:cNvPr>
            <p:cNvSpPr/>
            <p:nvPr/>
          </p:nvSpPr>
          <p:spPr>
            <a:xfrm>
              <a:off x="10531083" y="81910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25" name="Hexagon 2024">
              <a:extLst>
                <a:ext uri="{FF2B5EF4-FFF2-40B4-BE49-F238E27FC236}">
                  <a16:creationId xmlns:a16="http://schemas.microsoft.com/office/drawing/2014/main" id="{53A387CD-48C8-4C3B-9C36-CBA62E3DBA26}"/>
                </a:ext>
              </a:extLst>
            </p:cNvPr>
            <p:cNvSpPr/>
            <p:nvPr/>
          </p:nvSpPr>
          <p:spPr>
            <a:xfrm>
              <a:off x="10292836" y="82788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26" name="Hexagon 2025">
              <a:extLst>
                <a:ext uri="{FF2B5EF4-FFF2-40B4-BE49-F238E27FC236}">
                  <a16:creationId xmlns:a16="http://schemas.microsoft.com/office/drawing/2014/main" id="{475DF42B-A9F1-4060-AE83-2D3E2BCF5A65}"/>
                </a:ext>
              </a:extLst>
            </p:cNvPr>
            <p:cNvSpPr/>
            <p:nvPr/>
          </p:nvSpPr>
          <p:spPr>
            <a:xfrm>
              <a:off x="10051567" y="80105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27" name="Hexagon 2026">
              <a:extLst>
                <a:ext uri="{FF2B5EF4-FFF2-40B4-BE49-F238E27FC236}">
                  <a16:creationId xmlns:a16="http://schemas.microsoft.com/office/drawing/2014/main" id="{66B12530-89C6-4305-81E3-FE0E950FAA8F}"/>
                </a:ext>
              </a:extLst>
            </p:cNvPr>
            <p:cNvSpPr/>
            <p:nvPr/>
          </p:nvSpPr>
          <p:spPr>
            <a:xfrm>
              <a:off x="10051409" y="81919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28" name="Hexagon 2027">
              <a:extLst>
                <a:ext uri="{FF2B5EF4-FFF2-40B4-BE49-F238E27FC236}">
                  <a16:creationId xmlns:a16="http://schemas.microsoft.com/office/drawing/2014/main" id="{FDB5E7F9-CDE0-412D-99E2-35BFCC97246F}"/>
                </a:ext>
              </a:extLst>
            </p:cNvPr>
            <p:cNvSpPr/>
            <p:nvPr/>
          </p:nvSpPr>
          <p:spPr>
            <a:xfrm>
              <a:off x="10051409" y="83722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29" name="Hexagon 2028">
              <a:extLst>
                <a:ext uri="{FF2B5EF4-FFF2-40B4-BE49-F238E27FC236}">
                  <a16:creationId xmlns:a16="http://schemas.microsoft.com/office/drawing/2014/main" id="{9A0C66E0-F53B-45FD-9EB3-0C8CBADF7E0B}"/>
                </a:ext>
              </a:extLst>
            </p:cNvPr>
            <p:cNvSpPr/>
            <p:nvPr/>
          </p:nvSpPr>
          <p:spPr>
            <a:xfrm>
              <a:off x="9814084" y="82851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30" name="Hexagon 2029">
              <a:extLst>
                <a:ext uri="{FF2B5EF4-FFF2-40B4-BE49-F238E27FC236}">
                  <a16:creationId xmlns:a16="http://schemas.microsoft.com/office/drawing/2014/main" id="{FDDFAB04-5CA6-4B3C-A43C-8FA776596760}"/>
                </a:ext>
              </a:extLst>
            </p:cNvPr>
            <p:cNvSpPr/>
            <p:nvPr/>
          </p:nvSpPr>
          <p:spPr>
            <a:xfrm>
              <a:off x="9813926" y="846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31" name="Hexagon 2030">
              <a:extLst>
                <a:ext uri="{FF2B5EF4-FFF2-40B4-BE49-F238E27FC236}">
                  <a16:creationId xmlns:a16="http://schemas.microsoft.com/office/drawing/2014/main" id="{6B0B28F4-50D6-4E84-A164-94C5BB5F0CA9}"/>
                </a:ext>
              </a:extLst>
            </p:cNvPr>
            <p:cNvSpPr/>
            <p:nvPr/>
          </p:nvSpPr>
          <p:spPr>
            <a:xfrm>
              <a:off x="9813926" y="865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32" name="Hexagon 2031">
              <a:extLst>
                <a:ext uri="{FF2B5EF4-FFF2-40B4-BE49-F238E27FC236}">
                  <a16:creationId xmlns:a16="http://schemas.microsoft.com/office/drawing/2014/main" id="{F7330001-7D6D-488A-82F2-48F973BC463D}"/>
                </a:ext>
              </a:extLst>
            </p:cNvPr>
            <p:cNvSpPr/>
            <p:nvPr/>
          </p:nvSpPr>
          <p:spPr>
            <a:xfrm>
              <a:off x="9816913" y="88351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33" name="Hexagon 2032">
              <a:extLst>
                <a:ext uri="{FF2B5EF4-FFF2-40B4-BE49-F238E27FC236}">
                  <a16:creationId xmlns:a16="http://schemas.microsoft.com/office/drawing/2014/main" id="{E479FB82-B1D6-4500-AB0D-168DF0F60BDC}"/>
                </a:ext>
              </a:extLst>
            </p:cNvPr>
            <p:cNvSpPr/>
            <p:nvPr/>
          </p:nvSpPr>
          <p:spPr>
            <a:xfrm>
              <a:off x="9816755" y="90213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34" name="Hexagon 2033">
              <a:extLst>
                <a:ext uri="{FF2B5EF4-FFF2-40B4-BE49-F238E27FC236}">
                  <a16:creationId xmlns:a16="http://schemas.microsoft.com/office/drawing/2014/main" id="{B04B64EB-0AA6-4634-AF50-A8C892C99CA3}"/>
                </a:ext>
              </a:extLst>
            </p:cNvPr>
            <p:cNvSpPr/>
            <p:nvPr/>
          </p:nvSpPr>
          <p:spPr>
            <a:xfrm>
              <a:off x="9816755" y="9203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35" name="Hexagon 2034">
              <a:extLst>
                <a:ext uri="{FF2B5EF4-FFF2-40B4-BE49-F238E27FC236}">
                  <a16:creationId xmlns:a16="http://schemas.microsoft.com/office/drawing/2014/main" id="{106470B3-008B-4B9F-8C79-4DE45EE2CE8F}"/>
                </a:ext>
              </a:extLst>
            </p:cNvPr>
            <p:cNvSpPr/>
            <p:nvPr/>
          </p:nvSpPr>
          <p:spPr>
            <a:xfrm>
              <a:off x="9816755" y="93902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36" name="Hexagon 2035">
              <a:extLst>
                <a:ext uri="{FF2B5EF4-FFF2-40B4-BE49-F238E27FC236}">
                  <a16:creationId xmlns:a16="http://schemas.microsoft.com/office/drawing/2014/main" id="{9119C87D-C87B-48BB-9686-34B8FAFF8426}"/>
                </a:ext>
              </a:extLst>
            </p:cNvPr>
            <p:cNvSpPr/>
            <p:nvPr/>
          </p:nvSpPr>
          <p:spPr>
            <a:xfrm>
              <a:off x="9586184" y="87372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37" name="Hexagon 2036">
              <a:extLst>
                <a:ext uri="{FF2B5EF4-FFF2-40B4-BE49-F238E27FC236}">
                  <a16:creationId xmlns:a16="http://schemas.microsoft.com/office/drawing/2014/main" id="{E9A8A929-FF03-4854-8683-CAD5AB993354}"/>
                </a:ext>
              </a:extLst>
            </p:cNvPr>
            <p:cNvSpPr/>
            <p:nvPr/>
          </p:nvSpPr>
          <p:spPr>
            <a:xfrm>
              <a:off x="9586026" y="89234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38" name="Hexagon 2037">
              <a:extLst>
                <a:ext uri="{FF2B5EF4-FFF2-40B4-BE49-F238E27FC236}">
                  <a16:creationId xmlns:a16="http://schemas.microsoft.com/office/drawing/2014/main" id="{7D312942-15BF-4315-8A58-8815A388A3BA}"/>
                </a:ext>
              </a:extLst>
            </p:cNvPr>
            <p:cNvSpPr/>
            <p:nvPr/>
          </p:nvSpPr>
          <p:spPr>
            <a:xfrm>
              <a:off x="9586026" y="91060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39" name="Hexagon 2038">
              <a:extLst>
                <a:ext uri="{FF2B5EF4-FFF2-40B4-BE49-F238E27FC236}">
                  <a16:creationId xmlns:a16="http://schemas.microsoft.com/office/drawing/2014/main" id="{A8F2EA45-06D5-4832-B403-75FC633CF2D8}"/>
                </a:ext>
              </a:extLst>
            </p:cNvPr>
            <p:cNvSpPr/>
            <p:nvPr/>
          </p:nvSpPr>
          <p:spPr>
            <a:xfrm>
              <a:off x="9586026" y="92923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40" name="Hexagon 2039">
              <a:extLst>
                <a:ext uri="{FF2B5EF4-FFF2-40B4-BE49-F238E27FC236}">
                  <a16:creationId xmlns:a16="http://schemas.microsoft.com/office/drawing/2014/main" id="{C95AD976-1519-4346-AB7F-3172FB9C22DE}"/>
                </a:ext>
              </a:extLst>
            </p:cNvPr>
            <p:cNvSpPr/>
            <p:nvPr/>
          </p:nvSpPr>
          <p:spPr>
            <a:xfrm>
              <a:off x="9352446" y="86447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41" name="Hexagon 2040">
              <a:extLst>
                <a:ext uri="{FF2B5EF4-FFF2-40B4-BE49-F238E27FC236}">
                  <a16:creationId xmlns:a16="http://schemas.microsoft.com/office/drawing/2014/main" id="{8768E13D-35FE-4394-B5C4-323688502661}"/>
                </a:ext>
              </a:extLst>
            </p:cNvPr>
            <p:cNvSpPr/>
            <p:nvPr/>
          </p:nvSpPr>
          <p:spPr>
            <a:xfrm>
              <a:off x="9352288" y="88309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42" name="Hexagon 2041">
              <a:extLst>
                <a:ext uri="{FF2B5EF4-FFF2-40B4-BE49-F238E27FC236}">
                  <a16:creationId xmlns:a16="http://schemas.microsoft.com/office/drawing/2014/main" id="{1FFA9499-1B4C-4AF5-B72C-609EB3B1DEB9}"/>
                </a:ext>
              </a:extLst>
            </p:cNvPr>
            <p:cNvSpPr/>
            <p:nvPr/>
          </p:nvSpPr>
          <p:spPr>
            <a:xfrm>
              <a:off x="9352288" y="90135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43" name="Hexagon 2042">
              <a:extLst>
                <a:ext uri="{FF2B5EF4-FFF2-40B4-BE49-F238E27FC236}">
                  <a16:creationId xmlns:a16="http://schemas.microsoft.com/office/drawing/2014/main" id="{A33099FC-A5D7-4EBB-9244-5A4523EDD929}"/>
                </a:ext>
              </a:extLst>
            </p:cNvPr>
            <p:cNvSpPr/>
            <p:nvPr/>
          </p:nvSpPr>
          <p:spPr>
            <a:xfrm>
              <a:off x="9352288" y="91998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44" name="Hexagon 2043">
              <a:extLst>
                <a:ext uri="{FF2B5EF4-FFF2-40B4-BE49-F238E27FC236}">
                  <a16:creationId xmlns:a16="http://schemas.microsoft.com/office/drawing/2014/main" id="{C1FD6539-0D03-4324-947F-CFD2D0462392}"/>
                </a:ext>
              </a:extLst>
            </p:cNvPr>
            <p:cNvSpPr/>
            <p:nvPr/>
          </p:nvSpPr>
          <p:spPr>
            <a:xfrm>
              <a:off x="10056348" y="91124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45" name="Hexagon 2044">
              <a:extLst>
                <a:ext uri="{FF2B5EF4-FFF2-40B4-BE49-F238E27FC236}">
                  <a16:creationId xmlns:a16="http://schemas.microsoft.com/office/drawing/2014/main" id="{AF4089F8-FFD0-4587-9F55-3631CDDAE1A9}"/>
                </a:ext>
              </a:extLst>
            </p:cNvPr>
            <p:cNvSpPr/>
            <p:nvPr/>
          </p:nvSpPr>
          <p:spPr>
            <a:xfrm>
              <a:off x="10056190" y="92985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46" name="Hexagon 2045">
              <a:extLst>
                <a:ext uri="{FF2B5EF4-FFF2-40B4-BE49-F238E27FC236}">
                  <a16:creationId xmlns:a16="http://schemas.microsoft.com/office/drawing/2014/main" id="{66B97C35-76EE-4CBA-96C0-1871C7193A45}"/>
                </a:ext>
              </a:extLst>
            </p:cNvPr>
            <p:cNvSpPr/>
            <p:nvPr/>
          </p:nvSpPr>
          <p:spPr>
            <a:xfrm>
              <a:off x="10056190" y="94811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47" name="Hexagon 2046">
              <a:extLst>
                <a:ext uri="{FF2B5EF4-FFF2-40B4-BE49-F238E27FC236}">
                  <a16:creationId xmlns:a16="http://schemas.microsoft.com/office/drawing/2014/main" id="{0DAD5F40-A5B1-468D-9173-BB3FBFAC14CD}"/>
                </a:ext>
              </a:extLst>
            </p:cNvPr>
            <p:cNvSpPr/>
            <p:nvPr/>
          </p:nvSpPr>
          <p:spPr>
            <a:xfrm>
              <a:off x="10056190" y="96674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48" name="Hexagon 2047">
              <a:extLst>
                <a:ext uri="{FF2B5EF4-FFF2-40B4-BE49-F238E27FC236}">
                  <a16:creationId xmlns:a16="http://schemas.microsoft.com/office/drawing/2014/main" id="{35E1605D-25B6-4124-A8FE-488E05545E48}"/>
                </a:ext>
              </a:extLst>
            </p:cNvPr>
            <p:cNvSpPr/>
            <p:nvPr/>
          </p:nvSpPr>
          <p:spPr>
            <a:xfrm>
              <a:off x="10294056" y="92012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49" name="Hexagon 2048">
              <a:extLst>
                <a:ext uri="{FF2B5EF4-FFF2-40B4-BE49-F238E27FC236}">
                  <a16:creationId xmlns:a16="http://schemas.microsoft.com/office/drawing/2014/main" id="{C6A3C9AB-8A7D-48E6-8E94-D51D5DE85765}"/>
                </a:ext>
              </a:extLst>
            </p:cNvPr>
            <p:cNvSpPr/>
            <p:nvPr/>
          </p:nvSpPr>
          <p:spPr>
            <a:xfrm>
              <a:off x="10293898" y="93873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50" name="Hexagon 2049">
              <a:extLst>
                <a:ext uri="{FF2B5EF4-FFF2-40B4-BE49-F238E27FC236}">
                  <a16:creationId xmlns:a16="http://schemas.microsoft.com/office/drawing/2014/main" id="{50A4FD40-DAB2-4F25-A16D-1636251A40F6}"/>
                </a:ext>
              </a:extLst>
            </p:cNvPr>
            <p:cNvSpPr/>
            <p:nvPr/>
          </p:nvSpPr>
          <p:spPr>
            <a:xfrm>
              <a:off x="10293898" y="95700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51" name="Hexagon 2050">
              <a:extLst>
                <a:ext uri="{FF2B5EF4-FFF2-40B4-BE49-F238E27FC236}">
                  <a16:creationId xmlns:a16="http://schemas.microsoft.com/office/drawing/2014/main" id="{9B49EA56-1BC1-4E93-87F9-4635E024E9AF}"/>
                </a:ext>
              </a:extLst>
            </p:cNvPr>
            <p:cNvSpPr/>
            <p:nvPr/>
          </p:nvSpPr>
          <p:spPr>
            <a:xfrm>
              <a:off x="10293898" y="97563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52" name="Hexagon 2051">
              <a:extLst>
                <a:ext uri="{FF2B5EF4-FFF2-40B4-BE49-F238E27FC236}">
                  <a16:creationId xmlns:a16="http://schemas.microsoft.com/office/drawing/2014/main" id="{8E51221E-6F70-4D33-8C3B-C61B5C2C0808}"/>
                </a:ext>
              </a:extLst>
            </p:cNvPr>
            <p:cNvSpPr/>
            <p:nvPr/>
          </p:nvSpPr>
          <p:spPr>
            <a:xfrm>
              <a:off x="10532648" y="87394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53" name="Hexagon 2052">
              <a:extLst>
                <a:ext uri="{FF2B5EF4-FFF2-40B4-BE49-F238E27FC236}">
                  <a16:creationId xmlns:a16="http://schemas.microsoft.com/office/drawing/2014/main" id="{7D7DEEB2-6CBA-4621-A85F-DB7FDADC11D8}"/>
                </a:ext>
              </a:extLst>
            </p:cNvPr>
            <p:cNvSpPr/>
            <p:nvPr/>
          </p:nvSpPr>
          <p:spPr>
            <a:xfrm>
              <a:off x="10532490" y="89255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54" name="Hexagon 2053">
              <a:extLst>
                <a:ext uri="{FF2B5EF4-FFF2-40B4-BE49-F238E27FC236}">
                  <a16:creationId xmlns:a16="http://schemas.microsoft.com/office/drawing/2014/main" id="{D4652646-A0BA-4F78-B130-9E601407F686}"/>
                </a:ext>
              </a:extLst>
            </p:cNvPr>
            <p:cNvSpPr/>
            <p:nvPr/>
          </p:nvSpPr>
          <p:spPr>
            <a:xfrm>
              <a:off x="10532490" y="91082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55" name="Hexagon 2054">
              <a:extLst>
                <a:ext uri="{FF2B5EF4-FFF2-40B4-BE49-F238E27FC236}">
                  <a16:creationId xmlns:a16="http://schemas.microsoft.com/office/drawing/2014/main" id="{7C85C65C-9DC5-44F4-9AFD-3634E0D3A565}"/>
                </a:ext>
              </a:extLst>
            </p:cNvPr>
            <p:cNvSpPr/>
            <p:nvPr/>
          </p:nvSpPr>
          <p:spPr>
            <a:xfrm>
              <a:off x="10532490" y="92945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56" name="Hexagon 2055">
              <a:extLst>
                <a:ext uri="{FF2B5EF4-FFF2-40B4-BE49-F238E27FC236}">
                  <a16:creationId xmlns:a16="http://schemas.microsoft.com/office/drawing/2014/main" id="{63E998DD-D8AB-4AF4-87F9-A463B0B1766C}"/>
                </a:ext>
              </a:extLst>
            </p:cNvPr>
            <p:cNvSpPr/>
            <p:nvPr/>
          </p:nvSpPr>
          <p:spPr>
            <a:xfrm>
              <a:off x="10291568" y="86481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57" name="Hexagon 2056">
              <a:extLst>
                <a:ext uri="{FF2B5EF4-FFF2-40B4-BE49-F238E27FC236}">
                  <a16:creationId xmlns:a16="http://schemas.microsoft.com/office/drawing/2014/main" id="{B6966BD2-B7F1-492F-921C-B4EBA36E1547}"/>
                </a:ext>
              </a:extLst>
            </p:cNvPr>
            <p:cNvSpPr/>
            <p:nvPr/>
          </p:nvSpPr>
          <p:spPr>
            <a:xfrm>
              <a:off x="10291410" y="88343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58" name="Hexagon 2057">
              <a:extLst>
                <a:ext uri="{FF2B5EF4-FFF2-40B4-BE49-F238E27FC236}">
                  <a16:creationId xmlns:a16="http://schemas.microsoft.com/office/drawing/2014/main" id="{4B0C2ADD-48BB-482A-9191-CC55DCD8391D}"/>
                </a:ext>
              </a:extLst>
            </p:cNvPr>
            <p:cNvSpPr/>
            <p:nvPr/>
          </p:nvSpPr>
          <p:spPr>
            <a:xfrm>
              <a:off x="10291410" y="90169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59" name="Hexagon 2058">
              <a:extLst>
                <a:ext uri="{FF2B5EF4-FFF2-40B4-BE49-F238E27FC236}">
                  <a16:creationId xmlns:a16="http://schemas.microsoft.com/office/drawing/2014/main" id="{9630EAC1-B441-4400-9F4A-B35789621C4F}"/>
                </a:ext>
              </a:extLst>
            </p:cNvPr>
            <p:cNvSpPr/>
            <p:nvPr/>
          </p:nvSpPr>
          <p:spPr>
            <a:xfrm>
              <a:off x="10051409" y="85511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60" name="Hexagon 2059">
              <a:extLst>
                <a:ext uri="{FF2B5EF4-FFF2-40B4-BE49-F238E27FC236}">
                  <a16:creationId xmlns:a16="http://schemas.microsoft.com/office/drawing/2014/main" id="{935766BA-C3EC-4D67-B99E-714DAFB9C2C4}"/>
                </a:ext>
              </a:extLst>
            </p:cNvPr>
            <p:cNvSpPr/>
            <p:nvPr/>
          </p:nvSpPr>
          <p:spPr>
            <a:xfrm>
              <a:off x="10051251" y="87372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61" name="Hexagon 2060">
              <a:extLst>
                <a:ext uri="{FF2B5EF4-FFF2-40B4-BE49-F238E27FC236}">
                  <a16:creationId xmlns:a16="http://schemas.microsoft.com/office/drawing/2014/main" id="{90FD4FA0-1FD6-43F6-AFA7-13EEE13B6F89}"/>
                </a:ext>
              </a:extLst>
            </p:cNvPr>
            <p:cNvSpPr/>
            <p:nvPr/>
          </p:nvSpPr>
          <p:spPr>
            <a:xfrm>
              <a:off x="10766386" y="90139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62" name="Hexagon 2061">
              <a:extLst>
                <a:ext uri="{FF2B5EF4-FFF2-40B4-BE49-F238E27FC236}">
                  <a16:creationId xmlns:a16="http://schemas.microsoft.com/office/drawing/2014/main" id="{122098C3-6B23-46BB-BD38-B92872273EE3}"/>
                </a:ext>
              </a:extLst>
            </p:cNvPr>
            <p:cNvSpPr/>
            <p:nvPr/>
          </p:nvSpPr>
          <p:spPr>
            <a:xfrm>
              <a:off x="10766228" y="92000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63" name="Hexagon 2062">
              <a:extLst>
                <a:ext uri="{FF2B5EF4-FFF2-40B4-BE49-F238E27FC236}">
                  <a16:creationId xmlns:a16="http://schemas.microsoft.com/office/drawing/2014/main" id="{79D81A0D-D1F3-492A-A095-B85292245456}"/>
                </a:ext>
              </a:extLst>
            </p:cNvPr>
            <p:cNvSpPr/>
            <p:nvPr/>
          </p:nvSpPr>
          <p:spPr>
            <a:xfrm>
              <a:off x="10766228" y="93827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64" name="Hexagon 2063">
              <a:extLst>
                <a:ext uri="{FF2B5EF4-FFF2-40B4-BE49-F238E27FC236}">
                  <a16:creationId xmlns:a16="http://schemas.microsoft.com/office/drawing/2014/main" id="{D63DADF7-802F-4938-83B0-1B2145C35997}"/>
                </a:ext>
              </a:extLst>
            </p:cNvPr>
            <p:cNvSpPr/>
            <p:nvPr/>
          </p:nvSpPr>
          <p:spPr>
            <a:xfrm>
              <a:off x="10766228" y="95690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65" name="Hexagon 2064">
              <a:extLst>
                <a:ext uri="{FF2B5EF4-FFF2-40B4-BE49-F238E27FC236}">
                  <a16:creationId xmlns:a16="http://schemas.microsoft.com/office/drawing/2014/main" id="{6F4407B3-25C6-44E8-9830-5580B1E75007}"/>
                </a:ext>
              </a:extLst>
            </p:cNvPr>
            <p:cNvSpPr/>
            <p:nvPr/>
          </p:nvSpPr>
          <p:spPr>
            <a:xfrm>
              <a:off x="10532256" y="96626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66" name="Hexagon 2065">
              <a:extLst>
                <a:ext uri="{FF2B5EF4-FFF2-40B4-BE49-F238E27FC236}">
                  <a16:creationId xmlns:a16="http://schemas.microsoft.com/office/drawing/2014/main" id="{0CE1B9C8-B4BA-4A55-8375-4C65E3DE2921}"/>
                </a:ext>
              </a:extLst>
            </p:cNvPr>
            <p:cNvSpPr/>
            <p:nvPr/>
          </p:nvSpPr>
          <p:spPr>
            <a:xfrm>
              <a:off x="10532256" y="98489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67" name="Hexagon 2066">
              <a:extLst>
                <a:ext uri="{FF2B5EF4-FFF2-40B4-BE49-F238E27FC236}">
                  <a16:creationId xmlns:a16="http://schemas.microsoft.com/office/drawing/2014/main" id="{003BEE88-1895-491D-A5B6-8A158763D98F}"/>
                </a:ext>
              </a:extLst>
            </p:cNvPr>
            <p:cNvSpPr/>
            <p:nvPr/>
          </p:nvSpPr>
          <p:spPr>
            <a:xfrm>
              <a:off x="10998708" y="89205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68" name="Hexagon 2067">
              <a:extLst>
                <a:ext uri="{FF2B5EF4-FFF2-40B4-BE49-F238E27FC236}">
                  <a16:creationId xmlns:a16="http://schemas.microsoft.com/office/drawing/2014/main" id="{AADCE915-5D70-48B0-891E-1078035F7D9F}"/>
                </a:ext>
              </a:extLst>
            </p:cNvPr>
            <p:cNvSpPr/>
            <p:nvPr/>
          </p:nvSpPr>
          <p:spPr>
            <a:xfrm>
              <a:off x="10998550" y="91066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69" name="Hexagon 2068">
              <a:extLst>
                <a:ext uri="{FF2B5EF4-FFF2-40B4-BE49-F238E27FC236}">
                  <a16:creationId xmlns:a16="http://schemas.microsoft.com/office/drawing/2014/main" id="{47AB4760-9034-4723-A347-375C6C2B0126}"/>
                </a:ext>
              </a:extLst>
            </p:cNvPr>
            <p:cNvSpPr/>
            <p:nvPr/>
          </p:nvSpPr>
          <p:spPr>
            <a:xfrm>
              <a:off x="10998550" y="92893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70" name="Hexagon 2069">
              <a:extLst>
                <a:ext uri="{FF2B5EF4-FFF2-40B4-BE49-F238E27FC236}">
                  <a16:creationId xmlns:a16="http://schemas.microsoft.com/office/drawing/2014/main" id="{B40E1A2D-BDC4-4AB6-9969-F8FEA69E371E}"/>
                </a:ext>
              </a:extLst>
            </p:cNvPr>
            <p:cNvSpPr/>
            <p:nvPr/>
          </p:nvSpPr>
          <p:spPr>
            <a:xfrm>
              <a:off x="10998550" y="94756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71" name="Hexagon 2070">
              <a:extLst>
                <a:ext uri="{FF2B5EF4-FFF2-40B4-BE49-F238E27FC236}">
                  <a16:creationId xmlns:a16="http://schemas.microsoft.com/office/drawing/2014/main" id="{D78D4443-FE04-4C8F-B653-53846BC871A4}"/>
                </a:ext>
              </a:extLst>
            </p:cNvPr>
            <p:cNvSpPr/>
            <p:nvPr/>
          </p:nvSpPr>
          <p:spPr>
            <a:xfrm>
              <a:off x="11233620" y="90114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72" name="Hexagon 2071">
              <a:extLst>
                <a:ext uri="{FF2B5EF4-FFF2-40B4-BE49-F238E27FC236}">
                  <a16:creationId xmlns:a16="http://schemas.microsoft.com/office/drawing/2014/main" id="{735E3183-547C-4E87-A4AB-CC5C6C46754D}"/>
                </a:ext>
              </a:extLst>
            </p:cNvPr>
            <p:cNvSpPr/>
            <p:nvPr/>
          </p:nvSpPr>
          <p:spPr>
            <a:xfrm>
              <a:off x="11233620" y="91941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73" name="Hexagon 2072">
              <a:extLst>
                <a:ext uri="{FF2B5EF4-FFF2-40B4-BE49-F238E27FC236}">
                  <a16:creationId xmlns:a16="http://schemas.microsoft.com/office/drawing/2014/main" id="{CA303DCE-1640-4878-88C9-10601EA0C376}"/>
                </a:ext>
              </a:extLst>
            </p:cNvPr>
            <p:cNvSpPr/>
            <p:nvPr/>
          </p:nvSpPr>
          <p:spPr>
            <a:xfrm>
              <a:off x="11470855" y="89197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74" name="Hexagon 2073">
              <a:extLst>
                <a:ext uri="{FF2B5EF4-FFF2-40B4-BE49-F238E27FC236}">
                  <a16:creationId xmlns:a16="http://schemas.microsoft.com/office/drawing/2014/main" id="{90264C92-2EB2-4898-9B4B-49AAA4946BE8}"/>
                </a:ext>
              </a:extLst>
            </p:cNvPr>
            <p:cNvSpPr/>
            <p:nvPr/>
          </p:nvSpPr>
          <p:spPr>
            <a:xfrm>
              <a:off x="11470855" y="91024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75" name="Hexagon 2074">
              <a:extLst>
                <a:ext uri="{FF2B5EF4-FFF2-40B4-BE49-F238E27FC236}">
                  <a16:creationId xmlns:a16="http://schemas.microsoft.com/office/drawing/2014/main" id="{FAA3C49C-EC72-4B21-B0C4-FEABBF5617F4}"/>
                </a:ext>
              </a:extLst>
            </p:cNvPr>
            <p:cNvSpPr/>
            <p:nvPr/>
          </p:nvSpPr>
          <p:spPr>
            <a:xfrm>
              <a:off x="10771588" y="82823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76" name="Hexagon 2075">
              <a:extLst>
                <a:ext uri="{FF2B5EF4-FFF2-40B4-BE49-F238E27FC236}">
                  <a16:creationId xmlns:a16="http://schemas.microsoft.com/office/drawing/2014/main" id="{EF6B8D0C-2264-441F-85E0-66E7E916AA75}"/>
                </a:ext>
              </a:extLst>
            </p:cNvPr>
            <p:cNvSpPr/>
            <p:nvPr/>
          </p:nvSpPr>
          <p:spPr>
            <a:xfrm>
              <a:off x="11009835" y="83748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77" name="Hexagon 2076">
              <a:extLst>
                <a:ext uri="{FF2B5EF4-FFF2-40B4-BE49-F238E27FC236}">
                  <a16:creationId xmlns:a16="http://schemas.microsoft.com/office/drawing/2014/main" id="{3DE6CE1A-E0D1-4E9C-8EF8-A276F5181E7F}"/>
                </a:ext>
              </a:extLst>
            </p:cNvPr>
            <p:cNvSpPr/>
            <p:nvPr/>
          </p:nvSpPr>
          <p:spPr>
            <a:xfrm>
              <a:off x="11005807" y="85511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78" name="Hexagon 2077">
              <a:extLst>
                <a:ext uri="{FF2B5EF4-FFF2-40B4-BE49-F238E27FC236}">
                  <a16:creationId xmlns:a16="http://schemas.microsoft.com/office/drawing/2014/main" id="{370CEF04-0E74-4BD4-84DA-7CA4F339E30B}"/>
                </a:ext>
              </a:extLst>
            </p:cNvPr>
            <p:cNvSpPr/>
            <p:nvPr/>
          </p:nvSpPr>
          <p:spPr>
            <a:xfrm>
              <a:off x="11232592" y="86465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79" name="Hexagon 2078">
              <a:extLst>
                <a:ext uri="{FF2B5EF4-FFF2-40B4-BE49-F238E27FC236}">
                  <a16:creationId xmlns:a16="http://schemas.microsoft.com/office/drawing/2014/main" id="{F1A8B442-1324-47FF-849F-AC9A9ED5DB72}"/>
                </a:ext>
              </a:extLst>
            </p:cNvPr>
            <p:cNvSpPr/>
            <p:nvPr/>
          </p:nvSpPr>
          <p:spPr>
            <a:xfrm>
              <a:off x="11467466" y="87367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80" name="Hexagon 2079">
              <a:extLst>
                <a:ext uri="{FF2B5EF4-FFF2-40B4-BE49-F238E27FC236}">
                  <a16:creationId xmlns:a16="http://schemas.microsoft.com/office/drawing/2014/main" id="{430FE54B-B297-4C2C-B4CE-DAEF1D61DBE8}"/>
                </a:ext>
              </a:extLst>
            </p:cNvPr>
            <p:cNvSpPr/>
            <p:nvPr/>
          </p:nvSpPr>
          <p:spPr>
            <a:xfrm>
              <a:off x="11707240" y="88263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81" name="Hexagon 2080">
              <a:extLst>
                <a:ext uri="{FF2B5EF4-FFF2-40B4-BE49-F238E27FC236}">
                  <a16:creationId xmlns:a16="http://schemas.microsoft.com/office/drawing/2014/main" id="{E3B12B23-5917-4422-80D7-D1566249A4FE}"/>
                </a:ext>
              </a:extLst>
            </p:cNvPr>
            <p:cNvSpPr/>
            <p:nvPr/>
          </p:nvSpPr>
          <p:spPr>
            <a:xfrm>
              <a:off x="11703461" y="90124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82" name="Hexagon 2081">
              <a:extLst>
                <a:ext uri="{FF2B5EF4-FFF2-40B4-BE49-F238E27FC236}">
                  <a16:creationId xmlns:a16="http://schemas.microsoft.com/office/drawing/2014/main" id="{E8B5320E-E841-43FE-BE45-EA0494BA5E37}"/>
                </a:ext>
              </a:extLst>
            </p:cNvPr>
            <p:cNvSpPr/>
            <p:nvPr/>
          </p:nvSpPr>
          <p:spPr>
            <a:xfrm>
              <a:off x="10762921" y="80984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83" name="Hexagon 2082">
              <a:extLst>
                <a:ext uri="{FF2B5EF4-FFF2-40B4-BE49-F238E27FC236}">
                  <a16:creationId xmlns:a16="http://schemas.microsoft.com/office/drawing/2014/main" id="{42424678-191F-4429-8BEF-128B0492F159}"/>
                </a:ext>
              </a:extLst>
            </p:cNvPr>
            <p:cNvSpPr/>
            <p:nvPr/>
          </p:nvSpPr>
          <p:spPr>
            <a:xfrm>
              <a:off x="11003426" y="81897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84" name="Hexagon 2083">
              <a:extLst>
                <a:ext uri="{FF2B5EF4-FFF2-40B4-BE49-F238E27FC236}">
                  <a16:creationId xmlns:a16="http://schemas.microsoft.com/office/drawing/2014/main" id="{F13AEADE-FD52-4244-83C8-C28EF7CD91CF}"/>
                </a:ext>
              </a:extLst>
            </p:cNvPr>
            <p:cNvSpPr/>
            <p:nvPr/>
          </p:nvSpPr>
          <p:spPr>
            <a:xfrm>
              <a:off x="11241673" y="82822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85" name="Hexagon 2084">
              <a:extLst>
                <a:ext uri="{FF2B5EF4-FFF2-40B4-BE49-F238E27FC236}">
                  <a16:creationId xmlns:a16="http://schemas.microsoft.com/office/drawing/2014/main" id="{644567B3-A4D7-41C9-92C3-5E4AD912C4C5}"/>
                </a:ext>
              </a:extLst>
            </p:cNvPr>
            <p:cNvSpPr/>
            <p:nvPr/>
          </p:nvSpPr>
          <p:spPr>
            <a:xfrm>
              <a:off x="10762047" y="79178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86" name="Hexagon 2085">
              <a:extLst>
                <a:ext uri="{FF2B5EF4-FFF2-40B4-BE49-F238E27FC236}">
                  <a16:creationId xmlns:a16="http://schemas.microsoft.com/office/drawing/2014/main" id="{1255FDF7-B249-4D89-970E-7100852DF070}"/>
                </a:ext>
              </a:extLst>
            </p:cNvPr>
            <p:cNvSpPr/>
            <p:nvPr/>
          </p:nvSpPr>
          <p:spPr>
            <a:xfrm>
              <a:off x="11002552" y="80091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87" name="Hexagon 2086">
              <a:extLst>
                <a:ext uri="{FF2B5EF4-FFF2-40B4-BE49-F238E27FC236}">
                  <a16:creationId xmlns:a16="http://schemas.microsoft.com/office/drawing/2014/main" id="{4649060D-755E-4EF0-8E8C-FFACEFB3949B}"/>
                </a:ext>
              </a:extLst>
            </p:cNvPr>
            <p:cNvSpPr/>
            <p:nvPr/>
          </p:nvSpPr>
          <p:spPr>
            <a:xfrm>
              <a:off x="11240799" y="81016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88" name="Hexagon 2087">
              <a:extLst>
                <a:ext uri="{FF2B5EF4-FFF2-40B4-BE49-F238E27FC236}">
                  <a16:creationId xmlns:a16="http://schemas.microsoft.com/office/drawing/2014/main" id="{373E3FD4-8855-4C95-B7E1-2FE6DFB4DF1A}"/>
                </a:ext>
              </a:extLst>
            </p:cNvPr>
            <p:cNvSpPr/>
            <p:nvPr/>
          </p:nvSpPr>
          <p:spPr>
            <a:xfrm>
              <a:off x="10999717" y="78221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89" name="Hexagon 2088">
              <a:extLst>
                <a:ext uri="{FF2B5EF4-FFF2-40B4-BE49-F238E27FC236}">
                  <a16:creationId xmlns:a16="http://schemas.microsoft.com/office/drawing/2014/main" id="{129221AA-021F-43E3-8763-EB66908475E7}"/>
                </a:ext>
              </a:extLst>
            </p:cNvPr>
            <p:cNvSpPr/>
            <p:nvPr/>
          </p:nvSpPr>
          <p:spPr>
            <a:xfrm>
              <a:off x="11238083" y="77260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90" name="Hexagon 2089">
              <a:extLst>
                <a:ext uri="{FF2B5EF4-FFF2-40B4-BE49-F238E27FC236}">
                  <a16:creationId xmlns:a16="http://schemas.microsoft.com/office/drawing/2014/main" id="{AFAD74BD-B2E4-4D99-A985-852EBCFE6887}"/>
                </a:ext>
              </a:extLst>
            </p:cNvPr>
            <p:cNvSpPr/>
            <p:nvPr/>
          </p:nvSpPr>
          <p:spPr>
            <a:xfrm>
              <a:off x="11230486" y="75437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91" name="Hexagon 2090">
              <a:extLst>
                <a:ext uri="{FF2B5EF4-FFF2-40B4-BE49-F238E27FC236}">
                  <a16:creationId xmlns:a16="http://schemas.microsoft.com/office/drawing/2014/main" id="{F3DA524C-89BD-4550-9BB2-8CEA4BE88285}"/>
                </a:ext>
              </a:extLst>
            </p:cNvPr>
            <p:cNvSpPr/>
            <p:nvPr/>
          </p:nvSpPr>
          <p:spPr>
            <a:xfrm>
              <a:off x="11476226" y="81964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92" name="Hexagon 2091">
              <a:extLst>
                <a:ext uri="{FF2B5EF4-FFF2-40B4-BE49-F238E27FC236}">
                  <a16:creationId xmlns:a16="http://schemas.microsoft.com/office/drawing/2014/main" id="{4C09DF44-FA21-4F90-A0D3-4BB1CD885B01}"/>
                </a:ext>
              </a:extLst>
            </p:cNvPr>
            <p:cNvSpPr/>
            <p:nvPr/>
          </p:nvSpPr>
          <p:spPr>
            <a:xfrm>
              <a:off x="11473391" y="80094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93" name="Hexagon 2092">
              <a:extLst>
                <a:ext uri="{FF2B5EF4-FFF2-40B4-BE49-F238E27FC236}">
                  <a16:creationId xmlns:a16="http://schemas.microsoft.com/office/drawing/2014/main" id="{6D2698D9-6B87-4C5C-BDE7-1D76D3C07742}"/>
                </a:ext>
              </a:extLst>
            </p:cNvPr>
            <p:cNvSpPr/>
            <p:nvPr/>
          </p:nvSpPr>
          <p:spPr>
            <a:xfrm>
              <a:off x="11240595" y="84623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94" name="Hexagon 2093">
              <a:extLst>
                <a:ext uri="{FF2B5EF4-FFF2-40B4-BE49-F238E27FC236}">
                  <a16:creationId xmlns:a16="http://schemas.microsoft.com/office/drawing/2014/main" id="{3FCF1594-501F-4A50-9180-127D6CCE560A}"/>
                </a:ext>
              </a:extLst>
            </p:cNvPr>
            <p:cNvSpPr/>
            <p:nvPr/>
          </p:nvSpPr>
          <p:spPr>
            <a:xfrm>
              <a:off x="11474080" y="85548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95" name="Hexagon 2094">
              <a:extLst>
                <a:ext uri="{FF2B5EF4-FFF2-40B4-BE49-F238E27FC236}">
                  <a16:creationId xmlns:a16="http://schemas.microsoft.com/office/drawing/2014/main" id="{AB75AFFD-816D-4F3D-ACF2-2C37CD2CD8B2}"/>
                </a:ext>
              </a:extLst>
            </p:cNvPr>
            <p:cNvSpPr/>
            <p:nvPr/>
          </p:nvSpPr>
          <p:spPr>
            <a:xfrm>
              <a:off x="11708954" y="84710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96" name="Hexagon 2095">
              <a:extLst>
                <a:ext uri="{FF2B5EF4-FFF2-40B4-BE49-F238E27FC236}">
                  <a16:creationId xmlns:a16="http://schemas.microsoft.com/office/drawing/2014/main" id="{06AF5745-B448-49F4-ADD4-AC4916C0B07D}"/>
                </a:ext>
              </a:extLst>
            </p:cNvPr>
            <p:cNvSpPr/>
            <p:nvPr/>
          </p:nvSpPr>
          <p:spPr>
            <a:xfrm>
              <a:off x="11705175" y="86572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97" name="Hexagon 2096">
              <a:extLst>
                <a:ext uri="{FF2B5EF4-FFF2-40B4-BE49-F238E27FC236}">
                  <a16:creationId xmlns:a16="http://schemas.microsoft.com/office/drawing/2014/main" id="{D83851C6-58BF-45F7-811E-7343A71BEDAA}"/>
                </a:ext>
              </a:extLst>
            </p:cNvPr>
            <p:cNvSpPr/>
            <p:nvPr/>
          </p:nvSpPr>
          <p:spPr>
            <a:xfrm>
              <a:off x="11942252" y="85599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98" name="Hexagon 2097">
              <a:extLst>
                <a:ext uri="{FF2B5EF4-FFF2-40B4-BE49-F238E27FC236}">
                  <a16:creationId xmlns:a16="http://schemas.microsoft.com/office/drawing/2014/main" id="{33E103A8-7FBD-4600-8B0D-82160FC4EB6E}"/>
                </a:ext>
              </a:extLst>
            </p:cNvPr>
            <p:cNvSpPr/>
            <p:nvPr/>
          </p:nvSpPr>
          <p:spPr>
            <a:xfrm>
              <a:off x="11938473" y="8746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99" name="Hexagon 2098">
              <a:extLst>
                <a:ext uri="{FF2B5EF4-FFF2-40B4-BE49-F238E27FC236}">
                  <a16:creationId xmlns:a16="http://schemas.microsoft.com/office/drawing/2014/main" id="{214684DB-5A67-41B4-AF59-CA39782C8EFF}"/>
                </a:ext>
              </a:extLst>
            </p:cNvPr>
            <p:cNvSpPr/>
            <p:nvPr/>
          </p:nvSpPr>
          <p:spPr>
            <a:xfrm>
              <a:off x="11708619" y="81072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00" name="Hexagon 2099">
              <a:extLst>
                <a:ext uri="{FF2B5EF4-FFF2-40B4-BE49-F238E27FC236}">
                  <a16:creationId xmlns:a16="http://schemas.microsoft.com/office/drawing/2014/main" id="{817062DF-EC8D-4AF9-8764-C9AD7D72B727}"/>
                </a:ext>
              </a:extLst>
            </p:cNvPr>
            <p:cNvSpPr/>
            <p:nvPr/>
          </p:nvSpPr>
          <p:spPr>
            <a:xfrm>
              <a:off x="11707221" y="82886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01" name="Hexagon 2100">
              <a:extLst>
                <a:ext uri="{FF2B5EF4-FFF2-40B4-BE49-F238E27FC236}">
                  <a16:creationId xmlns:a16="http://schemas.microsoft.com/office/drawing/2014/main" id="{64E360A1-E729-485C-9CB7-5C1E5914FE54}"/>
                </a:ext>
              </a:extLst>
            </p:cNvPr>
            <p:cNvSpPr/>
            <p:nvPr/>
          </p:nvSpPr>
          <p:spPr>
            <a:xfrm>
              <a:off x="11945622" y="81979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02" name="Hexagon 2101">
              <a:extLst>
                <a:ext uri="{FF2B5EF4-FFF2-40B4-BE49-F238E27FC236}">
                  <a16:creationId xmlns:a16="http://schemas.microsoft.com/office/drawing/2014/main" id="{47160DE0-0B61-4C65-BD06-9724B9818C92}"/>
                </a:ext>
              </a:extLst>
            </p:cNvPr>
            <p:cNvSpPr/>
            <p:nvPr/>
          </p:nvSpPr>
          <p:spPr>
            <a:xfrm>
              <a:off x="11941843" y="83840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03" name="Hexagon 2102">
              <a:extLst>
                <a:ext uri="{FF2B5EF4-FFF2-40B4-BE49-F238E27FC236}">
                  <a16:creationId xmlns:a16="http://schemas.microsoft.com/office/drawing/2014/main" id="{F6C64673-8B8E-486A-BF12-749D907849E5}"/>
                </a:ext>
              </a:extLst>
            </p:cNvPr>
            <p:cNvSpPr/>
            <p:nvPr/>
          </p:nvSpPr>
          <p:spPr>
            <a:xfrm>
              <a:off x="11947040" y="78240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04" name="Hexagon 2103">
              <a:extLst>
                <a:ext uri="{FF2B5EF4-FFF2-40B4-BE49-F238E27FC236}">
                  <a16:creationId xmlns:a16="http://schemas.microsoft.com/office/drawing/2014/main" id="{52805185-6315-4EE7-A7E4-797A57F4BCC9}"/>
                </a:ext>
              </a:extLst>
            </p:cNvPr>
            <p:cNvSpPr/>
            <p:nvPr/>
          </p:nvSpPr>
          <p:spPr>
            <a:xfrm>
              <a:off x="11943261" y="80102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05" name="Hexagon 2104">
              <a:extLst>
                <a:ext uri="{FF2B5EF4-FFF2-40B4-BE49-F238E27FC236}">
                  <a16:creationId xmlns:a16="http://schemas.microsoft.com/office/drawing/2014/main" id="{D8FCB046-74F9-4F85-93F6-DDC1AEB970E4}"/>
                </a:ext>
              </a:extLst>
            </p:cNvPr>
            <p:cNvSpPr/>
            <p:nvPr/>
          </p:nvSpPr>
          <p:spPr>
            <a:xfrm>
              <a:off x="11475442" y="78231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06" name="Hexagon 2105">
              <a:extLst>
                <a:ext uri="{FF2B5EF4-FFF2-40B4-BE49-F238E27FC236}">
                  <a16:creationId xmlns:a16="http://schemas.microsoft.com/office/drawing/2014/main" id="{A427942B-8337-495F-9DBB-2AA620126D72}"/>
                </a:ext>
              </a:extLst>
            </p:cNvPr>
            <p:cNvSpPr/>
            <p:nvPr/>
          </p:nvSpPr>
          <p:spPr>
            <a:xfrm>
              <a:off x="11713250" y="79227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07" name="Hexagon 2106">
              <a:extLst>
                <a:ext uri="{FF2B5EF4-FFF2-40B4-BE49-F238E27FC236}">
                  <a16:creationId xmlns:a16="http://schemas.microsoft.com/office/drawing/2014/main" id="{0DFB0EB0-5587-45F3-82BC-F379A6DC766B}"/>
                </a:ext>
              </a:extLst>
            </p:cNvPr>
            <p:cNvSpPr/>
            <p:nvPr/>
          </p:nvSpPr>
          <p:spPr>
            <a:xfrm>
              <a:off x="11712796" y="77333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08" name="Hexagon 2107">
              <a:extLst>
                <a:ext uri="{FF2B5EF4-FFF2-40B4-BE49-F238E27FC236}">
                  <a16:creationId xmlns:a16="http://schemas.microsoft.com/office/drawing/2014/main" id="{EF1E0312-7F65-4E5E-A94E-7D9DD79BD8EE}"/>
                </a:ext>
              </a:extLst>
            </p:cNvPr>
            <p:cNvSpPr/>
            <p:nvPr/>
          </p:nvSpPr>
          <p:spPr>
            <a:xfrm>
              <a:off x="11947039" y="76398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09" name="Hexagon 2108">
              <a:extLst>
                <a:ext uri="{FF2B5EF4-FFF2-40B4-BE49-F238E27FC236}">
                  <a16:creationId xmlns:a16="http://schemas.microsoft.com/office/drawing/2014/main" id="{A1A1039E-CFEB-49D8-8E70-86A3AEE459A0}"/>
                </a:ext>
              </a:extLst>
            </p:cNvPr>
            <p:cNvSpPr/>
            <p:nvPr/>
          </p:nvSpPr>
          <p:spPr>
            <a:xfrm>
              <a:off x="12177250" y="75499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10" name="Hexagon 2109">
              <a:extLst>
                <a:ext uri="{FF2B5EF4-FFF2-40B4-BE49-F238E27FC236}">
                  <a16:creationId xmlns:a16="http://schemas.microsoft.com/office/drawing/2014/main" id="{5BE6452B-1ADD-43EB-B197-B98CA36801AF}"/>
                </a:ext>
              </a:extLst>
            </p:cNvPr>
            <p:cNvSpPr/>
            <p:nvPr/>
          </p:nvSpPr>
          <p:spPr>
            <a:xfrm>
              <a:off x="6516820" y="80997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11" name="Hexagon 2110">
              <a:extLst>
                <a:ext uri="{FF2B5EF4-FFF2-40B4-BE49-F238E27FC236}">
                  <a16:creationId xmlns:a16="http://schemas.microsoft.com/office/drawing/2014/main" id="{3F7D8A76-2091-43A6-936C-420626B56C2A}"/>
                </a:ext>
              </a:extLst>
            </p:cNvPr>
            <p:cNvSpPr/>
            <p:nvPr/>
          </p:nvSpPr>
          <p:spPr>
            <a:xfrm>
              <a:off x="6284048" y="80131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12" name="Hexagon 2111">
              <a:extLst>
                <a:ext uri="{FF2B5EF4-FFF2-40B4-BE49-F238E27FC236}">
                  <a16:creationId xmlns:a16="http://schemas.microsoft.com/office/drawing/2014/main" id="{9F4A9653-892A-44D0-B566-1088A746A629}"/>
                </a:ext>
              </a:extLst>
            </p:cNvPr>
            <p:cNvSpPr/>
            <p:nvPr/>
          </p:nvSpPr>
          <p:spPr>
            <a:xfrm>
              <a:off x="6521566" y="7915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13" name="Hexagon 2112">
              <a:extLst>
                <a:ext uri="{FF2B5EF4-FFF2-40B4-BE49-F238E27FC236}">
                  <a16:creationId xmlns:a16="http://schemas.microsoft.com/office/drawing/2014/main" id="{AADD422D-85B9-44BC-B37B-461B1F344663}"/>
                </a:ext>
              </a:extLst>
            </p:cNvPr>
            <p:cNvSpPr/>
            <p:nvPr/>
          </p:nvSpPr>
          <p:spPr>
            <a:xfrm>
              <a:off x="6286413" y="78266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14" name="Hexagon 2113">
              <a:extLst>
                <a:ext uri="{FF2B5EF4-FFF2-40B4-BE49-F238E27FC236}">
                  <a16:creationId xmlns:a16="http://schemas.microsoft.com/office/drawing/2014/main" id="{09DA016F-867E-443A-9361-8B6B2CF6B9D0}"/>
                </a:ext>
              </a:extLst>
            </p:cNvPr>
            <p:cNvSpPr/>
            <p:nvPr/>
          </p:nvSpPr>
          <p:spPr>
            <a:xfrm>
              <a:off x="6755480" y="78207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15" name="Hexagon 2114">
              <a:extLst>
                <a:ext uri="{FF2B5EF4-FFF2-40B4-BE49-F238E27FC236}">
                  <a16:creationId xmlns:a16="http://schemas.microsoft.com/office/drawing/2014/main" id="{A99BBB58-1921-457E-8396-DC20E775F14D}"/>
                </a:ext>
              </a:extLst>
            </p:cNvPr>
            <p:cNvSpPr/>
            <p:nvPr/>
          </p:nvSpPr>
          <p:spPr>
            <a:xfrm>
              <a:off x="6757845" y="76390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16" name="Hexagon 2115">
              <a:extLst>
                <a:ext uri="{FF2B5EF4-FFF2-40B4-BE49-F238E27FC236}">
                  <a16:creationId xmlns:a16="http://schemas.microsoft.com/office/drawing/2014/main" id="{2FAC0021-CE7E-4B3F-A41D-2D2B11C97F64}"/>
                </a:ext>
              </a:extLst>
            </p:cNvPr>
            <p:cNvSpPr/>
            <p:nvPr/>
          </p:nvSpPr>
          <p:spPr>
            <a:xfrm>
              <a:off x="6988611" y="75476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17" name="Hexagon 2116">
              <a:extLst>
                <a:ext uri="{FF2B5EF4-FFF2-40B4-BE49-F238E27FC236}">
                  <a16:creationId xmlns:a16="http://schemas.microsoft.com/office/drawing/2014/main" id="{01A346FF-56FF-4802-A5ED-06C35C5226C1}"/>
                </a:ext>
              </a:extLst>
            </p:cNvPr>
            <p:cNvSpPr/>
            <p:nvPr/>
          </p:nvSpPr>
          <p:spPr>
            <a:xfrm>
              <a:off x="7222036" y="74555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18" name="Hexagon 2117">
              <a:extLst>
                <a:ext uri="{FF2B5EF4-FFF2-40B4-BE49-F238E27FC236}">
                  <a16:creationId xmlns:a16="http://schemas.microsoft.com/office/drawing/2014/main" id="{32D6B649-550D-4796-8CEA-44809D7EBE74}"/>
                </a:ext>
              </a:extLst>
            </p:cNvPr>
            <p:cNvSpPr/>
            <p:nvPr/>
          </p:nvSpPr>
          <p:spPr>
            <a:xfrm>
              <a:off x="7224896" y="72700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19" name="Hexagon 2118">
              <a:extLst>
                <a:ext uri="{FF2B5EF4-FFF2-40B4-BE49-F238E27FC236}">
                  <a16:creationId xmlns:a16="http://schemas.microsoft.com/office/drawing/2014/main" id="{FF1820AA-6588-4BD3-8070-8EDDBCA354EA}"/>
                </a:ext>
              </a:extLst>
            </p:cNvPr>
            <p:cNvSpPr/>
            <p:nvPr/>
          </p:nvSpPr>
          <p:spPr>
            <a:xfrm>
              <a:off x="6282693" y="76437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20" name="Hexagon 2119">
              <a:extLst>
                <a:ext uri="{FF2B5EF4-FFF2-40B4-BE49-F238E27FC236}">
                  <a16:creationId xmlns:a16="http://schemas.microsoft.com/office/drawing/2014/main" id="{AEAC5C60-DC6C-4EB9-BC64-4EE15C5541F2}"/>
                </a:ext>
              </a:extLst>
            </p:cNvPr>
            <p:cNvSpPr/>
            <p:nvPr/>
          </p:nvSpPr>
          <p:spPr>
            <a:xfrm>
              <a:off x="6285058" y="74571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21" name="Hexagon 2120">
              <a:extLst>
                <a:ext uri="{FF2B5EF4-FFF2-40B4-BE49-F238E27FC236}">
                  <a16:creationId xmlns:a16="http://schemas.microsoft.com/office/drawing/2014/main" id="{75239C88-DF89-420C-814B-979A63937028}"/>
                </a:ext>
              </a:extLst>
            </p:cNvPr>
            <p:cNvSpPr/>
            <p:nvPr/>
          </p:nvSpPr>
          <p:spPr>
            <a:xfrm>
              <a:off x="6513080" y="75484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22" name="Hexagon 2121">
              <a:extLst>
                <a:ext uri="{FF2B5EF4-FFF2-40B4-BE49-F238E27FC236}">
                  <a16:creationId xmlns:a16="http://schemas.microsoft.com/office/drawing/2014/main" id="{894BE100-2A5D-4815-B0EF-50FC8EB7AF98}"/>
                </a:ext>
              </a:extLst>
            </p:cNvPr>
            <p:cNvSpPr/>
            <p:nvPr/>
          </p:nvSpPr>
          <p:spPr>
            <a:xfrm>
              <a:off x="6752410" y="74567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23" name="Hexagon 2122">
              <a:extLst>
                <a:ext uri="{FF2B5EF4-FFF2-40B4-BE49-F238E27FC236}">
                  <a16:creationId xmlns:a16="http://schemas.microsoft.com/office/drawing/2014/main" id="{437D8041-9156-45E4-8E3E-C634F739F03A}"/>
                </a:ext>
              </a:extLst>
            </p:cNvPr>
            <p:cNvSpPr/>
            <p:nvPr/>
          </p:nvSpPr>
          <p:spPr>
            <a:xfrm>
              <a:off x="6988611" y="7176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24" name="Hexagon 2123">
              <a:extLst>
                <a:ext uri="{FF2B5EF4-FFF2-40B4-BE49-F238E27FC236}">
                  <a16:creationId xmlns:a16="http://schemas.microsoft.com/office/drawing/2014/main" id="{51AF6D5D-82A2-462F-9825-D2D1AE875335}"/>
                </a:ext>
              </a:extLst>
            </p:cNvPr>
            <p:cNvSpPr/>
            <p:nvPr/>
          </p:nvSpPr>
          <p:spPr>
            <a:xfrm>
              <a:off x="7458121" y="71783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25" name="Hexagon 2124">
              <a:extLst>
                <a:ext uri="{FF2B5EF4-FFF2-40B4-BE49-F238E27FC236}">
                  <a16:creationId xmlns:a16="http://schemas.microsoft.com/office/drawing/2014/main" id="{241C06CD-6B61-4E96-B954-5ED75CD59155}"/>
                </a:ext>
              </a:extLst>
            </p:cNvPr>
            <p:cNvSpPr/>
            <p:nvPr/>
          </p:nvSpPr>
          <p:spPr>
            <a:xfrm>
              <a:off x="7457807" y="69940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26" name="Hexagon 2125">
              <a:extLst>
                <a:ext uri="{FF2B5EF4-FFF2-40B4-BE49-F238E27FC236}">
                  <a16:creationId xmlns:a16="http://schemas.microsoft.com/office/drawing/2014/main" id="{9854B625-752B-40BE-8237-E2A269A05290}"/>
                </a:ext>
              </a:extLst>
            </p:cNvPr>
            <p:cNvSpPr/>
            <p:nvPr/>
          </p:nvSpPr>
          <p:spPr>
            <a:xfrm>
              <a:off x="7693726" y="68994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27" name="Hexagon 2126">
              <a:extLst>
                <a:ext uri="{FF2B5EF4-FFF2-40B4-BE49-F238E27FC236}">
                  <a16:creationId xmlns:a16="http://schemas.microsoft.com/office/drawing/2014/main" id="{0DD15658-87B4-445B-A00F-14A90C39EF9C}"/>
                </a:ext>
              </a:extLst>
            </p:cNvPr>
            <p:cNvSpPr/>
            <p:nvPr/>
          </p:nvSpPr>
          <p:spPr>
            <a:xfrm>
              <a:off x="7462484" y="68088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28" name="Hexagon 2127">
              <a:extLst>
                <a:ext uri="{FF2B5EF4-FFF2-40B4-BE49-F238E27FC236}">
                  <a16:creationId xmlns:a16="http://schemas.microsoft.com/office/drawing/2014/main" id="{58FE0C76-192D-457D-9E8D-68A095C47585}"/>
                </a:ext>
              </a:extLst>
            </p:cNvPr>
            <p:cNvSpPr/>
            <p:nvPr/>
          </p:nvSpPr>
          <p:spPr>
            <a:xfrm>
              <a:off x="7698403" y="67142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29" name="Hexagon 2128">
              <a:extLst>
                <a:ext uri="{FF2B5EF4-FFF2-40B4-BE49-F238E27FC236}">
                  <a16:creationId xmlns:a16="http://schemas.microsoft.com/office/drawing/2014/main" id="{F51AE15B-1310-469A-AFDC-3C67EDF5B7CE}"/>
                </a:ext>
              </a:extLst>
            </p:cNvPr>
            <p:cNvSpPr/>
            <p:nvPr/>
          </p:nvSpPr>
          <p:spPr>
            <a:xfrm>
              <a:off x="7459803" y="66247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30" name="Hexagon 2129">
              <a:extLst>
                <a:ext uri="{FF2B5EF4-FFF2-40B4-BE49-F238E27FC236}">
                  <a16:creationId xmlns:a16="http://schemas.microsoft.com/office/drawing/2014/main" id="{AC0A8FC6-DA54-45BA-A7EA-93F534EB26E6}"/>
                </a:ext>
              </a:extLst>
            </p:cNvPr>
            <p:cNvSpPr/>
            <p:nvPr/>
          </p:nvSpPr>
          <p:spPr>
            <a:xfrm>
              <a:off x="7695722" y="65300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34" name="Hexagon 2133">
              <a:extLst>
                <a:ext uri="{FF2B5EF4-FFF2-40B4-BE49-F238E27FC236}">
                  <a16:creationId xmlns:a16="http://schemas.microsoft.com/office/drawing/2014/main" id="{807B13EF-0047-4D69-9387-85618F2CAB31}"/>
                </a:ext>
              </a:extLst>
            </p:cNvPr>
            <p:cNvSpPr/>
            <p:nvPr/>
          </p:nvSpPr>
          <p:spPr>
            <a:xfrm>
              <a:off x="7934511" y="66258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36" name="Hexagon 2135">
              <a:extLst>
                <a:ext uri="{FF2B5EF4-FFF2-40B4-BE49-F238E27FC236}">
                  <a16:creationId xmlns:a16="http://schemas.microsoft.com/office/drawing/2014/main" id="{E3ECC266-FC1D-4BD3-9D81-982DF1EC1A87}"/>
                </a:ext>
              </a:extLst>
            </p:cNvPr>
            <p:cNvSpPr/>
            <p:nvPr/>
          </p:nvSpPr>
          <p:spPr>
            <a:xfrm>
              <a:off x="7939188" y="64407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37" name="Hexagon 2136">
              <a:extLst>
                <a:ext uri="{FF2B5EF4-FFF2-40B4-BE49-F238E27FC236}">
                  <a16:creationId xmlns:a16="http://schemas.microsoft.com/office/drawing/2014/main" id="{E6E649FC-61B8-40C6-AAA2-82DAC1042FD0}"/>
                </a:ext>
              </a:extLst>
            </p:cNvPr>
            <p:cNvSpPr/>
            <p:nvPr/>
          </p:nvSpPr>
          <p:spPr>
            <a:xfrm>
              <a:off x="5811688" y="76423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38" name="Hexagon 2137">
              <a:extLst>
                <a:ext uri="{FF2B5EF4-FFF2-40B4-BE49-F238E27FC236}">
                  <a16:creationId xmlns:a16="http://schemas.microsoft.com/office/drawing/2014/main" id="{64CF52BB-6DD7-4D08-8150-81C7827B5617}"/>
                </a:ext>
              </a:extLst>
            </p:cNvPr>
            <p:cNvSpPr/>
            <p:nvPr/>
          </p:nvSpPr>
          <p:spPr>
            <a:xfrm>
              <a:off x="6042075" y="75471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39" name="Hexagon 2138">
              <a:extLst>
                <a:ext uri="{FF2B5EF4-FFF2-40B4-BE49-F238E27FC236}">
                  <a16:creationId xmlns:a16="http://schemas.microsoft.com/office/drawing/2014/main" id="{2EEF51FD-C4B2-4AC4-B31E-2B46D69245F0}"/>
                </a:ext>
              </a:extLst>
            </p:cNvPr>
            <p:cNvSpPr/>
            <p:nvPr/>
          </p:nvSpPr>
          <p:spPr>
            <a:xfrm>
              <a:off x="5812481" y="74556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40" name="Hexagon 2139">
              <a:extLst>
                <a:ext uri="{FF2B5EF4-FFF2-40B4-BE49-F238E27FC236}">
                  <a16:creationId xmlns:a16="http://schemas.microsoft.com/office/drawing/2014/main" id="{EFE5B79F-19B4-46D0-B1F5-7A9B331E1443}"/>
                </a:ext>
              </a:extLst>
            </p:cNvPr>
            <p:cNvSpPr/>
            <p:nvPr/>
          </p:nvSpPr>
          <p:spPr>
            <a:xfrm>
              <a:off x="5812465" y="72667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41" name="Hexagon 2140">
              <a:extLst>
                <a:ext uri="{FF2B5EF4-FFF2-40B4-BE49-F238E27FC236}">
                  <a16:creationId xmlns:a16="http://schemas.microsoft.com/office/drawing/2014/main" id="{B8F365B2-1331-4282-8A3F-DF886A8BF1F7}"/>
                </a:ext>
              </a:extLst>
            </p:cNvPr>
            <p:cNvSpPr/>
            <p:nvPr/>
          </p:nvSpPr>
          <p:spPr>
            <a:xfrm>
              <a:off x="5576895" y="73596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42" name="Hexagon 2141">
              <a:extLst>
                <a:ext uri="{FF2B5EF4-FFF2-40B4-BE49-F238E27FC236}">
                  <a16:creationId xmlns:a16="http://schemas.microsoft.com/office/drawing/2014/main" id="{110C17CB-A2D7-4AF9-8867-C6B062C260AF}"/>
                </a:ext>
              </a:extLst>
            </p:cNvPr>
            <p:cNvSpPr/>
            <p:nvPr/>
          </p:nvSpPr>
          <p:spPr>
            <a:xfrm>
              <a:off x="5338469" y="72738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43" name="Hexagon 2142">
              <a:extLst>
                <a:ext uri="{FF2B5EF4-FFF2-40B4-BE49-F238E27FC236}">
                  <a16:creationId xmlns:a16="http://schemas.microsoft.com/office/drawing/2014/main" id="{2AD124AE-B8AB-4627-9A23-8F08D4A9E7C2}"/>
                </a:ext>
              </a:extLst>
            </p:cNvPr>
            <p:cNvSpPr/>
            <p:nvPr/>
          </p:nvSpPr>
          <p:spPr>
            <a:xfrm>
              <a:off x="5100167" y="73608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44" name="Hexagon 2143">
              <a:extLst>
                <a:ext uri="{FF2B5EF4-FFF2-40B4-BE49-F238E27FC236}">
                  <a16:creationId xmlns:a16="http://schemas.microsoft.com/office/drawing/2014/main" id="{084B7035-FB8D-4026-AC76-0AC8E7923536}"/>
                </a:ext>
              </a:extLst>
            </p:cNvPr>
            <p:cNvSpPr/>
            <p:nvPr/>
          </p:nvSpPr>
          <p:spPr>
            <a:xfrm>
              <a:off x="5106517" y="71760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45" name="Hexagon 2144">
              <a:extLst>
                <a:ext uri="{FF2B5EF4-FFF2-40B4-BE49-F238E27FC236}">
                  <a16:creationId xmlns:a16="http://schemas.microsoft.com/office/drawing/2014/main" id="{03551FA8-33E7-4523-8CE5-4CD28D014B35}"/>
                </a:ext>
              </a:extLst>
            </p:cNvPr>
            <p:cNvSpPr/>
            <p:nvPr/>
          </p:nvSpPr>
          <p:spPr>
            <a:xfrm>
              <a:off x="5340596" y="70892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46" name="Hexagon 2145">
              <a:extLst>
                <a:ext uri="{FF2B5EF4-FFF2-40B4-BE49-F238E27FC236}">
                  <a16:creationId xmlns:a16="http://schemas.microsoft.com/office/drawing/2014/main" id="{DF885521-4A69-4320-A663-04FA01C50DFB}"/>
                </a:ext>
              </a:extLst>
            </p:cNvPr>
            <p:cNvSpPr/>
            <p:nvPr/>
          </p:nvSpPr>
          <p:spPr>
            <a:xfrm>
              <a:off x="4869861" y="70814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47" name="Hexagon 2146">
              <a:extLst>
                <a:ext uri="{FF2B5EF4-FFF2-40B4-BE49-F238E27FC236}">
                  <a16:creationId xmlns:a16="http://schemas.microsoft.com/office/drawing/2014/main" id="{E1F86B1D-6B9D-48F6-9117-3A56E87CB00E}"/>
                </a:ext>
              </a:extLst>
            </p:cNvPr>
            <p:cNvSpPr/>
            <p:nvPr/>
          </p:nvSpPr>
          <p:spPr>
            <a:xfrm>
              <a:off x="5338835" y="69051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48" name="Hexagon 2147">
              <a:extLst>
                <a:ext uri="{FF2B5EF4-FFF2-40B4-BE49-F238E27FC236}">
                  <a16:creationId xmlns:a16="http://schemas.microsoft.com/office/drawing/2014/main" id="{8A157912-295A-4B39-AFC4-B8957F82AE77}"/>
                </a:ext>
              </a:extLst>
            </p:cNvPr>
            <p:cNvSpPr/>
            <p:nvPr/>
          </p:nvSpPr>
          <p:spPr>
            <a:xfrm>
              <a:off x="4863652" y="68973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49" name="Hexagon 2148">
              <a:extLst>
                <a:ext uri="{FF2B5EF4-FFF2-40B4-BE49-F238E27FC236}">
                  <a16:creationId xmlns:a16="http://schemas.microsoft.com/office/drawing/2014/main" id="{ED6A468D-A4BA-45CB-80D5-433CE483C8E8}"/>
                </a:ext>
              </a:extLst>
            </p:cNvPr>
            <p:cNvSpPr/>
            <p:nvPr/>
          </p:nvSpPr>
          <p:spPr>
            <a:xfrm>
              <a:off x="5100112" y="68105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50" name="Hexagon 2149">
              <a:extLst>
                <a:ext uri="{FF2B5EF4-FFF2-40B4-BE49-F238E27FC236}">
                  <a16:creationId xmlns:a16="http://schemas.microsoft.com/office/drawing/2014/main" id="{A872E54D-4A31-41A7-B60D-9873BC5D44C5}"/>
                </a:ext>
              </a:extLst>
            </p:cNvPr>
            <p:cNvSpPr/>
            <p:nvPr/>
          </p:nvSpPr>
          <p:spPr>
            <a:xfrm>
              <a:off x="4866883" y="67204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51" name="Hexagon 2150">
              <a:extLst>
                <a:ext uri="{FF2B5EF4-FFF2-40B4-BE49-F238E27FC236}">
                  <a16:creationId xmlns:a16="http://schemas.microsoft.com/office/drawing/2014/main" id="{7C37E2F6-67A1-4E12-8AB8-A9F11B311D03}"/>
                </a:ext>
              </a:extLst>
            </p:cNvPr>
            <p:cNvSpPr/>
            <p:nvPr/>
          </p:nvSpPr>
          <p:spPr>
            <a:xfrm>
              <a:off x="5105724" y="66289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52" name="Hexagon 2151">
              <a:extLst>
                <a:ext uri="{FF2B5EF4-FFF2-40B4-BE49-F238E27FC236}">
                  <a16:creationId xmlns:a16="http://schemas.microsoft.com/office/drawing/2014/main" id="{6B4F5A95-D6B1-4872-BA9F-169D3CCDC269}"/>
                </a:ext>
              </a:extLst>
            </p:cNvPr>
            <p:cNvSpPr/>
            <p:nvPr/>
          </p:nvSpPr>
          <p:spPr>
            <a:xfrm>
              <a:off x="4627154" y="68124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53" name="Hexagon 2152">
              <a:extLst>
                <a:ext uri="{FF2B5EF4-FFF2-40B4-BE49-F238E27FC236}">
                  <a16:creationId xmlns:a16="http://schemas.microsoft.com/office/drawing/2014/main" id="{5DAC712A-24FF-42CA-871C-7D0A1B5B5088}"/>
                </a:ext>
              </a:extLst>
            </p:cNvPr>
            <p:cNvSpPr/>
            <p:nvPr/>
          </p:nvSpPr>
          <p:spPr>
            <a:xfrm>
              <a:off x="4632766" y="66307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54" name="Hexagon 2153">
              <a:extLst>
                <a:ext uri="{FF2B5EF4-FFF2-40B4-BE49-F238E27FC236}">
                  <a16:creationId xmlns:a16="http://schemas.microsoft.com/office/drawing/2014/main" id="{36167104-E153-4E72-88FD-DC1AB2EC7AD1}"/>
                </a:ext>
              </a:extLst>
            </p:cNvPr>
            <p:cNvSpPr/>
            <p:nvPr/>
          </p:nvSpPr>
          <p:spPr>
            <a:xfrm>
              <a:off x="4628635" y="64456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55" name="Hexagon 2154">
              <a:extLst>
                <a:ext uri="{FF2B5EF4-FFF2-40B4-BE49-F238E27FC236}">
                  <a16:creationId xmlns:a16="http://schemas.microsoft.com/office/drawing/2014/main" id="{3056ABCB-2D85-4BEC-8A0F-9C0EAD9D1175}"/>
                </a:ext>
              </a:extLst>
            </p:cNvPr>
            <p:cNvSpPr/>
            <p:nvPr/>
          </p:nvSpPr>
          <p:spPr>
            <a:xfrm>
              <a:off x="4629485" y="62616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57" name="Hexagon 2156">
              <a:extLst>
                <a:ext uri="{FF2B5EF4-FFF2-40B4-BE49-F238E27FC236}">
                  <a16:creationId xmlns:a16="http://schemas.microsoft.com/office/drawing/2014/main" id="{F764DD8B-75BA-4361-A063-C37D7FC31571}"/>
                </a:ext>
              </a:extLst>
            </p:cNvPr>
            <p:cNvSpPr/>
            <p:nvPr/>
          </p:nvSpPr>
          <p:spPr>
            <a:xfrm>
              <a:off x="4866085" y="65385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58" name="Hexagon 2157">
              <a:extLst>
                <a:ext uri="{FF2B5EF4-FFF2-40B4-BE49-F238E27FC236}">
                  <a16:creationId xmlns:a16="http://schemas.microsoft.com/office/drawing/2014/main" id="{1351C503-4235-4F41-8D74-CAC1E644C32D}"/>
                </a:ext>
              </a:extLst>
            </p:cNvPr>
            <p:cNvSpPr/>
            <p:nvPr/>
          </p:nvSpPr>
          <p:spPr>
            <a:xfrm>
              <a:off x="4392597" y="61673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59" name="Hexagon 2158">
              <a:extLst>
                <a:ext uri="{FF2B5EF4-FFF2-40B4-BE49-F238E27FC236}">
                  <a16:creationId xmlns:a16="http://schemas.microsoft.com/office/drawing/2014/main" id="{6F728F7A-58D5-415F-B21E-8607C6FD513D}"/>
                </a:ext>
              </a:extLst>
            </p:cNvPr>
            <p:cNvSpPr/>
            <p:nvPr/>
          </p:nvSpPr>
          <p:spPr>
            <a:xfrm>
              <a:off x="4398209" y="59856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60" name="Hexagon 2159">
              <a:extLst>
                <a:ext uri="{FF2B5EF4-FFF2-40B4-BE49-F238E27FC236}">
                  <a16:creationId xmlns:a16="http://schemas.microsoft.com/office/drawing/2014/main" id="{BB3A678F-E6B9-4303-84A1-481F82910B79}"/>
                </a:ext>
              </a:extLst>
            </p:cNvPr>
            <p:cNvSpPr/>
            <p:nvPr/>
          </p:nvSpPr>
          <p:spPr>
            <a:xfrm>
              <a:off x="4159576" y="58916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61" name="Hexagon 2160">
              <a:extLst>
                <a:ext uri="{FF2B5EF4-FFF2-40B4-BE49-F238E27FC236}">
                  <a16:creationId xmlns:a16="http://schemas.microsoft.com/office/drawing/2014/main" id="{9FA58520-417D-467D-B0DD-A3E7C03623E6}"/>
                </a:ext>
              </a:extLst>
            </p:cNvPr>
            <p:cNvSpPr/>
            <p:nvPr/>
          </p:nvSpPr>
          <p:spPr>
            <a:xfrm>
              <a:off x="2753316" y="80977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62" name="Hexagon 2161">
              <a:extLst>
                <a:ext uri="{FF2B5EF4-FFF2-40B4-BE49-F238E27FC236}">
                  <a16:creationId xmlns:a16="http://schemas.microsoft.com/office/drawing/2014/main" id="{DA62F8CD-87B2-4E12-83E1-2AA967D38A69}"/>
                </a:ext>
              </a:extLst>
            </p:cNvPr>
            <p:cNvSpPr/>
            <p:nvPr/>
          </p:nvSpPr>
          <p:spPr>
            <a:xfrm>
              <a:off x="2758288" y="82809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63" name="Hexagon 2162">
              <a:extLst>
                <a:ext uri="{FF2B5EF4-FFF2-40B4-BE49-F238E27FC236}">
                  <a16:creationId xmlns:a16="http://schemas.microsoft.com/office/drawing/2014/main" id="{7CF86552-5BD1-496E-BA3C-2D92BA1A6207}"/>
                </a:ext>
              </a:extLst>
            </p:cNvPr>
            <p:cNvSpPr/>
            <p:nvPr/>
          </p:nvSpPr>
          <p:spPr>
            <a:xfrm>
              <a:off x="2520278" y="80053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64" name="Hexagon 2163">
              <a:extLst>
                <a:ext uri="{FF2B5EF4-FFF2-40B4-BE49-F238E27FC236}">
                  <a16:creationId xmlns:a16="http://schemas.microsoft.com/office/drawing/2014/main" id="{BF2277FE-71D9-44EF-B348-B1491B22E32C}"/>
                </a:ext>
              </a:extLst>
            </p:cNvPr>
            <p:cNvSpPr/>
            <p:nvPr/>
          </p:nvSpPr>
          <p:spPr>
            <a:xfrm>
              <a:off x="2287814" y="80992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65" name="Hexagon 2164">
              <a:extLst>
                <a:ext uri="{FF2B5EF4-FFF2-40B4-BE49-F238E27FC236}">
                  <a16:creationId xmlns:a16="http://schemas.microsoft.com/office/drawing/2014/main" id="{9BF53CFF-A4EE-4519-A57A-5230D4399543}"/>
                </a:ext>
              </a:extLst>
            </p:cNvPr>
            <p:cNvSpPr/>
            <p:nvPr/>
          </p:nvSpPr>
          <p:spPr>
            <a:xfrm>
              <a:off x="2522491" y="81946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66" name="Hexagon 2165">
              <a:extLst>
                <a:ext uri="{FF2B5EF4-FFF2-40B4-BE49-F238E27FC236}">
                  <a16:creationId xmlns:a16="http://schemas.microsoft.com/office/drawing/2014/main" id="{3675FE62-1E1C-43CC-B5E7-2BC6152CC057}"/>
                </a:ext>
              </a:extLst>
            </p:cNvPr>
            <p:cNvSpPr/>
            <p:nvPr/>
          </p:nvSpPr>
          <p:spPr>
            <a:xfrm>
              <a:off x="2522298" y="83775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67" name="Hexagon 2166">
              <a:extLst>
                <a:ext uri="{FF2B5EF4-FFF2-40B4-BE49-F238E27FC236}">
                  <a16:creationId xmlns:a16="http://schemas.microsoft.com/office/drawing/2014/main" id="{34C0C557-DE84-41F9-AC70-964605100B39}"/>
                </a:ext>
              </a:extLst>
            </p:cNvPr>
            <p:cNvSpPr/>
            <p:nvPr/>
          </p:nvSpPr>
          <p:spPr>
            <a:xfrm>
              <a:off x="2281814" y="82829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68" name="Hexagon 2167">
              <a:extLst>
                <a:ext uri="{FF2B5EF4-FFF2-40B4-BE49-F238E27FC236}">
                  <a16:creationId xmlns:a16="http://schemas.microsoft.com/office/drawing/2014/main" id="{AF5F8C12-F047-49A5-BB1E-84A0BB73A4D6}"/>
                </a:ext>
              </a:extLst>
            </p:cNvPr>
            <p:cNvSpPr/>
            <p:nvPr/>
          </p:nvSpPr>
          <p:spPr>
            <a:xfrm>
              <a:off x="2282846" y="84626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69" name="Hexagon 2168">
              <a:extLst>
                <a:ext uri="{FF2B5EF4-FFF2-40B4-BE49-F238E27FC236}">
                  <a16:creationId xmlns:a16="http://schemas.microsoft.com/office/drawing/2014/main" id="{E54C1FE6-057E-4E28-B631-B2C5A8D6978F}"/>
                </a:ext>
              </a:extLst>
            </p:cNvPr>
            <p:cNvSpPr/>
            <p:nvPr/>
          </p:nvSpPr>
          <p:spPr>
            <a:xfrm>
              <a:off x="2048382" y="81894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70" name="Hexagon 2169">
              <a:extLst>
                <a:ext uri="{FF2B5EF4-FFF2-40B4-BE49-F238E27FC236}">
                  <a16:creationId xmlns:a16="http://schemas.microsoft.com/office/drawing/2014/main" id="{7D8A591E-EE20-4EBC-A95B-E31BF469AD77}"/>
                </a:ext>
              </a:extLst>
            </p:cNvPr>
            <p:cNvSpPr/>
            <p:nvPr/>
          </p:nvSpPr>
          <p:spPr>
            <a:xfrm>
              <a:off x="2042382" y="83731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71" name="Hexagon 2170">
              <a:extLst>
                <a:ext uri="{FF2B5EF4-FFF2-40B4-BE49-F238E27FC236}">
                  <a16:creationId xmlns:a16="http://schemas.microsoft.com/office/drawing/2014/main" id="{0728BA7A-5AEF-4B2B-9ABA-DCBB3C7BBEBE}"/>
                </a:ext>
              </a:extLst>
            </p:cNvPr>
            <p:cNvSpPr/>
            <p:nvPr/>
          </p:nvSpPr>
          <p:spPr>
            <a:xfrm>
              <a:off x="2045795" y="8552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72" name="Hexagon 2171">
              <a:extLst>
                <a:ext uri="{FF2B5EF4-FFF2-40B4-BE49-F238E27FC236}">
                  <a16:creationId xmlns:a16="http://schemas.microsoft.com/office/drawing/2014/main" id="{BDB54625-4364-4C2B-927C-C4A84CA02907}"/>
                </a:ext>
              </a:extLst>
            </p:cNvPr>
            <p:cNvSpPr/>
            <p:nvPr/>
          </p:nvSpPr>
          <p:spPr>
            <a:xfrm>
              <a:off x="2047441" y="87373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73" name="Hexagon 2172">
              <a:extLst>
                <a:ext uri="{FF2B5EF4-FFF2-40B4-BE49-F238E27FC236}">
                  <a16:creationId xmlns:a16="http://schemas.microsoft.com/office/drawing/2014/main" id="{1A2C9BE1-9DC1-48AF-B740-F36E9F1FC578}"/>
                </a:ext>
              </a:extLst>
            </p:cNvPr>
            <p:cNvSpPr/>
            <p:nvPr/>
          </p:nvSpPr>
          <p:spPr>
            <a:xfrm>
              <a:off x="2041441" y="89234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74" name="Hexagon 2173">
              <a:extLst>
                <a:ext uri="{FF2B5EF4-FFF2-40B4-BE49-F238E27FC236}">
                  <a16:creationId xmlns:a16="http://schemas.microsoft.com/office/drawing/2014/main" id="{F5F8CBA3-1123-4C46-AF69-E016D3A88232}"/>
                </a:ext>
              </a:extLst>
            </p:cNvPr>
            <p:cNvSpPr/>
            <p:nvPr/>
          </p:nvSpPr>
          <p:spPr>
            <a:xfrm>
              <a:off x="2044854" y="91079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75" name="Hexagon 2174">
              <a:extLst>
                <a:ext uri="{FF2B5EF4-FFF2-40B4-BE49-F238E27FC236}">
                  <a16:creationId xmlns:a16="http://schemas.microsoft.com/office/drawing/2014/main" id="{BA556269-9CDD-42CC-B895-0BD02248CD3C}"/>
                </a:ext>
              </a:extLst>
            </p:cNvPr>
            <p:cNvSpPr/>
            <p:nvPr/>
          </p:nvSpPr>
          <p:spPr>
            <a:xfrm>
              <a:off x="1812843" y="8646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76" name="Hexagon 2175">
              <a:extLst>
                <a:ext uri="{FF2B5EF4-FFF2-40B4-BE49-F238E27FC236}">
                  <a16:creationId xmlns:a16="http://schemas.microsoft.com/office/drawing/2014/main" id="{74C8DAD2-E62C-48C0-92B2-1BD6B1183591}"/>
                </a:ext>
              </a:extLst>
            </p:cNvPr>
            <p:cNvSpPr/>
            <p:nvPr/>
          </p:nvSpPr>
          <p:spPr>
            <a:xfrm>
              <a:off x="1806843" y="88305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77" name="Hexagon 2176">
              <a:extLst>
                <a:ext uri="{FF2B5EF4-FFF2-40B4-BE49-F238E27FC236}">
                  <a16:creationId xmlns:a16="http://schemas.microsoft.com/office/drawing/2014/main" id="{B3EEB505-6A81-4820-B268-FAC3664B1C81}"/>
                </a:ext>
              </a:extLst>
            </p:cNvPr>
            <p:cNvSpPr/>
            <p:nvPr/>
          </p:nvSpPr>
          <p:spPr>
            <a:xfrm>
              <a:off x="1810256" y="90103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78" name="Hexagon 2177">
              <a:extLst>
                <a:ext uri="{FF2B5EF4-FFF2-40B4-BE49-F238E27FC236}">
                  <a16:creationId xmlns:a16="http://schemas.microsoft.com/office/drawing/2014/main" id="{4BBAAD98-3EFA-420E-B320-07226936E295}"/>
                </a:ext>
              </a:extLst>
            </p:cNvPr>
            <p:cNvSpPr/>
            <p:nvPr/>
          </p:nvSpPr>
          <p:spPr>
            <a:xfrm>
              <a:off x="1574204" y="87356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79" name="Hexagon 2178">
              <a:extLst>
                <a:ext uri="{FF2B5EF4-FFF2-40B4-BE49-F238E27FC236}">
                  <a16:creationId xmlns:a16="http://schemas.microsoft.com/office/drawing/2014/main" id="{1C72E366-B0A7-4FF4-B7D2-CE6EA702162C}"/>
                </a:ext>
              </a:extLst>
            </p:cNvPr>
            <p:cNvSpPr/>
            <p:nvPr/>
          </p:nvSpPr>
          <p:spPr>
            <a:xfrm>
              <a:off x="1568204" y="8919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80" name="Hexagon 2179">
              <a:extLst>
                <a:ext uri="{FF2B5EF4-FFF2-40B4-BE49-F238E27FC236}">
                  <a16:creationId xmlns:a16="http://schemas.microsoft.com/office/drawing/2014/main" id="{68CEF717-BD06-4316-9F27-0A581644D60C}"/>
                </a:ext>
              </a:extLst>
            </p:cNvPr>
            <p:cNvSpPr/>
            <p:nvPr/>
          </p:nvSpPr>
          <p:spPr>
            <a:xfrm>
              <a:off x="1571617" y="90991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81" name="Hexagon 2180">
              <a:extLst>
                <a:ext uri="{FF2B5EF4-FFF2-40B4-BE49-F238E27FC236}">
                  <a16:creationId xmlns:a16="http://schemas.microsoft.com/office/drawing/2014/main" id="{FF5EE301-88F7-4F0F-84E9-4FDDD222304E}"/>
                </a:ext>
              </a:extLst>
            </p:cNvPr>
            <p:cNvSpPr/>
            <p:nvPr/>
          </p:nvSpPr>
          <p:spPr>
            <a:xfrm>
              <a:off x="1337590" y="84624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82" name="Hexagon 2181">
              <a:extLst>
                <a:ext uri="{FF2B5EF4-FFF2-40B4-BE49-F238E27FC236}">
                  <a16:creationId xmlns:a16="http://schemas.microsoft.com/office/drawing/2014/main" id="{F778D0B9-4C82-4BBC-91A5-7C5F8165EE41}"/>
                </a:ext>
              </a:extLst>
            </p:cNvPr>
            <p:cNvSpPr/>
            <p:nvPr/>
          </p:nvSpPr>
          <p:spPr>
            <a:xfrm>
              <a:off x="1331590" y="86485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83" name="Hexagon 2182">
              <a:extLst>
                <a:ext uri="{FF2B5EF4-FFF2-40B4-BE49-F238E27FC236}">
                  <a16:creationId xmlns:a16="http://schemas.microsoft.com/office/drawing/2014/main" id="{908AD2D1-21D7-4023-AAF1-1C2D433433B3}"/>
                </a:ext>
              </a:extLst>
            </p:cNvPr>
            <p:cNvSpPr/>
            <p:nvPr/>
          </p:nvSpPr>
          <p:spPr>
            <a:xfrm>
              <a:off x="1335003" y="88307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84" name="Hexagon 2183">
              <a:extLst>
                <a:ext uri="{FF2B5EF4-FFF2-40B4-BE49-F238E27FC236}">
                  <a16:creationId xmlns:a16="http://schemas.microsoft.com/office/drawing/2014/main" id="{6891293F-127E-4D1A-B8BA-0BB6323990BB}"/>
                </a:ext>
              </a:extLst>
            </p:cNvPr>
            <p:cNvSpPr/>
            <p:nvPr/>
          </p:nvSpPr>
          <p:spPr>
            <a:xfrm>
              <a:off x="2045500" y="92928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85" name="Hexagon 2184">
              <a:extLst>
                <a:ext uri="{FF2B5EF4-FFF2-40B4-BE49-F238E27FC236}">
                  <a16:creationId xmlns:a16="http://schemas.microsoft.com/office/drawing/2014/main" id="{F76C4ADB-466E-4C8A-9EFB-7B27DF631E1A}"/>
                </a:ext>
              </a:extLst>
            </p:cNvPr>
            <p:cNvSpPr/>
            <p:nvPr/>
          </p:nvSpPr>
          <p:spPr>
            <a:xfrm>
              <a:off x="2046532" y="94702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86" name="Hexagon 2185">
              <a:extLst>
                <a:ext uri="{FF2B5EF4-FFF2-40B4-BE49-F238E27FC236}">
                  <a16:creationId xmlns:a16="http://schemas.microsoft.com/office/drawing/2014/main" id="{B5DBE15F-1E63-462F-AEFA-83DCE6B8E025}"/>
                </a:ext>
              </a:extLst>
            </p:cNvPr>
            <p:cNvSpPr/>
            <p:nvPr/>
          </p:nvSpPr>
          <p:spPr>
            <a:xfrm>
              <a:off x="2276666" y="88376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87" name="Hexagon 2186">
              <a:extLst>
                <a:ext uri="{FF2B5EF4-FFF2-40B4-BE49-F238E27FC236}">
                  <a16:creationId xmlns:a16="http://schemas.microsoft.com/office/drawing/2014/main" id="{6EA7893C-C112-4769-9E19-0D89687F1F26}"/>
                </a:ext>
              </a:extLst>
            </p:cNvPr>
            <p:cNvSpPr/>
            <p:nvPr/>
          </p:nvSpPr>
          <p:spPr>
            <a:xfrm>
              <a:off x="2280079" y="90174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88" name="Hexagon 2187">
              <a:extLst>
                <a:ext uri="{FF2B5EF4-FFF2-40B4-BE49-F238E27FC236}">
                  <a16:creationId xmlns:a16="http://schemas.microsoft.com/office/drawing/2014/main" id="{2F2D2D56-E2A9-4CFE-BDE6-C30D56FADEF4}"/>
                </a:ext>
              </a:extLst>
            </p:cNvPr>
            <p:cNvSpPr/>
            <p:nvPr/>
          </p:nvSpPr>
          <p:spPr>
            <a:xfrm>
              <a:off x="2515454" y="89310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89" name="Hexagon 2188">
              <a:extLst>
                <a:ext uri="{FF2B5EF4-FFF2-40B4-BE49-F238E27FC236}">
                  <a16:creationId xmlns:a16="http://schemas.microsoft.com/office/drawing/2014/main" id="{7D8B556B-2083-46C4-AA0B-1274DD66A8CD}"/>
                </a:ext>
              </a:extLst>
            </p:cNvPr>
            <p:cNvSpPr/>
            <p:nvPr/>
          </p:nvSpPr>
          <p:spPr>
            <a:xfrm>
              <a:off x="2518867" y="91155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90" name="Hexagon 2189">
              <a:extLst>
                <a:ext uri="{FF2B5EF4-FFF2-40B4-BE49-F238E27FC236}">
                  <a16:creationId xmlns:a16="http://schemas.microsoft.com/office/drawing/2014/main" id="{5232583A-7FDC-45AE-969C-95335C163F25}"/>
                </a:ext>
              </a:extLst>
            </p:cNvPr>
            <p:cNvSpPr/>
            <p:nvPr/>
          </p:nvSpPr>
          <p:spPr>
            <a:xfrm>
              <a:off x="2750881" y="88381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91" name="Hexagon 2190">
              <a:extLst>
                <a:ext uri="{FF2B5EF4-FFF2-40B4-BE49-F238E27FC236}">
                  <a16:creationId xmlns:a16="http://schemas.microsoft.com/office/drawing/2014/main" id="{A0813D78-CC65-49A1-B26F-5EBFF5D7780E}"/>
                </a:ext>
              </a:extLst>
            </p:cNvPr>
            <p:cNvSpPr/>
            <p:nvPr/>
          </p:nvSpPr>
          <p:spPr>
            <a:xfrm>
              <a:off x="2754294" y="90179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92" name="Hexagon 2191">
              <a:extLst>
                <a:ext uri="{FF2B5EF4-FFF2-40B4-BE49-F238E27FC236}">
                  <a16:creationId xmlns:a16="http://schemas.microsoft.com/office/drawing/2014/main" id="{4E6433CF-91AF-4021-A1DF-00ACC8D92F5D}"/>
                </a:ext>
              </a:extLst>
            </p:cNvPr>
            <p:cNvSpPr/>
            <p:nvPr/>
          </p:nvSpPr>
          <p:spPr>
            <a:xfrm>
              <a:off x="1805282" y="93834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93" name="Hexagon 2192">
              <a:extLst>
                <a:ext uri="{FF2B5EF4-FFF2-40B4-BE49-F238E27FC236}">
                  <a16:creationId xmlns:a16="http://schemas.microsoft.com/office/drawing/2014/main" id="{3A66FB63-A7C5-4C09-B95B-C2D68D4B64AC}"/>
                </a:ext>
              </a:extLst>
            </p:cNvPr>
            <p:cNvSpPr/>
            <p:nvPr/>
          </p:nvSpPr>
          <p:spPr>
            <a:xfrm>
              <a:off x="1806314" y="95656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94" name="Hexagon 2193">
              <a:extLst>
                <a:ext uri="{FF2B5EF4-FFF2-40B4-BE49-F238E27FC236}">
                  <a16:creationId xmlns:a16="http://schemas.microsoft.com/office/drawing/2014/main" id="{C900F935-4110-4487-A89D-FDB5D080E939}"/>
                </a:ext>
              </a:extLst>
            </p:cNvPr>
            <p:cNvSpPr/>
            <p:nvPr/>
          </p:nvSpPr>
          <p:spPr>
            <a:xfrm>
              <a:off x="1573088" y="92867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95" name="Hexagon 2194">
              <a:extLst>
                <a:ext uri="{FF2B5EF4-FFF2-40B4-BE49-F238E27FC236}">
                  <a16:creationId xmlns:a16="http://schemas.microsoft.com/office/drawing/2014/main" id="{7D2895BD-32D1-4890-A773-CC4F155EB8C1}"/>
                </a:ext>
              </a:extLst>
            </p:cNvPr>
            <p:cNvSpPr/>
            <p:nvPr/>
          </p:nvSpPr>
          <p:spPr>
            <a:xfrm>
              <a:off x="1567088" y="94704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96" name="Hexagon 2195">
              <a:extLst>
                <a:ext uri="{FF2B5EF4-FFF2-40B4-BE49-F238E27FC236}">
                  <a16:creationId xmlns:a16="http://schemas.microsoft.com/office/drawing/2014/main" id="{55E448EA-E9BC-44D8-B126-8199BEEB7000}"/>
                </a:ext>
              </a:extLst>
            </p:cNvPr>
            <p:cNvSpPr/>
            <p:nvPr/>
          </p:nvSpPr>
          <p:spPr>
            <a:xfrm>
              <a:off x="1570501" y="96502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97" name="Hexagon 2196">
              <a:extLst>
                <a:ext uri="{FF2B5EF4-FFF2-40B4-BE49-F238E27FC236}">
                  <a16:creationId xmlns:a16="http://schemas.microsoft.com/office/drawing/2014/main" id="{EC3D0486-D00B-420E-B513-5B08968C5724}"/>
                </a:ext>
              </a:extLst>
            </p:cNvPr>
            <p:cNvSpPr/>
            <p:nvPr/>
          </p:nvSpPr>
          <p:spPr>
            <a:xfrm>
              <a:off x="2278548" y="99296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98" name="Hexagon 2197">
              <a:extLst>
                <a:ext uri="{FF2B5EF4-FFF2-40B4-BE49-F238E27FC236}">
                  <a16:creationId xmlns:a16="http://schemas.microsoft.com/office/drawing/2014/main" id="{EE7D7FAE-58AF-4EA8-B2CB-A4A2B8B6924C}"/>
                </a:ext>
              </a:extLst>
            </p:cNvPr>
            <p:cNvSpPr/>
            <p:nvPr/>
          </p:nvSpPr>
          <p:spPr>
            <a:xfrm>
              <a:off x="2037298" y="98428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199" name="Hexagon 2198">
              <a:extLst>
                <a:ext uri="{FF2B5EF4-FFF2-40B4-BE49-F238E27FC236}">
                  <a16:creationId xmlns:a16="http://schemas.microsoft.com/office/drawing/2014/main" id="{0EDD30AC-06A3-4251-AC1F-8A9685FE18C2}"/>
                </a:ext>
              </a:extLst>
            </p:cNvPr>
            <p:cNvSpPr/>
            <p:nvPr/>
          </p:nvSpPr>
          <p:spPr>
            <a:xfrm>
              <a:off x="2038330" y="100250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00" name="Hexagon 2199">
              <a:extLst>
                <a:ext uri="{FF2B5EF4-FFF2-40B4-BE49-F238E27FC236}">
                  <a16:creationId xmlns:a16="http://schemas.microsoft.com/office/drawing/2014/main" id="{D3E10B19-12F2-49C6-9359-A0E940E2CE58}"/>
                </a:ext>
              </a:extLst>
            </p:cNvPr>
            <p:cNvSpPr/>
            <p:nvPr/>
          </p:nvSpPr>
          <p:spPr>
            <a:xfrm>
              <a:off x="1805104" y="97461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01" name="Hexagon 2200">
              <a:extLst>
                <a:ext uri="{FF2B5EF4-FFF2-40B4-BE49-F238E27FC236}">
                  <a16:creationId xmlns:a16="http://schemas.microsoft.com/office/drawing/2014/main" id="{322BAC4E-C349-467B-B76B-3053A9BF26D1}"/>
                </a:ext>
              </a:extLst>
            </p:cNvPr>
            <p:cNvSpPr/>
            <p:nvPr/>
          </p:nvSpPr>
          <p:spPr>
            <a:xfrm>
              <a:off x="1799104" y="99298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02" name="Hexagon 2201">
              <a:extLst>
                <a:ext uri="{FF2B5EF4-FFF2-40B4-BE49-F238E27FC236}">
                  <a16:creationId xmlns:a16="http://schemas.microsoft.com/office/drawing/2014/main" id="{C131A762-6734-4864-9678-464B7CF7E5A4}"/>
                </a:ext>
              </a:extLst>
            </p:cNvPr>
            <p:cNvSpPr/>
            <p:nvPr/>
          </p:nvSpPr>
          <p:spPr>
            <a:xfrm>
              <a:off x="1802517" y="101096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03" name="Hexagon 2202">
              <a:extLst>
                <a:ext uri="{FF2B5EF4-FFF2-40B4-BE49-F238E27FC236}">
                  <a16:creationId xmlns:a16="http://schemas.microsoft.com/office/drawing/2014/main" id="{120A7712-ED1B-41E4-8B3F-EE7771181418}"/>
                </a:ext>
              </a:extLst>
            </p:cNvPr>
            <p:cNvSpPr/>
            <p:nvPr/>
          </p:nvSpPr>
          <p:spPr>
            <a:xfrm>
              <a:off x="1338055" y="90153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04" name="Hexagon 2203">
              <a:extLst>
                <a:ext uri="{FF2B5EF4-FFF2-40B4-BE49-F238E27FC236}">
                  <a16:creationId xmlns:a16="http://schemas.microsoft.com/office/drawing/2014/main" id="{132B9C76-466A-4510-8171-48F7BACD01E4}"/>
                </a:ext>
              </a:extLst>
            </p:cNvPr>
            <p:cNvSpPr/>
            <p:nvPr/>
          </p:nvSpPr>
          <p:spPr>
            <a:xfrm>
              <a:off x="1332055" y="91990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05" name="Hexagon 2204">
              <a:extLst>
                <a:ext uri="{FF2B5EF4-FFF2-40B4-BE49-F238E27FC236}">
                  <a16:creationId xmlns:a16="http://schemas.microsoft.com/office/drawing/2014/main" id="{A9B8D153-E0A7-4B04-AE68-9695D7B41216}"/>
                </a:ext>
              </a:extLst>
            </p:cNvPr>
            <p:cNvSpPr/>
            <p:nvPr/>
          </p:nvSpPr>
          <p:spPr>
            <a:xfrm>
              <a:off x="1335468" y="93764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06" name="Hexagon 2205">
              <a:extLst>
                <a:ext uri="{FF2B5EF4-FFF2-40B4-BE49-F238E27FC236}">
                  <a16:creationId xmlns:a16="http://schemas.microsoft.com/office/drawing/2014/main" id="{58700062-B77A-4EA7-8B14-DEA1775EE32F}"/>
                </a:ext>
              </a:extLst>
            </p:cNvPr>
            <p:cNvSpPr/>
            <p:nvPr/>
          </p:nvSpPr>
          <p:spPr>
            <a:xfrm>
              <a:off x="1100166" y="91092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07" name="Hexagon 2206">
              <a:extLst>
                <a:ext uri="{FF2B5EF4-FFF2-40B4-BE49-F238E27FC236}">
                  <a16:creationId xmlns:a16="http://schemas.microsoft.com/office/drawing/2014/main" id="{B34A5845-E7CC-47A0-8C58-14085CB1E8C5}"/>
                </a:ext>
              </a:extLst>
            </p:cNvPr>
            <p:cNvSpPr/>
            <p:nvPr/>
          </p:nvSpPr>
          <p:spPr>
            <a:xfrm>
              <a:off x="860368" y="90122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08" name="Hexagon 2207">
              <a:extLst>
                <a:ext uri="{FF2B5EF4-FFF2-40B4-BE49-F238E27FC236}">
                  <a16:creationId xmlns:a16="http://schemas.microsoft.com/office/drawing/2014/main" id="{377CE10F-D8CF-4622-8EA0-BE906BBD40B5}"/>
                </a:ext>
              </a:extLst>
            </p:cNvPr>
            <p:cNvSpPr/>
            <p:nvPr/>
          </p:nvSpPr>
          <p:spPr>
            <a:xfrm>
              <a:off x="860749" y="88297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09" name="Hexagon 2208">
              <a:extLst>
                <a:ext uri="{FF2B5EF4-FFF2-40B4-BE49-F238E27FC236}">
                  <a16:creationId xmlns:a16="http://schemas.microsoft.com/office/drawing/2014/main" id="{B5AD193D-32C2-4BC6-B309-3B7BEBE8CF5B}"/>
                </a:ext>
              </a:extLst>
            </p:cNvPr>
            <p:cNvSpPr/>
            <p:nvPr/>
          </p:nvSpPr>
          <p:spPr>
            <a:xfrm>
              <a:off x="1097920" y="83677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10" name="Hexagon 2209">
              <a:extLst>
                <a:ext uri="{FF2B5EF4-FFF2-40B4-BE49-F238E27FC236}">
                  <a16:creationId xmlns:a16="http://schemas.microsoft.com/office/drawing/2014/main" id="{13988C19-6D49-4CC4-ACCD-F8CCB5BB44AB}"/>
                </a:ext>
              </a:extLst>
            </p:cNvPr>
            <p:cNvSpPr/>
            <p:nvPr/>
          </p:nvSpPr>
          <p:spPr>
            <a:xfrm>
              <a:off x="1096682" y="85538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11" name="Hexagon 2210">
              <a:extLst>
                <a:ext uri="{FF2B5EF4-FFF2-40B4-BE49-F238E27FC236}">
                  <a16:creationId xmlns:a16="http://schemas.microsoft.com/office/drawing/2014/main" id="{91523F6C-24B3-4045-9264-9D23088FA58A}"/>
                </a:ext>
              </a:extLst>
            </p:cNvPr>
            <p:cNvSpPr/>
            <p:nvPr/>
          </p:nvSpPr>
          <p:spPr>
            <a:xfrm>
              <a:off x="1100095" y="87383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12" name="Hexagon 2211">
              <a:extLst>
                <a:ext uri="{FF2B5EF4-FFF2-40B4-BE49-F238E27FC236}">
                  <a16:creationId xmlns:a16="http://schemas.microsoft.com/office/drawing/2014/main" id="{FB8D3D7C-EA7E-46CF-A4C5-C1989FEB3768}"/>
                </a:ext>
              </a:extLst>
            </p:cNvPr>
            <p:cNvSpPr/>
            <p:nvPr/>
          </p:nvSpPr>
          <p:spPr>
            <a:xfrm>
              <a:off x="861786" y="82761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13" name="Hexagon 2212">
              <a:extLst>
                <a:ext uri="{FF2B5EF4-FFF2-40B4-BE49-F238E27FC236}">
                  <a16:creationId xmlns:a16="http://schemas.microsoft.com/office/drawing/2014/main" id="{F65E1F17-70DE-4A6C-8DF6-B76A600C4092}"/>
                </a:ext>
              </a:extLst>
            </p:cNvPr>
            <p:cNvSpPr/>
            <p:nvPr/>
          </p:nvSpPr>
          <p:spPr>
            <a:xfrm>
              <a:off x="855786" y="84622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14" name="Hexagon 2213">
              <a:extLst>
                <a:ext uri="{FF2B5EF4-FFF2-40B4-BE49-F238E27FC236}">
                  <a16:creationId xmlns:a16="http://schemas.microsoft.com/office/drawing/2014/main" id="{92870797-D896-452F-877D-540CD233DA0B}"/>
                </a:ext>
              </a:extLst>
            </p:cNvPr>
            <p:cNvSpPr/>
            <p:nvPr/>
          </p:nvSpPr>
          <p:spPr>
            <a:xfrm>
              <a:off x="859199" y="86443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15" name="Hexagon 2214">
              <a:extLst>
                <a:ext uri="{FF2B5EF4-FFF2-40B4-BE49-F238E27FC236}">
                  <a16:creationId xmlns:a16="http://schemas.microsoft.com/office/drawing/2014/main" id="{6A4E5C1B-DF98-4649-9D68-47CB864356F7}"/>
                </a:ext>
              </a:extLst>
            </p:cNvPr>
            <p:cNvSpPr/>
            <p:nvPr/>
          </p:nvSpPr>
          <p:spPr>
            <a:xfrm>
              <a:off x="627175" y="83652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17" name="Hexagon 2216">
              <a:extLst>
                <a:ext uri="{FF2B5EF4-FFF2-40B4-BE49-F238E27FC236}">
                  <a16:creationId xmlns:a16="http://schemas.microsoft.com/office/drawing/2014/main" id="{0D200533-8ECD-4FCA-8742-71B416EADA41}"/>
                </a:ext>
              </a:extLst>
            </p:cNvPr>
            <p:cNvSpPr/>
            <p:nvPr/>
          </p:nvSpPr>
          <p:spPr>
            <a:xfrm>
              <a:off x="1808666" y="77292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18" name="Hexagon 2217">
              <a:extLst>
                <a:ext uri="{FF2B5EF4-FFF2-40B4-BE49-F238E27FC236}">
                  <a16:creationId xmlns:a16="http://schemas.microsoft.com/office/drawing/2014/main" id="{17BD9B59-945B-48FA-9FB3-BEFD4D4EB127}"/>
                </a:ext>
              </a:extLst>
            </p:cNvPr>
            <p:cNvSpPr/>
            <p:nvPr/>
          </p:nvSpPr>
          <p:spPr>
            <a:xfrm>
              <a:off x="1574055" y="78159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19" name="Hexagon 2218">
              <a:extLst>
                <a:ext uri="{FF2B5EF4-FFF2-40B4-BE49-F238E27FC236}">
                  <a16:creationId xmlns:a16="http://schemas.microsoft.com/office/drawing/2014/main" id="{77A1C6EB-A34F-46BC-AB0E-3DD7C5D2ED4A}"/>
                </a:ext>
              </a:extLst>
            </p:cNvPr>
            <p:cNvSpPr/>
            <p:nvPr/>
          </p:nvSpPr>
          <p:spPr>
            <a:xfrm>
              <a:off x="2047044" y="74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20" name="Hexagon 2219">
              <a:extLst>
                <a:ext uri="{FF2B5EF4-FFF2-40B4-BE49-F238E27FC236}">
                  <a16:creationId xmlns:a16="http://schemas.microsoft.com/office/drawing/2014/main" id="{58B311F9-20B5-464C-8B99-DB8CF001E575}"/>
                </a:ext>
              </a:extLst>
            </p:cNvPr>
            <p:cNvSpPr/>
            <p:nvPr/>
          </p:nvSpPr>
          <p:spPr>
            <a:xfrm>
              <a:off x="1812433" y="75415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21" name="Hexagon 2220">
              <a:extLst>
                <a:ext uri="{FF2B5EF4-FFF2-40B4-BE49-F238E27FC236}">
                  <a16:creationId xmlns:a16="http://schemas.microsoft.com/office/drawing/2014/main" id="{5F5F6C3C-E8E6-4C3F-80D5-370B7028B408}"/>
                </a:ext>
              </a:extLst>
            </p:cNvPr>
            <p:cNvSpPr/>
            <p:nvPr/>
          </p:nvSpPr>
          <p:spPr>
            <a:xfrm>
              <a:off x="2043095" y="726946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22" name="Hexagon 2221">
              <a:extLst>
                <a:ext uri="{FF2B5EF4-FFF2-40B4-BE49-F238E27FC236}">
                  <a16:creationId xmlns:a16="http://schemas.microsoft.com/office/drawing/2014/main" id="{1C43D714-5D67-4647-A632-0FC5F0016B46}"/>
                </a:ext>
              </a:extLst>
            </p:cNvPr>
            <p:cNvSpPr/>
            <p:nvPr/>
          </p:nvSpPr>
          <p:spPr>
            <a:xfrm>
              <a:off x="1808484" y="73561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23" name="Hexagon 2222">
              <a:extLst>
                <a:ext uri="{FF2B5EF4-FFF2-40B4-BE49-F238E27FC236}">
                  <a16:creationId xmlns:a16="http://schemas.microsoft.com/office/drawing/2014/main" id="{225416D6-77B1-4AED-9E67-4EA79A538C1C}"/>
                </a:ext>
              </a:extLst>
            </p:cNvPr>
            <p:cNvSpPr/>
            <p:nvPr/>
          </p:nvSpPr>
          <p:spPr>
            <a:xfrm>
              <a:off x="1575239" y="76339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24" name="Hexagon 2223">
              <a:extLst>
                <a:ext uri="{FF2B5EF4-FFF2-40B4-BE49-F238E27FC236}">
                  <a16:creationId xmlns:a16="http://schemas.microsoft.com/office/drawing/2014/main" id="{62D4060C-70E5-47F7-803E-A1AA3926437F}"/>
                </a:ext>
              </a:extLst>
            </p:cNvPr>
            <p:cNvSpPr/>
            <p:nvPr/>
          </p:nvSpPr>
          <p:spPr>
            <a:xfrm>
              <a:off x="1579006" y="74462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25" name="Hexagon 2224">
              <a:extLst>
                <a:ext uri="{FF2B5EF4-FFF2-40B4-BE49-F238E27FC236}">
                  <a16:creationId xmlns:a16="http://schemas.microsoft.com/office/drawing/2014/main" id="{11EC0293-7059-47B2-9A84-3304CAC0E860}"/>
                </a:ext>
              </a:extLst>
            </p:cNvPr>
            <p:cNvSpPr/>
            <p:nvPr/>
          </p:nvSpPr>
          <p:spPr>
            <a:xfrm>
              <a:off x="1575057" y="72608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26" name="Hexagon 2225">
              <a:extLst>
                <a:ext uri="{FF2B5EF4-FFF2-40B4-BE49-F238E27FC236}">
                  <a16:creationId xmlns:a16="http://schemas.microsoft.com/office/drawing/2014/main" id="{8EC5638D-80B3-4094-B6DF-0FB9D6E88573}"/>
                </a:ext>
              </a:extLst>
            </p:cNvPr>
            <p:cNvSpPr/>
            <p:nvPr/>
          </p:nvSpPr>
          <p:spPr>
            <a:xfrm>
              <a:off x="625725" y="80075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27" name="Hexagon 2226">
              <a:extLst>
                <a:ext uri="{FF2B5EF4-FFF2-40B4-BE49-F238E27FC236}">
                  <a16:creationId xmlns:a16="http://schemas.microsoft.com/office/drawing/2014/main" id="{E056B094-49D5-482B-B0AA-6C3C39E59114}"/>
                </a:ext>
              </a:extLst>
            </p:cNvPr>
            <p:cNvSpPr/>
            <p:nvPr/>
          </p:nvSpPr>
          <p:spPr>
            <a:xfrm>
              <a:off x="629492" y="78198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28" name="Hexagon 2227">
              <a:extLst>
                <a:ext uri="{FF2B5EF4-FFF2-40B4-BE49-F238E27FC236}">
                  <a16:creationId xmlns:a16="http://schemas.microsoft.com/office/drawing/2014/main" id="{ACCC5D91-AFBD-4F53-8003-734C0E16DC17}"/>
                </a:ext>
              </a:extLst>
            </p:cNvPr>
            <p:cNvSpPr/>
            <p:nvPr/>
          </p:nvSpPr>
          <p:spPr>
            <a:xfrm>
              <a:off x="625543" y="7634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29" name="Hexagon 2228">
              <a:extLst>
                <a:ext uri="{FF2B5EF4-FFF2-40B4-BE49-F238E27FC236}">
                  <a16:creationId xmlns:a16="http://schemas.microsoft.com/office/drawing/2014/main" id="{5DD268E9-3F82-4BA3-B163-234BB23A1B4C}"/>
                </a:ext>
              </a:extLst>
            </p:cNvPr>
            <p:cNvSpPr/>
            <p:nvPr/>
          </p:nvSpPr>
          <p:spPr>
            <a:xfrm>
              <a:off x="862871" y="79100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30" name="Hexagon 2229">
              <a:extLst>
                <a:ext uri="{FF2B5EF4-FFF2-40B4-BE49-F238E27FC236}">
                  <a16:creationId xmlns:a16="http://schemas.microsoft.com/office/drawing/2014/main" id="{195DADD6-A678-411A-928C-B37A41E5D901}"/>
                </a:ext>
              </a:extLst>
            </p:cNvPr>
            <p:cNvSpPr/>
            <p:nvPr/>
          </p:nvSpPr>
          <p:spPr>
            <a:xfrm>
              <a:off x="866638" y="77247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31" name="Hexagon 2230">
              <a:extLst>
                <a:ext uri="{FF2B5EF4-FFF2-40B4-BE49-F238E27FC236}">
                  <a16:creationId xmlns:a16="http://schemas.microsoft.com/office/drawing/2014/main" id="{AAB708A1-5805-455E-AA88-4093AC84D8F9}"/>
                </a:ext>
              </a:extLst>
            </p:cNvPr>
            <p:cNvSpPr/>
            <p:nvPr/>
          </p:nvSpPr>
          <p:spPr>
            <a:xfrm>
              <a:off x="860308" y="75394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32" name="Hexagon 2231">
              <a:extLst>
                <a:ext uri="{FF2B5EF4-FFF2-40B4-BE49-F238E27FC236}">
                  <a16:creationId xmlns:a16="http://schemas.microsoft.com/office/drawing/2014/main" id="{C2435410-5CBE-4716-9FD2-93B410351C91}"/>
                </a:ext>
              </a:extLst>
            </p:cNvPr>
            <p:cNvSpPr/>
            <p:nvPr/>
          </p:nvSpPr>
          <p:spPr>
            <a:xfrm>
              <a:off x="1101500" y="78173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33" name="Hexagon 2232">
              <a:extLst>
                <a:ext uri="{FF2B5EF4-FFF2-40B4-BE49-F238E27FC236}">
                  <a16:creationId xmlns:a16="http://schemas.microsoft.com/office/drawing/2014/main" id="{E01358EE-DA05-4597-94A7-1C00F3CF9C92}"/>
                </a:ext>
              </a:extLst>
            </p:cNvPr>
            <p:cNvSpPr/>
            <p:nvPr/>
          </p:nvSpPr>
          <p:spPr>
            <a:xfrm>
              <a:off x="1105267" y="76320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34" name="Hexagon 2233">
              <a:extLst>
                <a:ext uri="{FF2B5EF4-FFF2-40B4-BE49-F238E27FC236}">
                  <a16:creationId xmlns:a16="http://schemas.microsoft.com/office/drawing/2014/main" id="{8AFB49E0-61D6-4953-8614-12F812AE09F2}"/>
                </a:ext>
              </a:extLst>
            </p:cNvPr>
            <p:cNvSpPr/>
            <p:nvPr/>
          </p:nvSpPr>
          <p:spPr>
            <a:xfrm>
              <a:off x="1101318" y="74490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35" name="Hexagon 2234">
              <a:extLst>
                <a:ext uri="{FF2B5EF4-FFF2-40B4-BE49-F238E27FC236}">
                  <a16:creationId xmlns:a16="http://schemas.microsoft.com/office/drawing/2014/main" id="{E47A45D3-3FD8-493E-8D7A-9DA354854A83}"/>
                </a:ext>
              </a:extLst>
            </p:cNvPr>
            <p:cNvSpPr/>
            <p:nvPr/>
          </p:nvSpPr>
          <p:spPr>
            <a:xfrm>
              <a:off x="1340953" y="77234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36" name="Hexagon 2235">
              <a:extLst>
                <a:ext uri="{FF2B5EF4-FFF2-40B4-BE49-F238E27FC236}">
                  <a16:creationId xmlns:a16="http://schemas.microsoft.com/office/drawing/2014/main" id="{93EE5065-4AA4-41F8-9D5E-24941C49BFB1}"/>
                </a:ext>
              </a:extLst>
            </p:cNvPr>
            <p:cNvSpPr/>
            <p:nvPr/>
          </p:nvSpPr>
          <p:spPr>
            <a:xfrm>
              <a:off x="1342137" y="75414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37" name="Hexagon 2236">
              <a:extLst>
                <a:ext uri="{FF2B5EF4-FFF2-40B4-BE49-F238E27FC236}">
                  <a16:creationId xmlns:a16="http://schemas.microsoft.com/office/drawing/2014/main" id="{0B5766E0-511E-40F9-B652-125BC8AADE84}"/>
                </a:ext>
              </a:extLst>
            </p:cNvPr>
            <p:cNvSpPr/>
            <p:nvPr/>
          </p:nvSpPr>
          <p:spPr>
            <a:xfrm>
              <a:off x="393001" y="77277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38" name="Hexagon 2237">
              <a:extLst>
                <a:ext uri="{FF2B5EF4-FFF2-40B4-BE49-F238E27FC236}">
                  <a16:creationId xmlns:a16="http://schemas.microsoft.com/office/drawing/2014/main" id="{87337C9C-1614-4FF6-8330-CED37FCEF441}"/>
                </a:ext>
              </a:extLst>
            </p:cNvPr>
            <p:cNvSpPr/>
            <p:nvPr/>
          </p:nvSpPr>
          <p:spPr>
            <a:xfrm>
              <a:off x="621623" y="74519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39" name="Hexagon 2238">
              <a:extLst>
                <a:ext uri="{FF2B5EF4-FFF2-40B4-BE49-F238E27FC236}">
                  <a16:creationId xmlns:a16="http://schemas.microsoft.com/office/drawing/2014/main" id="{44ED4A75-34CD-4355-85B7-7999B4721271}"/>
                </a:ext>
              </a:extLst>
            </p:cNvPr>
            <p:cNvSpPr/>
            <p:nvPr/>
          </p:nvSpPr>
          <p:spPr>
            <a:xfrm>
              <a:off x="858721" y="73507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40" name="Hexagon 2239">
              <a:extLst>
                <a:ext uri="{FF2B5EF4-FFF2-40B4-BE49-F238E27FC236}">
                  <a16:creationId xmlns:a16="http://schemas.microsoft.com/office/drawing/2014/main" id="{B1FE131F-3A2D-48DE-B45B-A052528BAB59}"/>
                </a:ext>
              </a:extLst>
            </p:cNvPr>
            <p:cNvSpPr/>
            <p:nvPr/>
          </p:nvSpPr>
          <p:spPr>
            <a:xfrm>
              <a:off x="1099966" y="726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41" name="Hexagon 2240">
              <a:extLst>
                <a:ext uri="{FF2B5EF4-FFF2-40B4-BE49-F238E27FC236}">
                  <a16:creationId xmlns:a16="http://schemas.microsoft.com/office/drawing/2014/main" id="{13347C83-BF94-4521-A36B-5D1EEA462F36}"/>
                </a:ext>
              </a:extLst>
            </p:cNvPr>
            <p:cNvSpPr/>
            <p:nvPr/>
          </p:nvSpPr>
          <p:spPr>
            <a:xfrm>
              <a:off x="1331590" y="71715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42" name="Hexagon 2241">
              <a:extLst>
                <a:ext uri="{FF2B5EF4-FFF2-40B4-BE49-F238E27FC236}">
                  <a16:creationId xmlns:a16="http://schemas.microsoft.com/office/drawing/2014/main" id="{97001604-51FC-4751-988B-BE2192B41DF0}"/>
                </a:ext>
              </a:extLst>
            </p:cNvPr>
            <p:cNvSpPr/>
            <p:nvPr/>
          </p:nvSpPr>
          <p:spPr>
            <a:xfrm>
              <a:off x="1338525" y="69881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43" name="Hexagon 2242">
              <a:extLst>
                <a:ext uri="{FF2B5EF4-FFF2-40B4-BE49-F238E27FC236}">
                  <a16:creationId xmlns:a16="http://schemas.microsoft.com/office/drawing/2014/main" id="{30BFF7BF-EDF1-451C-AB40-60A341ECC160}"/>
                </a:ext>
              </a:extLst>
            </p:cNvPr>
            <p:cNvSpPr/>
            <p:nvPr/>
          </p:nvSpPr>
          <p:spPr>
            <a:xfrm>
              <a:off x="1095686" y="70771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44" name="Hexagon 2243">
              <a:extLst>
                <a:ext uri="{FF2B5EF4-FFF2-40B4-BE49-F238E27FC236}">
                  <a16:creationId xmlns:a16="http://schemas.microsoft.com/office/drawing/2014/main" id="{2EA9AF84-9E12-47C9-94C3-3CE4FA3964EC}"/>
                </a:ext>
              </a:extLst>
            </p:cNvPr>
            <p:cNvSpPr/>
            <p:nvPr/>
          </p:nvSpPr>
          <p:spPr>
            <a:xfrm>
              <a:off x="861571" y="71704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45" name="Hexagon 2244">
              <a:extLst>
                <a:ext uri="{FF2B5EF4-FFF2-40B4-BE49-F238E27FC236}">
                  <a16:creationId xmlns:a16="http://schemas.microsoft.com/office/drawing/2014/main" id="{B2E6B5C8-C610-42E1-8692-DF62DAACEDC7}"/>
                </a:ext>
              </a:extLst>
            </p:cNvPr>
            <p:cNvSpPr/>
            <p:nvPr/>
          </p:nvSpPr>
          <p:spPr>
            <a:xfrm>
              <a:off x="863519" y="69850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46" name="Hexagon 2245">
              <a:extLst>
                <a:ext uri="{FF2B5EF4-FFF2-40B4-BE49-F238E27FC236}">
                  <a16:creationId xmlns:a16="http://schemas.microsoft.com/office/drawing/2014/main" id="{E0E9A98C-826D-47AD-848E-5FC026F7FDCA}"/>
                </a:ext>
              </a:extLst>
            </p:cNvPr>
            <p:cNvSpPr/>
            <p:nvPr/>
          </p:nvSpPr>
          <p:spPr>
            <a:xfrm>
              <a:off x="866369" y="68048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47" name="Hexagon 2246">
              <a:extLst>
                <a:ext uri="{FF2B5EF4-FFF2-40B4-BE49-F238E27FC236}">
                  <a16:creationId xmlns:a16="http://schemas.microsoft.com/office/drawing/2014/main" id="{ABB9ACC3-968C-4DB0-B63E-C0E414A92CB8}"/>
                </a:ext>
              </a:extLst>
            </p:cNvPr>
            <p:cNvSpPr/>
            <p:nvPr/>
          </p:nvSpPr>
          <p:spPr>
            <a:xfrm>
              <a:off x="2982073" y="68994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48" name="Hexagon 2247">
              <a:extLst>
                <a:ext uri="{FF2B5EF4-FFF2-40B4-BE49-F238E27FC236}">
                  <a16:creationId xmlns:a16="http://schemas.microsoft.com/office/drawing/2014/main" id="{35FAC912-BFCA-47DE-AA46-6DFE32BB0FFE}"/>
                </a:ext>
              </a:extLst>
            </p:cNvPr>
            <p:cNvSpPr/>
            <p:nvPr/>
          </p:nvSpPr>
          <p:spPr>
            <a:xfrm>
              <a:off x="2743513" y="68008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49" name="Hexagon 2248">
              <a:extLst>
                <a:ext uri="{FF2B5EF4-FFF2-40B4-BE49-F238E27FC236}">
                  <a16:creationId xmlns:a16="http://schemas.microsoft.com/office/drawing/2014/main" id="{8F782A20-1004-40ED-8368-0F1E46806D2A}"/>
                </a:ext>
              </a:extLst>
            </p:cNvPr>
            <p:cNvSpPr/>
            <p:nvPr/>
          </p:nvSpPr>
          <p:spPr>
            <a:xfrm>
              <a:off x="2514035" y="68908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50" name="Hexagon 2249">
              <a:extLst>
                <a:ext uri="{FF2B5EF4-FFF2-40B4-BE49-F238E27FC236}">
                  <a16:creationId xmlns:a16="http://schemas.microsoft.com/office/drawing/2014/main" id="{4D2D1E58-FDD7-45B4-AF42-DE36B805C1AE}"/>
                </a:ext>
              </a:extLst>
            </p:cNvPr>
            <p:cNvSpPr/>
            <p:nvPr/>
          </p:nvSpPr>
          <p:spPr>
            <a:xfrm>
              <a:off x="2984485" y="67150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51" name="Hexagon 2250">
              <a:extLst>
                <a:ext uri="{FF2B5EF4-FFF2-40B4-BE49-F238E27FC236}">
                  <a16:creationId xmlns:a16="http://schemas.microsoft.com/office/drawing/2014/main" id="{186D42C1-7E92-459E-BE50-3C4DBBF13FC6}"/>
                </a:ext>
              </a:extLst>
            </p:cNvPr>
            <p:cNvSpPr/>
            <p:nvPr/>
          </p:nvSpPr>
          <p:spPr>
            <a:xfrm>
              <a:off x="2745925" y="66187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52" name="Hexagon 2251">
              <a:extLst>
                <a:ext uri="{FF2B5EF4-FFF2-40B4-BE49-F238E27FC236}">
                  <a16:creationId xmlns:a16="http://schemas.microsoft.com/office/drawing/2014/main" id="{E4333FF7-FA6D-4946-A92B-5ED6D28EDEE1}"/>
                </a:ext>
              </a:extLst>
            </p:cNvPr>
            <p:cNvSpPr/>
            <p:nvPr/>
          </p:nvSpPr>
          <p:spPr>
            <a:xfrm>
              <a:off x="2516447" y="67088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53" name="Hexagon 2252">
              <a:extLst>
                <a:ext uri="{FF2B5EF4-FFF2-40B4-BE49-F238E27FC236}">
                  <a16:creationId xmlns:a16="http://schemas.microsoft.com/office/drawing/2014/main" id="{D69CCA2E-F3E6-46BC-AEF5-54B23BD6E3B4}"/>
                </a:ext>
              </a:extLst>
            </p:cNvPr>
            <p:cNvSpPr/>
            <p:nvPr/>
          </p:nvSpPr>
          <p:spPr>
            <a:xfrm>
              <a:off x="2981090" y="65283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54" name="Hexagon 2253">
              <a:extLst>
                <a:ext uri="{FF2B5EF4-FFF2-40B4-BE49-F238E27FC236}">
                  <a16:creationId xmlns:a16="http://schemas.microsoft.com/office/drawing/2014/main" id="{0A7EEACB-2B15-476F-8819-C89735E427A2}"/>
                </a:ext>
              </a:extLst>
            </p:cNvPr>
            <p:cNvSpPr/>
            <p:nvPr/>
          </p:nvSpPr>
          <p:spPr>
            <a:xfrm>
              <a:off x="2742530" y="64344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55" name="Hexagon 2254">
              <a:extLst>
                <a:ext uri="{FF2B5EF4-FFF2-40B4-BE49-F238E27FC236}">
                  <a16:creationId xmlns:a16="http://schemas.microsoft.com/office/drawing/2014/main" id="{736BB91E-827C-452C-8518-5AE834A96C90}"/>
                </a:ext>
              </a:extLst>
            </p:cNvPr>
            <p:cNvSpPr/>
            <p:nvPr/>
          </p:nvSpPr>
          <p:spPr>
            <a:xfrm>
              <a:off x="2981121" y="63486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56" name="Hexagon 2255">
              <a:extLst>
                <a:ext uri="{FF2B5EF4-FFF2-40B4-BE49-F238E27FC236}">
                  <a16:creationId xmlns:a16="http://schemas.microsoft.com/office/drawing/2014/main" id="{A0AA43B9-37D8-4175-9480-8230A70C0CBE}"/>
                </a:ext>
              </a:extLst>
            </p:cNvPr>
            <p:cNvSpPr/>
            <p:nvPr/>
          </p:nvSpPr>
          <p:spPr>
            <a:xfrm>
              <a:off x="2744942" y="62523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57" name="Hexagon 2256">
              <a:extLst>
                <a:ext uri="{FF2B5EF4-FFF2-40B4-BE49-F238E27FC236}">
                  <a16:creationId xmlns:a16="http://schemas.microsoft.com/office/drawing/2014/main" id="{F36FE583-CF67-4EFB-82C5-DADEF8F6E024}"/>
                </a:ext>
              </a:extLst>
            </p:cNvPr>
            <p:cNvSpPr/>
            <p:nvPr/>
          </p:nvSpPr>
          <p:spPr>
            <a:xfrm>
              <a:off x="2044823" y="65291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58" name="Hexagon 2257">
              <a:extLst>
                <a:ext uri="{FF2B5EF4-FFF2-40B4-BE49-F238E27FC236}">
                  <a16:creationId xmlns:a16="http://schemas.microsoft.com/office/drawing/2014/main" id="{FE00FE54-7829-4FEA-ACAE-1257D8B1AF47}"/>
                </a:ext>
              </a:extLst>
            </p:cNvPr>
            <p:cNvSpPr/>
            <p:nvPr/>
          </p:nvSpPr>
          <p:spPr>
            <a:xfrm>
              <a:off x="1808202" y="66215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59" name="Hexagon 2258">
              <a:extLst>
                <a:ext uri="{FF2B5EF4-FFF2-40B4-BE49-F238E27FC236}">
                  <a16:creationId xmlns:a16="http://schemas.microsoft.com/office/drawing/2014/main" id="{1F31F097-C809-46D1-A426-07BFF98C058F}"/>
                </a:ext>
              </a:extLst>
            </p:cNvPr>
            <p:cNvSpPr/>
            <p:nvPr/>
          </p:nvSpPr>
          <p:spPr>
            <a:xfrm>
              <a:off x="2987030" y="61677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60" name="Hexagon 2259">
              <a:extLst>
                <a:ext uri="{FF2B5EF4-FFF2-40B4-BE49-F238E27FC236}">
                  <a16:creationId xmlns:a16="http://schemas.microsoft.com/office/drawing/2014/main" id="{DB8C490E-B264-4CBF-AA68-5D0C61BAC0A8}"/>
                </a:ext>
              </a:extLst>
            </p:cNvPr>
            <p:cNvSpPr/>
            <p:nvPr/>
          </p:nvSpPr>
          <p:spPr>
            <a:xfrm>
              <a:off x="2750851" y="60714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61" name="Hexagon 2260">
              <a:extLst>
                <a:ext uri="{FF2B5EF4-FFF2-40B4-BE49-F238E27FC236}">
                  <a16:creationId xmlns:a16="http://schemas.microsoft.com/office/drawing/2014/main" id="{59BD4056-D545-4DD4-A3BE-FB9383ED619B}"/>
                </a:ext>
              </a:extLst>
            </p:cNvPr>
            <p:cNvSpPr/>
            <p:nvPr/>
          </p:nvSpPr>
          <p:spPr>
            <a:xfrm>
              <a:off x="2520158" y="61642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62" name="Hexagon 2261">
              <a:extLst>
                <a:ext uri="{FF2B5EF4-FFF2-40B4-BE49-F238E27FC236}">
                  <a16:creationId xmlns:a16="http://schemas.microsoft.com/office/drawing/2014/main" id="{83E93F98-7B23-44F2-8510-02DAEF62E87E}"/>
                </a:ext>
              </a:extLst>
            </p:cNvPr>
            <p:cNvSpPr/>
            <p:nvPr/>
          </p:nvSpPr>
          <p:spPr>
            <a:xfrm>
              <a:off x="2282846" y="62566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63" name="Hexagon 2262">
              <a:extLst>
                <a:ext uri="{FF2B5EF4-FFF2-40B4-BE49-F238E27FC236}">
                  <a16:creationId xmlns:a16="http://schemas.microsoft.com/office/drawing/2014/main" id="{AB4A66CA-63D3-405A-9D39-C195097C869E}"/>
                </a:ext>
              </a:extLst>
            </p:cNvPr>
            <p:cNvSpPr/>
            <p:nvPr/>
          </p:nvSpPr>
          <p:spPr>
            <a:xfrm>
              <a:off x="2042664" y="63451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64" name="Hexagon 2263">
              <a:extLst>
                <a:ext uri="{FF2B5EF4-FFF2-40B4-BE49-F238E27FC236}">
                  <a16:creationId xmlns:a16="http://schemas.microsoft.com/office/drawing/2014/main" id="{5D4AF2D6-D77B-475A-97D5-63867B5516E2}"/>
                </a:ext>
              </a:extLst>
            </p:cNvPr>
            <p:cNvSpPr/>
            <p:nvPr/>
          </p:nvSpPr>
          <p:spPr>
            <a:xfrm>
              <a:off x="1805290" y="64373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65" name="Hexagon 2264">
              <a:extLst>
                <a:ext uri="{FF2B5EF4-FFF2-40B4-BE49-F238E27FC236}">
                  <a16:creationId xmlns:a16="http://schemas.microsoft.com/office/drawing/2014/main" id="{03AE868B-D30E-4FE9-BA4F-6F180F71C26E}"/>
                </a:ext>
              </a:extLst>
            </p:cNvPr>
            <p:cNvSpPr/>
            <p:nvPr/>
          </p:nvSpPr>
          <p:spPr>
            <a:xfrm>
              <a:off x="1574597" y="65301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66" name="Hexagon 2265">
              <a:extLst>
                <a:ext uri="{FF2B5EF4-FFF2-40B4-BE49-F238E27FC236}">
                  <a16:creationId xmlns:a16="http://schemas.microsoft.com/office/drawing/2014/main" id="{F2FB6C85-0B1B-4CAC-990A-4CAE2D22151F}"/>
                </a:ext>
              </a:extLst>
            </p:cNvPr>
            <p:cNvSpPr/>
            <p:nvPr/>
          </p:nvSpPr>
          <p:spPr>
            <a:xfrm>
              <a:off x="1337285" y="66201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67" name="Hexagon 2266">
              <a:extLst>
                <a:ext uri="{FF2B5EF4-FFF2-40B4-BE49-F238E27FC236}">
                  <a16:creationId xmlns:a16="http://schemas.microsoft.com/office/drawing/2014/main" id="{3C9928AA-5876-4D71-BC24-E0B0AB4B98EA}"/>
                </a:ext>
              </a:extLst>
            </p:cNvPr>
            <p:cNvSpPr/>
            <p:nvPr/>
          </p:nvSpPr>
          <p:spPr>
            <a:xfrm>
              <a:off x="1101865" y="67110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68" name="Hexagon 2267">
              <a:extLst>
                <a:ext uri="{FF2B5EF4-FFF2-40B4-BE49-F238E27FC236}">
                  <a16:creationId xmlns:a16="http://schemas.microsoft.com/office/drawing/2014/main" id="{86592A97-89C6-4259-A34A-A45DE38D105D}"/>
                </a:ext>
              </a:extLst>
            </p:cNvPr>
            <p:cNvSpPr/>
            <p:nvPr/>
          </p:nvSpPr>
          <p:spPr>
            <a:xfrm>
              <a:off x="1798437" y="62561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69" name="Hexagon 2268">
              <a:extLst>
                <a:ext uri="{FF2B5EF4-FFF2-40B4-BE49-F238E27FC236}">
                  <a16:creationId xmlns:a16="http://schemas.microsoft.com/office/drawing/2014/main" id="{93C0C0DB-7DB1-4211-8878-2620AF0C3D01}"/>
                </a:ext>
              </a:extLst>
            </p:cNvPr>
            <p:cNvSpPr/>
            <p:nvPr/>
          </p:nvSpPr>
          <p:spPr>
            <a:xfrm>
              <a:off x="1567744" y="63488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70" name="Hexagon 2269">
              <a:extLst>
                <a:ext uri="{FF2B5EF4-FFF2-40B4-BE49-F238E27FC236}">
                  <a16:creationId xmlns:a16="http://schemas.microsoft.com/office/drawing/2014/main" id="{CF8CA07E-8DB8-4DD9-B644-38768322D452}"/>
                </a:ext>
              </a:extLst>
            </p:cNvPr>
            <p:cNvSpPr/>
            <p:nvPr/>
          </p:nvSpPr>
          <p:spPr>
            <a:xfrm>
              <a:off x="1330432" y="64389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71" name="Hexagon 2270">
              <a:extLst>
                <a:ext uri="{FF2B5EF4-FFF2-40B4-BE49-F238E27FC236}">
                  <a16:creationId xmlns:a16="http://schemas.microsoft.com/office/drawing/2014/main" id="{E0BFDB7A-0477-4537-BB9C-179BBF2B9E78}"/>
                </a:ext>
              </a:extLst>
            </p:cNvPr>
            <p:cNvSpPr/>
            <p:nvPr/>
          </p:nvSpPr>
          <p:spPr>
            <a:xfrm>
              <a:off x="1095012" y="65298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72" name="Hexagon 2271">
              <a:extLst>
                <a:ext uri="{FF2B5EF4-FFF2-40B4-BE49-F238E27FC236}">
                  <a16:creationId xmlns:a16="http://schemas.microsoft.com/office/drawing/2014/main" id="{42A974F8-2E2C-41C4-BC1A-D04E44ED81E0}"/>
                </a:ext>
              </a:extLst>
            </p:cNvPr>
            <p:cNvSpPr/>
            <p:nvPr/>
          </p:nvSpPr>
          <p:spPr>
            <a:xfrm>
              <a:off x="1804743" y="60759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73" name="Hexagon 2272">
              <a:extLst>
                <a:ext uri="{FF2B5EF4-FFF2-40B4-BE49-F238E27FC236}">
                  <a16:creationId xmlns:a16="http://schemas.microsoft.com/office/drawing/2014/main" id="{F851A2FA-B73C-4124-8165-727B3024EF28}"/>
                </a:ext>
              </a:extLst>
            </p:cNvPr>
            <p:cNvSpPr/>
            <p:nvPr/>
          </p:nvSpPr>
          <p:spPr>
            <a:xfrm>
              <a:off x="1574050" y="61687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74" name="Hexagon 2273">
              <a:extLst>
                <a:ext uri="{FF2B5EF4-FFF2-40B4-BE49-F238E27FC236}">
                  <a16:creationId xmlns:a16="http://schemas.microsoft.com/office/drawing/2014/main" id="{01B0BA2E-228F-4137-9B1C-E35C33B9ED1F}"/>
                </a:ext>
              </a:extLst>
            </p:cNvPr>
            <p:cNvSpPr/>
            <p:nvPr/>
          </p:nvSpPr>
          <p:spPr>
            <a:xfrm>
              <a:off x="1336738" y="62587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75" name="Hexagon 2274">
              <a:extLst>
                <a:ext uri="{FF2B5EF4-FFF2-40B4-BE49-F238E27FC236}">
                  <a16:creationId xmlns:a16="http://schemas.microsoft.com/office/drawing/2014/main" id="{C18001B4-75B3-4929-BB1E-74D41540936C}"/>
                </a:ext>
              </a:extLst>
            </p:cNvPr>
            <p:cNvSpPr/>
            <p:nvPr/>
          </p:nvSpPr>
          <p:spPr>
            <a:xfrm>
              <a:off x="1101318" y="63496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76" name="Hexagon 2275">
              <a:extLst>
                <a:ext uri="{FF2B5EF4-FFF2-40B4-BE49-F238E27FC236}">
                  <a16:creationId xmlns:a16="http://schemas.microsoft.com/office/drawing/2014/main" id="{19DE6409-75AA-40B8-96E4-161673A3F014}"/>
                </a:ext>
              </a:extLst>
            </p:cNvPr>
            <p:cNvSpPr/>
            <p:nvPr/>
          </p:nvSpPr>
          <p:spPr>
            <a:xfrm>
              <a:off x="2041452" y="61652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77" name="Hexagon 2276">
              <a:extLst>
                <a:ext uri="{FF2B5EF4-FFF2-40B4-BE49-F238E27FC236}">
                  <a16:creationId xmlns:a16="http://schemas.microsoft.com/office/drawing/2014/main" id="{B05F9F5B-ED22-4674-BA72-D382804D8212}"/>
                </a:ext>
              </a:extLst>
            </p:cNvPr>
            <p:cNvSpPr/>
            <p:nvPr/>
          </p:nvSpPr>
          <p:spPr>
            <a:xfrm>
              <a:off x="2044055" y="59836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78" name="Hexagon 2277">
              <a:extLst>
                <a:ext uri="{FF2B5EF4-FFF2-40B4-BE49-F238E27FC236}">
                  <a16:creationId xmlns:a16="http://schemas.microsoft.com/office/drawing/2014/main" id="{69607D91-A85B-404B-8D8E-8C99A809180F}"/>
                </a:ext>
              </a:extLst>
            </p:cNvPr>
            <p:cNvSpPr/>
            <p:nvPr/>
          </p:nvSpPr>
          <p:spPr>
            <a:xfrm>
              <a:off x="2751986" y="57057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79" name="Hexagon 2278">
              <a:extLst>
                <a:ext uri="{FF2B5EF4-FFF2-40B4-BE49-F238E27FC236}">
                  <a16:creationId xmlns:a16="http://schemas.microsoft.com/office/drawing/2014/main" id="{0DD446CE-24D0-4F34-92F9-3F9A96850D12}"/>
                </a:ext>
              </a:extLst>
            </p:cNvPr>
            <p:cNvSpPr/>
            <p:nvPr/>
          </p:nvSpPr>
          <p:spPr>
            <a:xfrm>
              <a:off x="2518912" y="57961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80" name="Hexagon 2279">
              <a:extLst>
                <a:ext uri="{FF2B5EF4-FFF2-40B4-BE49-F238E27FC236}">
                  <a16:creationId xmlns:a16="http://schemas.microsoft.com/office/drawing/2014/main" id="{869A310E-1B9D-4A24-A977-6FE5657B1C02}"/>
                </a:ext>
              </a:extLst>
            </p:cNvPr>
            <p:cNvSpPr/>
            <p:nvPr/>
          </p:nvSpPr>
          <p:spPr>
            <a:xfrm>
              <a:off x="2281600" y="58862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81" name="Hexagon 2280">
              <a:extLst>
                <a:ext uri="{FF2B5EF4-FFF2-40B4-BE49-F238E27FC236}">
                  <a16:creationId xmlns:a16="http://schemas.microsoft.com/office/drawing/2014/main" id="{5F2602E2-B407-42C6-89DA-9261E7D7C919}"/>
                </a:ext>
              </a:extLst>
            </p:cNvPr>
            <p:cNvSpPr/>
            <p:nvPr/>
          </p:nvSpPr>
          <p:spPr>
            <a:xfrm>
              <a:off x="2991298" y="56230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82" name="Hexagon 2281">
              <a:extLst>
                <a:ext uri="{FF2B5EF4-FFF2-40B4-BE49-F238E27FC236}">
                  <a16:creationId xmlns:a16="http://schemas.microsoft.com/office/drawing/2014/main" id="{E1BE919D-AFCE-47FA-A5BE-57B493934BAD}"/>
                </a:ext>
              </a:extLst>
            </p:cNvPr>
            <p:cNvSpPr/>
            <p:nvPr/>
          </p:nvSpPr>
          <p:spPr>
            <a:xfrm>
              <a:off x="3224365" y="60791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83" name="Hexagon 2282">
              <a:extLst>
                <a:ext uri="{FF2B5EF4-FFF2-40B4-BE49-F238E27FC236}">
                  <a16:creationId xmlns:a16="http://schemas.microsoft.com/office/drawing/2014/main" id="{C0115C2B-5D35-4048-8DDE-107F64823E03}"/>
                </a:ext>
              </a:extLst>
            </p:cNvPr>
            <p:cNvSpPr/>
            <p:nvPr/>
          </p:nvSpPr>
          <p:spPr>
            <a:xfrm>
              <a:off x="3224396" y="58971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84" name="Hexagon 2283">
              <a:extLst>
                <a:ext uri="{FF2B5EF4-FFF2-40B4-BE49-F238E27FC236}">
                  <a16:creationId xmlns:a16="http://schemas.microsoft.com/office/drawing/2014/main" id="{4C252BA5-7F6A-49DF-8268-EB33CA420FF7}"/>
                </a:ext>
              </a:extLst>
            </p:cNvPr>
            <p:cNvSpPr/>
            <p:nvPr/>
          </p:nvSpPr>
          <p:spPr>
            <a:xfrm>
              <a:off x="2988217" y="58032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85" name="Hexagon 2284">
              <a:extLst>
                <a:ext uri="{FF2B5EF4-FFF2-40B4-BE49-F238E27FC236}">
                  <a16:creationId xmlns:a16="http://schemas.microsoft.com/office/drawing/2014/main" id="{BFB2F643-9A82-4A53-9248-E59C1E50E16A}"/>
                </a:ext>
              </a:extLst>
            </p:cNvPr>
            <p:cNvSpPr/>
            <p:nvPr/>
          </p:nvSpPr>
          <p:spPr>
            <a:xfrm>
              <a:off x="3227924" y="57138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86" name="Hexagon 2285">
              <a:extLst>
                <a:ext uri="{FF2B5EF4-FFF2-40B4-BE49-F238E27FC236}">
                  <a16:creationId xmlns:a16="http://schemas.microsoft.com/office/drawing/2014/main" id="{F2FC88D7-3EBA-4A6E-8F20-F0C0E9BD76E5}"/>
                </a:ext>
              </a:extLst>
            </p:cNvPr>
            <p:cNvSpPr/>
            <p:nvPr/>
          </p:nvSpPr>
          <p:spPr>
            <a:xfrm>
              <a:off x="1334306" y="607766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88" name="Hexagon 2287">
              <a:extLst>
                <a:ext uri="{FF2B5EF4-FFF2-40B4-BE49-F238E27FC236}">
                  <a16:creationId xmlns:a16="http://schemas.microsoft.com/office/drawing/2014/main" id="{4E54E6CD-2201-4D1A-B53E-653F636AD5BA}"/>
                </a:ext>
              </a:extLst>
            </p:cNvPr>
            <p:cNvSpPr/>
            <p:nvPr/>
          </p:nvSpPr>
          <p:spPr>
            <a:xfrm>
              <a:off x="1340612" y="5897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89" name="Hexagon 2288">
              <a:extLst>
                <a:ext uri="{FF2B5EF4-FFF2-40B4-BE49-F238E27FC236}">
                  <a16:creationId xmlns:a16="http://schemas.microsoft.com/office/drawing/2014/main" id="{2C4A718B-A5D2-42F6-BBFF-9801B2EF9F4F}"/>
                </a:ext>
              </a:extLst>
            </p:cNvPr>
            <p:cNvSpPr/>
            <p:nvPr/>
          </p:nvSpPr>
          <p:spPr>
            <a:xfrm>
              <a:off x="1103300" y="59851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90" name="Hexagon 2289">
              <a:extLst>
                <a:ext uri="{FF2B5EF4-FFF2-40B4-BE49-F238E27FC236}">
                  <a16:creationId xmlns:a16="http://schemas.microsoft.com/office/drawing/2014/main" id="{442D50FA-3693-4732-B27C-0FB6F5222334}"/>
                </a:ext>
              </a:extLst>
            </p:cNvPr>
            <p:cNvSpPr/>
            <p:nvPr/>
          </p:nvSpPr>
          <p:spPr>
            <a:xfrm>
              <a:off x="1802517" y="58946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91" name="Hexagon 2290">
              <a:extLst>
                <a:ext uri="{FF2B5EF4-FFF2-40B4-BE49-F238E27FC236}">
                  <a16:creationId xmlns:a16="http://schemas.microsoft.com/office/drawing/2014/main" id="{E6ABD114-D77C-48B6-878B-50F81EC2779C}"/>
                </a:ext>
              </a:extLst>
            </p:cNvPr>
            <p:cNvSpPr/>
            <p:nvPr/>
          </p:nvSpPr>
          <p:spPr>
            <a:xfrm>
              <a:off x="1808823" y="57096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92" name="Hexagon 2291">
              <a:extLst>
                <a:ext uri="{FF2B5EF4-FFF2-40B4-BE49-F238E27FC236}">
                  <a16:creationId xmlns:a16="http://schemas.microsoft.com/office/drawing/2014/main" id="{36ECCCB9-7049-49FB-92FB-8D71E43922D5}"/>
                </a:ext>
              </a:extLst>
            </p:cNvPr>
            <p:cNvSpPr/>
            <p:nvPr/>
          </p:nvSpPr>
          <p:spPr>
            <a:xfrm>
              <a:off x="1571511" y="58044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93" name="Hexagon 2292">
              <a:extLst>
                <a:ext uri="{FF2B5EF4-FFF2-40B4-BE49-F238E27FC236}">
                  <a16:creationId xmlns:a16="http://schemas.microsoft.com/office/drawing/2014/main" id="{D432DBFD-AB0B-453D-9A3A-5294A6BF9633}"/>
                </a:ext>
              </a:extLst>
            </p:cNvPr>
            <p:cNvSpPr/>
            <p:nvPr/>
          </p:nvSpPr>
          <p:spPr>
            <a:xfrm>
              <a:off x="2039722" y="58006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94" name="Hexagon 2293">
              <a:extLst>
                <a:ext uri="{FF2B5EF4-FFF2-40B4-BE49-F238E27FC236}">
                  <a16:creationId xmlns:a16="http://schemas.microsoft.com/office/drawing/2014/main" id="{A59D81ED-6912-4991-9B47-719FC94353C0}"/>
                </a:ext>
              </a:extLst>
            </p:cNvPr>
            <p:cNvSpPr/>
            <p:nvPr/>
          </p:nvSpPr>
          <p:spPr>
            <a:xfrm>
              <a:off x="2520158" y="56129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95" name="Hexagon 2294">
              <a:extLst>
                <a:ext uri="{FF2B5EF4-FFF2-40B4-BE49-F238E27FC236}">
                  <a16:creationId xmlns:a16="http://schemas.microsoft.com/office/drawing/2014/main" id="{73FC06D0-2E37-482A-91FC-DA39C5B4425B}"/>
                </a:ext>
              </a:extLst>
            </p:cNvPr>
            <p:cNvSpPr/>
            <p:nvPr/>
          </p:nvSpPr>
          <p:spPr>
            <a:xfrm>
              <a:off x="2758288" y="55212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96" name="Hexagon 2295">
              <a:extLst>
                <a:ext uri="{FF2B5EF4-FFF2-40B4-BE49-F238E27FC236}">
                  <a16:creationId xmlns:a16="http://schemas.microsoft.com/office/drawing/2014/main" id="{68915C89-9D4F-40A9-825A-6FD14AA5A68B}"/>
                </a:ext>
              </a:extLst>
            </p:cNvPr>
            <p:cNvSpPr/>
            <p:nvPr/>
          </p:nvSpPr>
          <p:spPr>
            <a:xfrm>
              <a:off x="2993796" y="54365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97" name="Hexagon 2296">
              <a:extLst>
                <a:ext uri="{FF2B5EF4-FFF2-40B4-BE49-F238E27FC236}">
                  <a16:creationId xmlns:a16="http://schemas.microsoft.com/office/drawing/2014/main" id="{33BAE635-6576-4DA2-A2BE-ACDBF6F1ED71}"/>
                </a:ext>
              </a:extLst>
            </p:cNvPr>
            <p:cNvSpPr/>
            <p:nvPr/>
          </p:nvSpPr>
          <p:spPr>
            <a:xfrm>
              <a:off x="2753526" y="53368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98" name="Hexagon 2297">
              <a:extLst>
                <a:ext uri="{FF2B5EF4-FFF2-40B4-BE49-F238E27FC236}">
                  <a16:creationId xmlns:a16="http://schemas.microsoft.com/office/drawing/2014/main" id="{42908939-56E7-4FED-95F9-1B3E8D3B3878}"/>
                </a:ext>
              </a:extLst>
            </p:cNvPr>
            <p:cNvSpPr/>
            <p:nvPr/>
          </p:nvSpPr>
          <p:spPr>
            <a:xfrm>
              <a:off x="2992838" y="52493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299" name="Hexagon 2298">
              <a:extLst>
                <a:ext uri="{FF2B5EF4-FFF2-40B4-BE49-F238E27FC236}">
                  <a16:creationId xmlns:a16="http://schemas.microsoft.com/office/drawing/2014/main" id="{BE94E1BB-E5B4-4481-94F3-C58FF38B51C5}"/>
                </a:ext>
              </a:extLst>
            </p:cNvPr>
            <p:cNvSpPr/>
            <p:nvPr/>
          </p:nvSpPr>
          <p:spPr>
            <a:xfrm>
              <a:off x="2759828" y="51523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00" name="Hexagon 2299">
              <a:extLst>
                <a:ext uri="{FF2B5EF4-FFF2-40B4-BE49-F238E27FC236}">
                  <a16:creationId xmlns:a16="http://schemas.microsoft.com/office/drawing/2014/main" id="{FD8B67BB-CCBD-4E75-B21B-09AF1698A8B2}"/>
                </a:ext>
              </a:extLst>
            </p:cNvPr>
            <p:cNvSpPr/>
            <p:nvPr/>
          </p:nvSpPr>
          <p:spPr>
            <a:xfrm>
              <a:off x="2995336" y="50652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01" name="Hexagon 2300">
              <a:extLst>
                <a:ext uri="{FF2B5EF4-FFF2-40B4-BE49-F238E27FC236}">
                  <a16:creationId xmlns:a16="http://schemas.microsoft.com/office/drawing/2014/main" id="{FEAB4871-8FC6-4717-81FB-D6A9ED3557EB}"/>
                </a:ext>
              </a:extLst>
            </p:cNvPr>
            <p:cNvSpPr/>
            <p:nvPr/>
          </p:nvSpPr>
          <p:spPr>
            <a:xfrm>
              <a:off x="2277057" y="55174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02" name="Hexagon 2301">
              <a:extLst>
                <a:ext uri="{FF2B5EF4-FFF2-40B4-BE49-F238E27FC236}">
                  <a16:creationId xmlns:a16="http://schemas.microsoft.com/office/drawing/2014/main" id="{60A3D486-B24D-4C17-BD73-DE5A436686D6}"/>
                </a:ext>
              </a:extLst>
            </p:cNvPr>
            <p:cNvSpPr/>
            <p:nvPr/>
          </p:nvSpPr>
          <p:spPr>
            <a:xfrm>
              <a:off x="2516369" y="54299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03" name="Hexagon 2302">
              <a:extLst>
                <a:ext uri="{FF2B5EF4-FFF2-40B4-BE49-F238E27FC236}">
                  <a16:creationId xmlns:a16="http://schemas.microsoft.com/office/drawing/2014/main" id="{F59129EA-DFCA-4D0D-8A9D-7066F8E46E26}"/>
                </a:ext>
              </a:extLst>
            </p:cNvPr>
            <p:cNvSpPr/>
            <p:nvPr/>
          </p:nvSpPr>
          <p:spPr>
            <a:xfrm>
              <a:off x="2280978" y="53353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04" name="Hexagon 2303">
              <a:extLst>
                <a:ext uri="{FF2B5EF4-FFF2-40B4-BE49-F238E27FC236}">
                  <a16:creationId xmlns:a16="http://schemas.microsoft.com/office/drawing/2014/main" id="{DE653ADE-711A-4963-AEB3-0BDF617435A2}"/>
                </a:ext>
              </a:extLst>
            </p:cNvPr>
            <p:cNvSpPr/>
            <p:nvPr/>
          </p:nvSpPr>
          <p:spPr>
            <a:xfrm>
              <a:off x="2518867" y="52458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05" name="Hexagon 2304">
              <a:extLst>
                <a:ext uri="{FF2B5EF4-FFF2-40B4-BE49-F238E27FC236}">
                  <a16:creationId xmlns:a16="http://schemas.microsoft.com/office/drawing/2014/main" id="{C94E63D5-A6BB-4F77-A70F-D927C79A15C5}"/>
                </a:ext>
              </a:extLst>
            </p:cNvPr>
            <p:cNvSpPr/>
            <p:nvPr/>
          </p:nvSpPr>
          <p:spPr>
            <a:xfrm>
              <a:off x="2048382" y="56144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06" name="Hexagon 2305">
              <a:extLst>
                <a:ext uri="{FF2B5EF4-FFF2-40B4-BE49-F238E27FC236}">
                  <a16:creationId xmlns:a16="http://schemas.microsoft.com/office/drawing/2014/main" id="{FC486EC5-33A5-417F-948B-8ECDFACE71A7}"/>
                </a:ext>
              </a:extLst>
            </p:cNvPr>
            <p:cNvSpPr/>
            <p:nvPr/>
          </p:nvSpPr>
          <p:spPr>
            <a:xfrm>
              <a:off x="1810043" y="55261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07" name="Hexagon 2306">
              <a:extLst>
                <a:ext uri="{FF2B5EF4-FFF2-40B4-BE49-F238E27FC236}">
                  <a16:creationId xmlns:a16="http://schemas.microsoft.com/office/drawing/2014/main" id="{8BD83FDE-BB5B-4C02-AC17-7025A8E15292}"/>
                </a:ext>
              </a:extLst>
            </p:cNvPr>
            <p:cNvSpPr/>
            <p:nvPr/>
          </p:nvSpPr>
          <p:spPr>
            <a:xfrm>
              <a:off x="2044593" y="54315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08" name="Hexagon 2307">
              <a:extLst>
                <a:ext uri="{FF2B5EF4-FFF2-40B4-BE49-F238E27FC236}">
                  <a16:creationId xmlns:a16="http://schemas.microsoft.com/office/drawing/2014/main" id="{834D8575-2C2F-4D74-BE90-D186429B7C29}"/>
                </a:ext>
              </a:extLst>
            </p:cNvPr>
            <p:cNvSpPr/>
            <p:nvPr/>
          </p:nvSpPr>
          <p:spPr>
            <a:xfrm>
              <a:off x="2282147" y="51558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09" name="Hexagon 2308">
              <a:extLst>
                <a:ext uri="{FF2B5EF4-FFF2-40B4-BE49-F238E27FC236}">
                  <a16:creationId xmlns:a16="http://schemas.microsoft.com/office/drawing/2014/main" id="{6EEF1A35-B2DA-4B4D-994E-B2528DB537D4}"/>
                </a:ext>
              </a:extLst>
            </p:cNvPr>
            <p:cNvSpPr/>
            <p:nvPr/>
          </p:nvSpPr>
          <p:spPr>
            <a:xfrm>
              <a:off x="867315" y="58994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10" name="Hexagon 2309">
              <a:extLst>
                <a:ext uri="{FF2B5EF4-FFF2-40B4-BE49-F238E27FC236}">
                  <a16:creationId xmlns:a16="http://schemas.microsoft.com/office/drawing/2014/main" id="{6AFB4182-5513-444B-8956-06B558773232}"/>
                </a:ext>
              </a:extLst>
            </p:cNvPr>
            <p:cNvSpPr/>
            <p:nvPr/>
          </p:nvSpPr>
          <p:spPr>
            <a:xfrm>
              <a:off x="10522335" y="61687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11" name="Hexagon 2310">
              <a:extLst>
                <a:ext uri="{FF2B5EF4-FFF2-40B4-BE49-F238E27FC236}">
                  <a16:creationId xmlns:a16="http://schemas.microsoft.com/office/drawing/2014/main" id="{7A72F6C4-7AED-4F07-9D8E-F23058204BBD}"/>
                </a:ext>
              </a:extLst>
            </p:cNvPr>
            <p:cNvSpPr/>
            <p:nvPr/>
          </p:nvSpPr>
          <p:spPr>
            <a:xfrm>
              <a:off x="10762903" y="60757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12" name="Hexagon 2311">
              <a:extLst>
                <a:ext uri="{FF2B5EF4-FFF2-40B4-BE49-F238E27FC236}">
                  <a16:creationId xmlns:a16="http://schemas.microsoft.com/office/drawing/2014/main" id="{5304207E-D255-405C-AD24-AD0EF8B48F35}"/>
                </a:ext>
              </a:extLst>
            </p:cNvPr>
            <p:cNvSpPr/>
            <p:nvPr/>
          </p:nvSpPr>
          <p:spPr>
            <a:xfrm>
              <a:off x="10989344" y="59780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13" name="Hexagon 2312">
              <a:extLst>
                <a:ext uri="{FF2B5EF4-FFF2-40B4-BE49-F238E27FC236}">
                  <a16:creationId xmlns:a16="http://schemas.microsoft.com/office/drawing/2014/main" id="{695B4410-63CB-4916-9DDC-2D3255D06EC6}"/>
                </a:ext>
              </a:extLst>
            </p:cNvPr>
            <p:cNvSpPr/>
            <p:nvPr/>
          </p:nvSpPr>
          <p:spPr>
            <a:xfrm>
              <a:off x="11229694" y="58921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14" name="Hexagon 2313">
              <a:extLst>
                <a:ext uri="{FF2B5EF4-FFF2-40B4-BE49-F238E27FC236}">
                  <a16:creationId xmlns:a16="http://schemas.microsoft.com/office/drawing/2014/main" id="{8EB1D92D-655A-48A3-9316-88DF15476CF4}"/>
                </a:ext>
              </a:extLst>
            </p:cNvPr>
            <p:cNvSpPr/>
            <p:nvPr/>
          </p:nvSpPr>
          <p:spPr>
            <a:xfrm>
              <a:off x="11471699" y="58020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15" name="Hexagon 2314">
              <a:extLst>
                <a:ext uri="{FF2B5EF4-FFF2-40B4-BE49-F238E27FC236}">
                  <a16:creationId xmlns:a16="http://schemas.microsoft.com/office/drawing/2014/main" id="{7F1BC149-E94F-4A8C-BDA5-6093EC7353C6}"/>
                </a:ext>
              </a:extLst>
            </p:cNvPr>
            <p:cNvSpPr/>
            <p:nvPr/>
          </p:nvSpPr>
          <p:spPr>
            <a:xfrm>
              <a:off x="11707906" y="58925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16" name="Hexagon 2315">
              <a:extLst>
                <a:ext uri="{FF2B5EF4-FFF2-40B4-BE49-F238E27FC236}">
                  <a16:creationId xmlns:a16="http://schemas.microsoft.com/office/drawing/2014/main" id="{FF1B1B12-65F8-4D58-B228-5BD5F79DDC61}"/>
                </a:ext>
              </a:extLst>
            </p:cNvPr>
            <p:cNvSpPr/>
            <p:nvPr/>
          </p:nvSpPr>
          <p:spPr>
            <a:xfrm>
              <a:off x="10526662" y="59833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17" name="Hexagon 2316">
              <a:extLst>
                <a:ext uri="{FF2B5EF4-FFF2-40B4-BE49-F238E27FC236}">
                  <a16:creationId xmlns:a16="http://schemas.microsoft.com/office/drawing/2014/main" id="{4C1A99EC-B21E-4E43-8D8F-C1BEAE6FB134}"/>
                </a:ext>
              </a:extLst>
            </p:cNvPr>
            <p:cNvSpPr/>
            <p:nvPr/>
          </p:nvSpPr>
          <p:spPr>
            <a:xfrm>
              <a:off x="10767230" y="58904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18" name="Hexagon 2317">
              <a:extLst>
                <a:ext uri="{FF2B5EF4-FFF2-40B4-BE49-F238E27FC236}">
                  <a16:creationId xmlns:a16="http://schemas.microsoft.com/office/drawing/2014/main" id="{08CF0DB9-9555-4815-9BEB-58FBB112832E}"/>
                </a:ext>
              </a:extLst>
            </p:cNvPr>
            <p:cNvSpPr/>
            <p:nvPr/>
          </p:nvSpPr>
          <p:spPr>
            <a:xfrm>
              <a:off x="10993671" y="57927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19" name="Hexagon 2318">
              <a:extLst>
                <a:ext uri="{FF2B5EF4-FFF2-40B4-BE49-F238E27FC236}">
                  <a16:creationId xmlns:a16="http://schemas.microsoft.com/office/drawing/2014/main" id="{8045BF01-F110-45BF-A088-6507D7FE41A3}"/>
                </a:ext>
              </a:extLst>
            </p:cNvPr>
            <p:cNvSpPr/>
            <p:nvPr/>
          </p:nvSpPr>
          <p:spPr>
            <a:xfrm>
              <a:off x="11234021" y="57068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20" name="Hexagon 2319">
              <a:extLst>
                <a:ext uri="{FF2B5EF4-FFF2-40B4-BE49-F238E27FC236}">
                  <a16:creationId xmlns:a16="http://schemas.microsoft.com/office/drawing/2014/main" id="{09220D8E-F0EC-48A2-B80B-F85A949C4186}"/>
                </a:ext>
              </a:extLst>
            </p:cNvPr>
            <p:cNvSpPr/>
            <p:nvPr/>
          </p:nvSpPr>
          <p:spPr>
            <a:xfrm>
              <a:off x="10288763" y="58950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21" name="Hexagon 2320">
              <a:extLst>
                <a:ext uri="{FF2B5EF4-FFF2-40B4-BE49-F238E27FC236}">
                  <a16:creationId xmlns:a16="http://schemas.microsoft.com/office/drawing/2014/main" id="{501D48F3-7AA8-4BB8-8F59-31FC60C06AB2}"/>
                </a:ext>
              </a:extLst>
            </p:cNvPr>
            <p:cNvSpPr/>
            <p:nvPr/>
          </p:nvSpPr>
          <p:spPr>
            <a:xfrm>
              <a:off x="10529331" y="58020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22" name="Hexagon 2321">
              <a:extLst>
                <a:ext uri="{FF2B5EF4-FFF2-40B4-BE49-F238E27FC236}">
                  <a16:creationId xmlns:a16="http://schemas.microsoft.com/office/drawing/2014/main" id="{91B67E9A-8094-4FE3-BDE0-14ADFF50DACE}"/>
                </a:ext>
              </a:extLst>
            </p:cNvPr>
            <p:cNvSpPr/>
            <p:nvPr/>
          </p:nvSpPr>
          <p:spPr>
            <a:xfrm>
              <a:off x="10755772" y="57044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23" name="Hexagon 2322">
              <a:extLst>
                <a:ext uri="{FF2B5EF4-FFF2-40B4-BE49-F238E27FC236}">
                  <a16:creationId xmlns:a16="http://schemas.microsoft.com/office/drawing/2014/main" id="{EA77D401-994F-4FC8-A5EC-B4E3F2881EB0}"/>
                </a:ext>
              </a:extLst>
            </p:cNvPr>
            <p:cNvSpPr/>
            <p:nvPr/>
          </p:nvSpPr>
          <p:spPr>
            <a:xfrm>
              <a:off x="10996122" y="56185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24" name="Hexagon 2323">
              <a:extLst>
                <a:ext uri="{FF2B5EF4-FFF2-40B4-BE49-F238E27FC236}">
                  <a16:creationId xmlns:a16="http://schemas.microsoft.com/office/drawing/2014/main" id="{A6E470C5-656E-4D8B-9497-45C948AAEBCE}"/>
                </a:ext>
              </a:extLst>
            </p:cNvPr>
            <p:cNvSpPr/>
            <p:nvPr/>
          </p:nvSpPr>
          <p:spPr>
            <a:xfrm>
              <a:off x="10055449" y="57974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25" name="Hexagon 2324">
              <a:extLst>
                <a:ext uri="{FF2B5EF4-FFF2-40B4-BE49-F238E27FC236}">
                  <a16:creationId xmlns:a16="http://schemas.microsoft.com/office/drawing/2014/main" id="{F30A9F6B-B5B3-464C-AD93-8A650A128852}"/>
                </a:ext>
              </a:extLst>
            </p:cNvPr>
            <p:cNvSpPr/>
            <p:nvPr/>
          </p:nvSpPr>
          <p:spPr>
            <a:xfrm>
              <a:off x="10296017" y="57068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26" name="Hexagon 2325">
              <a:extLst>
                <a:ext uri="{FF2B5EF4-FFF2-40B4-BE49-F238E27FC236}">
                  <a16:creationId xmlns:a16="http://schemas.microsoft.com/office/drawing/2014/main" id="{257FB99F-138F-4B5B-8CE9-16A723970441}"/>
                </a:ext>
              </a:extLst>
            </p:cNvPr>
            <p:cNvSpPr/>
            <p:nvPr/>
          </p:nvSpPr>
          <p:spPr>
            <a:xfrm>
              <a:off x="10527220" y="56139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27" name="Hexagon 2326">
              <a:extLst>
                <a:ext uri="{FF2B5EF4-FFF2-40B4-BE49-F238E27FC236}">
                  <a16:creationId xmlns:a16="http://schemas.microsoft.com/office/drawing/2014/main" id="{806C8871-8FD4-4AB9-8034-92A37BF2D64B}"/>
                </a:ext>
              </a:extLst>
            </p:cNvPr>
            <p:cNvSpPr/>
            <p:nvPr/>
          </p:nvSpPr>
          <p:spPr>
            <a:xfrm>
              <a:off x="10762808" y="55232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28" name="Hexagon 2327">
              <a:extLst>
                <a:ext uri="{FF2B5EF4-FFF2-40B4-BE49-F238E27FC236}">
                  <a16:creationId xmlns:a16="http://schemas.microsoft.com/office/drawing/2014/main" id="{9D5B690C-7FCA-46FB-AAA1-321869B8B083}"/>
                </a:ext>
              </a:extLst>
            </p:cNvPr>
            <p:cNvSpPr/>
            <p:nvPr/>
          </p:nvSpPr>
          <p:spPr>
            <a:xfrm>
              <a:off x="10993741" y="54320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29" name="Hexagon 2328">
              <a:extLst>
                <a:ext uri="{FF2B5EF4-FFF2-40B4-BE49-F238E27FC236}">
                  <a16:creationId xmlns:a16="http://schemas.microsoft.com/office/drawing/2014/main" id="{30D8173E-FD79-411D-AEC0-9DFBA6C437BE}"/>
                </a:ext>
              </a:extLst>
            </p:cNvPr>
            <p:cNvSpPr/>
            <p:nvPr/>
          </p:nvSpPr>
          <p:spPr>
            <a:xfrm>
              <a:off x="10998068" y="52467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30" name="Hexagon 2329">
              <a:extLst>
                <a:ext uri="{FF2B5EF4-FFF2-40B4-BE49-F238E27FC236}">
                  <a16:creationId xmlns:a16="http://schemas.microsoft.com/office/drawing/2014/main" id="{C5DB4584-958E-4D9F-86A1-574BFDC2D7FD}"/>
                </a:ext>
              </a:extLst>
            </p:cNvPr>
            <p:cNvSpPr/>
            <p:nvPr/>
          </p:nvSpPr>
          <p:spPr>
            <a:xfrm>
              <a:off x="11000519" y="50724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31" name="Hexagon 2330">
              <a:extLst>
                <a:ext uri="{FF2B5EF4-FFF2-40B4-BE49-F238E27FC236}">
                  <a16:creationId xmlns:a16="http://schemas.microsoft.com/office/drawing/2014/main" id="{C24BEC59-D88E-45C4-9AE4-C8F0A483DA5D}"/>
                </a:ext>
              </a:extLst>
            </p:cNvPr>
            <p:cNvSpPr/>
            <p:nvPr/>
          </p:nvSpPr>
          <p:spPr>
            <a:xfrm>
              <a:off x="10760648" y="53380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32" name="Hexagon 2331">
              <a:extLst>
                <a:ext uri="{FF2B5EF4-FFF2-40B4-BE49-F238E27FC236}">
                  <a16:creationId xmlns:a16="http://schemas.microsoft.com/office/drawing/2014/main" id="{C8429E88-C8EF-4B1C-BDC9-8220421B5C5C}"/>
                </a:ext>
              </a:extLst>
            </p:cNvPr>
            <p:cNvSpPr/>
            <p:nvPr/>
          </p:nvSpPr>
          <p:spPr>
            <a:xfrm>
              <a:off x="10764975" y="51527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33" name="Hexagon 2332">
              <a:extLst>
                <a:ext uri="{FF2B5EF4-FFF2-40B4-BE49-F238E27FC236}">
                  <a16:creationId xmlns:a16="http://schemas.microsoft.com/office/drawing/2014/main" id="{176B9729-1361-40B3-9B64-F9A427C6C6D7}"/>
                </a:ext>
              </a:extLst>
            </p:cNvPr>
            <p:cNvSpPr/>
            <p:nvPr/>
          </p:nvSpPr>
          <p:spPr>
            <a:xfrm>
              <a:off x="10767426" y="49785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34" name="Hexagon 2333">
              <a:extLst>
                <a:ext uri="{FF2B5EF4-FFF2-40B4-BE49-F238E27FC236}">
                  <a16:creationId xmlns:a16="http://schemas.microsoft.com/office/drawing/2014/main" id="{46D8104B-0A4E-4464-ACE7-99209E1D1A39}"/>
                </a:ext>
              </a:extLst>
            </p:cNvPr>
            <p:cNvSpPr/>
            <p:nvPr/>
          </p:nvSpPr>
          <p:spPr>
            <a:xfrm>
              <a:off x="10287330" y="55216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35" name="Hexagon 2334">
              <a:extLst>
                <a:ext uri="{FF2B5EF4-FFF2-40B4-BE49-F238E27FC236}">
                  <a16:creationId xmlns:a16="http://schemas.microsoft.com/office/drawing/2014/main" id="{8E7E914C-B2EB-4C02-8F28-2BA7A49972E3}"/>
                </a:ext>
              </a:extLst>
            </p:cNvPr>
            <p:cNvSpPr/>
            <p:nvPr/>
          </p:nvSpPr>
          <p:spPr>
            <a:xfrm>
              <a:off x="10291657" y="53363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36" name="Hexagon 2335">
              <a:extLst>
                <a:ext uri="{FF2B5EF4-FFF2-40B4-BE49-F238E27FC236}">
                  <a16:creationId xmlns:a16="http://schemas.microsoft.com/office/drawing/2014/main" id="{A0D785C9-D172-4E29-8588-EE4F2C3809A6}"/>
                </a:ext>
              </a:extLst>
            </p:cNvPr>
            <p:cNvSpPr/>
            <p:nvPr/>
          </p:nvSpPr>
          <p:spPr>
            <a:xfrm>
              <a:off x="10294108" y="51621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37" name="Hexagon 2336">
              <a:extLst>
                <a:ext uri="{FF2B5EF4-FFF2-40B4-BE49-F238E27FC236}">
                  <a16:creationId xmlns:a16="http://schemas.microsoft.com/office/drawing/2014/main" id="{3FB729DE-6EFF-469A-9629-03FE401A8678}"/>
                </a:ext>
              </a:extLst>
            </p:cNvPr>
            <p:cNvSpPr/>
            <p:nvPr/>
          </p:nvSpPr>
          <p:spPr>
            <a:xfrm>
              <a:off x="10048066" y="54263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38" name="Hexagon 2337">
              <a:extLst>
                <a:ext uri="{FF2B5EF4-FFF2-40B4-BE49-F238E27FC236}">
                  <a16:creationId xmlns:a16="http://schemas.microsoft.com/office/drawing/2014/main" id="{BC1B8492-AA16-4BCF-854E-341345E3DAE6}"/>
                </a:ext>
              </a:extLst>
            </p:cNvPr>
            <p:cNvSpPr/>
            <p:nvPr/>
          </p:nvSpPr>
          <p:spPr>
            <a:xfrm>
              <a:off x="10052393" y="52410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39" name="Hexagon 2338">
              <a:extLst>
                <a:ext uri="{FF2B5EF4-FFF2-40B4-BE49-F238E27FC236}">
                  <a16:creationId xmlns:a16="http://schemas.microsoft.com/office/drawing/2014/main" id="{AD840AC7-324E-4A7C-8414-A6ED188368E8}"/>
                </a:ext>
              </a:extLst>
            </p:cNvPr>
            <p:cNvSpPr/>
            <p:nvPr/>
          </p:nvSpPr>
          <p:spPr>
            <a:xfrm>
              <a:off x="10054844" y="50667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40" name="Hexagon 2339">
              <a:extLst>
                <a:ext uri="{FF2B5EF4-FFF2-40B4-BE49-F238E27FC236}">
                  <a16:creationId xmlns:a16="http://schemas.microsoft.com/office/drawing/2014/main" id="{C907699D-34F4-4390-AD2B-320B653D0096}"/>
                </a:ext>
              </a:extLst>
            </p:cNvPr>
            <p:cNvSpPr/>
            <p:nvPr/>
          </p:nvSpPr>
          <p:spPr>
            <a:xfrm>
              <a:off x="9806325" y="55119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41" name="Hexagon 2340">
              <a:extLst>
                <a:ext uri="{FF2B5EF4-FFF2-40B4-BE49-F238E27FC236}">
                  <a16:creationId xmlns:a16="http://schemas.microsoft.com/office/drawing/2014/main" id="{3855CB9B-6C4F-4501-8EA6-ACECF4BCB0F5}"/>
                </a:ext>
              </a:extLst>
            </p:cNvPr>
            <p:cNvSpPr/>
            <p:nvPr/>
          </p:nvSpPr>
          <p:spPr>
            <a:xfrm>
              <a:off x="9810652" y="53266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42" name="Hexagon 2341">
              <a:extLst>
                <a:ext uri="{FF2B5EF4-FFF2-40B4-BE49-F238E27FC236}">
                  <a16:creationId xmlns:a16="http://schemas.microsoft.com/office/drawing/2014/main" id="{18B0EB8E-25A7-49B9-996C-4B9E8360A23A}"/>
                </a:ext>
              </a:extLst>
            </p:cNvPr>
            <p:cNvSpPr/>
            <p:nvPr/>
          </p:nvSpPr>
          <p:spPr>
            <a:xfrm>
              <a:off x="9813103" y="5152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43" name="Hexagon 2342">
              <a:extLst>
                <a:ext uri="{FF2B5EF4-FFF2-40B4-BE49-F238E27FC236}">
                  <a16:creationId xmlns:a16="http://schemas.microsoft.com/office/drawing/2014/main" id="{D05F8256-65D7-4FC6-AF82-2A3CDF9BC41A}"/>
                </a:ext>
              </a:extLst>
            </p:cNvPr>
            <p:cNvSpPr/>
            <p:nvPr/>
          </p:nvSpPr>
          <p:spPr>
            <a:xfrm>
              <a:off x="10529331" y="54339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44" name="Hexagon 2343">
              <a:extLst>
                <a:ext uri="{FF2B5EF4-FFF2-40B4-BE49-F238E27FC236}">
                  <a16:creationId xmlns:a16="http://schemas.microsoft.com/office/drawing/2014/main" id="{FCC5D39B-9A39-49CD-8154-1D478E4F9C83}"/>
                </a:ext>
              </a:extLst>
            </p:cNvPr>
            <p:cNvSpPr/>
            <p:nvPr/>
          </p:nvSpPr>
          <p:spPr>
            <a:xfrm>
              <a:off x="10529501" y="50648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45" name="Hexagon 2344">
              <a:extLst>
                <a:ext uri="{FF2B5EF4-FFF2-40B4-BE49-F238E27FC236}">
                  <a16:creationId xmlns:a16="http://schemas.microsoft.com/office/drawing/2014/main" id="{F8831419-C399-4E66-8595-B48CFD0D51AB}"/>
                </a:ext>
              </a:extLst>
            </p:cNvPr>
            <p:cNvSpPr/>
            <p:nvPr/>
          </p:nvSpPr>
          <p:spPr>
            <a:xfrm>
              <a:off x="11711758" y="57122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46" name="Hexagon 2345">
              <a:extLst>
                <a:ext uri="{FF2B5EF4-FFF2-40B4-BE49-F238E27FC236}">
                  <a16:creationId xmlns:a16="http://schemas.microsoft.com/office/drawing/2014/main" id="{9AD9F4B4-E332-49F2-A57A-91EA3D657FC0}"/>
                </a:ext>
              </a:extLst>
            </p:cNvPr>
            <p:cNvSpPr/>
            <p:nvPr/>
          </p:nvSpPr>
          <p:spPr>
            <a:xfrm>
              <a:off x="11947965" y="58027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47" name="Hexagon 2346">
              <a:extLst>
                <a:ext uri="{FF2B5EF4-FFF2-40B4-BE49-F238E27FC236}">
                  <a16:creationId xmlns:a16="http://schemas.microsoft.com/office/drawing/2014/main" id="{26678727-50D3-49AD-A01D-7A943CF44586}"/>
                </a:ext>
              </a:extLst>
            </p:cNvPr>
            <p:cNvSpPr/>
            <p:nvPr/>
          </p:nvSpPr>
          <p:spPr>
            <a:xfrm>
              <a:off x="11474080" y="56170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48" name="Hexagon 2347">
              <a:extLst>
                <a:ext uri="{FF2B5EF4-FFF2-40B4-BE49-F238E27FC236}">
                  <a16:creationId xmlns:a16="http://schemas.microsoft.com/office/drawing/2014/main" id="{93AD575D-6FAD-419F-8AED-C7A1D28F973F}"/>
                </a:ext>
              </a:extLst>
            </p:cNvPr>
            <p:cNvSpPr/>
            <p:nvPr/>
          </p:nvSpPr>
          <p:spPr>
            <a:xfrm>
              <a:off x="11706126" y="55270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49" name="Hexagon 2348">
              <a:extLst>
                <a:ext uri="{FF2B5EF4-FFF2-40B4-BE49-F238E27FC236}">
                  <a16:creationId xmlns:a16="http://schemas.microsoft.com/office/drawing/2014/main" id="{B406A01A-9B4D-4B32-B15D-244FBD845437}"/>
                </a:ext>
              </a:extLst>
            </p:cNvPr>
            <p:cNvSpPr/>
            <p:nvPr/>
          </p:nvSpPr>
          <p:spPr>
            <a:xfrm>
              <a:off x="11944714" y="56199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50" name="Hexagon 2349">
              <a:extLst>
                <a:ext uri="{FF2B5EF4-FFF2-40B4-BE49-F238E27FC236}">
                  <a16:creationId xmlns:a16="http://schemas.microsoft.com/office/drawing/2014/main" id="{6C1DF2EB-CF37-4473-BE3C-9C030FF9DB21}"/>
                </a:ext>
              </a:extLst>
            </p:cNvPr>
            <p:cNvSpPr/>
            <p:nvPr/>
          </p:nvSpPr>
          <p:spPr>
            <a:xfrm>
              <a:off x="11948566" y="54395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51" name="Hexagon 2350">
              <a:extLst>
                <a:ext uri="{FF2B5EF4-FFF2-40B4-BE49-F238E27FC236}">
                  <a16:creationId xmlns:a16="http://schemas.microsoft.com/office/drawing/2014/main" id="{49BD9E37-C5C1-4141-8F17-09AEED846DD4}"/>
                </a:ext>
              </a:extLst>
            </p:cNvPr>
            <p:cNvSpPr/>
            <p:nvPr/>
          </p:nvSpPr>
          <p:spPr>
            <a:xfrm>
              <a:off x="11706126" y="53418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52" name="Hexagon 2351">
              <a:extLst>
                <a:ext uri="{FF2B5EF4-FFF2-40B4-BE49-F238E27FC236}">
                  <a16:creationId xmlns:a16="http://schemas.microsoft.com/office/drawing/2014/main" id="{818D105F-2AE2-4F73-85A7-0AC2F88A87F3}"/>
                </a:ext>
              </a:extLst>
            </p:cNvPr>
            <p:cNvSpPr/>
            <p:nvPr/>
          </p:nvSpPr>
          <p:spPr>
            <a:xfrm>
              <a:off x="11236063" y="51633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53" name="Hexagon 2352">
              <a:extLst>
                <a:ext uri="{FF2B5EF4-FFF2-40B4-BE49-F238E27FC236}">
                  <a16:creationId xmlns:a16="http://schemas.microsoft.com/office/drawing/2014/main" id="{51E7507A-782F-46C6-A6EE-8D2C6C9679A3}"/>
                </a:ext>
              </a:extLst>
            </p:cNvPr>
            <p:cNvSpPr/>
            <p:nvPr/>
          </p:nvSpPr>
          <p:spPr>
            <a:xfrm>
              <a:off x="11697785" y="51561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54" name="Hexagon 2353">
              <a:extLst>
                <a:ext uri="{FF2B5EF4-FFF2-40B4-BE49-F238E27FC236}">
                  <a16:creationId xmlns:a16="http://schemas.microsoft.com/office/drawing/2014/main" id="{43B7CE73-DFFB-4094-9AFF-6C14A452ABD8}"/>
                </a:ext>
              </a:extLst>
            </p:cNvPr>
            <p:cNvSpPr/>
            <p:nvPr/>
          </p:nvSpPr>
          <p:spPr>
            <a:xfrm>
              <a:off x="11463164" y="50709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55" name="Hexagon 2354">
              <a:extLst>
                <a:ext uri="{FF2B5EF4-FFF2-40B4-BE49-F238E27FC236}">
                  <a16:creationId xmlns:a16="http://schemas.microsoft.com/office/drawing/2014/main" id="{F059CA38-B415-47B7-9D42-3DFC8A1836C3}"/>
                </a:ext>
              </a:extLst>
            </p:cNvPr>
            <p:cNvSpPr/>
            <p:nvPr/>
          </p:nvSpPr>
          <p:spPr>
            <a:xfrm>
              <a:off x="11236063" y="4978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56" name="Hexagon 2355">
              <a:extLst>
                <a:ext uri="{FF2B5EF4-FFF2-40B4-BE49-F238E27FC236}">
                  <a16:creationId xmlns:a16="http://schemas.microsoft.com/office/drawing/2014/main" id="{99B14D0E-C66E-4CF3-B6D2-AAB95499A161}"/>
                </a:ext>
              </a:extLst>
            </p:cNvPr>
            <p:cNvSpPr/>
            <p:nvPr/>
          </p:nvSpPr>
          <p:spPr>
            <a:xfrm>
              <a:off x="11702247" y="49778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57" name="Hexagon 2356">
              <a:extLst>
                <a:ext uri="{FF2B5EF4-FFF2-40B4-BE49-F238E27FC236}">
                  <a16:creationId xmlns:a16="http://schemas.microsoft.com/office/drawing/2014/main" id="{7EAFBF85-4962-4704-BD76-902DE305037C}"/>
                </a:ext>
              </a:extLst>
            </p:cNvPr>
            <p:cNvSpPr/>
            <p:nvPr/>
          </p:nvSpPr>
          <p:spPr>
            <a:xfrm>
              <a:off x="11000356" y="47044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58" name="Hexagon 2357">
              <a:extLst>
                <a:ext uri="{FF2B5EF4-FFF2-40B4-BE49-F238E27FC236}">
                  <a16:creationId xmlns:a16="http://schemas.microsoft.com/office/drawing/2014/main" id="{F2ED5487-DED1-40F7-865B-99FEA5FA7173}"/>
                </a:ext>
              </a:extLst>
            </p:cNvPr>
            <p:cNvSpPr/>
            <p:nvPr/>
          </p:nvSpPr>
          <p:spPr>
            <a:xfrm>
              <a:off x="10534181" y="48904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59" name="Hexagon 2358">
              <a:extLst>
                <a:ext uri="{FF2B5EF4-FFF2-40B4-BE49-F238E27FC236}">
                  <a16:creationId xmlns:a16="http://schemas.microsoft.com/office/drawing/2014/main" id="{57F9E983-43D6-4581-B208-471AF82BBFC0}"/>
                </a:ext>
              </a:extLst>
            </p:cNvPr>
            <p:cNvSpPr/>
            <p:nvPr/>
          </p:nvSpPr>
          <p:spPr>
            <a:xfrm>
              <a:off x="10294847" y="49788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60" name="Hexagon 2359">
              <a:extLst>
                <a:ext uri="{FF2B5EF4-FFF2-40B4-BE49-F238E27FC236}">
                  <a16:creationId xmlns:a16="http://schemas.microsoft.com/office/drawing/2014/main" id="{D5C9D19B-A898-46F6-80C3-4D01EF9E2E10}"/>
                </a:ext>
              </a:extLst>
            </p:cNvPr>
            <p:cNvSpPr/>
            <p:nvPr/>
          </p:nvSpPr>
          <p:spPr>
            <a:xfrm>
              <a:off x="10769574" y="47980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61" name="Hexagon 2360">
              <a:extLst>
                <a:ext uri="{FF2B5EF4-FFF2-40B4-BE49-F238E27FC236}">
                  <a16:creationId xmlns:a16="http://schemas.microsoft.com/office/drawing/2014/main" id="{BE6C3434-E0DA-444F-99B9-7C8F6C5517B2}"/>
                </a:ext>
              </a:extLst>
            </p:cNvPr>
            <p:cNvSpPr/>
            <p:nvPr/>
          </p:nvSpPr>
          <p:spPr>
            <a:xfrm>
              <a:off x="10057048" y="48848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62" name="Hexagon 2361">
              <a:extLst>
                <a:ext uri="{FF2B5EF4-FFF2-40B4-BE49-F238E27FC236}">
                  <a16:creationId xmlns:a16="http://schemas.microsoft.com/office/drawing/2014/main" id="{0B15CC33-1C3D-4BF6-90BF-8B48117CD8A1}"/>
                </a:ext>
              </a:extLst>
            </p:cNvPr>
            <p:cNvSpPr/>
            <p:nvPr/>
          </p:nvSpPr>
          <p:spPr>
            <a:xfrm>
              <a:off x="9815307" y="49704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23" name="Hexagon 822">
              <a:extLst>
                <a:ext uri="{FF2B5EF4-FFF2-40B4-BE49-F238E27FC236}">
                  <a16:creationId xmlns:a16="http://schemas.microsoft.com/office/drawing/2014/main" id="{1AD6E19E-1D90-4A4C-A9AE-D5DED699EC82}"/>
                </a:ext>
              </a:extLst>
            </p:cNvPr>
            <p:cNvSpPr/>
            <p:nvPr/>
          </p:nvSpPr>
          <p:spPr>
            <a:xfrm>
              <a:off x="7698897" y="63522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24" name="Hexagon 823">
              <a:extLst>
                <a:ext uri="{FF2B5EF4-FFF2-40B4-BE49-F238E27FC236}">
                  <a16:creationId xmlns:a16="http://schemas.microsoft.com/office/drawing/2014/main" id="{582FB05D-FA15-478D-8B78-9972B5199A5B}"/>
                </a:ext>
              </a:extLst>
            </p:cNvPr>
            <p:cNvSpPr/>
            <p:nvPr/>
          </p:nvSpPr>
          <p:spPr>
            <a:xfrm>
              <a:off x="7937022" y="62602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25" name="Hexagon 824">
              <a:extLst>
                <a:ext uri="{FF2B5EF4-FFF2-40B4-BE49-F238E27FC236}">
                  <a16:creationId xmlns:a16="http://schemas.microsoft.com/office/drawing/2014/main" id="{A1DE30B1-A946-49DB-B9E4-68BEE6ECAD1D}"/>
                </a:ext>
              </a:extLst>
            </p:cNvPr>
            <p:cNvSpPr/>
            <p:nvPr/>
          </p:nvSpPr>
          <p:spPr>
            <a:xfrm>
              <a:off x="8171972" y="63491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40" name="Hexagon 839">
              <a:extLst>
                <a:ext uri="{FF2B5EF4-FFF2-40B4-BE49-F238E27FC236}">
                  <a16:creationId xmlns:a16="http://schemas.microsoft.com/office/drawing/2014/main" id="{74ACA986-3D71-433F-8022-AC6AD1227C2B}"/>
                </a:ext>
              </a:extLst>
            </p:cNvPr>
            <p:cNvSpPr/>
            <p:nvPr/>
          </p:nvSpPr>
          <p:spPr>
            <a:xfrm>
              <a:off x="10533830" y="47037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41" name="Hexagon 840">
              <a:extLst>
                <a:ext uri="{FF2B5EF4-FFF2-40B4-BE49-F238E27FC236}">
                  <a16:creationId xmlns:a16="http://schemas.microsoft.com/office/drawing/2014/main" id="{CFF36466-FDCE-45B6-AE30-D440C33B8C02}"/>
                </a:ext>
              </a:extLst>
            </p:cNvPr>
            <p:cNvSpPr/>
            <p:nvPr/>
          </p:nvSpPr>
          <p:spPr>
            <a:xfrm>
              <a:off x="10763859" y="46194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44" name="Hexagon 843">
              <a:extLst>
                <a:ext uri="{FF2B5EF4-FFF2-40B4-BE49-F238E27FC236}">
                  <a16:creationId xmlns:a16="http://schemas.microsoft.com/office/drawing/2014/main" id="{912BF60D-2A3B-4646-915E-ABFB80F51A7F}"/>
                </a:ext>
              </a:extLst>
            </p:cNvPr>
            <p:cNvSpPr/>
            <p:nvPr/>
          </p:nvSpPr>
          <p:spPr>
            <a:xfrm>
              <a:off x="9572527" y="54155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47" name="Hexagon 846">
              <a:extLst>
                <a:ext uri="{FF2B5EF4-FFF2-40B4-BE49-F238E27FC236}">
                  <a16:creationId xmlns:a16="http://schemas.microsoft.com/office/drawing/2014/main" id="{4FAEDD6A-1264-4F4F-AFF0-B2F381CEB8BF}"/>
                </a:ext>
              </a:extLst>
            </p:cNvPr>
            <p:cNvSpPr/>
            <p:nvPr/>
          </p:nvSpPr>
          <p:spPr>
            <a:xfrm>
              <a:off x="10053238" y="47038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48" name="Hexagon 847">
              <a:extLst>
                <a:ext uri="{FF2B5EF4-FFF2-40B4-BE49-F238E27FC236}">
                  <a16:creationId xmlns:a16="http://schemas.microsoft.com/office/drawing/2014/main" id="{5CA66ADE-8DE0-45B8-9AF2-98414CEFF5ED}"/>
                </a:ext>
              </a:extLst>
            </p:cNvPr>
            <p:cNvSpPr/>
            <p:nvPr/>
          </p:nvSpPr>
          <p:spPr>
            <a:xfrm>
              <a:off x="10291363" y="46162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49" name="Hexagon 848">
              <a:extLst>
                <a:ext uri="{FF2B5EF4-FFF2-40B4-BE49-F238E27FC236}">
                  <a16:creationId xmlns:a16="http://schemas.microsoft.com/office/drawing/2014/main" id="{C45F7915-0FD3-4A49-BB51-68C915AF30A2}"/>
                </a:ext>
              </a:extLst>
            </p:cNvPr>
            <p:cNvSpPr/>
            <p:nvPr/>
          </p:nvSpPr>
          <p:spPr>
            <a:xfrm>
              <a:off x="10527583" y="45210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50" name="Hexagon 849">
              <a:extLst>
                <a:ext uri="{FF2B5EF4-FFF2-40B4-BE49-F238E27FC236}">
                  <a16:creationId xmlns:a16="http://schemas.microsoft.com/office/drawing/2014/main" id="{16D08AD3-82F8-4AFD-B48A-6B71EB2C7B1B}"/>
                </a:ext>
              </a:extLst>
            </p:cNvPr>
            <p:cNvSpPr/>
            <p:nvPr/>
          </p:nvSpPr>
          <p:spPr>
            <a:xfrm>
              <a:off x="10525678" y="43343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73" name="Hexagon 972">
              <a:extLst>
                <a:ext uri="{FF2B5EF4-FFF2-40B4-BE49-F238E27FC236}">
                  <a16:creationId xmlns:a16="http://schemas.microsoft.com/office/drawing/2014/main" id="{4308B17D-597A-4502-9442-595F4662727E}"/>
                </a:ext>
              </a:extLst>
            </p:cNvPr>
            <p:cNvSpPr/>
            <p:nvPr/>
          </p:nvSpPr>
          <p:spPr>
            <a:xfrm>
              <a:off x="2277067" y="49805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</p:grp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9777300" y="7748036"/>
            <a:ext cx="2373476" cy="96048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</p:grpSp>
      <p:grpSp>
        <p:nvGrpSpPr>
          <p:cNvPr id="17" name="4">
            <a:extLst>
              <a:ext uri="{FF2B5EF4-FFF2-40B4-BE49-F238E27FC236}">
                <a16:creationId xmlns:a16="http://schemas.microsoft.com/office/drawing/2014/main" id="{8F3B89E3-80ED-4DE9-8872-8929BB460BCE}"/>
              </a:ext>
            </a:extLst>
          </p:cNvPr>
          <p:cNvGrpSpPr/>
          <p:nvPr/>
        </p:nvGrpSpPr>
        <p:grpSpPr>
          <a:xfrm>
            <a:off x="9557364" y="6917703"/>
            <a:ext cx="2812319" cy="1365381"/>
            <a:chOff x="388670" y="1675174"/>
            <a:chExt cx="12090535" cy="5869957"/>
          </a:xfrm>
        </p:grpSpPr>
        <p:sp>
          <p:nvSpPr>
            <p:cNvPr id="1695" name="Hexagon 1694">
              <a:extLst>
                <a:ext uri="{FF2B5EF4-FFF2-40B4-BE49-F238E27FC236}">
                  <a16:creationId xmlns:a16="http://schemas.microsoft.com/office/drawing/2014/main" id="{2B6368E9-FE34-4DC1-8C63-85FA63392992}"/>
                </a:ext>
              </a:extLst>
            </p:cNvPr>
            <p:cNvSpPr/>
            <p:nvPr/>
          </p:nvSpPr>
          <p:spPr>
            <a:xfrm>
              <a:off x="6515577" y="73686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63" name="Hexagon 2362">
              <a:extLst>
                <a:ext uri="{FF2B5EF4-FFF2-40B4-BE49-F238E27FC236}">
                  <a16:creationId xmlns:a16="http://schemas.microsoft.com/office/drawing/2014/main" id="{FB0C4E66-AE58-46D5-B059-69AFF15D9282}"/>
                </a:ext>
              </a:extLst>
            </p:cNvPr>
            <p:cNvSpPr/>
            <p:nvPr/>
          </p:nvSpPr>
          <p:spPr>
            <a:xfrm>
              <a:off x="6750949" y="72706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65" name="Hexagon 2364">
              <a:extLst>
                <a:ext uri="{FF2B5EF4-FFF2-40B4-BE49-F238E27FC236}">
                  <a16:creationId xmlns:a16="http://schemas.microsoft.com/office/drawing/2014/main" id="{6A1A422A-3CF6-420A-8B8A-D7D07583E860}"/>
                </a:ext>
              </a:extLst>
            </p:cNvPr>
            <p:cNvSpPr/>
            <p:nvPr/>
          </p:nvSpPr>
          <p:spPr>
            <a:xfrm>
              <a:off x="6286086" y="72693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66" name="Hexagon 2365">
              <a:extLst>
                <a:ext uri="{FF2B5EF4-FFF2-40B4-BE49-F238E27FC236}">
                  <a16:creationId xmlns:a16="http://schemas.microsoft.com/office/drawing/2014/main" id="{8615BCC6-5BF2-4049-B564-277E98F680A3}"/>
                </a:ext>
              </a:extLst>
            </p:cNvPr>
            <p:cNvSpPr/>
            <p:nvPr/>
          </p:nvSpPr>
          <p:spPr>
            <a:xfrm>
              <a:off x="6051555" y="71760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67" name="Hexagon 2366">
              <a:extLst>
                <a:ext uri="{FF2B5EF4-FFF2-40B4-BE49-F238E27FC236}">
                  <a16:creationId xmlns:a16="http://schemas.microsoft.com/office/drawing/2014/main" id="{1B41EF59-6A95-4EBB-95EB-B14709FD42A2}"/>
                </a:ext>
              </a:extLst>
            </p:cNvPr>
            <p:cNvSpPr/>
            <p:nvPr/>
          </p:nvSpPr>
          <p:spPr>
            <a:xfrm>
              <a:off x="6522766" y="71824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68" name="Hexagon 2367">
              <a:extLst>
                <a:ext uri="{FF2B5EF4-FFF2-40B4-BE49-F238E27FC236}">
                  <a16:creationId xmlns:a16="http://schemas.microsoft.com/office/drawing/2014/main" id="{BF276FF4-EF77-4E1B-AB46-908729537047}"/>
                </a:ext>
              </a:extLst>
            </p:cNvPr>
            <p:cNvSpPr/>
            <p:nvPr/>
          </p:nvSpPr>
          <p:spPr>
            <a:xfrm>
              <a:off x="6755722" y="70872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369" name="Hexagon 2368">
              <a:extLst>
                <a:ext uri="{FF2B5EF4-FFF2-40B4-BE49-F238E27FC236}">
                  <a16:creationId xmlns:a16="http://schemas.microsoft.com/office/drawing/2014/main" id="{4217C625-9EEE-4720-BE8D-F4631493D257}"/>
                </a:ext>
              </a:extLst>
            </p:cNvPr>
            <p:cNvSpPr/>
            <p:nvPr/>
          </p:nvSpPr>
          <p:spPr>
            <a:xfrm>
              <a:off x="6522777" y="70014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02" name="Hexagon 701">
              <a:extLst>
                <a:ext uri="{FF2B5EF4-FFF2-40B4-BE49-F238E27FC236}">
                  <a16:creationId xmlns:a16="http://schemas.microsoft.com/office/drawing/2014/main" id="{50166203-B8C7-4233-BC92-F4CE2C92F9E3}"/>
                </a:ext>
              </a:extLst>
            </p:cNvPr>
            <p:cNvSpPr/>
            <p:nvPr/>
          </p:nvSpPr>
          <p:spPr>
            <a:xfrm>
              <a:off x="6753126" y="69020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03" name="Hexagon 702">
              <a:extLst>
                <a:ext uri="{FF2B5EF4-FFF2-40B4-BE49-F238E27FC236}">
                  <a16:creationId xmlns:a16="http://schemas.microsoft.com/office/drawing/2014/main" id="{69927F2F-1E9D-4C7E-A1DC-554A246B4A09}"/>
                </a:ext>
              </a:extLst>
            </p:cNvPr>
            <p:cNvSpPr/>
            <p:nvPr/>
          </p:nvSpPr>
          <p:spPr>
            <a:xfrm>
              <a:off x="6522562" y="68138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04" name="Hexagon 703">
              <a:extLst>
                <a:ext uri="{FF2B5EF4-FFF2-40B4-BE49-F238E27FC236}">
                  <a16:creationId xmlns:a16="http://schemas.microsoft.com/office/drawing/2014/main" id="{99C4AFD9-5C60-43FD-9EF3-D704E79AFC65}"/>
                </a:ext>
              </a:extLst>
            </p:cNvPr>
            <p:cNvSpPr/>
            <p:nvPr/>
          </p:nvSpPr>
          <p:spPr>
            <a:xfrm>
              <a:off x="6758307" y="67166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05" name="Hexagon 704">
              <a:extLst>
                <a:ext uri="{FF2B5EF4-FFF2-40B4-BE49-F238E27FC236}">
                  <a16:creationId xmlns:a16="http://schemas.microsoft.com/office/drawing/2014/main" id="{C2386110-ADE6-47C6-AFCE-67C3BCC0C1AB}"/>
                </a:ext>
              </a:extLst>
            </p:cNvPr>
            <p:cNvSpPr/>
            <p:nvPr/>
          </p:nvSpPr>
          <p:spPr>
            <a:xfrm>
              <a:off x="6522041" y="66265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06" name="Hexagon 705">
              <a:extLst>
                <a:ext uri="{FF2B5EF4-FFF2-40B4-BE49-F238E27FC236}">
                  <a16:creationId xmlns:a16="http://schemas.microsoft.com/office/drawing/2014/main" id="{BF659756-FB4E-4B03-B966-6F09F32AD5F8}"/>
                </a:ext>
              </a:extLst>
            </p:cNvPr>
            <p:cNvSpPr/>
            <p:nvPr/>
          </p:nvSpPr>
          <p:spPr>
            <a:xfrm>
              <a:off x="6757152" y="65343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07" name="Hexagon 706">
              <a:extLst>
                <a:ext uri="{FF2B5EF4-FFF2-40B4-BE49-F238E27FC236}">
                  <a16:creationId xmlns:a16="http://schemas.microsoft.com/office/drawing/2014/main" id="{1C54D281-7D02-4752-89C7-BCA9FF7C068D}"/>
                </a:ext>
              </a:extLst>
            </p:cNvPr>
            <p:cNvSpPr/>
            <p:nvPr/>
          </p:nvSpPr>
          <p:spPr>
            <a:xfrm>
              <a:off x="6286337" y="67189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08" name="Hexagon 707">
              <a:extLst>
                <a:ext uri="{FF2B5EF4-FFF2-40B4-BE49-F238E27FC236}">
                  <a16:creationId xmlns:a16="http://schemas.microsoft.com/office/drawing/2014/main" id="{A62D9551-1947-47DB-8AE0-FB10AD7CA117}"/>
                </a:ext>
              </a:extLst>
            </p:cNvPr>
            <p:cNvSpPr/>
            <p:nvPr/>
          </p:nvSpPr>
          <p:spPr>
            <a:xfrm>
              <a:off x="6049927" y="68096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10" name="Hexagon 709">
              <a:extLst>
                <a:ext uri="{FF2B5EF4-FFF2-40B4-BE49-F238E27FC236}">
                  <a16:creationId xmlns:a16="http://schemas.microsoft.com/office/drawing/2014/main" id="{87CD6868-592C-4042-82A9-C1CD5CDF8194}"/>
                </a:ext>
              </a:extLst>
            </p:cNvPr>
            <p:cNvSpPr/>
            <p:nvPr/>
          </p:nvSpPr>
          <p:spPr>
            <a:xfrm>
              <a:off x="5813166" y="67182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11" name="Hexagon 710">
              <a:extLst>
                <a:ext uri="{FF2B5EF4-FFF2-40B4-BE49-F238E27FC236}">
                  <a16:creationId xmlns:a16="http://schemas.microsoft.com/office/drawing/2014/main" id="{04C2C781-F78E-4B7F-BAF0-55B89753A63D}"/>
                </a:ext>
              </a:extLst>
            </p:cNvPr>
            <p:cNvSpPr/>
            <p:nvPr/>
          </p:nvSpPr>
          <p:spPr>
            <a:xfrm>
              <a:off x="6289533" y="65365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12" name="Hexagon 711">
              <a:extLst>
                <a:ext uri="{FF2B5EF4-FFF2-40B4-BE49-F238E27FC236}">
                  <a16:creationId xmlns:a16="http://schemas.microsoft.com/office/drawing/2014/main" id="{DFDE341A-8A0D-4427-9807-DDFF142591C7}"/>
                </a:ext>
              </a:extLst>
            </p:cNvPr>
            <p:cNvSpPr/>
            <p:nvPr/>
          </p:nvSpPr>
          <p:spPr>
            <a:xfrm>
              <a:off x="6522263" y="64419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13" name="Hexagon 712">
              <a:extLst>
                <a:ext uri="{FF2B5EF4-FFF2-40B4-BE49-F238E27FC236}">
                  <a16:creationId xmlns:a16="http://schemas.microsoft.com/office/drawing/2014/main" id="{9998415A-253A-46CB-AA1C-E04786D69756}"/>
                </a:ext>
              </a:extLst>
            </p:cNvPr>
            <p:cNvSpPr/>
            <p:nvPr/>
          </p:nvSpPr>
          <p:spPr>
            <a:xfrm>
              <a:off x="6053829" y="66289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14" name="Hexagon 713">
              <a:extLst>
                <a:ext uri="{FF2B5EF4-FFF2-40B4-BE49-F238E27FC236}">
                  <a16:creationId xmlns:a16="http://schemas.microsoft.com/office/drawing/2014/main" id="{8816BED6-3113-40F9-94B8-536924F708AE}"/>
                </a:ext>
              </a:extLst>
            </p:cNvPr>
            <p:cNvSpPr/>
            <p:nvPr/>
          </p:nvSpPr>
          <p:spPr>
            <a:xfrm>
              <a:off x="5813374" y="65397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15" name="Hexagon 714">
              <a:extLst>
                <a:ext uri="{FF2B5EF4-FFF2-40B4-BE49-F238E27FC236}">
                  <a16:creationId xmlns:a16="http://schemas.microsoft.com/office/drawing/2014/main" id="{1AB97736-32C9-4115-9150-F1ACC4A5180F}"/>
                </a:ext>
              </a:extLst>
            </p:cNvPr>
            <p:cNvSpPr/>
            <p:nvPr/>
          </p:nvSpPr>
          <p:spPr>
            <a:xfrm>
              <a:off x="5810226" y="63536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16" name="Hexagon 715">
              <a:extLst>
                <a:ext uri="{FF2B5EF4-FFF2-40B4-BE49-F238E27FC236}">
                  <a16:creationId xmlns:a16="http://schemas.microsoft.com/office/drawing/2014/main" id="{8CAB3CBE-3B30-43AC-B497-52C672AED88D}"/>
                </a:ext>
              </a:extLst>
            </p:cNvPr>
            <p:cNvSpPr/>
            <p:nvPr/>
          </p:nvSpPr>
          <p:spPr>
            <a:xfrm>
              <a:off x="5339437" y="67203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17" name="Hexagon 716">
              <a:extLst>
                <a:ext uri="{FF2B5EF4-FFF2-40B4-BE49-F238E27FC236}">
                  <a16:creationId xmlns:a16="http://schemas.microsoft.com/office/drawing/2014/main" id="{C6662388-6476-4200-87E1-6E4831DB2E85}"/>
                </a:ext>
              </a:extLst>
            </p:cNvPr>
            <p:cNvSpPr/>
            <p:nvPr/>
          </p:nvSpPr>
          <p:spPr>
            <a:xfrm>
              <a:off x="5575338" y="66286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18" name="Hexagon 717">
              <a:extLst>
                <a:ext uri="{FF2B5EF4-FFF2-40B4-BE49-F238E27FC236}">
                  <a16:creationId xmlns:a16="http://schemas.microsoft.com/office/drawing/2014/main" id="{84BBC1D3-EB5B-4BFA-A00D-C7AADCAADEBD}"/>
                </a:ext>
              </a:extLst>
            </p:cNvPr>
            <p:cNvSpPr/>
            <p:nvPr/>
          </p:nvSpPr>
          <p:spPr>
            <a:xfrm>
              <a:off x="5340328" y="65374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19" name="Hexagon 718">
              <a:extLst>
                <a:ext uri="{FF2B5EF4-FFF2-40B4-BE49-F238E27FC236}">
                  <a16:creationId xmlns:a16="http://schemas.microsoft.com/office/drawing/2014/main" id="{6030B8DF-EF0D-402A-8AD8-0BF4E832E8B4}"/>
                </a:ext>
              </a:extLst>
            </p:cNvPr>
            <p:cNvSpPr/>
            <p:nvPr/>
          </p:nvSpPr>
          <p:spPr>
            <a:xfrm>
              <a:off x="5103567" y="64460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20" name="Hexagon 719">
              <a:extLst>
                <a:ext uri="{FF2B5EF4-FFF2-40B4-BE49-F238E27FC236}">
                  <a16:creationId xmlns:a16="http://schemas.microsoft.com/office/drawing/2014/main" id="{BB59B613-0F6E-42C4-B5A8-17D5366F7BD2}"/>
                </a:ext>
              </a:extLst>
            </p:cNvPr>
            <p:cNvSpPr/>
            <p:nvPr/>
          </p:nvSpPr>
          <p:spPr>
            <a:xfrm>
              <a:off x="4870501" y="63563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21" name="Hexagon 720">
              <a:extLst>
                <a:ext uri="{FF2B5EF4-FFF2-40B4-BE49-F238E27FC236}">
                  <a16:creationId xmlns:a16="http://schemas.microsoft.com/office/drawing/2014/main" id="{C096D011-74AA-4652-BB27-347063C5162C}"/>
                </a:ext>
              </a:extLst>
            </p:cNvPr>
            <p:cNvSpPr/>
            <p:nvPr/>
          </p:nvSpPr>
          <p:spPr>
            <a:xfrm>
              <a:off x="5342116" y="63502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22" name="Hexagon 721">
              <a:extLst>
                <a:ext uri="{FF2B5EF4-FFF2-40B4-BE49-F238E27FC236}">
                  <a16:creationId xmlns:a16="http://schemas.microsoft.com/office/drawing/2014/main" id="{AF87170B-32DA-4FC1-A087-C3D962A8BDF6}"/>
                </a:ext>
              </a:extLst>
            </p:cNvPr>
            <p:cNvSpPr/>
            <p:nvPr/>
          </p:nvSpPr>
          <p:spPr>
            <a:xfrm>
              <a:off x="5574473" y="62622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23" name="Hexagon 722">
              <a:extLst>
                <a:ext uri="{FF2B5EF4-FFF2-40B4-BE49-F238E27FC236}">
                  <a16:creationId xmlns:a16="http://schemas.microsoft.com/office/drawing/2014/main" id="{ED330209-1D6F-4A0E-BF7A-8C4AB5D70452}"/>
                </a:ext>
              </a:extLst>
            </p:cNvPr>
            <p:cNvSpPr/>
            <p:nvPr/>
          </p:nvSpPr>
          <p:spPr>
            <a:xfrm>
              <a:off x="6989760" y="68133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24" name="Hexagon 723">
              <a:extLst>
                <a:ext uri="{FF2B5EF4-FFF2-40B4-BE49-F238E27FC236}">
                  <a16:creationId xmlns:a16="http://schemas.microsoft.com/office/drawing/2014/main" id="{6177A550-C687-4478-B8EC-E306E0F4EEA4}"/>
                </a:ext>
              </a:extLst>
            </p:cNvPr>
            <p:cNvSpPr/>
            <p:nvPr/>
          </p:nvSpPr>
          <p:spPr>
            <a:xfrm>
              <a:off x="7222716" y="67181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25" name="Hexagon 724">
              <a:extLst>
                <a:ext uri="{FF2B5EF4-FFF2-40B4-BE49-F238E27FC236}">
                  <a16:creationId xmlns:a16="http://schemas.microsoft.com/office/drawing/2014/main" id="{D9F9D10C-710A-4D43-A126-75A411C385E8}"/>
                </a:ext>
              </a:extLst>
            </p:cNvPr>
            <p:cNvSpPr/>
            <p:nvPr/>
          </p:nvSpPr>
          <p:spPr>
            <a:xfrm>
              <a:off x="6989771" y="6629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26" name="Hexagon 725">
              <a:extLst>
                <a:ext uri="{FF2B5EF4-FFF2-40B4-BE49-F238E27FC236}">
                  <a16:creationId xmlns:a16="http://schemas.microsoft.com/office/drawing/2014/main" id="{EB4C7983-3C4F-4D80-B2C2-90CB8151E81A}"/>
                </a:ext>
              </a:extLst>
            </p:cNvPr>
            <p:cNvSpPr/>
            <p:nvPr/>
          </p:nvSpPr>
          <p:spPr>
            <a:xfrm>
              <a:off x="7220120" y="65329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727" name="Hexagon 726">
              <a:extLst>
                <a:ext uri="{FF2B5EF4-FFF2-40B4-BE49-F238E27FC236}">
                  <a16:creationId xmlns:a16="http://schemas.microsoft.com/office/drawing/2014/main" id="{7030E8E0-51D1-43D5-99B0-50BD427C642C}"/>
                </a:ext>
              </a:extLst>
            </p:cNvPr>
            <p:cNvSpPr/>
            <p:nvPr/>
          </p:nvSpPr>
          <p:spPr>
            <a:xfrm>
              <a:off x="6989556" y="64447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26" name="Hexagon 825">
              <a:extLst>
                <a:ext uri="{FF2B5EF4-FFF2-40B4-BE49-F238E27FC236}">
                  <a16:creationId xmlns:a16="http://schemas.microsoft.com/office/drawing/2014/main" id="{8D131456-5BED-4FC4-8D8A-5A512765F05F}"/>
                </a:ext>
              </a:extLst>
            </p:cNvPr>
            <p:cNvSpPr/>
            <p:nvPr/>
          </p:nvSpPr>
          <p:spPr>
            <a:xfrm>
              <a:off x="7213770" y="63551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27" name="Hexagon 826">
              <a:extLst>
                <a:ext uri="{FF2B5EF4-FFF2-40B4-BE49-F238E27FC236}">
                  <a16:creationId xmlns:a16="http://schemas.microsoft.com/office/drawing/2014/main" id="{16C1E052-7A6D-4F24-82FC-79785AEC7D0D}"/>
                </a:ext>
              </a:extLst>
            </p:cNvPr>
            <p:cNvSpPr/>
            <p:nvPr/>
          </p:nvSpPr>
          <p:spPr>
            <a:xfrm>
              <a:off x="7451895" y="62662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28" name="Hexagon 827">
              <a:extLst>
                <a:ext uri="{FF2B5EF4-FFF2-40B4-BE49-F238E27FC236}">
                  <a16:creationId xmlns:a16="http://schemas.microsoft.com/office/drawing/2014/main" id="{7AFF96E0-38D4-4DC4-AB0C-A5E08639C302}"/>
                </a:ext>
              </a:extLst>
            </p:cNvPr>
            <p:cNvSpPr/>
            <p:nvPr/>
          </p:nvSpPr>
          <p:spPr>
            <a:xfrm>
              <a:off x="2038401" y="52476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29" name="Hexagon 828">
              <a:extLst>
                <a:ext uri="{FF2B5EF4-FFF2-40B4-BE49-F238E27FC236}">
                  <a16:creationId xmlns:a16="http://schemas.microsoft.com/office/drawing/2014/main" id="{75C44839-786D-4BAA-A31A-CE06AF3EC7EC}"/>
                </a:ext>
              </a:extLst>
            </p:cNvPr>
            <p:cNvSpPr/>
            <p:nvPr/>
          </p:nvSpPr>
          <p:spPr>
            <a:xfrm>
              <a:off x="1802657" y="51595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30" name="Hexagon 829">
              <a:extLst>
                <a:ext uri="{FF2B5EF4-FFF2-40B4-BE49-F238E27FC236}">
                  <a16:creationId xmlns:a16="http://schemas.microsoft.com/office/drawing/2014/main" id="{81A6F332-BDD0-4E2E-9182-38D9F14A4144}"/>
                </a:ext>
              </a:extLst>
            </p:cNvPr>
            <p:cNvSpPr/>
            <p:nvPr/>
          </p:nvSpPr>
          <p:spPr>
            <a:xfrm>
              <a:off x="1100188" y="58000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31" name="Hexagon 830">
              <a:extLst>
                <a:ext uri="{FF2B5EF4-FFF2-40B4-BE49-F238E27FC236}">
                  <a16:creationId xmlns:a16="http://schemas.microsoft.com/office/drawing/2014/main" id="{E4F21FAF-85F9-4C58-93F3-D0576C484FE9}"/>
                </a:ext>
              </a:extLst>
            </p:cNvPr>
            <p:cNvSpPr/>
            <p:nvPr/>
          </p:nvSpPr>
          <p:spPr>
            <a:xfrm>
              <a:off x="1093044" y="56238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32" name="Hexagon 831">
              <a:extLst>
                <a:ext uri="{FF2B5EF4-FFF2-40B4-BE49-F238E27FC236}">
                  <a16:creationId xmlns:a16="http://schemas.microsoft.com/office/drawing/2014/main" id="{F4BF2D3C-0F1B-42D5-AFF7-3591EF81F489}"/>
                </a:ext>
              </a:extLst>
            </p:cNvPr>
            <p:cNvSpPr/>
            <p:nvPr/>
          </p:nvSpPr>
          <p:spPr>
            <a:xfrm>
              <a:off x="1095425" y="54405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33" name="Hexagon 832">
              <a:extLst>
                <a:ext uri="{FF2B5EF4-FFF2-40B4-BE49-F238E27FC236}">
                  <a16:creationId xmlns:a16="http://schemas.microsoft.com/office/drawing/2014/main" id="{01646480-3465-49DD-BC5B-44702936889D}"/>
                </a:ext>
              </a:extLst>
            </p:cNvPr>
            <p:cNvSpPr/>
            <p:nvPr/>
          </p:nvSpPr>
          <p:spPr>
            <a:xfrm>
              <a:off x="1333550" y="53500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34" name="Hexagon 833">
              <a:extLst>
                <a:ext uri="{FF2B5EF4-FFF2-40B4-BE49-F238E27FC236}">
                  <a16:creationId xmlns:a16="http://schemas.microsoft.com/office/drawing/2014/main" id="{842C870A-10E4-4F88-AA95-E58715025366}"/>
                </a:ext>
              </a:extLst>
            </p:cNvPr>
            <p:cNvSpPr/>
            <p:nvPr/>
          </p:nvSpPr>
          <p:spPr>
            <a:xfrm>
              <a:off x="1093044" y="52619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35" name="Hexagon 834">
              <a:extLst>
                <a:ext uri="{FF2B5EF4-FFF2-40B4-BE49-F238E27FC236}">
                  <a16:creationId xmlns:a16="http://schemas.microsoft.com/office/drawing/2014/main" id="{4FD90ACF-F533-4ECC-9215-E3B7B8FB786F}"/>
                </a:ext>
              </a:extLst>
            </p:cNvPr>
            <p:cNvSpPr/>
            <p:nvPr/>
          </p:nvSpPr>
          <p:spPr>
            <a:xfrm>
              <a:off x="854919" y="57143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37" name="Hexagon 836">
              <a:extLst>
                <a:ext uri="{FF2B5EF4-FFF2-40B4-BE49-F238E27FC236}">
                  <a16:creationId xmlns:a16="http://schemas.microsoft.com/office/drawing/2014/main" id="{1B927A6C-772C-4EA6-99EC-8F81AE300C23}"/>
                </a:ext>
              </a:extLst>
            </p:cNvPr>
            <p:cNvSpPr/>
            <p:nvPr/>
          </p:nvSpPr>
          <p:spPr>
            <a:xfrm>
              <a:off x="11233320" y="47960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38" name="Hexagon 837">
              <a:extLst>
                <a:ext uri="{FF2B5EF4-FFF2-40B4-BE49-F238E27FC236}">
                  <a16:creationId xmlns:a16="http://schemas.microsoft.com/office/drawing/2014/main" id="{EA5A159F-922A-41D7-BD04-E587289FA428}"/>
                </a:ext>
              </a:extLst>
            </p:cNvPr>
            <p:cNvSpPr/>
            <p:nvPr/>
          </p:nvSpPr>
          <p:spPr>
            <a:xfrm>
              <a:off x="11471445" y="48874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39" name="Hexagon 838">
              <a:extLst>
                <a:ext uri="{FF2B5EF4-FFF2-40B4-BE49-F238E27FC236}">
                  <a16:creationId xmlns:a16="http://schemas.microsoft.com/office/drawing/2014/main" id="{1DCD40B7-5B75-48DC-AE2C-37EB02C2D0C0}"/>
                </a:ext>
              </a:extLst>
            </p:cNvPr>
            <p:cNvSpPr/>
            <p:nvPr/>
          </p:nvSpPr>
          <p:spPr>
            <a:xfrm>
              <a:off x="11940551" y="50708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42" name="Hexagon 841">
              <a:extLst>
                <a:ext uri="{FF2B5EF4-FFF2-40B4-BE49-F238E27FC236}">
                  <a16:creationId xmlns:a16="http://schemas.microsoft.com/office/drawing/2014/main" id="{4189ED7C-C5E8-4558-805B-0A7A7CEED5CB}"/>
                </a:ext>
              </a:extLst>
            </p:cNvPr>
            <p:cNvSpPr/>
            <p:nvPr/>
          </p:nvSpPr>
          <p:spPr>
            <a:xfrm>
              <a:off x="11464301" y="47017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43" name="Hexagon 842">
              <a:extLst>
                <a:ext uri="{FF2B5EF4-FFF2-40B4-BE49-F238E27FC236}">
                  <a16:creationId xmlns:a16="http://schemas.microsoft.com/office/drawing/2014/main" id="{45110522-3C82-40AB-B553-A44FA4E41CD8}"/>
                </a:ext>
              </a:extLst>
            </p:cNvPr>
            <p:cNvSpPr/>
            <p:nvPr/>
          </p:nvSpPr>
          <p:spPr>
            <a:xfrm>
              <a:off x="11233320" y="46107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52" name="Hexagon 851">
              <a:extLst>
                <a:ext uri="{FF2B5EF4-FFF2-40B4-BE49-F238E27FC236}">
                  <a16:creationId xmlns:a16="http://schemas.microsoft.com/office/drawing/2014/main" id="{E07A6216-240D-4D4B-A1ED-0DBC3EBCC5CD}"/>
                </a:ext>
              </a:extLst>
            </p:cNvPr>
            <p:cNvSpPr/>
            <p:nvPr/>
          </p:nvSpPr>
          <p:spPr>
            <a:xfrm>
              <a:off x="10999005" y="45174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53" name="Hexagon 852">
              <a:extLst>
                <a:ext uri="{FF2B5EF4-FFF2-40B4-BE49-F238E27FC236}">
                  <a16:creationId xmlns:a16="http://schemas.microsoft.com/office/drawing/2014/main" id="{527228EC-C8B7-436A-AC40-BE4EF0452E2B}"/>
                </a:ext>
              </a:extLst>
            </p:cNvPr>
            <p:cNvSpPr/>
            <p:nvPr/>
          </p:nvSpPr>
          <p:spPr>
            <a:xfrm>
              <a:off x="10993290" y="43345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54" name="Hexagon 853">
              <a:extLst>
                <a:ext uri="{FF2B5EF4-FFF2-40B4-BE49-F238E27FC236}">
                  <a16:creationId xmlns:a16="http://schemas.microsoft.com/office/drawing/2014/main" id="{958FB0C8-0C8B-42D5-920A-121A0F761F65}"/>
                </a:ext>
              </a:extLst>
            </p:cNvPr>
            <p:cNvSpPr/>
            <p:nvPr/>
          </p:nvSpPr>
          <p:spPr>
            <a:xfrm>
              <a:off x="11229510" y="44245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55" name="Hexagon 854">
              <a:extLst>
                <a:ext uri="{FF2B5EF4-FFF2-40B4-BE49-F238E27FC236}">
                  <a16:creationId xmlns:a16="http://schemas.microsoft.com/office/drawing/2014/main" id="{837D8875-2312-420D-BB3D-F4301E04BAD5}"/>
                </a:ext>
              </a:extLst>
            </p:cNvPr>
            <p:cNvSpPr/>
            <p:nvPr/>
          </p:nvSpPr>
          <p:spPr>
            <a:xfrm>
              <a:off x="11227605" y="42412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56" name="Hexagon 855">
              <a:extLst>
                <a:ext uri="{FF2B5EF4-FFF2-40B4-BE49-F238E27FC236}">
                  <a16:creationId xmlns:a16="http://schemas.microsoft.com/office/drawing/2014/main" id="{93218BC7-B11F-440A-84E7-D78CF6D0C30D}"/>
                </a:ext>
              </a:extLst>
            </p:cNvPr>
            <p:cNvSpPr/>
            <p:nvPr/>
          </p:nvSpPr>
          <p:spPr>
            <a:xfrm>
              <a:off x="10288440" y="44278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57" name="Hexagon 856">
              <a:extLst>
                <a:ext uri="{FF2B5EF4-FFF2-40B4-BE49-F238E27FC236}">
                  <a16:creationId xmlns:a16="http://schemas.microsoft.com/office/drawing/2014/main" id="{01B5D634-92B2-4BE5-8068-042E52F98B4B}"/>
                </a:ext>
              </a:extLst>
            </p:cNvPr>
            <p:cNvSpPr/>
            <p:nvPr/>
          </p:nvSpPr>
          <p:spPr>
            <a:xfrm>
              <a:off x="10286535" y="42450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58" name="Hexagon 857">
              <a:extLst>
                <a:ext uri="{FF2B5EF4-FFF2-40B4-BE49-F238E27FC236}">
                  <a16:creationId xmlns:a16="http://schemas.microsoft.com/office/drawing/2014/main" id="{B0084854-5A46-4BA8-A044-F15F0B57B8B4}"/>
                </a:ext>
              </a:extLst>
            </p:cNvPr>
            <p:cNvSpPr/>
            <p:nvPr/>
          </p:nvSpPr>
          <p:spPr>
            <a:xfrm>
              <a:off x="10054125" y="4521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59" name="Hexagon 858">
              <a:extLst>
                <a:ext uri="{FF2B5EF4-FFF2-40B4-BE49-F238E27FC236}">
                  <a16:creationId xmlns:a16="http://schemas.microsoft.com/office/drawing/2014/main" id="{AACF974D-116B-4635-952C-AECBFC264C87}"/>
                </a:ext>
              </a:extLst>
            </p:cNvPr>
            <p:cNvSpPr/>
            <p:nvPr/>
          </p:nvSpPr>
          <p:spPr>
            <a:xfrm>
              <a:off x="10048410" y="43383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60" name="Hexagon 859">
              <a:extLst>
                <a:ext uri="{FF2B5EF4-FFF2-40B4-BE49-F238E27FC236}">
                  <a16:creationId xmlns:a16="http://schemas.microsoft.com/office/drawing/2014/main" id="{C1974B64-7BDA-4632-B2B9-029F1780B2B0}"/>
                </a:ext>
              </a:extLst>
            </p:cNvPr>
            <p:cNvSpPr/>
            <p:nvPr/>
          </p:nvSpPr>
          <p:spPr>
            <a:xfrm>
              <a:off x="10522755" y="41516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61" name="Hexagon 860">
              <a:extLst>
                <a:ext uri="{FF2B5EF4-FFF2-40B4-BE49-F238E27FC236}">
                  <a16:creationId xmlns:a16="http://schemas.microsoft.com/office/drawing/2014/main" id="{D6BD6A71-5B16-434E-91C4-2BC901D84D3A}"/>
                </a:ext>
              </a:extLst>
            </p:cNvPr>
            <p:cNvSpPr/>
            <p:nvPr/>
          </p:nvSpPr>
          <p:spPr>
            <a:xfrm>
              <a:off x="10518945" y="39687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62" name="Hexagon 861">
              <a:extLst>
                <a:ext uri="{FF2B5EF4-FFF2-40B4-BE49-F238E27FC236}">
                  <a16:creationId xmlns:a16="http://schemas.microsoft.com/office/drawing/2014/main" id="{E61EC394-9BC6-4AC4-ACC1-7D54F50F08A1}"/>
                </a:ext>
              </a:extLst>
            </p:cNvPr>
            <p:cNvSpPr/>
            <p:nvPr/>
          </p:nvSpPr>
          <p:spPr>
            <a:xfrm>
              <a:off x="10755165" y="42469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63" name="Hexagon 862">
              <a:extLst>
                <a:ext uri="{FF2B5EF4-FFF2-40B4-BE49-F238E27FC236}">
                  <a16:creationId xmlns:a16="http://schemas.microsoft.com/office/drawing/2014/main" id="{0EE4E686-39E6-4A84-8FA4-1AEDDB895CE1}"/>
                </a:ext>
              </a:extLst>
            </p:cNvPr>
            <p:cNvSpPr/>
            <p:nvPr/>
          </p:nvSpPr>
          <p:spPr>
            <a:xfrm>
              <a:off x="11705125" y="47909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64" name="Hexagon 863">
              <a:extLst>
                <a:ext uri="{FF2B5EF4-FFF2-40B4-BE49-F238E27FC236}">
                  <a16:creationId xmlns:a16="http://schemas.microsoft.com/office/drawing/2014/main" id="{D932855D-2BA5-4029-AF88-3B75FCF09279}"/>
                </a:ext>
              </a:extLst>
            </p:cNvPr>
            <p:cNvSpPr/>
            <p:nvPr/>
          </p:nvSpPr>
          <p:spPr>
            <a:xfrm>
              <a:off x="11697981" y="46052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65" name="Hexagon 864">
              <a:extLst>
                <a:ext uri="{FF2B5EF4-FFF2-40B4-BE49-F238E27FC236}">
                  <a16:creationId xmlns:a16="http://schemas.microsoft.com/office/drawing/2014/main" id="{F2D1DB8E-8355-4CE0-A786-B17F9FB2A3B7}"/>
                </a:ext>
              </a:extLst>
            </p:cNvPr>
            <p:cNvSpPr/>
            <p:nvPr/>
          </p:nvSpPr>
          <p:spPr>
            <a:xfrm>
              <a:off x="11941345" y="48849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66" name="Hexagon 865">
              <a:extLst>
                <a:ext uri="{FF2B5EF4-FFF2-40B4-BE49-F238E27FC236}">
                  <a16:creationId xmlns:a16="http://schemas.microsoft.com/office/drawing/2014/main" id="{29E12BF3-AA7D-499E-A2EA-64070EE0C0EF}"/>
                </a:ext>
              </a:extLst>
            </p:cNvPr>
            <p:cNvSpPr/>
            <p:nvPr/>
          </p:nvSpPr>
          <p:spPr>
            <a:xfrm>
              <a:off x="11934201" y="46992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67" name="Hexagon 866">
              <a:extLst>
                <a:ext uri="{FF2B5EF4-FFF2-40B4-BE49-F238E27FC236}">
                  <a16:creationId xmlns:a16="http://schemas.microsoft.com/office/drawing/2014/main" id="{6A273939-04C8-4A4D-A261-317E266CCE42}"/>
                </a:ext>
              </a:extLst>
            </p:cNvPr>
            <p:cNvSpPr/>
            <p:nvPr/>
          </p:nvSpPr>
          <p:spPr>
            <a:xfrm>
              <a:off x="12175025" y="47909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68" name="Hexagon 867">
              <a:extLst>
                <a:ext uri="{FF2B5EF4-FFF2-40B4-BE49-F238E27FC236}">
                  <a16:creationId xmlns:a16="http://schemas.microsoft.com/office/drawing/2014/main" id="{A808B601-26E4-4AD0-8482-2B8CA3EB6F96}"/>
                </a:ext>
              </a:extLst>
            </p:cNvPr>
            <p:cNvSpPr/>
            <p:nvPr/>
          </p:nvSpPr>
          <p:spPr>
            <a:xfrm>
              <a:off x="12167881" y="46052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69" name="Hexagon 868">
              <a:extLst>
                <a:ext uri="{FF2B5EF4-FFF2-40B4-BE49-F238E27FC236}">
                  <a16:creationId xmlns:a16="http://schemas.microsoft.com/office/drawing/2014/main" id="{35B0D1EB-3768-44F1-9D2D-99A619B60342}"/>
                </a:ext>
              </a:extLst>
            </p:cNvPr>
            <p:cNvSpPr/>
            <p:nvPr/>
          </p:nvSpPr>
          <p:spPr>
            <a:xfrm>
              <a:off x="11933725" y="45141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70" name="Hexagon 869">
              <a:extLst>
                <a:ext uri="{FF2B5EF4-FFF2-40B4-BE49-F238E27FC236}">
                  <a16:creationId xmlns:a16="http://schemas.microsoft.com/office/drawing/2014/main" id="{6CC2A7F7-475A-4A9F-A407-0DF86CBF0CF2}"/>
                </a:ext>
              </a:extLst>
            </p:cNvPr>
            <p:cNvSpPr/>
            <p:nvPr/>
          </p:nvSpPr>
          <p:spPr>
            <a:xfrm>
              <a:off x="11929121" y="43283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71" name="Hexagon 870">
              <a:extLst>
                <a:ext uri="{FF2B5EF4-FFF2-40B4-BE49-F238E27FC236}">
                  <a16:creationId xmlns:a16="http://schemas.microsoft.com/office/drawing/2014/main" id="{1BC72ABB-A4BE-492A-AC97-B62DF8C4556B}"/>
                </a:ext>
              </a:extLst>
            </p:cNvPr>
            <p:cNvSpPr/>
            <p:nvPr/>
          </p:nvSpPr>
          <p:spPr>
            <a:xfrm>
              <a:off x="12172485" y="44175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72" name="Hexagon 871">
              <a:extLst>
                <a:ext uri="{FF2B5EF4-FFF2-40B4-BE49-F238E27FC236}">
                  <a16:creationId xmlns:a16="http://schemas.microsoft.com/office/drawing/2014/main" id="{02693E4E-B553-4F1D-AD8F-3BA84029917B}"/>
                </a:ext>
              </a:extLst>
            </p:cNvPr>
            <p:cNvSpPr/>
            <p:nvPr/>
          </p:nvSpPr>
          <p:spPr>
            <a:xfrm>
              <a:off x="12165341" y="42318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73" name="Hexagon 872">
              <a:extLst>
                <a:ext uri="{FF2B5EF4-FFF2-40B4-BE49-F238E27FC236}">
                  <a16:creationId xmlns:a16="http://schemas.microsoft.com/office/drawing/2014/main" id="{FD4877C3-5855-4C57-AEF3-3CD182513ED4}"/>
                </a:ext>
              </a:extLst>
            </p:cNvPr>
            <p:cNvSpPr/>
            <p:nvPr/>
          </p:nvSpPr>
          <p:spPr>
            <a:xfrm>
              <a:off x="11933725" y="41458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74" name="Hexagon 873">
              <a:extLst>
                <a:ext uri="{FF2B5EF4-FFF2-40B4-BE49-F238E27FC236}">
                  <a16:creationId xmlns:a16="http://schemas.microsoft.com/office/drawing/2014/main" id="{02EB4E82-9E7C-4549-9762-5B3C8A8298E6}"/>
                </a:ext>
              </a:extLst>
            </p:cNvPr>
            <p:cNvSpPr/>
            <p:nvPr/>
          </p:nvSpPr>
          <p:spPr>
            <a:xfrm>
              <a:off x="11926581" y="39600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75" name="Hexagon 874">
              <a:extLst>
                <a:ext uri="{FF2B5EF4-FFF2-40B4-BE49-F238E27FC236}">
                  <a16:creationId xmlns:a16="http://schemas.microsoft.com/office/drawing/2014/main" id="{653F3DD6-1C22-491E-B83C-8F7070B9A0CD}"/>
                </a:ext>
              </a:extLst>
            </p:cNvPr>
            <p:cNvSpPr/>
            <p:nvPr/>
          </p:nvSpPr>
          <p:spPr>
            <a:xfrm>
              <a:off x="11697981" y="40591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76" name="Hexagon 875">
              <a:extLst>
                <a:ext uri="{FF2B5EF4-FFF2-40B4-BE49-F238E27FC236}">
                  <a16:creationId xmlns:a16="http://schemas.microsoft.com/office/drawing/2014/main" id="{938F1F4B-A5FA-4BE1-BDC4-A560F9111199}"/>
                </a:ext>
              </a:extLst>
            </p:cNvPr>
            <p:cNvSpPr/>
            <p:nvPr/>
          </p:nvSpPr>
          <p:spPr>
            <a:xfrm>
              <a:off x="11702585" y="38765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77" name="Hexagon 876">
              <a:extLst>
                <a:ext uri="{FF2B5EF4-FFF2-40B4-BE49-F238E27FC236}">
                  <a16:creationId xmlns:a16="http://schemas.microsoft.com/office/drawing/2014/main" id="{6B656BC0-8331-46D0-8270-BFBEBA383830}"/>
                </a:ext>
              </a:extLst>
            </p:cNvPr>
            <p:cNvSpPr/>
            <p:nvPr/>
          </p:nvSpPr>
          <p:spPr>
            <a:xfrm>
              <a:off x="11695441" y="36908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78" name="Hexagon 877">
              <a:extLst>
                <a:ext uri="{FF2B5EF4-FFF2-40B4-BE49-F238E27FC236}">
                  <a16:creationId xmlns:a16="http://schemas.microsoft.com/office/drawing/2014/main" id="{DCEBCF22-A596-4075-BBEC-F0CB9C06979D}"/>
                </a:ext>
              </a:extLst>
            </p:cNvPr>
            <p:cNvSpPr/>
            <p:nvPr/>
          </p:nvSpPr>
          <p:spPr>
            <a:xfrm>
              <a:off x="11461761" y="39702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79" name="Hexagon 878">
              <a:extLst>
                <a:ext uri="{FF2B5EF4-FFF2-40B4-BE49-F238E27FC236}">
                  <a16:creationId xmlns:a16="http://schemas.microsoft.com/office/drawing/2014/main" id="{AE0F0F43-C227-4502-AC23-89559AAFDF63}"/>
                </a:ext>
              </a:extLst>
            </p:cNvPr>
            <p:cNvSpPr/>
            <p:nvPr/>
          </p:nvSpPr>
          <p:spPr>
            <a:xfrm>
              <a:off x="11466365" y="37876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80" name="Hexagon 879">
              <a:extLst>
                <a:ext uri="{FF2B5EF4-FFF2-40B4-BE49-F238E27FC236}">
                  <a16:creationId xmlns:a16="http://schemas.microsoft.com/office/drawing/2014/main" id="{967AB858-ED93-4626-B147-C912C89A9F74}"/>
                </a:ext>
              </a:extLst>
            </p:cNvPr>
            <p:cNvSpPr/>
            <p:nvPr/>
          </p:nvSpPr>
          <p:spPr>
            <a:xfrm>
              <a:off x="11459221" y="35993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81" name="Hexagon 880">
              <a:extLst>
                <a:ext uri="{FF2B5EF4-FFF2-40B4-BE49-F238E27FC236}">
                  <a16:creationId xmlns:a16="http://schemas.microsoft.com/office/drawing/2014/main" id="{73D7DA49-BB7F-491D-8FF6-19E920B4B3F0}"/>
                </a:ext>
              </a:extLst>
            </p:cNvPr>
            <p:cNvSpPr/>
            <p:nvPr/>
          </p:nvSpPr>
          <p:spPr>
            <a:xfrm>
              <a:off x="11225541" y="36959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82" name="Hexagon 881">
              <a:extLst>
                <a:ext uri="{FF2B5EF4-FFF2-40B4-BE49-F238E27FC236}">
                  <a16:creationId xmlns:a16="http://schemas.microsoft.com/office/drawing/2014/main" id="{393F69E7-0077-42F8-9E46-51101C437C98}"/>
                </a:ext>
              </a:extLst>
            </p:cNvPr>
            <p:cNvSpPr/>
            <p:nvPr/>
          </p:nvSpPr>
          <p:spPr>
            <a:xfrm>
              <a:off x="10996941" y="37949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83" name="Hexagon 882">
              <a:extLst>
                <a:ext uri="{FF2B5EF4-FFF2-40B4-BE49-F238E27FC236}">
                  <a16:creationId xmlns:a16="http://schemas.microsoft.com/office/drawing/2014/main" id="{D6D85086-1386-4FBD-B806-7AD891704E0F}"/>
                </a:ext>
              </a:extLst>
            </p:cNvPr>
            <p:cNvSpPr/>
            <p:nvPr/>
          </p:nvSpPr>
          <p:spPr>
            <a:xfrm>
              <a:off x="11461285" y="34117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84" name="Hexagon 883">
              <a:extLst>
                <a:ext uri="{FF2B5EF4-FFF2-40B4-BE49-F238E27FC236}">
                  <a16:creationId xmlns:a16="http://schemas.microsoft.com/office/drawing/2014/main" id="{3AB33F8E-B68B-42F3-90C1-B72C9B85CD37}"/>
                </a:ext>
              </a:extLst>
            </p:cNvPr>
            <p:cNvSpPr/>
            <p:nvPr/>
          </p:nvSpPr>
          <p:spPr>
            <a:xfrm>
              <a:off x="11225065" y="33228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85" name="Hexagon 884">
              <a:extLst>
                <a:ext uri="{FF2B5EF4-FFF2-40B4-BE49-F238E27FC236}">
                  <a16:creationId xmlns:a16="http://schemas.microsoft.com/office/drawing/2014/main" id="{F9CEA744-2E0C-43CA-A17C-5212143E1A12}"/>
                </a:ext>
              </a:extLst>
            </p:cNvPr>
            <p:cNvSpPr/>
            <p:nvPr/>
          </p:nvSpPr>
          <p:spPr>
            <a:xfrm>
              <a:off x="10984241" y="32310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86" name="Hexagon 885">
              <a:extLst>
                <a:ext uri="{FF2B5EF4-FFF2-40B4-BE49-F238E27FC236}">
                  <a16:creationId xmlns:a16="http://schemas.microsoft.com/office/drawing/2014/main" id="{48C9C6C5-A090-41F7-A81A-6B73BC395D25}"/>
                </a:ext>
              </a:extLst>
            </p:cNvPr>
            <p:cNvSpPr/>
            <p:nvPr/>
          </p:nvSpPr>
          <p:spPr>
            <a:xfrm>
              <a:off x="11227605" y="31399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87" name="Hexagon 886">
              <a:extLst>
                <a:ext uri="{FF2B5EF4-FFF2-40B4-BE49-F238E27FC236}">
                  <a16:creationId xmlns:a16="http://schemas.microsoft.com/office/drawing/2014/main" id="{7E3C5C74-3B78-4E1E-B307-814FA4BCF2F7}"/>
                </a:ext>
              </a:extLst>
            </p:cNvPr>
            <p:cNvSpPr/>
            <p:nvPr/>
          </p:nvSpPr>
          <p:spPr>
            <a:xfrm>
              <a:off x="10986781" y="30482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88" name="Hexagon 887">
              <a:extLst>
                <a:ext uri="{FF2B5EF4-FFF2-40B4-BE49-F238E27FC236}">
                  <a16:creationId xmlns:a16="http://schemas.microsoft.com/office/drawing/2014/main" id="{74DB4737-E269-44E3-94A6-12100F6EF9B3}"/>
                </a:ext>
              </a:extLst>
            </p:cNvPr>
            <p:cNvSpPr/>
            <p:nvPr/>
          </p:nvSpPr>
          <p:spPr>
            <a:xfrm>
              <a:off x="11225065" y="29596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89" name="Hexagon 888">
              <a:extLst>
                <a:ext uri="{FF2B5EF4-FFF2-40B4-BE49-F238E27FC236}">
                  <a16:creationId xmlns:a16="http://schemas.microsoft.com/office/drawing/2014/main" id="{8A7DEC48-DA3E-48DC-99BF-7E6524CA630B}"/>
                </a:ext>
              </a:extLst>
            </p:cNvPr>
            <p:cNvSpPr/>
            <p:nvPr/>
          </p:nvSpPr>
          <p:spPr>
            <a:xfrm>
              <a:off x="11227605" y="27767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90" name="Hexagon 889">
              <a:extLst>
                <a:ext uri="{FF2B5EF4-FFF2-40B4-BE49-F238E27FC236}">
                  <a16:creationId xmlns:a16="http://schemas.microsoft.com/office/drawing/2014/main" id="{F319046A-7269-4EA4-8640-287582A2CEAD}"/>
                </a:ext>
              </a:extLst>
            </p:cNvPr>
            <p:cNvSpPr/>
            <p:nvPr/>
          </p:nvSpPr>
          <p:spPr>
            <a:xfrm>
              <a:off x="10278915" y="40627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91" name="Hexagon 890">
              <a:extLst>
                <a:ext uri="{FF2B5EF4-FFF2-40B4-BE49-F238E27FC236}">
                  <a16:creationId xmlns:a16="http://schemas.microsoft.com/office/drawing/2014/main" id="{1B1B57E5-AE8A-464D-AA6E-E01FB6F412D9}"/>
                </a:ext>
              </a:extLst>
            </p:cNvPr>
            <p:cNvSpPr/>
            <p:nvPr/>
          </p:nvSpPr>
          <p:spPr>
            <a:xfrm>
              <a:off x="10280185" y="38798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92" name="Hexagon 891">
              <a:extLst>
                <a:ext uri="{FF2B5EF4-FFF2-40B4-BE49-F238E27FC236}">
                  <a16:creationId xmlns:a16="http://schemas.microsoft.com/office/drawing/2014/main" id="{41AFD52E-A2D1-4121-AC25-1414529C12C1}"/>
                </a:ext>
              </a:extLst>
            </p:cNvPr>
            <p:cNvSpPr/>
            <p:nvPr/>
          </p:nvSpPr>
          <p:spPr>
            <a:xfrm>
              <a:off x="10517675" y="37808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F0F92F8D-0152-4FD0-ADCA-ABC800215420}"/>
                </a:ext>
              </a:extLst>
            </p:cNvPr>
            <p:cNvSpPr/>
            <p:nvPr/>
          </p:nvSpPr>
          <p:spPr>
            <a:xfrm>
              <a:off x="10513865" y="35979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94" name="Hexagon 893">
              <a:extLst>
                <a:ext uri="{FF2B5EF4-FFF2-40B4-BE49-F238E27FC236}">
                  <a16:creationId xmlns:a16="http://schemas.microsoft.com/office/drawing/2014/main" id="{12F265D5-BE52-4A32-A7B2-8D6B4EEB18FD}"/>
                </a:ext>
              </a:extLst>
            </p:cNvPr>
            <p:cNvSpPr/>
            <p:nvPr/>
          </p:nvSpPr>
          <p:spPr>
            <a:xfrm>
              <a:off x="10276375" y="36919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95" name="Hexagon 894">
              <a:extLst>
                <a:ext uri="{FF2B5EF4-FFF2-40B4-BE49-F238E27FC236}">
                  <a16:creationId xmlns:a16="http://schemas.microsoft.com/office/drawing/2014/main" id="{3DA50650-54AC-4E11-A80E-D24F68C369A4}"/>
                </a:ext>
              </a:extLst>
            </p:cNvPr>
            <p:cNvSpPr/>
            <p:nvPr/>
          </p:nvSpPr>
          <p:spPr>
            <a:xfrm>
              <a:off x="10275105" y="35090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96" name="Hexagon 895">
              <a:extLst>
                <a:ext uri="{FF2B5EF4-FFF2-40B4-BE49-F238E27FC236}">
                  <a16:creationId xmlns:a16="http://schemas.microsoft.com/office/drawing/2014/main" id="{FD1F1D57-0616-44E7-B2D7-26AEB08277EC}"/>
                </a:ext>
              </a:extLst>
            </p:cNvPr>
            <p:cNvSpPr/>
            <p:nvPr/>
          </p:nvSpPr>
          <p:spPr>
            <a:xfrm>
              <a:off x="10762785" y="35090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97" name="Hexagon 896">
              <a:extLst>
                <a:ext uri="{FF2B5EF4-FFF2-40B4-BE49-F238E27FC236}">
                  <a16:creationId xmlns:a16="http://schemas.microsoft.com/office/drawing/2014/main" id="{8D35BD02-2095-48CF-A2D3-B3EABDE4C309}"/>
                </a:ext>
              </a:extLst>
            </p:cNvPr>
            <p:cNvSpPr/>
            <p:nvPr/>
          </p:nvSpPr>
          <p:spPr>
            <a:xfrm>
              <a:off x="10518945" y="34201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98" name="Hexagon 897">
              <a:extLst>
                <a:ext uri="{FF2B5EF4-FFF2-40B4-BE49-F238E27FC236}">
                  <a16:creationId xmlns:a16="http://schemas.microsoft.com/office/drawing/2014/main" id="{C8DC7E19-80FE-4866-AD9C-DAADD7847E77}"/>
                </a:ext>
              </a:extLst>
            </p:cNvPr>
            <p:cNvSpPr/>
            <p:nvPr/>
          </p:nvSpPr>
          <p:spPr>
            <a:xfrm>
              <a:off x="10281455" y="33287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99" name="Hexagon 898">
              <a:extLst>
                <a:ext uri="{FF2B5EF4-FFF2-40B4-BE49-F238E27FC236}">
                  <a16:creationId xmlns:a16="http://schemas.microsoft.com/office/drawing/2014/main" id="{A7B588B9-31DA-4780-9D7A-551B7CC2B544}"/>
                </a:ext>
              </a:extLst>
            </p:cNvPr>
            <p:cNvSpPr/>
            <p:nvPr/>
          </p:nvSpPr>
          <p:spPr>
            <a:xfrm>
              <a:off x="10280185" y="3140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00" name="Hexagon 899">
              <a:extLst>
                <a:ext uri="{FF2B5EF4-FFF2-40B4-BE49-F238E27FC236}">
                  <a16:creationId xmlns:a16="http://schemas.microsoft.com/office/drawing/2014/main" id="{8A05F7D1-1F6C-429A-A766-2EAE66162647}"/>
                </a:ext>
              </a:extLst>
            </p:cNvPr>
            <p:cNvSpPr/>
            <p:nvPr/>
          </p:nvSpPr>
          <p:spPr>
            <a:xfrm>
              <a:off x="10042695" y="32347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01" name="Hexagon 900">
              <a:extLst>
                <a:ext uri="{FF2B5EF4-FFF2-40B4-BE49-F238E27FC236}">
                  <a16:creationId xmlns:a16="http://schemas.microsoft.com/office/drawing/2014/main" id="{47069BF0-7C47-49A6-9915-8044EFF0406E}"/>
                </a:ext>
              </a:extLst>
            </p:cNvPr>
            <p:cNvSpPr/>
            <p:nvPr/>
          </p:nvSpPr>
          <p:spPr>
            <a:xfrm>
              <a:off x="10041425" y="30518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02" name="Hexagon 901">
              <a:extLst>
                <a:ext uri="{FF2B5EF4-FFF2-40B4-BE49-F238E27FC236}">
                  <a16:creationId xmlns:a16="http://schemas.microsoft.com/office/drawing/2014/main" id="{BBB2AA95-DFF3-45A1-AA5F-8CEAD3B396BB}"/>
                </a:ext>
              </a:extLst>
            </p:cNvPr>
            <p:cNvSpPr/>
            <p:nvPr/>
          </p:nvSpPr>
          <p:spPr>
            <a:xfrm>
              <a:off x="9803935" y="31432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03" name="Hexagon 902">
              <a:extLst>
                <a:ext uri="{FF2B5EF4-FFF2-40B4-BE49-F238E27FC236}">
                  <a16:creationId xmlns:a16="http://schemas.microsoft.com/office/drawing/2014/main" id="{5ECEA14F-5D23-4634-9BC0-9ECAE041A811}"/>
                </a:ext>
              </a:extLst>
            </p:cNvPr>
            <p:cNvSpPr/>
            <p:nvPr/>
          </p:nvSpPr>
          <p:spPr>
            <a:xfrm>
              <a:off x="9802665" y="29604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04" name="Hexagon 903">
              <a:extLst>
                <a:ext uri="{FF2B5EF4-FFF2-40B4-BE49-F238E27FC236}">
                  <a16:creationId xmlns:a16="http://schemas.microsoft.com/office/drawing/2014/main" id="{0666677D-DCB4-440B-8D10-92500BDB6AD2}"/>
                </a:ext>
              </a:extLst>
            </p:cNvPr>
            <p:cNvSpPr/>
            <p:nvPr/>
          </p:nvSpPr>
          <p:spPr>
            <a:xfrm>
              <a:off x="9577875" y="32296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05" name="Hexagon 904">
              <a:extLst>
                <a:ext uri="{FF2B5EF4-FFF2-40B4-BE49-F238E27FC236}">
                  <a16:creationId xmlns:a16="http://schemas.microsoft.com/office/drawing/2014/main" id="{3E201604-B97B-41DB-97D8-56A9FC41515F}"/>
                </a:ext>
              </a:extLst>
            </p:cNvPr>
            <p:cNvSpPr/>
            <p:nvPr/>
          </p:nvSpPr>
          <p:spPr>
            <a:xfrm>
              <a:off x="9576605" y="30467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06" name="Hexagon 905">
              <a:extLst>
                <a:ext uri="{FF2B5EF4-FFF2-40B4-BE49-F238E27FC236}">
                  <a16:creationId xmlns:a16="http://schemas.microsoft.com/office/drawing/2014/main" id="{C7F43956-4C4E-4DF3-8295-6E0FFD7B7BC1}"/>
                </a:ext>
              </a:extLst>
            </p:cNvPr>
            <p:cNvSpPr/>
            <p:nvPr/>
          </p:nvSpPr>
          <p:spPr>
            <a:xfrm>
              <a:off x="9336575" y="31382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07" name="Hexagon 906">
              <a:extLst>
                <a:ext uri="{FF2B5EF4-FFF2-40B4-BE49-F238E27FC236}">
                  <a16:creationId xmlns:a16="http://schemas.microsoft.com/office/drawing/2014/main" id="{8E193974-525B-4C89-82F8-753F3C6CA48C}"/>
                </a:ext>
              </a:extLst>
            </p:cNvPr>
            <p:cNvSpPr/>
            <p:nvPr/>
          </p:nvSpPr>
          <p:spPr>
            <a:xfrm>
              <a:off x="9335305" y="29553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08" name="Hexagon 907">
              <a:extLst>
                <a:ext uri="{FF2B5EF4-FFF2-40B4-BE49-F238E27FC236}">
                  <a16:creationId xmlns:a16="http://schemas.microsoft.com/office/drawing/2014/main" id="{3EEAE4CB-F2B7-40F0-A250-C164E075E82E}"/>
                </a:ext>
              </a:extLst>
            </p:cNvPr>
            <p:cNvSpPr/>
            <p:nvPr/>
          </p:nvSpPr>
          <p:spPr>
            <a:xfrm>
              <a:off x="10275105" y="29578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09" name="Hexagon 908">
              <a:extLst>
                <a:ext uri="{FF2B5EF4-FFF2-40B4-BE49-F238E27FC236}">
                  <a16:creationId xmlns:a16="http://schemas.microsoft.com/office/drawing/2014/main" id="{2EA12221-5166-4354-BE7E-E1C2D48F5D80}"/>
                </a:ext>
              </a:extLst>
            </p:cNvPr>
            <p:cNvSpPr/>
            <p:nvPr/>
          </p:nvSpPr>
          <p:spPr>
            <a:xfrm>
              <a:off x="10036345" y="28689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10" name="Hexagon 909">
              <a:extLst>
                <a:ext uri="{FF2B5EF4-FFF2-40B4-BE49-F238E27FC236}">
                  <a16:creationId xmlns:a16="http://schemas.microsoft.com/office/drawing/2014/main" id="{3E849E32-482E-4F18-BF39-C913E1849ABC}"/>
                </a:ext>
              </a:extLst>
            </p:cNvPr>
            <p:cNvSpPr/>
            <p:nvPr/>
          </p:nvSpPr>
          <p:spPr>
            <a:xfrm>
              <a:off x="10036345" y="26835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11" name="Hexagon 910">
              <a:extLst>
                <a:ext uri="{FF2B5EF4-FFF2-40B4-BE49-F238E27FC236}">
                  <a16:creationId xmlns:a16="http://schemas.microsoft.com/office/drawing/2014/main" id="{4AB530D6-6DE8-4FF8-A3CB-E7A3A05FD3D2}"/>
                </a:ext>
              </a:extLst>
            </p:cNvPr>
            <p:cNvSpPr/>
            <p:nvPr/>
          </p:nvSpPr>
          <p:spPr>
            <a:xfrm>
              <a:off x="10277645" y="2592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12" name="Hexagon 911">
              <a:extLst>
                <a:ext uri="{FF2B5EF4-FFF2-40B4-BE49-F238E27FC236}">
                  <a16:creationId xmlns:a16="http://schemas.microsoft.com/office/drawing/2014/main" id="{994FAC49-E815-47F3-9307-ED81346F5FC8}"/>
                </a:ext>
              </a:extLst>
            </p:cNvPr>
            <p:cNvSpPr/>
            <p:nvPr/>
          </p:nvSpPr>
          <p:spPr>
            <a:xfrm>
              <a:off x="10518945" y="26835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13" name="Hexagon 912">
              <a:extLst>
                <a:ext uri="{FF2B5EF4-FFF2-40B4-BE49-F238E27FC236}">
                  <a16:creationId xmlns:a16="http://schemas.microsoft.com/office/drawing/2014/main" id="{51C17D62-D460-4A16-A5F2-D3D4577A637F}"/>
                </a:ext>
              </a:extLst>
            </p:cNvPr>
            <p:cNvSpPr/>
            <p:nvPr/>
          </p:nvSpPr>
          <p:spPr>
            <a:xfrm>
              <a:off x="10757705" y="2592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14" name="Hexagon 913">
              <a:extLst>
                <a:ext uri="{FF2B5EF4-FFF2-40B4-BE49-F238E27FC236}">
                  <a16:creationId xmlns:a16="http://schemas.microsoft.com/office/drawing/2014/main" id="{FD2D692E-DEB9-456D-97EC-4F88B11688D7}"/>
                </a:ext>
              </a:extLst>
            </p:cNvPr>
            <p:cNvSpPr/>
            <p:nvPr/>
          </p:nvSpPr>
          <p:spPr>
            <a:xfrm>
              <a:off x="10999005" y="26835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15" name="Hexagon 914">
              <a:extLst>
                <a:ext uri="{FF2B5EF4-FFF2-40B4-BE49-F238E27FC236}">
                  <a16:creationId xmlns:a16="http://schemas.microsoft.com/office/drawing/2014/main" id="{D3642350-CA5C-402D-A504-7EA13F2330BE}"/>
                </a:ext>
              </a:extLst>
            </p:cNvPr>
            <p:cNvSpPr/>
            <p:nvPr/>
          </p:nvSpPr>
          <p:spPr>
            <a:xfrm>
              <a:off x="11458745" y="26853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16" name="Hexagon 915">
              <a:extLst>
                <a:ext uri="{FF2B5EF4-FFF2-40B4-BE49-F238E27FC236}">
                  <a16:creationId xmlns:a16="http://schemas.microsoft.com/office/drawing/2014/main" id="{663837D1-6505-4F3B-80BD-C9032A708D5A}"/>
                </a:ext>
              </a:extLst>
            </p:cNvPr>
            <p:cNvSpPr/>
            <p:nvPr/>
          </p:nvSpPr>
          <p:spPr>
            <a:xfrm>
              <a:off x="10988845" y="25006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17" name="Hexagon 916">
              <a:extLst>
                <a:ext uri="{FF2B5EF4-FFF2-40B4-BE49-F238E27FC236}">
                  <a16:creationId xmlns:a16="http://schemas.microsoft.com/office/drawing/2014/main" id="{AB615142-FBC8-4453-8DDB-A13933433D80}"/>
                </a:ext>
              </a:extLst>
            </p:cNvPr>
            <p:cNvSpPr/>
            <p:nvPr/>
          </p:nvSpPr>
          <p:spPr>
            <a:xfrm>
              <a:off x="11230145" y="2592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18" name="Hexagon 917">
              <a:extLst>
                <a:ext uri="{FF2B5EF4-FFF2-40B4-BE49-F238E27FC236}">
                  <a16:creationId xmlns:a16="http://schemas.microsoft.com/office/drawing/2014/main" id="{30CF2890-C007-41E6-8DAD-5DA2AD3121A4}"/>
                </a:ext>
              </a:extLst>
            </p:cNvPr>
            <p:cNvSpPr/>
            <p:nvPr/>
          </p:nvSpPr>
          <p:spPr>
            <a:xfrm>
              <a:off x="11463825" y="25024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19" name="Hexagon 918">
              <a:extLst>
                <a:ext uri="{FF2B5EF4-FFF2-40B4-BE49-F238E27FC236}">
                  <a16:creationId xmlns:a16="http://schemas.microsoft.com/office/drawing/2014/main" id="{ADF194A1-56FB-4F60-B351-0CFCFCC5DFA4}"/>
                </a:ext>
              </a:extLst>
            </p:cNvPr>
            <p:cNvSpPr/>
            <p:nvPr/>
          </p:nvSpPr>
          <p:spPr>
            <a:xfrm>
              <a:off x="10993925" y="23177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20" name="Hexagon 919">
              <a:extLst>
                <a:ext uri="{FF2B5EF4-FFF2-40B4-BE49-F238E27FC236}">
                  <a16:creationId xmlns:a16="http://schemas.microsoft.com/office/drawing/2014/main" id="{651D04B9-C981-4807-B823-02EE482B4C61}"/>
                </a:ext>
              </a:extLst>
            </p:cNvPr>
            <p:cNvSpPr/>
            <p:nvPr/>
          </p:nvSpPr>
          <p:spPr>
            <a:xfrm>
              <a:off x="11235225" y="24092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21" name="Hexagon 920">
              <a:extLst>
                <a:ext uri="{FF2B5EF4-FFF2-40B4-BE49-F238E27FC236}">
                  <a16:creationId xmlns:a16="http://schemas.microsoft.com/office/drawing/2014/main" id="{6372A560-0C09-4FE9-AD17-2D8CE1800385}"/>
                </a:ext>
              </a:extLst>
            </p:cNvPr>
            <p:cNvSpPr/>
            <p:nvPr/>
          </p:nvSpPr>
          <p:spPr>
            <a:xfrm>
              <a:off x="11466365" y="23144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22" name="Hexagon 921">
              <a:extLst>
                <a:ext uri="{FF2B5EF4-FFF2-40B4-BE49-F238E27FC236}">
                  <a16:creationId xmlns:a16="http://schemas.microsoft.com/office/drawing/2014/main" id="{038A6951-B4D0-442E-8444-58B5D9B944E6}"/>
                </a:ext>
              </a:extLst>
            </p:cNvPr>
            <p:cNvSpPr/>
            <p:nvPr/>
          </p:nvSpPr>
          <p:spPr>
            <a:xfrm>
              <a:off x="10996465" y="21298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23" name="Hexagon 922">
              <a:extLst>
                <a:ext uri="{FF2B5EF4-FFF2-40B4-BE49-F238E27FC236}">
                  <a16:creationId xmlns:a16="http://schemas.microsoft.com/office/drawing/2014/main" id="{D507AC20-120F-4810-87C1-3263D754019C}"/>
                </a:ext>
              </a:extLst>
            </p:cNvPr>
            <p:cNvSpPr/>
            <p:nvPr/>
          </p:nvSpPr>
          <p:spPr>
            <a:xfrm>
              <a:off x="11237765" y="22212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24" name="Hexagon 923">
              <a:extLst>
                <a:ext uri="{FF2B5EF4-FFF2-40B4-BE49-F238E27FC236}">
                  <a16:creationId xmlns:a16="http://schemas.microsoft.com/office/drawing/2014/main" id="{C8A2A163-B713-48A8-89E1-4C80A598BF0C}"/>
                </a:ext>
              </a:extLst>
            </p:cNvPr>
            <p:cNvSpPr/>
            <p:nvPr/>
          </p:nvSpPr>
          <p:spPr>
            <a:xfrm>
              <a:off x="11705125" y="22230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25" name="Hexagon 924">
              <a:extLst>
                <a:ext uri="{FF2B5EF4-FFF2-40B4-BE49-F238E27FC236}">
                  <a16:creationId xmlns:a16="http://schemas.microsoft.com/office/drawing/2014/main" id="{36170F3C-10D2-4398-AEBA-097492EE2A85}"/>
                </a:ext>
              </a:extLst>
            </p:cNvPr>
            <p:cNvSpPr/>
            <p:nvPr/>
          </p:nvSpPr>
          <p:spPr>
            <a:xfrm>
              <a:off x="11237765" y="20409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26" name="Hexagon 925">
              <a:extLst>
                <a:ext uri="{FF2B5EF4-FFF2-40B4-BE49-F238E27FC236}">
                  <a16:creationId xmlns:a16="http://schemas.microsoft.com/office/drawing/2014/main" id="{C5FA2563-6828-480E-A89F-F8B39D4A13D9}"/>
                </a:ext>
              </a:extLst>
            </p:cNvPr>
            <p:cNvSpPr/>
            <p:nvPr/>
          </p:nvSpPr>
          <p:spPr>
            <a:xfrm>
              <a:off x="11476525" y="21298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27" name="Hexagon 926">
              <a:extLst>
                <a:ext uri="{FF2B5EF4-FFF2-40B4-BE49-F238E27FC236}">
                  <a16:creationId xmlns:a16="http://schemas.microsoft.com/office/drawing/2014/main" id="{E7B00F07-8E97-4F82-827B-54C962E084B8}"/>
                </a:ext>
              </a:extLst>
            </p:cNvPr>
            <p:cNvSpPr/>
            <p:nvPr/>
          </p:nvSpPr>
          <p:spPr>
            <a:xfrm>
              <a:off x="10765325" y="24066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28" name="Hexagon 927">
              <a:extLst>
                <a:ext uri="{FF2B5EF4-FFF2-40B4-BE49-F238E27FC236}">
                  <a16:creationId xmlns:a16="http://schemas.microsoft.com/office/drawing/2014/main" id="{F063BC4E-E68F-4604-A5C0-21A4312D079E}"/>
                </a:ext>
              </a:extLst>
            </p:cNvPr>
            <p:cNvSpPr/>
            <p:nvPr/>
          </p:nvSpPr>
          <p:spPr>
            <a:xfrm>
              <a:off x="10755165" y="22238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29" name="Hexagon 928">
              <a:extLst>
                <a:ext uri="{FF2B5EF4-FFF2-40B4-BE49-F238E27FC236}">
                  <a16:creationId xmlns:a16="http://schemas.microsoft.com/office/drawing/2014/main" id="{F74065D1-76B1-4632-A69B-ED9856687CB9}"/>
                </a:ext>
              </a:extLst>
            </p:cNvPr>
            <p:cNvSpPr/>
            <p:nvPr/>
          </p:nvSpPr>
          <p:spPr>
            <a:xfrm>
              <a:off x="10755165" y="20409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30" name="Hexagon 929">
              <a:extLst>
                <a:ext uri="{FF2B5EF4-FFF2-40B4-BE49-F238E27FC236}">
                  <a16:creationId xmlns:a16="http://schemas.microsoft.com/office/drawing/2014/main" id="{F6729A74-8BB5-477A-9530-2F304461BF26}"/>
                </a:ext>
              </a:extLst>
            </p:cNvPr>
            <p:cNvSpPr/>
            <p:nvPr/>
          </p:nvSpPr>
          <p:spPr>
            <a:xfrm>
              <a:off x="10760245" y="18529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31" name="Hexagon 930">
              <a:extLst>
                <a:ext uri="{FF2B5EF4-FFF2-40B4-BE49-F238E27FC236}">
                  <a16:creationId xmlns:a16="http://schemas.microsoft.com/office/drawing/2014/main" id="{E570AC1F-49B6-4917-A395-B3B538957965}"/>
                </a:ext>
              </a:extLst>
            </p:cNvPr>
            <p:cNvSpPr/>
            <p:nvPr/>
          </p:nvSpPr>
          <p:spPr>
            <a:xfrm>
              <a:off x="10518945" y="23127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32" name="Hexagon 931">
              <a:extLst>
                <a:ext uri="{FF2B5EF4-FFF2-40B4-BE49-F238E27FC236}">
                  <a16:creationId xmlns:a16="http://schemas.microsoft.com/office/drawing/2014/main" id="{A8AC608D-AD26-4FFE-AB5D-10762182D199}"/>
                </a:ext>
              </a:extLst>
            </p:cNvPr>
            <p:cNvSpPr/>
            <p:nvPr/>
          </p:nvSpPr>
          <p:spPr>
            <a:xfrm>
              <a:off x="10526565" y="21272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33" name="Hexagon 932">
              <a:extLst>
                <a:ext uri="{FF2B5EF4-FFF2-40B4-BE49-F238E27FC236}">
                  <a16:creationId xmlns:a16="http://schemas.microsoft.com/office/drawing/2014/main" id="{B496B365-897D-42B2-85FE-4126BC441726}"/>
                </a:ext>
              </a:extLst>
            </p:cNvPr>
            <p:cNvSpPr/>
            <p:nvPr/>
          </p:nvSpPr>
          <p:spPr>
            <a:xfrm>
              <a:off x="10516405" y="19444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34" name="Hexagon 933">
              <a:extLst>
                <a:ext uri="{FF2B5EF4-FFF2-40B4-BE49-F238E27FC236}">
                  <a16:creationId xmlns:a16="http://schemas.microsoft.com/office/drawing/2014/main" id="{E863494A-5AA5-4C2D-9F71-A9A0B416F3D5}"/>
                </a:ext>
              </a:extLst>
            </p:cNvPr>
            <p:cNvSpPr/>
            <p:nvPr/>
          </p:nvSpPr>
          <p:spPr>
            <a:xfrm>
              <a:off x="10280185" y="24066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35" name="Hexagon 934">
              <a:extLst>
                <a:ext uri="{FF2B5EF4-FFF2-40B4-BE49-F238E27FC236}">
                  <a16:creationId xmlns:a16="http://schemas.microsoft.com/office/drawing/2014/main" id="{1F0D54E7-2246-4F04-B000-8198D70AA7C0}"/>
                </a:ext>
              </a:extLst>
            </p:cNvPr>
            <p:cNvSpPr/>
            <p:nvPr/>
          </p:nvSpPr>
          <p:spPr>
            <a:xfrm>
              <a:off x="10988845" y="19520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36" name="Hexagon 935">
              <a:extLst>
                <a:ext uri="{FF2B5EF4-FFF2-40B4-BE49-F238E27FC236}">
                  <a16:creationId xmlns:a16="http://schemas.microsoft.com/office/drawing/2014/main" id="{8C40433A-084E-472B-B107-292CBCE8AE94}"/>
                </a:ext>
              </a:extLst>
            </p:cNvPr>
            <p:cNvSpPr/>
            <p:nvPr/>
          </p:nvSpPr>
          <p:spPr>
            <a:xfrm>
              <a:off x="10991385" y="17640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37" name="Hexagon 936">
              <a:extLst>
                <a:ext uri="{FF2B5EF4-FFF2-40B4-BE49-F238E27FC236}">
                  <a16:creationId xmlns:a16="http://schemas.microsoft.com/office/drawing/2014/main" id="{33CAB0E8-244D-44EE-A931-18C3A5FF574E}"/>
                </a:ext>
              </a:extLst>
            </p:cNvPr>
            <p:cNvSpPr/>
            <p:nvPr/>
          </p:nvSpPr>
          <p:spPr>
            <a:xfrm>
              <a:off x="10750085" y="16751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38" name="Hexagon 937">
              <a:extLst>
                <a:ext uri="{FF2B5EF4-FFF2-40B4-BE49-F238E27FC236}">
                  <a16:creationId xmlns:a16="http://schemas.microsoft.com/office/drawing/2014/main" id="{B3CBC1C7-6EC3-4E4E-B00C-99F87DCD0072}"/>
                </a:ext>
              </a:extLst>
            </p:cNvPr>
            <p:cNvSpPr/>
            <p:nvPr/>
          </p:nvSpPr>
          <p:spPr>
            <a:xfrm>
              <a:off x="11702585" y="20401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39" name="Hexagon 938">
              <a:extLst>
                <a:ext uri="{FF2B5EF4-FFF2-40B4-BE49-F238E27FC236}">
                  <a16:creationId xmlns:a16="http://schemas.microsoft.com/office/drawing/2014/main" id="{722947D8-8964-474E-87BD-C4AEEFCC9B3A}"/>
                </a:ext>
              </a:extLst>
            </p:cNvPr>
            <p:cNvSpPr/>
            <p:nvPr/>
          </p:nvSpPr>
          <p:spPr>
            <a:xfrm>
              <a:off x="11473985" y="19469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41" name="Hexagon 940">
              <a:extLst>
                <a:ext uri="{FF2B5EF4-FFF2-40B4-BE49-F238E27FC236}">
                  <a16:creationId xmlns:a16="http://schemas.microsoft.com/office/drawing/2014/main" id="{16EB3F2B-840E-4B10-A7EE-FF743AEF6C12}"/>
                </a:ext>
              </a:extLst>
            </p:cNvPr>
            <p:cNvSpPr/>
            <p:nvPr/>
          </p:nvSpPr>
          <p:spPr>
            <a:xfrm>
              <a:off x="7459456" y="60789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42" name="Hexagon 941">
              <a:extLst>
                <a:ext uri="{FF2B5EF4-FFF2-40B4-BE49-F238E27FC236}">
                  <a16:creationId xmlns:a16="http://schemas.microsoft.com/office/drawing/2014/main" id="{956FF2AD-8B02-4F89-9009-A445D503E442}"/>
                </a:ext>
              </a:extLst>
            </p:cNvPr>
            <p:cNvSpPr/>
            <p:nvPr/>
          </p:nvSpPr>
          <p:spPr>
            <a:xfrm>
              <a:off x="7683670" y="59893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43" name="Hexagon 942">
              <a:extLst>
                <a:ext uri="{FF2B5EF4-FFF2-40B4-BE49-F238E27FC236}">
                  <a16:creationId xmlns:a16="http://schemas.microsoft.com/office/drawing/2014/main" id="{2276B968-11AB-410A-BDE6-4F3A4F370E87}"/>
                </a:ext>
              </a:extLst>
            </p:cNvPr>
            <p:cNvSpPr/>
            <p:nvPr/>
          </p:nvSpPr>
          <p:spPr>
            <a:xfrm>
              <a:off x="7921795" y="5900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44" name="Hexagon 943">
              <a:extLst>
                <a:ext uri="{FF2B5EF4-FFF2-40B4-BE49-F238E27FC236}">
                  <a16:creationId xmlns:a16="http://schemas.microsoft.com/office/drawing/2014/main" id="{21DF91B4-53DF-4798-B54F-4976467B1FBE}"/>
                </a:ext>
              </a:extLst>
            </p:cNvPr>
            <p:cNvSpPr/>
            <p:nvPr/>
          </p:nvSpPr>
          <p:spPr>
            <a:xfrm>
              <a:off x="7690020" y="58039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45" name="Hexagon 944">
              <a:extLst>
                <a:ext uri="{FF2B5EF4-FFF2-40B4-BE49-F238E27FC236}">
                  <a16:creationId xmlns:a16="http://schemas.microsoft.com/office/drawing/2014/main" id="{9CF7638A-DC2F-496D-993F-D0895B6777E6}"/>
                </a:ext>
              </a:extLst>
            </p:cNvPr>
            <p:cNvSpPr/>
            <p:nvPr/>
          </p:nvSpPr>
          <p:spPr>
            <a:xfrm>
              <a:off x="7683670" y="56261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46" name="Hexagon 945">
              <a:extLst>
                <a:ext uri="{FF2B5EF4-FFF2-40B4-BE49-F238E27FC236}">
                  <a16:creationId xmlns:a16="http://schemas.microsoft.com/office/drawing/2014/main" id="{46B32D0E-F1B7-4AD6-92C3-1B2A3EFB4451}"/>
                </a:ext>
              </a:extLst>
            </p:cNvPr>
            <p:cNvSpPr/>
            <p:nvPr/>
          </p:nvSpPr>
          <p:spPr>
            <a:xfrm>
              <a:off x="7924335" y="57175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47" name="Hexagon 946">
              <a:extLst>
                <a:ext uri="{FF2B5EF4-FFF2-40B4-BE49-F238E27FC236}">
                  <a16:creationId xmlns:a16="http://schemas.microsoft.com/office/drawing/2014/main" id="{ED674712-D978-4195-9A08-E45A314E5288}"/>
                </a:ext>
              </a:extLst>
            </p:cNvPr>
            <p:cNvSpPr/>
            <p:nvPr/>
          </p:nvSpPr>
          <p:spPr>
            <a:xfrm>
              <a:off x="7924970" y="55321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48" name="Hexagon 947">
              <a:extLst>
                <a:ext uri="{FF2B5EF4-FFF2-40B4-BE49-F238E27FC236}">
                  <a16:creationId xmlns:a16="http://schemas.microsoft.com/office/drawing/2014/main" id="{27339D8C-288B-4CF4-A620-CDDE7DF31DB2}"/>
                </a:ext>
              </a:extLst>
            </p:cNvPr>
            <p:cNvSpPr/>
            <p:nvPr/>
          </p:nvSpPr>
          <p:spPr>
            <a:xfrm>
              <a:off x="8165635" y="56236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49" name="Hexagon 948">
              <a:extLst>
                <a:ext uri="{FF2B5EF4-FFF2-40B4-BE49-F238E27FC236}">
                  <a16:creationId xmlns:a16="http://schemas.microsoft.com/office/drawing/2014/main" id="{69B14E2A-BA7C-4A99-9D30-9DE8FFEA1F7F}"/>
                </a:ext>
              </a:extLst>
            </p:cNvPr>
            <p:cNvSpPr/>
            <p:nvPr/>
          </p:nvSpPr>
          <p:spPr>
            <a:xfrm>
              <a:off x="7927510" y="53467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50" name="Hexagon 949">
              <a:extLst>
                <a:ext uri="{FF2B5EF4-FFF2-40B4-BE49-F238E27FC236}">
                  <a16:creationId xmlns:a16="http://schemas.microsoft.com/office/drawing/2014/main" id="{3734D1D5-A767-4117-95C2-5C6CB75504F7}"/>
                </a:ext>
              </a:extLst>
            </p:cNvPr>
            <p:cNvSpPr/>
            <p:nvPr/>
          </p:nvSpPr>
          <p:spPr>
            <a:xfrm>
              <a:off x="8168175" y="54381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51" name="Hexagon 950">
              <a:extLst>
                <a:ext uri="{FF2B5EF4-FFF2-40B4-BE49-F238E27FC236}">
                  <a16:creationId xmlns:a16="http://schemas.microsoft.com/office/drawing/2014/main" id="{A4F16E11-276E-4871-B291-DDDC66F9F5FA}"/>
                </a:ext>
              </a:extLst>
            </p:cNvPr>
            <p:cNvSpPr/>
            <p:nvPr/>
          </p:nvSpPr>
          <p:spPr>
            <a:xfrm>
              <a:off x="8163730" y="52502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52" name="Hexagon 951">
              <a:extLst>
                <a:ext uri="{FF2B5EF4-FFF2-40B4-BE49-F238E27FC236}">
                  <a16:creationId xmlns:a16="http://schemas.microsoft.com/office/drawing/2014/main" id="{388E1413-7D24-4477-8A5A-4925E7430233}"/>
                </a:ext>
              </a:extLst>
            </p:cNvPr>
            <p:cNvSpPr/>
            <p:nvPr/>
          </p:nvSpPr>
          <p:spPr>
            <a:xfrm>
              <a:off x="8406935" y="51562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53" name="Hexagon 952">
              <a:extLst>
                <a:ext uri="{FF2B5EF4-FFF2-40B4-BE49-F238E27FC236}">
                  <a16:creationId xmlns:a16="http://schemas.microsoft.com/office/drawing/2014/main" id="{A45B20D4-79C9-4855-A8AA-56E631D69B3F}"/>
                </a:ext>
              </a:extLst>
            </p:cNvPr>
            <p:cNvSpPr/>
            <p:nvPr/>
          </p:nvSpPr>
          <p:spPr>
            <a:xfrm>
              <a:off x="4867347" y="61717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54" name="Hexagon 953">
              <a:extLst>
                <a:ext uri="{FF2B5EF4-FFF2-40B4-BE49-F238E27FC236}">
                  <a16:creationId xmlns:a16="http://schemas.microsoft.com/office/drawing/2014/main" id="{0AC7A6F9-7D42-4D10-9847-6D38C2396B6D}"/>
                </a:ext>
              </a:extLst>
            </p:cNvPr>
            <p:cNvSpPr/>
            <p:nvPr/>
          </p:nvSpPr>
          <p:spPr>
            <a:xfrm>
              <a:off x="4631741" y="60794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55" name="Hexagon 954">
              <a:extLst>
                <a:ext uri="{FF2B5EF4-FFF2-40B4-BE49-F238E27FC236}">
                  <a16:creationId xmlns:a16="http://schemas.microsoft.com/office/drawing/2014/main" id="{ABEA0477-545A-4172-940A-2D3157EFD856}"/>
                </a:ext>
              </a:extLst>
            </p:cNvPr>
            <p:cNvSpPr/>
            <p:nvPr/>
          </p:nvSpPr>
          <p:spPr>
            <a:xfrm>
              <a:off x="4631127" y="58948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56" name="Hexagon 955">
              <a:extLst>
                <a:ext uri="{FF2B5EF4-FFF2-40B4-BE49-F238E27FC236}">
                  <a16:creationId xmlns:a16="http://schemas.microsoft.com/office/drawing/2014/main" id="{217281F5-4B9B-430D-9D4C-6B0D3F2EA551}"/>
                </a:ext>
              </a:extLst>
            </p:cNvPr>
            <p:cNvSpPr/>
            <p:nvPr/>
          </p:nvSpPr>
          <p:spPr>
            <a:xfrm>
              <a:off x="4395521" y="58076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57" name="Hexagon 956">
              <a:extLst>
                <a:ext uri="{FF2B5EF4-FFF2-40B4-BE49-F238E27FC236}">
                  <a16:creationId xmlns:a16="http://schemas.microsoft.com/office/drawing/2014/main" id="{A151A881-E50E-4C37-8E72-77316D28EA30}"/>
                </a:ext>
              </a:extLst>
            </p:cNvPr>
            <p:cNvSpPr/>
            <p:nvPr/>
          </p:nvSpPr>
          <p:spPr>
            <a:xfrm>
              <a:off x="4631127" y="57145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58" name="Hexagon 957">
              <a:extLst>
                <a:ext uri="{FF2B5EF4-FFF2-40B4-BE49-F238E27FC236}">
                  <a16:creationId xmlns:a16="http://schemas.microsoft.com/office/drawing/2014/main" id="{B934F297-E223-408F-AEBF-39094ECD230E}"/>
                </a:ext>
              </a:extLst>
            </p:cNvPr>
            <p:cNvSpPr/>
            <p:nvPr/>
          </p:nvSpPr>
          <p:spPr>
            <a:xfrm>
              <a:off x="4398061" y="56248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59" name="Hexagon 958">
              <a:extLst>
                <a:ext uri="{FF2B5EF4-FFF2-40B4-BE49-F238E27FC236}">
                  <a16:creationId xmlns:a16="http://schemas.microsoft.com/office/drawing/2014/main" id="{441C4007-47B1-4663-8068-898ADC13F518}"/>
                </a:ext>
              </a:extLst>
            </p:cNvPr>
            <p:cNvSpPr/>
            <p:nvPr/>
          </p:nvSpPr>
          <p:spPr>
            <a:xfrm>
              <a:off x="4158687" y="55291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60" name="Hexagon 959">
              <a:extLst>
                <a:ext uri="{FF2B5EF4-FFF2-40B4-BE49-F238E27FC236}">
                  <a16:creationId xmlns:a16="http://schemas.microsoft.com/office/drawing/2014/main" id="{5685C56C-4034-4E6A-8567-7A7E0E8149B3}"/>
                </a:ext>
              </a:extLst>
            </p:cNvPr>
            <p:cNvSpPr/>
            <p:nvPr/>
          </p:nvSpPr>
          <p:spPr>
            <a:xfrm>
              <a:off x="3925621" y="54393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61" name="Hexagon 960">
              <a:extLst>
                <a:ext uri="{FF2B5EF4-FFF2-40B4-BE49-F238E27FC236}">
                  <a16:creationId xmlns:a16="http://schemas.microsoft.com/office/drawing/2014/main" id="{D2086522-0E3C-4596-A2F9-5CEEE58B71AD}"/>
                </a:ext>
              </a:extLst>
            </p:cNvPr>
            <p:cNvSpPr/>
            <p:nvPr/>
          </p:nvSpPr>
          <p:spPr>
            <a:xfrm>
              <a:off x="4158687" y="53462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62" name="Hexagon 961">
              <a:extLst>
                <a:ext uri="{FF2B5EF4-FFF2-40B4-BE49-F238E27FC236}">
                  <a16:creationId xmlns:a16="http://schemas.microsoft.com/office/drawing/2014/main" id="{8C0F8B6E-7FC1-4F70-9FF9-6BA0051CDD69}"/>
                </a:ext>
              </a:extLst>
            </p:cNvPr>
            <p:cNvSpPr/>
            <p:nvPr/>
          </p:nvSpPr>
          <p:spPr>
            <a:xfrm>
              <a:off x="3928161" y="52514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63" name="Hexagon 962">
              <a:extLst>
                <a:ext uri="{FF2B5EF4-FFF2-40B4-BE49-F238E27FC236}">
                  <a16:creationId xmlns:a16="http://schemas.microsoft.com/office/drawing/2014/main" id="{6308F88A-E512-4DA3-90DD-D4A598F8A473}"/>
                </a:ext>
              </a:extLst>
            </p:cNvPr>
            <p:cNvSpPr/>
            <p:nvPr/>
          </p:nvSpPr>
          <p:spPr>
            <a:xfrm>
              <a:off x="4394907" y="52548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64" name="Hexagon 963">
              <a:extLst>
                <a:ext uri="{FF2B5EF4-FFF2-40B4-BE49-F238E27FC236}">
                  <a16:creationId xmlns:a16="http://schemas.microsoft.com/office/drawing/2014/main" id="{45B1E31D-05AC-4EC4-A1F1-F45098861EE3}"/>
                </a:ext>
              </a:extLst>
            </p:cNvPr>
            <p:cNvSpPr/>
            <p:nvPr/>
          </p:nvSpPr>
          <p:spPr>
            <a:xfrm>
              <a:off x="4161841" y="51625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65" name="Hexagon 964">
              <a:extLst>
                <a:ext uri="{FF2B5EF4-FFF2-40B4-BE49-F238E27FC236}">
                  <a16:creationId xmlns:a16="http://schemas.microsoft.com/office/drawing/2014/main" id="{E9B374B2-263C-43A3-A753-CB6109FA1E9A}"/>
                </a:ext>
              </a:extLst>
            </p:cNvPr>
            <p:cNvSpPr/>
            <p:nvPr/>
          </p:nvSpPr>
          <p:spPr>
            <a:xfrm>
              <a:off x="4392367" y="54427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66" name="Hexagon 965">
              <a:extLst>
                <a:ext uri="{FF2B5EF4-FFF2-40B4-BE49-F238E27FC236}">
                  <a16:creationId xmlns:a16="http://schemas.microsoft.com/office/drawing/2014/main" id="{B681D1D3-EBDB-43D7-B95F-4BB77BD1737C}"/>
                </a:ext>
              </a:extLst>
            </p:cNvPr>
            <p:cNvSpPr/>
            <p:nvPr/>
          </p:nvSpPr>
          <p:spPr>
            <a:xfrm>
              <a:off x="4867347" y="58085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67" name="Hexagon 966">
              <a:extLst>
                <a:ext uri="{FF2B5EF4-FFF2-40B4-BE49-F238E27FC236}">
                  <a16:creationId xmlns:a16="http://schemas.microsoft.com/office/drawing/2014/main" id="{19922C26-59A9-4160-9390-8444137783E6}"/>
                </a:ext>
              </a:extLst>
            </p:cNvPr>
            <p:cNvSpPr/>
            <p:nvPr/>
          </p:nvSpPr>
          <p:spPr>
            <a:xfrm>
              <a:off x="1331010" y="5162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68" name="Hexagon 967">
              <a:extLst>
                <a:ext uri="{FF2B5EF4-FFF2-40B4-BE49-F238E27FC236}">
                  <a16:creationId xmlns:a16="http://schemas.microsoft.com/office/drawing/2014/main" id="{33B99736-7C32-471C-A918-F5A8BF2CB653}"/>
                </a:ext>
              </a:extLst>
            </p:cNvPr>
            <p:cNvSpPr/>
            <p:nvPr/>
          </p:nvSpPr>
          <p:spPr>
            <a:xfrm>
              <a:off x="1090504" y="50739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69" name="Hexagon 968">
              <a:extLst>
                <a:ext uri="{FF2B5EF4-FFF2-40B4-BE49-F238E27FC236}">
                  <a16:creationId xmlns:a16="http://schemas.microsoft.com/office/drawing/2014/main" id="{CBD54B7E-9B41-43E6-997D-F4F9A6E5E554}"/>
                </a:ext>
              </a:extLst>
            </p:cNvPr>
            <p:cNvSpPr/>
            <p:nvPr/>
          </p:nvSpPr>
          <p:spPr>
            <a:xfrm>
              <a:off x="1564690" y="50680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70" name="Hexagon 969">
              <a:extLst>
                <a:ext uri="{FF2B5EF4-FFF2-40B4-BE49-F238E27FC236}">
                  <a16:creationId xmlns:a16="http://schemas.microsoft.com/office/drawing/2014/main" id="{FF1BA232-2027-4F18-92BC-C549B863A05F}"/>
                </a:ext>
              </a:extLst>
            </p:cNvPr>
            <p:cNvSpPr/>
            <p:nvPr/>
          </p:nvSpPr>
          <p:spPr>
            <a:xfrm>
              <a:off x="2035861" y="50647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71" name="Hexagon 970">
              <a:extLst>
                <a:ext uri="{FF2B5EF4-FFF2-40B4-BE49-F238E27FC236}">
                  <a16:creationId xmlns:a16="http://schemas.microsoft.com/office/drawing/2014/main" id="{1B3A62ED-18A5-405A-91B4-E8FE4A8AC837}"/>
                </a:ext>
              </a:extLst>
            </p:cNvPr>
            <p:cNvSpPr/>
            <p:nvPr/>
          </p:nvSpPr>
          <p:spPr>
            <a:xfrm>
              <a:off x="1800117" y="49766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72" name="Hexagon 971">
              <a:extLst>
                <a:ext uri="{FF2B5EF4-FFF2-40B4-BE49-F238E27FC236}">
                  <a16:creationId xmlns:a16="http://schemas.microsoft.com/office/drawing/2014/main" id="{51119C0E-C9F2-4D18-BB10-6AA36C74CCD2}"/>
                </a:ext>
              </a:extLst>
            </p:cNvPr>
            <p:cNvSpPr/>
            <p:nvPr/>
          </p:nvSpPr>
          <p:spPr>
            <a:xfrm>
              <a:off x="1564690" y="48877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74" name="Hexagon 973">
              <a:extLst>
                <a:ext uri="{FF2B5EF4-FFF2-40B4-BE49-F238E27FC236}">
                  <a16:creationId xmlns:a16="http://schemas.microsoft.com/office/drawing/2014/main" id="{F908F33B-DB6B-4771-9161-8D409C900148}"/>
                </a:ext>
              </a:extLst>
            </p:cNvPr>
            <p:cNvSpPr/>
            <p:nvPr/>
          </p:nvSpPr>
          <p:spPr>
            <a:xfrm>
              <a:off x="1327677" y="49766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75" name="Hexagon 974">
              <a:extLst>
                <a:ext uri="{FF2B5EF4-FFF2-40B4-BE49-F238E27FC236}">
                  <a16:creationId xmlns:a16="http://schemas.microsoft.com/office/drawing/2014/main" id="{B7C3BF63-E4EB-4DCE-A4E1-223393C41E94}"/>
                </a:ext>
              </a:extLst>
            </p:cNvPr>
            <p:cNvSpPr/>
            <p:nvPr/>
          </p:nvSpPr>
          <p:spPr>
            <a:xfrm>
              <a:off x="1099870" y="48877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76" name="Hexagon 975">
              <a:extLst>
                <a:ext uri="{FF2B5EF4-FFF2-40B4-BE49-F238E27FC236}">
                  <a16:creationId xmlns:a16="http://schemas.microsoft.com/office/drawing/2014/main" id="{5FD8FD64-5980-4707-9FB5-32105746F1D0}"/>
                </a:ext>
              </a:extLst>
            </p:cNvPr>
            <p:cNvSpPr/>
            <p:nvPr/>
          </p:nvSpPr>
          <p:spPr>
            <a:xfrm>
              <a:off x="1325137" y="4793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77" name="Hexagon 976">
              <a:extLst>
                <a:ext uri="{FF2B5EF4-FFF2-40B4-BE49-F238E27FC236}">
                  <a16:creationId xmlns:a16="http://schemas.microsoft.com/office/drawing/2014/main" id="{75649FCF-DA7C-4E23-BD26-1850E1DA6F22}"/>
                </a:ext>
              </a:extLst>
            </p:cNvPr>
            <p:cNvSpPr/>
            <p:nvPr/>
          </p:nvSpPr>
          <p:spPr>
            <a:xfrm>
              <a:off x="1097330" y="4704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78" name="Hexagon 977">
              <a:extLst>
                <a:ext uri="{FF2B5EF4-FFF2-40B4-BE49-F238E27FC236}">
                  <a16:creationId xmlns:a16="http://schemas.microsoft.com/office/drawing/2014/main" id="{DADE4B1E-7ADC-4231-9098-E1F8B4D50A32}"/>
                </a:ext>
              </a:extLst>
            </p:cNvPr>
            <p:cNvSpPr/>
            <p:nvPr/>
          </p:nvSpPr>
          <p:spPr>
            <a:xfrm>
              <a:off x="2035861" y="48818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79" name="Hexagon 978">
              <a:extLst>
                <a:ext uri="{FF2B5EF4-FFF2-40B4-BE49-F238E27FC236}">
                  <a16:creationId xmlns:a16="http://schemas.microsoft.com/office/drawing/2014/main" id="{3626862A-B46E-4F3E-8C93-1927D5673265}"/>
                </a:ext>
              </a:extLst>
            </p:cNvPr>
            <p:cNvSpPr/>
            <p:nvPr/>
          </p:nvSpPr>
          <p:spPr>
            <a:xfrm>
              <a:off x="1800117" y="4793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80" name="Hexagon 979">
              <a:extLst>
                <a:ext uri="{FF2B5EF4-FFF2-40B4-BE49-F238E27FC236}">
                  <a16:creationId xmlns:a16="http://schemas.microsoft.com/office/drawing/2014/main" id="{C71BD02A-A2F5-434E-B567-0AC88A0BE414}"/>
                </a:ext>
              </a:extLst>
            </p:cNvPr>
            <p:cNvSpPr/>
            <p:nvPr/>
          </p:nvSpPr>
          <p:spPr>
            <a:xfrm>
              <a:off x="1564690" y="4704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81" name="Hexagon 980">
              <a:extLst>
                <a:ext uri="{FF2B5EF4-FFF2-40B4-BE49-F238E27FC236}">
                  <a16:creationId xmlns:a16="http://schemas.microsoft.com/office/drawing/2014/main" id="{C7AB09A2-1B02-4ABE-BDAE-813B46F33470}"/>
                </a:ext>
              </a:extLst>
            </p:cNvPr>
            <p:cNvSpPr/>
            <p:nvPr/>
          </p:nvSpPr>
          <p:spPr>
            <a:xfrm>
              <a:off x="1325137" y="46108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82" name="Hexagon 981">
              <a:extLst>
                <a:ext uri="{FF2B5EF4-FFF2-40B4-BE49-F238E27FC236}">
                  <a16:creationId xmlns:a16="http://schemas.microsoft.com/office/drawing/2014/main" id="{1C3DDF6D-8CFF-4EDF-BD37-060F3998768D}"/>
                </a:ext>
              </a:extLst>
            </p:cNvPr>
            <p:cNvSpPr/>
            <p:nvPr/>
          </p:nvSpPr>
          <p:spPr>
            <a:xfrm>
              <a:off x="1097330" y="45219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83" name="Hexagon 982">
              <a:extLst>
                <a:ext uri="{FF2B5EF4-FFF2-40B4-BE49-F238E27FC236}">
                  <a16:creationId xmlns:a16="http://schemas.microsoft.com/office/drawing/2014/main" id="{51DC4F57-208D-499A-9321-4FEAD5928CA8}"/>
                </a:ext>
              </a:extLst>
            </p:cNvPr>
            <p:cNvSpPr/>
            <p:nvPr/>
          </p:nvSpPr>
          <p:spPr>
            <a:xfrm>
              <a:off x="2510841" y="48818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84" name="Hexagon 983">
              <a:extLst>
                <a:ext uri="{FF2B5EF4-FFF2-40B4-BE49-F238E27FC236}">
                  <a16:creationId xmlns:a16="http://schemas.microsoft.com/office/drawing/2014/main" id="{A4AC8E5C-E604-44B9-8A90-C6103F328B5B}"/>
                </a:ext>
              </a:extLst>
            </p:cNvPr>
            <p:cNvSpPr/>
            <p:nvPr/>
          </p:nvSpPr>
          <p:spPr>
            <a:xfrm>
              <a:off x="2275097" y="4793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85" name="Hexagon 984">
              <a:extLst>
                <a:ext uri="{FF2B5EF4-FFF2-40B4-BE49-F238E27FC236}">
                  <a16:creationId xmlns:a16="http://schemas.microsoft.com/office/drawing/2014/main" id="{74D41EA6-FD62-4B7C-A3BF-E41968169624}"/>
                </a:ext>
              </a:extLst>
            </p:cNvPr>
            <p:cNvSpPr/>
            <p:nvPr/>
          </p:nvSpPr>
          <p:spPr>
            <a:xfrm>
              <a:off x="2039670" y="4704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86" name="Hexagon 985">
              <a:extLst>
                <a:ext uri="{FF2B5EF4-FFF2-40B4-BE49-F238E27FC236}">
                  <a16:creationId xmlns:a16="http://schemas.microsoft.com/office/drawing/2014/main" id="{8C535201-3CC3-47E8-831D-5F5844E91E89}"/>
                </a:ext>
              </a:extLst>
            </p:cNvPr>
            <p:cNvSpPr/>
            <p:nvPr/>
          </p:nvSpPr>
          <p:spPr>
            <a:xfrm>
              <a:off x="2741981" y="47904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87" name="Hexagon 986">
              <a:extLst>
                <a:ext uri="{FF2B5EF4-FFF2-40B4-BE49-F238E27FC236}">
                  <a16:creationId xmlns:a16="http://schemas.microsoft.com/office/drawing/2014/main" id="{6D3A60FC-7494-44D2-A178-B4A6A657E28B}"/>
                </a:ext>
              </a:extLst>
            </p:cNvPr>
            <p:cNvSpPr/>
            <p:nvPr/>
          </p:nvSpPr>
          <p:spPr>
            <a:xfrm>
              <a:off x="2506237" y="47023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88" name="Hexagon 987">
              <a:extLst>
                <a:ext uri="{FF2B5EF4-FFF2-40B4-BE49-F238E27FC236}">
                  <a16:creationId xmlns:a16="http://schemas.microsoft.com/office/drawing/2014/main" id="{B11C32FE-065A-4D51-9F51-959E1EA068A5}"/>
                </a:ext>
              </a:extLst>
            </p:cNvPr>
            <p:cNvSpPr/>
            <p:nvPr/>
          </p:nvSpPr>
          <p:spPr>
            <a:xfrm>
              <a:off x="2270810" y="46134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89" name="Hexagon 988">
              <a:extLst>
                <a:ext uri="{FF2B5EF4-FFF2-40B4-BE49-F238E27FC236}">
                  <a16:creationId xmlns:a16="http://schemas.microsoft.com/office/drawing/2014/main" id="{931DE166-0162-445C-9E42-6120547EF03A}"/>
                </a:ext>
              </a:extLst>
            </p:cNvPr>
            <p:cNvSpPr/>
            <p:nvPr/>
          </p:nvSpPr>
          <p:spPr>
            <a:xfrm>
              <a:off x="2508301" y="45186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90" name="Hexagon 989">
              <a:extLst>
                <a:ext uri="{FF2B5EF4-FFF2-40B4-BE49-F238E27FC236}">
                  <a16:creationId xmlns:a16="http://schemas.microsoft.com/office/drawing/2014/main" id="{88B31026-1F3D-4F0B-AF50-7919A4553DDA}"/>
                </a:ext>
              </a:extLst>
            </p:cNvPr>
            <p:cNvSpPr/>
            <p:nvPr/>
          </p:nvSpPr>
          <p:spPr>
            <a:xfrm>
              <a:off x="2272557" y="44305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91" name="Hexagon 990">
              <a:extLst>
                <a:ext uri="{FF2B5EF4-FFF2-40B4-BE49-F238E27FC236}">
                  <a16:creationId xmlns:a16="http://schemas.microsoft.com/office/drawing/2014/main" id="{9ADEEDFF-1DDB-4E62-BB85-F0EB15C0D06E}"/>
                </a:ext>
              </a:extLst>
            </p:cNvPr>
            <p:cNvSpPr/>
            <p:nvPr/>
          </p:nvSpPr>
          <p:spPr>
            <a:xfrm>
              <a:off x="2037130" y="43416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92" name="Hexagon 991">
              <a:extLst>
                <a:ext uri="{FF2B5EF4-FFF2-40B4-BE49-F238E27FC236}">
                  <a16:creationId xmlns:a16="http://schemas.microsoft.com/office/drawing/2014/main" id="{BC4241ED-F630-403E-90CC-5D8274FEC66E}"/>
                </a:ext>
              </a:extLst>
            </p:cNvPr>
            <p:cNvSpPr/>
            <p:nvPr/>
          </p:nvSpPr>
          <p:spPr>
            <a:xfrm>
              <a:off x="2508301" y="43332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93" name="Hexagon 992">
              <a:extLst>
                <a:ext uri="{FF2B5EF4-FFF2-40B4-BE49-F238E27FC236}">
                  <a16:creationId xmlns:a16="http://schemas.microsoft.com/office/drawing/2014/main" id="{86673F95-D5F5-43FD-9043-D1E62433BE13}"/>
                </a:ext>
              </a:extLst>
            </p:cNvPr>
            <p:cNvSpPr/>
            <p:nvPr/>
          </p:nvSpPr>
          <p:spPr>
            <a:xfrm>
              <a:off x="2272557" y="4245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94" name="Hexagon 993">
              <a:extLst>
                <a:ext uri="{FF2B5EF4-FFF2-40B4-BE49-F238E27FC236}">
                  <a16:creationId xmlns:a16="http://schemas.microsoft.com/office/drawing/2014/main" id="{D24E0B31-5554-43BD-9C08-FA72D79AD94E}"/>
                </a:ext>
              </a:extLst>
            </p:cNvPr>
            <p:cNvSpPr/>
            <p:nvPr/>
          </p:nvSpPr>
          <p:spPr>
            <a:xfrm>
              <a:off x="2037130" y="41562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95" name="Hexagon 994">
              <a:extLst>
                <a:ext uri="{FF2B5EF4-FFF2-40B4-BE49-F238E27FC236}">
                  <a16:creationId xmlns:a16="http://schemas.microsoft.com/office/drawing/2014/main" id="{F70F460F-9804-4F14-B639-637B9FA1897F}"/>
                </a:ext>
              </a:extLst>
            </p:cNvPr>
            <p:cNvSpPr/>
            <p:nvPr/>
          </p:nvSpPr>
          <p:spPr>
            <a:xfrm>
              <a:off x="2747537" y="44254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96" name="Hexagon 995">
              <a:extLst>
                <a:ext uri="{FF2B5EF4-FFF2-40B4-BE49-F238E27FC236}">
                  <a16:creationId xmlns:a16="http://schemas.microsoft.com/office/drawing/2014/main" id="{8BA88053-49BB-4406-9148-04CDC682F566}"/>
                </a:ext>
              </a:extLst>
            </p:cNvPr>
            <p:cNvSpPr/>
            <p:nvPr/>
          </p:nvSpPr>
          <p:spPr>
            <a:xfrm>
              <a:off x="2749601" y="42417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97" name="Hexagon 996">
              <a:extLst>
                <a:ext uri="{FF2B5EF4-FFF2-40B4-BE49-F238E27FC236}">
                  <a16:creationId xmlns:a16="http://schemas.microsoft.com/office/drawing/2014/main" id="{D6834D8F-1335-4750-BD67-49CC7F449542}"/>
                </a:ext>
              </a:extLst>
            </p:cNvPr>
            <p:cNvSpPr/>
            <p:nvPr/>
          </p:nvSpPr>
          <p:spPr>
            <a:xfrm>
              <a:off x="2749601" y="40563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98" name="Hexagon 997">
              <a:extLst>
                <a:ext uri="{FF2B5EF4-FFF2-40B4-BE49-F238E27FC236}">
                  <a16:creationId xmlns:a16="http://schemas.microsoft.com/office/drawing/2014/main" id="{FBDDE4BB-51C7-4142-9387-DD6CF6C46C97}"/>
                </a:ext>
              </a:extLst>
            </p:cNvPr>
            <p:cNvSpPr/>
            <p:nvPr/>
          </p:nvSpPr>
          <p:spPr>
            <a:xfrm>
              <a:off x="2280970" y="40622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999" name="Hexagon 998">
              <a:extLst>
                <a:ext uri="{FF2B5EF4-FFF2-40B4-BE49-F238E27FC236}">
                  <a16:creationId xmlns:a16="http://schemas.microsoft.com/office/drawing/2014/main" id="{9805AADD-18F4-4CF3-8EBA-F89BDDB9D6E9}"/>
                </a:ext>
              </a:extLst>
            </p:cNvPr>
            <p:cNvSpPr/>
            <p:nvPr/>
          </p:nvSpPr>
          <p:spPr>
            <a:xfrm>
              <a:off x="2516397" y="39657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00" name="Hexagon 999">
              <a:extLst>
                <a:ext uri="{FF2B5EF4-FFF2-40B4-BE49-F238E27FC236}">
                  <a16:creationId xmlns:a16="http://schemas.microsoft.com/office/drawing/2014/main" id="{706D129F-ACF1-47A5-846A-0F3D22C970A0}"/>
                </a:ext>
              </a:extLst>
            </p:cNvPr>
            <p:cNvSpPr/>
            <p:nvPr/>
          </p:nvSpPr>
          <p:spPr>
            <a:xfrm>
              <a:off x="2280970" y="38768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01" name="Hexagon 1000">
              <a:extLst>
                <a:ext uri="{FF2B5EF4-FFF2-40B4-BE49-F238E27FC236}">
                  <a16:creationId xmlns:a16="http://schemas.microsoft.com/office/drawing/2014/main" id="{EC6C3018-7C0C-4EF5-82DF-BCFA4B71D194}"/>
                </a:ext>
              </a:extLst>
            </p:cNvPr>
            <p:cNvSpPr/>
            <p:nvPr/>
          </p:nvSpPr>
          <p:spPr>
            <a:xfrm>
              <a:off x="2516397" y="37802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02" name="Hexagon 1001">
              <a:extLst>
                <a:ext uri="{FF2B5EF4-FFF2-40B4-BE49-F238E27FC236}">
                  <a16:creationId xmlns:a16="http://schemas.microsoft.com/office/drawing/2014/main" id="{8902CAED-5D0E-47B8-910E-A7AF55C43F84}"/>
                </a:ext>
              </a:extLst>
            </p:cNvPr>
            <p:cNvSpPr/>
            <p:nvPr/>
          </p:nvSpPr>
          <p:spPr>
            <a:xfrm>
              <a:off x="1567230" y="37904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03" name="Hexagon 1002">
              <a:extLst>
                <a:ext uri="{FF2B5EF4-FFF2-40B4-BE49-F238E27FC236}">
                  <a16:creationId xmlns:a16="http://schemas.microsoft.com/office/drawing/2014/main" id="{41BBBC65-A512-42C7-949C-6E3C636A538D}"/>
                </a:ext>
              </a:extLst>
            </p:cNvPr>
            <p:cNvSpPr/>
            <p:nvPr/>
          </p:nvSpPr>
          <p:spPr>
            <a:xfrm>
              <a:off x="2279701" y="36906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04" name="Hexagon 1003">
              <a:extLst>
                <a:ext uri="{FF2B5EF4-FFF2-40B4-BE49-F238E27FC236}">
                  <a16:creationId xmlns:a16="http://schemas.microsoft.com/office/drawing/2014/main" id="{3FFBC664-1E80-43F0-8F09-23C4E6FD3533}"/>
                </a:ext>
              </a:extLst>
            </p:cNvPr>
            <p:cNvSpPr/>
            <p:nvPr/>
          </p:nvSpPr>
          <p:spPr>
            <a:xfrm>
              <a:off x="1808530" y="36939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05" name="Hexagon 1004">
              <a:extLst>
                <a:ext uri="{FF2B5EF4-FFF2-40B4-BE49-F238E27FC236}">
                  <a16:creationId xmlns:a16="http://schemas.microsoft.com/office/drawing/2014/main" id="{56965983-CC8D-44AA-9E3F-1DD7E29635CB}"/>
                </a:ext>
              </a:extLst>
            </p:cNvPr>
            <p:cNvSpPr/>
            <p:nvPr/>
          </p:nvSpPr>
          <p:spPr>
            <a:xfrm>
              <a:off x="2046497" y="35999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06" name="Hexagon 1005">
              <a:extLst>
                <a:ext uri="{FF2B5EF4-FFF2-40B4-BE49-F238E27FC236}">
                  <a16:creationId xmlns:a16="http://schemas.microsoft.com/office/drawing/2014/main" id="{33F13C6F-D81A-4E0E-9366-BCFB886615A6}"/>
                </a:ext>
              </a:extLst>
            </p:cNvPr>
            <p:cNvSpPr/>
            <p:nvPr/>
          </p:nvSpPr>
          <p:spPr>
            <a:xfrm>
              <a:off x="1333550" y="44279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07" name="Hexagon 1006">
              <a:extLst>
                <a:ext uri="{FF2B5EF4-FFF2-40B4-BE49-F238E27FC236}">
                  <a16:creationId xmlns:a16="http://schemas.microsoft.com/office/drawing/2014/main" id="{A8A69F68-A0FA-4A9A-A4C4-22FE08D3DB14}"/>
                </a:ext>
              </a:extLst>
            </p:cNvPr>
            <p:cNvSpPr/>
            <p:nvPr/>
          </p:nvSpPr>
          <p:spPr>
            <a:xfrm>
              <a:off x="1093997" y="43340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08" name="Hexagon 1007">
              <a:extLst>
                <a:ext uri="{FF2B5EF4-FFF2-40B4-BE49-F238E27FC236}">
                  <a16:creationId xmlns:a16="http://schemas.microsoft.com/office/drawing/2014/main" id="{F8D39A15-E76B-4944-AD42-C9CF029031EE}"/>
                </a:ext>
              </a:extLst>
            </p:cNvPr>
            <p:cNvSpPr/>
            <p:nvPr/>
          </p:nvSpPr>
          <p:spPr>
            <a:xfrm>
              <a:off x="866190" y="42451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09" name="Hexagon 1008">
              <a:extLst>
                <a:ext uri="{FF2B5EF4-FFF2-40B4-BE49-F238E27FC236}">
                  <a16:creationId xmlns:a16="http://schemas.microsoft.com/office/drawing/2014/main" id="{3202EFB6-F5F3-46C7-8161-B6A44AA3ACFE}"/>
                </a:ext>
              </a:extLst>
            </p:cNvPr>
            <p:cNvSpPr/>
            <p:nvPr/>
          </p:nvSpPr>
          <p:spPr>
            <a:xfrm>
              <a:off x="857777" y="44305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10" name="Hexagon 1009">
              <a:extLst>
                <a:ext uri="{FF2B5EF4-FFF2-40B4-BE49-F238E27FC236}">
                  <a16:creationId xmlns:a16="http://schemas.microsoft.com/office/drawing/2014/main" id="{AEEA88F3-8FCE-4C5F-810A-3F8384FD3689}"/>
                </a:ext>
              </a:extLst>
            </p:cNvPr>
            <p:cNvSpPr/>
            <p:nvPr/>
          </p:nvSpPr>
          <p:spPr>
            <a:xfrm>
              <a:off x="1102410" y="41511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11" name="Hexagon 1010">
              <a:extLst>
                <a:ext uri="{FF2B5EF4-FFF2-40B4-BE49-F238E27FC236}">
                  <a16:creationId xmlns:a16="http://schemas.microsoft.com/office/drawing/2014/main" id="{BEC8A381-7277-4F15-BD24-611AF268B1BD}"/>
                </a:ext>
              </a:extLst>
            </p:cNvPr>
            <p:cNvSpPr/>
            <p:nvPr/>
          </p:nvSpPr>
          <p:spPr>
            <a:xfrm>
              <a:off x="862857" y="40571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12" name="Hexagon 1011">
              <a:extLst>
                <a:ext uri="{FF2B5EF4-FFF2-40B4-BE49-F238E27FC236}">
                  <a16:creationId xmlns:a16="http://schemas.microsoft.com/office/drawing/2014/main" id="{3463CF9B-2EBA-46BA-A06F-B6E3002AE5BA}"/>
                </a:ext>
              </a:extLst>
            </p:cNvPr>
            <p:cNvSpPr/>
            <p:nvPr/>
          </p:nvSpPr>
          <p:spPr>
            <a:xfrm>
              <a:off x="624097" y="41485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13" name="Hexagon 1012">
              <a:extLst>
                <a:ext uri="{FF2B5EF4-FFF2-40B4-BE49-F238E27FC236}">
                  <a16:creationId xmlns:a16="http://schemas.microsoft.com/office/drawing/2014/main" id="{A22DDFA9-D6F3-4F84-AD49-3495BF9D4E70}"/>
                </a:ext>
              </a:extLst>
            </p:cNvPr>
            <p:cNvSpPr/>
            <p:nvPr/>
          </p:nvSpPr>
          <p:spPr>
            <a:xfrm>
              <a:off x="1094790" y="39657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14" name="Hexagon 1013">
              <a:extLst>
                <a:ext uri="{FF2B5EF4-FFF2-40B4-BE49-F238E27FC236}">
                  <a16:creationId xmlns:a16="http://schemas.microsoft.com/office/drawing/2014/main" id="{3FF1055C-CCC0-4DB7-8A47-2A6A2A472889}"/>
                </a:ext>
              </a:extLst>
            </p:cNvPr>
            <p:cNvSpPr/>
            <p:nvPr/>
          </p:nvSpPr>
          <p:spPr>
            <a:xfrm>
              <a:off x="855237" y="38717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15" name="Hexagon 1014">
              <a:extLst>
                <a:ext uri="{FF2B5EF4-FFF2-40B4-BE49-F238E27FC236}">
                  <a16:creationId xmlns:a16="http://schemas.microsoft.com/office/drawing/2014/main" id="{4BD55244-B799-4919-BE1E-9FB98A59D5DA}"/>
                </a:ext>
              </a:extLst>
            </p:cNvPr>
            <p:cNvSpPr/>
            <p:nvPr/>
          </p:nvSpPr>
          <p:spPr>
            <a:xfrm>
              <a:off x="619017" y="39631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16" name="Hexagon 1015">
              <a:extLst>
                <a:ext uri="{FF2B5EF4-FFF2-40B4-BE49-F238E27FC236}">
                  <a16:creationId xmlns:a16="http://schemas.microsoft.com/office/drawing/2014/main" id="{10D74EC0-F9A0-4A22-A044-B874B816827F}"/>
                </a:ext>
              </a:extLst>
            </p:cNvPr>
            <p:cNvSpPr/>
            <p:nvPr/>
          </p:nvSpPr>
          <p:spPr>
            <a:xfrm>
              <a:off x="852697" y="36863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17" name="Hexagon 1016">
              <a:extLst>
                <a:ext uri="{FF2B5EF4-FFF2-40B4-BE49-F238E27FC236}">
                  <a16:creationId xmlns:a16="http://schemas.microsoft.com/office/drawing/2014/main" id="{508CBB16-04FA-4919-862F-30FFF154BE55}"/>
                </a:ext>
              </a:extLst>
            </p:cNvPr>
            <p:cNvSpPr/>
            <p:nvPr/>
          </p:nvSpPr>
          <p:spPr>
            <a:xfrm>
              <a:off x="616477" y="37752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18" name="Hexagon 1017">
              <a:extLst>
                <a:ext uri="{FF2B5EF4-FFF2-40B4-BE49-F238E27FC236}">
                  <a16:creationId xmlns:a16="http://schemas.microsoft.com/office/drawing/2014/main" id="{9CA62443-CDE2-4F4F-8F0F-C0D890E7466A}"/>
                </a:ext>
              </a:extLst>
            </p:cNvPr>
            <p:cNvSpPr/>
            <p:nvPr/>
          </p:nvSpPr>
          <p:spPr>
            <a:xfrm>
              <a:off x="1094790" y="35999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19" name="Hexagon 1018">
              <a:extLst>
                <a:ext uri="{FF2B5EF4-FFF2-40B4-BE49-F238E27FC236}">
                  <a16:creationId xmlns:a16="http://schemas.microsoft.com/office/drawing/2014/main" id="{C7BEFB86-E1E3-4A74-ABEA-693254CEDF4F}"/>
                </a:ext>
              </a:extLst>
            </p:cNvPr>
            <p:cNvSpPr/>
            <p:nvPr/>
          </p:nvSpPr>
          <p:spPr>
            <a:xfrm>
              <a:off x="1338630" y="36939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20" name="Hexagon 1019">
              <a:extLst>
                <a:ext uri="{FF2B5EF4-FFF2-40B4-BE49-F238E27FC236}">
                  <a16:creationId xmlns:a16="http://schemas.microsoft.com/office/drawing/2014/main" id="{EEE39297-9215-4992-8B98-14827064B3D8}"/>
                </a:ext>
              </a:extLst>
            </p:cNvPr>
            <p:cNvSpPr/>
            <p:nvPr/>
          </p:nvSpPr>
          <p:spPr>
            <a:xfrm>
              <a:off x="1574850" y="35999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21" name="Hexagon 1020">
              <a:extLst>
                <a:ext uri="{FF2B5EF4-FFF2-40B4-BE49-F238E27FC236}">
                  <a16:creationId xmlns:a16="http://schemas.microsoft.com/office/drawing/2014/main" id="{1EC4B787-AF23-43B4-87F9-DB169AE8B38C}"/>
                </a:ext>
              </a:extLst>
            </p:cNvPr>
            <p:cNvSpPr/>
            <p:nvPr/>
          </p:nvSpPr>
          <p:spPr>
            <a:xfrm>
              <a:off x="860317" y="34958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22" name="Hexagon 1021">
              <a:extLst>
                <a:ext uri="{FF2B5EF4-FFF2-40B4-BE49-F238E27FC236}">
                  <a16:creationId xmlns:a16="http://schemas.microsoft.com/office/drawing/2014/main" id="{5DACBAF8-FD49-43C1-8703-2C618C465FE3}"/>
                </a:ext>
              </a:extLst>
            </p:cNvPr>
            <p:cNvSpPr/>
            <p:nvPr/>
          </p:nvSpPr>
          <p:spPr>
            <a:xfrm>
              <a:off x="1102410" y="34094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23" name="Hexagon 1022">
              <a:extLst>
                <a:ext uri="{FF2B5EF4-FFF2-40B4-BE49-F238E27FC236}">
                  <a16:creationId xmlns:a16="http://schemas.microsoft.com/office/drawing/2014/main" id="{3F535DAE-FB46-4734-961F-0658F4BD1FD7}"/>
                </a:ext>
              </a:extLst>
            </p:cNvPr>
            <p:cNvSpPr/>
            <p:nvPr/>
          </p:nvSpPr>
          <p:spPr>
            <a:xfrm>
              <a:off x="1333550" y="35085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24" name="Hexagon 1023">
              <a:extLst>
                <a:ext uri="{FF2B5EF4-FFF2-40B4-BE49-F238E27FC236}">
                  <a16:creationId xmlns:a16="http://schemas.microsoft.com/office/drawing/2014/main" id="{F42B6D53-CBD6-4C67-9402-8759240E63F7}"/>
                </a:ext>
              </a:extLst>
            </p:cNvPr>
            <p:cNvSpPr/>
            <p:nvPr/>
          </p:nvSpPr>
          <p:spPr>
            <a:xfrm>
              <a:off x="1808530" y="35059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25" name="Hexagon 1024">
              <a:extLst>
                <a:ext uri="{FF2B5EF4-FFF2-40B4-BE49-F238E27FC236}">
                  <a16:creationId xmlns:a16="http://schemas.microsoft.com/office/drawing/2014/main" id="{721BF4F5-03B8-413D-9D73-AFD872C971BE}"/>
                </a:ext>
              </a:extLst>
            </p:cNvPr>
            <p:cNvSpPr/>
            <p:nvPr/>
          </p:nvSpPr>
          <p:spPr>
            <a:xfrm>
              <a:off x="1572310" y="34221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26" name="Hexagon 1025">
              <a:extLst>
                <a:ext uri="{FF2B5EF4-FFF2-40B4-BE49-F238E27FC236}">
                  <a16:creationId xmlns:a16="http://schemas.microsoft.com/office/drawing/2014/main" id="{29B12AE9-1D45-443A-B2FE-96C873752C9B}"/>
                </a:ext>
              </a:extLst>
            </p:cNvPr>
            <p:cNvSpPr/>
            <p:nvPr/>
          </p:nvSpPr>
          <p:spPr>
            <a:xfrm>
              <a:off x="2280177" y="35059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27" name="Hexagon 1026">
              <a:extLst>
                <a:ext uri="{FF2B5EF4-FFF2-40B4-BE49-F238E27FC236}">
                  <a16:creationId xmlns:a16="http://schemas.microsoft.com/office/drawing/2014/main" id="{E633D88A-7EC2-4A42-9C8B-7A4C84F62233}"/>
                </a:ext>
              </a:extLst>
            </p:cNvPr>
            <p:cNvSpPr/>
            <p:nvPr/>
          </p:nvSpPr>
          <p:spPr>
            <a:xfrm>
              <a:off x="2043481" y="34162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28" name="Hexagon 1027">
              <a:extLst>
                <a:ext uri="{FF2B5EF4-FFF2-40B4-BE49-F238E27FC236}">
                  <a16:creationId xmlns:a16="http://schemas.microsoft.com/office/drawing/2014/main" id="{D7D9A5F0-64A7-42E0-B940-A0EA31069811}"/>
                </a:ext>
              </a:extLst>
            </p:cNvPr>
            <p:cNvSpPr/>
            <p:nvPr/>
          </p:nvSpPr>
          <p:spPr>
            <a:xfrm>
              <a:off x="1810277" y="33256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29" name="Hexagon 1028">
              <a:extLst>
                <a:ext uri="{FF2B5EF4-FFF2-40B4-BE49-F238E27FC236}">
                  <a16:creationId xmlns:a16="http://schemas.microsoft.com/office/drawing/2014/main" id="{4209EDAF-1DBB-4B62-8DE3-F005766614EC}"/>
                </a:ext>
              </a:extLst>
            </p:cNvPr>
            <p:cNvSpPr/>
            <p:nvPr/>
          </p:nvSpPr>
          <p:spPr>
            <a:xfrm>
              <a:off x="1338630" y="33256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30" name="Hexagon 1029">
              <a:extLst>
                <a:ext uri="{FF2B5EF4-FFF2-40B4-BE49-F238E27FC236}">
                  <a16:creationId xmlns:a16="http://schemas.microsoft.com/office/drawing/2014/main" id="{FAF61CB3-3036-4067-9E02-6E755D81474B}"/>
                </a:ext>
              </a:extLst>
            </p:cNvPr>
            <p:cNvSpPr/>
            <p:nvPr/>
          </p:nvSpPr>
          <p:spPr>
            <a:xfrm>
              <a:off x="1572310" y="32316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31" name="Hexagon 1030">
              <a:extLst>
                <a:ext uri="{FF2B5EF4-FFF2-40B4-BE49-F238E27FC236}">
                  <a16:creationId xmlns:a16="http://schemas.microsoft.com/office/drawing/2014/main" id="{4C67C73A-4170-4D0F-900E-9ED028D64CE8}"/>
                </a:ext>
              </a:extLst>
            </p:cNvPr>
            <p:cNvSpPr/>
            <p:nvPr/>
          </p:nvSpPr>
          <p:spPr>
            <a:xfrm>
              <a:off x="861110" y="33205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32" name="Hexagon 1031">
              <a:extLst>
                <a:ext uri="{FF2B5EF4-FFF2-40B4-BE49-F238E27FC236}">
                  <a16:creationId xmlns:a16="http://schemas.microsoft.com/office/drawing/2014/main" id="{A968469A-C2EC-4CC5-931B-F2A70392F9A5}"/>
                </a:ext>
              </a:extLst>
            </p:cNvPr>
            <p:cNvSpPr/>
            <p:nvPr/>
          </p:nvSpPr>
          <p:spPr>
            <a:xfrm>
              <a:off x="1097330" y="32367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33" name="Hexagon 1032">
              <a:extLst>
                <a:ext uri="{FF2B5EF4-FFF2-40B4-BE49-F238E27FC236}">
                  <a16:creationId xmlns:a16="http://schemas.microsoft.com/office/drawing/2014/main" id="{FDC9BA2D-B7F3-4E4A-96CC-0130104D0D3C}"/>
                </a:ext>
              </a:extLst>
            </p:cNvPr>
            <p:cNvSpPr/>
            <p:nvPr/>
          </p:nvSpPr>
          <p:spPr>
            <a:xfrm>
              <a:off x="863650" y="31402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34" name="Hexagon 1033">
              <a:extLst>
                <a:ext uri="{FF2B5EF4-FFF2-40B4-BE49-F238E27FC236}">
                  <a16:creationId xmlns:a16="http://schemas.microsoft.com/office/drawing/2014/main" id="{0E23C07D-267B-4410-B02E-C59FBA15FF7E}"/>
                </a:ext>
              </a:extLst>
            </p:cNvPr>
            <p:cNvSpPr/>
            <p:nvPr/>
          </p:nvSpPr>
          <p:spPr>
            <a:xfrm>
              <a:off x="857777" y="29522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35" name="Hexagon 1034">
              <a:extLst>
                <a:ext uri="{FF2B5EF4-FFF2-40B4-BE49-F238E27FC236}">
                  <a16:creationId xmlns:a16="http://schemas.microsoft.com/office/drawing/2014/main" id="{2600EA6C-165E-49A8-8777-77EA55084386}"/>
                </a:ext>
              </a:extLst>
            </p:cNvPr>
            <p:cNvSpPr/>
            <p:nvPr/>
          </p:nvSpPr>
          <p:spPr>
            <a:xfrm>
              <a:off x="858570" y="27769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36" name="Hexagon 1035">
              <a:extLst>
                <a:ext uri="{FF2B5EF4-FFF2-40B4-BE49-F238E27FC236}">
                  <a16:creationId xmlns:a16="http://schemas.microsoft.com/office/drawing/2014/main" id="{A910C4C9-8468-44D0-8525-F654FE3FF90A}"/>
                </a:ext>
              </a:extLst>
            </p:cNvPr>
            <p:cNvSpPr/>
            <p:nvPr/>
          </p:nvSpPr>
          <p:spPr>
            <a:xfrm>
              <a:off x="863650" y="25941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37" name="Hexagon 1036">
              <a:extLst>
                <a:ext uri="{FF2B5EF4-FFF2-40B4-BE49-F238E27FC236}">
                  <a16:creationId xmlns:a16="http://schemas.microsoft.com/office/drawing/2014/main" id="{CFC9B070-7EF4-4D82-A46D-2E9515472AA9}"/>
                </a:ext>
              </a:extLst>
            </p:cNvPr>
            <p:cNvSpPr/>
            <p:nvPr/>
          </p:nvSpPr>
          <p:spPr>
            <a:xfrm>
              <a:off x="1336090" y="29547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38" name="Hexagon 1037">
              <a:extLst>
                <a:ext uri="{FF2B5EF4-FFF2-40B4-BE49-F238E27FC236}">
                  <a16:creationId xmlns:a16="http://schemas.microsoft.com/office/drawing/2014/main" id="{986961ED-EF67-4D35-A531-6FDC90F4F601}"/>
                </a:ext>
              </a:extLst>
            </p:cNvPr>
            <p:cNvSpPr/>
            <p:nvPr/>
          </p:nvSpPr>
          <p:spPr>
            <a:xfrm>
              <a:off x="1094790" y="28658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39" name="Hexagon 1038">
              <a:extLst>
                <a:ext uri="{FF2B5EF4-FFF2-40B4-BE49-F238E27FC236}">
                  <a16:creationId xmlns:a16="http://schemas.microsoft.com/office/drawing/2014/main" id="{B7AC3BF5-1DA7-4FAE-910A-7CBC7BFA8295}"/>
                </a:ext>
              </a:extLst>
            </p:cNvPr>
            <p:cNvSpPr/>
            <p:nvPr/>
          </p:nvSpPr>
          <p:spPr>
            <a:xfrm>
              <a:off x="1097330" y="26855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40" name="Hexagon 1039">
              <a:extLst>
                <a:ext uri="{FF2B5EF4-FFF2-40B4-BE49-F238E27FC236}">
                  <a16:creationId xmlns:a16="http://schemas.microsoft.com/office/drawing/2014/main" id="{B022DC49-4C30-4FB1-AE95-2EDA2C0125B6}"/>
                </a:ext>
              </a:extLst>
            </p:cNvPr>
            <p:cNvSpPr/>
            <p:nvPr/>
          </p:nvSpPr>
          <p:spPr>
            <a:xfrm>
              <a:off x="624097" y="26880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41" name="Hexagon 1040">
              <a:extLst>
                <a:ext uri="{FF2B5EF4-FFF2-40B4-BE49-F238E27FC236}">
                  <a16:creationId xmlns:a16="http://schemas.microsoft.com/office/drawing/2014/main" id="{AA1D3E6A-089A-4059-942F-991FAA8433AC}"/>
                </a:ext>
              </a:extLst>
            </p:cNvPr>
            <p:cNvSpPr/>
            <p:nvPr/>
          </p:nvSpPr>
          <p:spPr>
            <a:xfrm>
              <a:off x="624890" y="25052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42" name="Hexagon 1041">
              <a:extLst>
                <a:ext uri="{FF2B5EF4-FFF2-40B4-BE49-F238E27FC236}">
                  <a16:creationId xmlns:a16="http://schemas.microsoft.com/office/drawing/2014/main" id="{E4633182-BC3A-4E7B-BC6D-34A9CEC104BD}"/>
                </a:ext>
              </a:extLst>
            </p:cNvPr>
            <p:cNvSpPr/>
            <p:nvPr/>
          </p:nvSpPr>
          <p:spPr>
            <a:xfrm>
              <a:off x="629970" y="23248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43" name="Hexagon 1042">
              <a:extLst>
                <a:ext uri="{FF2B5EF4-FFF2-40B4-BE49-F238E27FC236}">
                  <a16:creationId xmlns:a16="http://schemas.microsoft.com/office/drawing/2014/main" id="{5364B910-0F6D-4DFB-9D80-829832A8EAAD}"/>
                </a:ext>
              </a:extLst>
            </p:cNvPr>
            <p:cNvSpPr/>
            <p:nvPr/>
          </p:nvSpPr>
          <p:spPr>
            <a:xfrm>
              <a:off x="863650" y="24086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44" name="Hexagon 1043">
              <a:extLst>
                <a:ext uri="{FF2B5EF4-FFF2-40B4-BE49-F238E27FC236}">
                  <a16:creationId xmlns:a16="http://schemas.microsoft.com/office/drawing/2014/main" id="{C2DB931B-10DE-41AB-B9DF-EAD54CCA775D}"/>
                </a:ext>
              </a:extLst>
            </p:cNvPr>
            <p:cNvSpPr/>
            <p:nvPr/>
          </p:nvSpPr>
          <p:spPr>
            <a:xfrm>
              <a:off x="388670" y="2418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45" name="Hexagon 1044">
              <a:extLst>
                <a:ext uri="{FF2B5EF4-FFF2-40B4-BE49-F238E27FC236}">
                  <a16:creationId xmlns:a16="http://schemas.microsoft.com/office/drawing/2014/main" id="{9F14C0C1-5827-4F03-9A75-E785651C1D19}"/>
                </a:ext>
              </a:extLst>
            </p:cNvPr>
            <p:cNvSpPr/>
            <p:nvPr/>
          </p:nvSpPr>
          <p:spPr>
            <a:xfrm>
              <a:off x="861110" y="22232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46" name="Hexagon 1045">
              <a:extLst>
                <a:ext uri="{FF2B5EF4-FFF2-40B4-BE49-F238E27FC236}">
                  <a16:creationId xmlns:a16="http://schemas.microsoft.com/office/drawing/2014/main" id="{5E4AACB5-3107-4FF8-886C-FE7F836E909D}"/>
                </a:ext>
              </a:extLst>
            </p:cNvPr>
            <p:cNvSpPr/>
            <p:nvPr/>
          </p:nvSpPr>
          <p:spPr>
            <a:xfrm>
              <a:off x="866190" y="20429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47" name="Hexagon 1046">
              <a:extLst>
                <a:ext uri="{FF2B5EF4-FFF2-40B4-BE49-F238E27FC236}">
                  <a16:creationId xmlns:a16="http://schemas.microsoft.com/office/drawing/2014/main" id="{2C5E1D12-712F-4AB2-8359-0B1FF286B971}"/>
                </a:ext>
              </a:extLst>
            </p:cNvPr>
            <p:cNvSpPr/>
            <p:nvPr/>
          </p:nvSpPr>
          <p:spPr>
            <a:xfrm>
              <a:off x="622350" y="21369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48" name="Hexagon 1047">
              <a:extLst>
                <a:ext uri="{FF2B5EF4-FFF2-40B4-BE49-F238E27FC236}">
                  <a16:creationId xmlns:a16="http://schemas.microsoft.com/office/drawing/2014/main" id="{8E48D510-9E9F-407A-A0BC-504501F5CB8A}"/>
                </a:ext>
              </a:extLst>
            </p:cNvPr>
            <p:cNvSpPr/>
            <p:nvPr/>
          </p:nvSpPr>
          <p:spPr>
            <a:xfrm>
              <a:off x="1097330" y="21318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49" name="Hexagon 1048">
              <a:extLst>
                <a:ext uri="{FF2B5EF4-FFF2-40B4-BE49-F238E27FC236}">
                  <a16:creationId xmlns:a16="http://schemas.microsoft.com/office/drawing/2014/main" id="{ABB29FAA-D242-4F7A-BE15-4721523CC68C}"/>
                </a:ext>
              </a:extLst>
            </p:cNvPr>
            <p:cNvSpPr/>
            <p:nvPr/>
          </p:nvSpPr>
          <p:spPr>
            <a:xfrm>
              <a:off x="1102410" y="19514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50" name="Hexagon 1049">
              <a:extLst>
                <a:ext uri="{FF2B5EF4-FFF2-40B4-BE49-F238E27FC236}">
                  <a16:creationId xmlns:a16="http://schemas.microsoft.com/office/drawing/2014/main" id="{8E255D11-6E14-4E33-9CB0-CF8A5F4A005E}"/>
                </a:ext>
              </a:extLst>
            </p:cNvPr>
            <p:cNvSpPr/>
            <p:nvPr/>
          </p:nvSpPr>
          <p:spPr>
            <a:xfrm>
              <a:off x="1333550" y="20353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51" name="Hexagon 1050">
              <a:extLst>
                <a:ext uri="{FF2B5EF4-FFF2-40B4-BE49-F238E27FC236}">
                  <a16:creationId xmlns:a16="http://schemas.microsoft.com/office/drawing/2014/main" id="{DC581970-428F-4BFD-BD7F-03DDFBA10AEE}"/>
                </a:ext>
              </a:extLst>
            </p:cNvPr>
            <p:cNvSpPr/>
            <p:nvPr/>
          </p:nvSpPr>
          <p:spPr>
            <a:xfrm>
              <a:off x="1338630" y="18549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52" name="Hexagon 1051">
              <a:extLst>
                <a:ext uri="{FF2B5EF4-FFF2-40B4-BE49-F238E27FC236}">
                  <a16:creationId xmlns:a16="http://schemas.microsoft.com/office/drawing/2014/main" id="{AF04C95C-B57E-431D-955D-B1EBD33B1213}"/>
                </a:ext>
              </a:extLst>
            </p:cNvPr>
            <p:cNvSpPr/>
            <p:nvPr/>
          </p:nvSpPr>
          <p:spPr>
            <a:xfrm>
              <a:off x="1569770" y="21343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53" name="Hexagon 1052">
              <a:extLst>
                <a:ext uri="{FF2B5EF4-FFF2-40B4-BE49-F238E27FC236}">
                  <a16:creationId xmlns:a16="http://schemas.microsoft.com/office/drawing/2014/main" id="{465561D1-275A-46B4-8D26-D8B974D10F29}"/>
                </a:ext>
              </a:extLst>
            </p:cNvPr>
            <p:cNvSpPr/>
            <p:nvPr/>
          </p:nvSpPr>
          <p:spPr>
            <a:xfrm>
              <a:off x="1569770" y="23197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54" name="Hexagon 1053">
              <a:extLst>
                <a:ext uri="{FF2B5EF4-FFF2-40B4-BE49-F238E27FC236}">
                  <a16:creationId xmlns:a16="http://schemas.microsoft.com/office/drawing/2014/main" id="{1821ED5D-5297-474A-849A-5187E50A479C}"/>
                </a:ext>
              </a:extLst>
            </p:cNvPr>
            <p:cNvSpPr/>
            <p:nvPr/>
          </p:nvSpPr>
          <p:spPr>
            <a:xfrm>
              <a:off x="1333550" y="24086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55" name="Hexagon 1054">
              <a:extLst>
                <a:ext uri="{FF2B5EF4-FFF2-40B4-BE49-F238E27FC236}">
                  <a16:creationId xmlns:a16="http://schemas.microsoft.com/office/drawing/2014/main" id="{8E39A985-12B2-40EF-B20C-02EBB7AB336A}"/>
                </a:ext>
              </a:extLst>
            </p:cNvPr>
            <p:cNvSpPr/>
            <p:nvPr/>
          </p:nvSpPr>
          <p:spPr>
            <a:xfrm>
              <a:off x="1805990" y="24086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56" name="Hexagon 1055">
              <a:extLst>
                <a:ext uri="{FF2B5EF4-FFF2-40B4-BE49-F238E27FC236}">
                  <a16:creationId xmlns:a16="http://schemas.microsoft.com/office/drawing/2014/main" id="{53130CAE-0464-4E49-B570-CA7EE4A4037E}"/>
                </a:ext>
              </a:extLst>
            </p:cNvPr>
            <p:cNvSpPr/>
            <p:nvPr/>
          </p:nvSpPr>
          <p:spPr>
            <a:xfrm>
              <a:off x="1572310" y="25001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57" name="Hexagon 1056">
              <a:extLst>
                <a:ext uri="{FF2B5EF4-FFF2-40B4-BE49-F238E27FC236}">
                  <a16:creationId xmlns:a16="http://schemas.microsoft.com/office/drawing/2014/main" id="{3DABA1C7-4FF1-44B9-859B-F1BC03AB79E6}"/>
                </a:ext>
              </a:extLst>
            </p:cNvPr>
            <p:cNvSpPr/>
            <p:nvPr/>
          </p:nvSpPr>
          <p:spPr>
            <a:xfrm>
              <a:off x="1808530" y="25966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58" name="Hexagon 1057">
              <a:extLst>
                <a:ext uri="{FF2B5EF4-FFF2-40B4-BE49-F238E27FC236}">
                  <a16:creationId xmlns:a16="http://schemas.microsoft.com/office/drawing/2014/main" id="{30CA7C13-A31E-4084-918B-151AEFCAEC2C}"/>
                </a:ext>
              </a:extLst>
            </p:cNvPr>
            <p:cNvSpPr/>
            <p:nvPr/>
          </p:nvSpPr>
          <p:spPr>
            <a:xfrm>
              <a:off x="1808530" y="27820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59" name="Hexagon 1058">
              <a:extLst>
                <a:ext uri="{FF2B5EF4-FFF2-40B4-BE49-F238E27FC236}">
                  <a16:creationId xmlns:a16="http://schemas.microsoft.com/office/drawing/2014/main" id="{09206566-B43D-41F4-8F01-1BF5DB9E162E}"/>
                </a:ext>
              </a:extLst>
            </p:cNvPr>
            <p:cNvSpPr/>
            <p:nvPr/>
          </p:nvSpPr>
          <p:spPr>
            <a:xfrm>
              <a:off x="1813610" y="29674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60" name="Hexagon 1059">
              <a:extLst>
                <a:ext uri="{FF2B5EF4-FFF2-40B4-BE49-F238E27FC236}">
                  <a16:creationId xmlns:a16="http://schemas.microsoft.com/office/drawing/2014/main" id="{916BDBD2-BBA8-4A09-9654-F76655332C65}"/>
                </a:ext>
              </a:extLst>
            </p:cNvPr>
            <p:cNvSpPr/>
            <p:nvPr/>
          </p:nvSpPr>
          <p:spPr>
            <a:xfrm>
              <a:off x="2049830" y="26880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61" name="Hexagon 1060">
              <a:extLst>
                <a:ext uri="{FF2B5EF4-FFF2-40B4-BE49-F238E27FC236}">
                  <a16:creationId xmlns:a16="http://schemas.microsoft.com/office/drawing/2014/main" id="{B225DF6A-3CBF-4DDA-8719-A28ACFC0E585}"/>
                </a:ext>
              </a:extLst>
            </p:cNvPr>
            <p:cNvSpPr/>
            <p:nvPr/>
          </p:nvSpPr>
          <p:spPr>
            <a:xfrm>
              <a:off x="2052370" y="2876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62" name="Hexagon 1061">
              <a:extLst>
                <a:ext uri="{FF2B5EF4-FFF2-40B4-BE49-F238E27FC236}">
                  <a16:creationId xmlns:a16="http://schemas.microsoft.com/office/drawing/2014/main" id="{0569E988-0D7E-4681-A19B-E7841650D2C0}"/>
                </a:ext>
              </a:extLst>
            </p:cNvPr>
            <p:cNvSpPr/>
            <p:nvPr/>
          </p:nvSpPr>
          <p:spPr>
            <a:xfrm>
              <a:off x="2039670" y="32367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63" name="Hexagon 1062">
              <a:extLst>
                <a:ext uri="{FF2B5EF4-FFF2-40B4-BE49-F238E27FC236}">
                  <a16:creationId xmlns:a16="http://schemas.microsoft.com/office/drawing/2014/main" id="{218E5700-E972-40CF-8A3C-4C36622796E7}"/>
                </a:ext>
              </a:extLst>
            </p:cNvPr>
            <p:cNvSpPr/>
            <p:nvPr/>
          </p:nvSpPr>
          <p:spPr>
            <a:xfrm>
              <a:off x="2280177" y="33230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64" name="Hexagon 1063">
              <a:extLst>
                <a:ext uri="{FF2B5EF4-FFF2-40B4-BE49-F238E27FC236}">
                  <a16:creationId xmlns:a16="http://schemas.microsoft.com/office/drawing/2014/main" id="{BEA3E701-A123-4863-B454-0D560ACF2922}"/>
                </a:ext>
              </a:extLst>
            </p:cNvPr>
            <p:cNvSpPr/>
            <p:nvPr/>
          </p:nvSpPr>
          <p:spPr>
            <a:xfrm>
              <a:off x="2277161" y="31394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65" name="Hexagon 1064">
              <a:extLst>
                <a:ext uri="{FF2B5EF4-FFF2-40B4-BE49-F238E27FC236}">
                  <a16:creationId xmlns:a16="http://schemas.microsoft.com/office/drawing/2014/main" id="{554F6B75-C44F-47ED-B464-9DFE175C7790}"/>
                </a:ext>
              </a:extLst>
            </p:cNvPr>
            <p:cNvSpPr/>
            <p:nvPr/>
          </p:nvSpPr>
          <p:spPr>
            <a:xfrm>
              <a:off x="2273350" y="29598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66" name="Hexagon 1065">
              <a:extLst>
                <a:ext uri="{FF2B5EF4-FFF2-40B4-BE49-F238E27FC236}">
                  <a16:creationId xmlns:a16="http://schemas.microsoft.com/office/drawing/2014/main" id="{E4316788-2E00-4AC9-9A26-9A7FBA088F6D}"/>
                </a:ext>
              </a:extLst>
            </p:cNvPr>
            <p:cNvSpPr/>
            <p:nvPr/>
          </p:nvSpPr>
          <p:spPr>
            <a:xfrm>
              <a:off x="2516397" y="3229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67" name="Hexagon 1066">
              <a:extLst>
                <a:ext uri="{FF2B5EF4-FFF2-40B4-BE49-F238E27FC236}">
                  <a16:creationId xmlns:a16="http://schemas.microsoft.com/office/drawing/2014/main" id="{56EC7069-78B0-4788-883A-4164D67CD3FA}"/>
                </a:ext>
              </a:extLst>
            </p:cNvPr>
            <p:cNvSpPr/>
            <p:nvPr/>
          </p:nvSpPr>
          <p:spPr>
            <a:xfrm>
              <a:off x="2513381" y="30454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68" name="Hexagon 1067">
              <a:extLst>
                <a:ext uri="{FF2B5EF4-FFF2-40B4-BE49-F238E27FC236}">
                  <a16:creationId xmlns:a16="http://schemas.microsoft.com/office/drawing/2014/main" id="{5A57E9D1-B482-4564-B6EB-56D24531F8AD}"/>
                </a:ext>
              </a:extLst>
            </p:cNvPr>
            <p:cNvSpPr/>
            <p:nvPr/>
          </p:nvSpPr>
          <p:spPr>
            <a:xfrm>
              <a:off x="2512110" y="28658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70" name="Hexagon 1069">
              <a:extLst>
                <a:ext uri="{FF2B5EF4-FFF2-40B4-BE49-F238E27FC236}">
                  <a16:creationId xmlns:a16="http://schemas.microsoft.com/office/drawing/2014/main" id="{21C0433D-A1E7-423C-A081-3CD876A1834E}"/>
                </a:ext>
              </a:extLst>
            </p:cNvPr>
            <p:cNvSpPr/>
            <p:nvPr/>
          </p:nvSpPr>
          <p:spPr>
            <a:xfrm>
              <a:off x="2752141" y="31368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71" name="Hexagon 1070">
              <a:extLst>
                <a:ext uri="{FF2B5EF4-FFF2-40B4-BE49-F238E27FC236}">
                  <a16:creationId xmlns:a16="http://schemas.microsoft.com/office/drawing/2014/main" id="{7C71E07A-0449-49FF-BA2B-E8DA9C8EDDF8}"/>
                </a:ext>
              </a:extLst>
            </p:cNvPr>
            <p:cNvSpPr/>
            <p:nvPr/>
          </p:nvSpPr>
          <p:spPr>
            <a:xfrm>
              <a:off x="2753410" y="29598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72" name="Hexagon 1071">
              <a:extLst>
                <a:ext uri="{FF2B5EF4-FFF2-40B4-BE49-F238E27FC236}">
                  <a16:creationId xmlns:a16="http://schemas.microsoft.com/office/drawing/2014/main" id="{03BAA0E2-36CC-4C6D-A316-24B93991955A}"/>
                </a:ext>
              </a:extLst>
            </p:cNvPr>
            <p:cNvSpPr/>
            <p:nvPr/>
          </p:nvSpPr>
          <p:spPr>
            <a:xfrm>
              <a:off x="2993917" y="30513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073" name="Hexagon 1072">
              <a:extLst>
                <a:ext uri="{FF2B5EF4-FFF2-40B4-BE49-F238E27FC236}">
                  <a16:creationId xmlns:a16="http://schemas.microsoft.com/office/drawing/2014/main" id="{E80B2551-5D68-4DDE-85C2-374C55A576C2}"/>
                </a:ext>
              </a:extLst>
            </p:cNvPr>
            <p:cNvSpPr/>
            <p:nvPr/>
          </p:nvSpPr>
          <p:spPr>
            <a:xfrm>
              <a:off x="2987090" y="28633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447" name="Hexagon 2446">
              <a:extLst>
                <a:ext uri="{FF2B5EF4-FFF2-40B4-BE49-F238E27FC236}">
                  <a16:creationId xmlns:a16="http://schemas.microsoft.com/office/drawing/2014/main" id="{D1A402F0-CACE-43C1-84FC-CD5635071773}"/>
                </a:ext>
              </a:extLst>
            </p:cNvPr>
            <p:cNvSpPr/>
            <p:nvPr/>
          </p:nvSpPr>
          <p:spPr>
            <a:xfrm>
              <a:off x="3449053" y="26776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9556537" y="6959270"/>
            <a:ext cx="2869714" cy="1898452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9721440" y="6960307"/>
            <a:ext cx="2539800" cy="1853426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</p:grpSp>
      <p:grpSp>
        <p:nvGrpSpPr>
          <p:cNvPr id="11" name="5">
            <a:extLst>
              <a:ext uri="{FF2B5EF4-FFF2-40B4-BE49-F238E27FC236}">
                <a16:creationId xmlns:a16="http://schemas.microsoft.com/office/drawing/2014/main" id="{FC1C2961-4A5E-4F1B-B8ED-2F16599B9241}"/>
              </a:ext>
            </a:extLst>
          </p:cNvPr>
          <p:cNvGrpSpPr/>
          <p:nvPr/>
        </p:nvGrpSpPr>
        <p:grpSpPr>
          <a:xfrm>
            <a:off x="10268487" y="6746394"/>
            <a:ext cx="1390047" cy="1279531"/>
            <a:chOff x="3445884" y="938692"/>
            <a:chExt cx="5975997" cy="5500875"/>
          </a:xfrm>
        </p:grpSpPr>
        <p:sp>
          <p:nvSpPr>
            <p:cNvPr id="1696" name="Hexagon 1695">
              <a:extLst>
                <a:ext uri="{FF2B5EF4-FFF2-40B4-BE49-F238E27FC236}">
                  <a16:creationId xmlns:a16="http://schemas.microsoft.com/office/drawing/2014/main" id="{447B875E-15C7-4403-AEA8-9EE883E7230C}"/>
                </a:ext>
              </a:extLst>
            </p:cNvPr>
            <p:cNvSpPr/>
            <p:nvPr/>
          </p:nvSpPr>
          <p:spPr>
            <a:xfrm>
              <a:off x="6985567" y="626097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74" name="Hexagon 1073">
              <a:extLst>
                <a:ext uri="{FF2B5EF4-FFF2-40B4-BE49-F238E27FC236}">
                  <a16:creationId xmlns:a16="http://schemas.microsoft.com/office/drawing/2014/main" id="{1E20052D-736D-4EF4-8098-C3B46C9440B6}"/>
                </a:ext>
              </a:extLst>
            </p:cNvPr>
            <p:cNvSpPr/>
            <p:nvPr/>
          </p:nvSpPr>
          <p:spPr>
            <a:xfrm>
              <a:off x="6745537" y="616953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76" name="Hexagon 1075">
              <a:extLst>
                <a:ext uri="{FF2B5EF4-FFF2-40B4-BE49-F238E27FC236}">
                  <a16:creationId xmlns:a16="http://schemas.microsoft.com/office/drawing/2014/main" id="{83B7E890-D7C1-4508-95D0-FA1518CC5BDE}"/>
                </a:ext>
              </a:extLst>
            </p:cNvPr>
            <p:cNvSpPr/>
            <p:nvPr/>
          </p:nvSpPr>
          <p:spPr>
            <a:xfrm>
              <a:off x="6985567" y="607428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77" name="Hexagon 1076">
              <a:extLst>
                <a:ext uri="{FF2B5EF4-FFF2-40B4-BE49-F238E27FC236}">
                  <a16:creationId xmlns:a16="http://schemas.microsoft.com/office/drawing/2014/main" id="{DD972A13-428C-4FFF-920C-A8E5D50D0305}"/>
                </a:ext>
              </a:extLst>
            </p:cNvPr>
            <p:cNvSpPr/>
            <p:nvPr/>
          </p:nvSpPr>
          <p:spPr>
            <a:xfrm>
              <a:off x="6981757" y="58894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78" name="Hexagon 1077">
              <a:extLst>
                <a:ext uri="{FF2B5EF4-FFF2-40B4-BE49-F238E27FC236}">
                  <a16:creationId xmlns:a16="http://schemas.microsoft.com/office/drawing/2014/main" id="{ACC0B186-B7CF-40A8-BDB3-830DCF157E3A}"/>
                </a:ext>
              </a:extLst>
            </p:cNvPr>
            <p:cNvSpPr/>
            <p:nvPr/>
          </p:nvSpPr>
          <p:spPr>
            <a:xfrm>
              <a:off x="7221787" y="579615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79" name="Hexagon 1078">
              <a:extLst>
                <a:ext uri="{FF2B5EF4-FFF2-40B4-BE49-F238E27FC236}">
                  <a16:creationId xmlns:a16="http://schemas.microsoft.com/office/drawing/2014/main" id="{38B40557-F02C-4F5A-959E-E8A8E845E38F}"/>
                </a:ext>
              </a:extLst>
            </p:cNvPr>
            <p:cNvSpPr/>
            <p:nvPr/>
          </p:nvSpPr>
          <p:spPr>
            <a:xfrm>
              <a:off x="7454197" y="571042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80" name="Hexagon 1079">
              <a:extLst>
                <a:ext uri="{FF2B5EF4-FFF2-40B4-BE49-F238E27FC236}">
                  <a16:creationId xmlns:a16="http://schemas.microsoft.com/office/drawing/2014/main" id="{7BAFE9B8-DE8E-4939-A12F-ECB8AC95FAA3}"/>
                </a:ext>
              </a:extLst>
            </p:cNvPr>
            <p:cNvSpPr/>
            <p:nvPr/>
          </p:nvSpPr>
          <p:spPr>
            <a:xfrm>
              <a:off x="7221787" y="561708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81" name="Hexagon 1080">
              <a:extLst>
                <a:ext uri="{FF2B5EF4-FFF2-40B4-BE49-F238E27FC236}">
                  <a16:creationId xmlns:a16="http://schemas.microsoft.com/office/drawing/2014/main" id="{E68FD9CC-D9BE-43C5-AF1F-95A90C65C81E}"/>
                </a:ext>
              </a:extLst>
            </p:cNvPr>
            <p:cNvSpPr/>
            <p:nvPr/>
          </p:nvSpPr>
          <p:spPr>
            <a:xfrm>
              <a:off x="7461817" y="552373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82" name="Hexagon 1081">
              <a:extLst>
                <a:ext uri="{FF2B5EF4-FFF2-40B4-BE49-F238E27FC236}">
                  <a16:creationId xmlns:a16="http://schemas.microsoft.com/office/drawing/2014/main" id="{D8A208F3-1921-48A6-ADEB-EA71966111DF}"/>
                </a:ext>
              </a:extLst>
            </p:cNvPr>
            <p:cNvSpPr/>
            <p:nvPr/>
          </p:nvSpPr>
          <p:spPr>
            <a:xfrm>
              <a:off x="7694227" y="543801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83" name="Hexagon 1082">
              <a:extLst>
                <a:ext uri="{FF2B5EF4-FFF2-40B4-BE49-F238E27FC236}">
                  <a16:creationId xmlns:a16="http://schemas.microsoft.com/office/drawing/2014/main" id="{C2FE83EF-13E9-41E3-81FC-DC714A7F9DE3}"/>
                </a:ext>
              </a:extLst>
            </p:cNvPr>
            <p:cNvSpPr/>
            <p:nvPr/>
          </p:nvSpPr>
          <p:spPr>
            <a:xfrm>
              <a:off x="7217977" y="542848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84" name="Hexagon 1083">
              <a:extLst>
                <a:ext uri="{FF2B5EF4-FFF2-40B4-BE49-F238E27FC236}">
                  <a16:creationId xmlns:a16="http://schemas.microsoft.com/office/drawing/2014/main" id="{FFBB85B5-0263-402A-8761-48CFE51D0757}"/>
                </a:ext>
              </a:extLst>
            </p:cNvPr>
            <p:cNvSpPr/>
            <p:nvPr/>
          </p:nvSpPr>
          <p:spPr>
            <a:xfrm>
              <a:off x="7458007" y="533514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85" name="Hexagon 1084">
              <a:extLst>
                <a:ext uri="{FF2B5EF4-FFF2-40B4-BE49-F238E27FC236}">
                  <a16:creationId xmlns:a16="http://schemas.microsoft.com/office/drawing/2014/main" id="{16F75AC4-FCF2-4302-91E9-9C73C4A8BBFA}"/>
                </a:ext>
              </a:extLst>
            </p:cNvPr>
            <p:cNvSpPr/>
            <p:nvPr/>
          </p:nvSpPr>
          <p:spPr>
            <a:xfrm>
              <a:off x="7690417" y="52494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86" name="Hexagon 1085">
              <a:extLst>
                <a:ext uri="{FF2B5EF4-FFF2-40B4-BE49-F238E27FC236}">
                  <a16:creationId xmlns:a16="http://schemas.microsoft.com/office/drawing/2014/main" id="{3322A4A7-24CE-4C8C-8F7B-8FCB090DB6A3}"/>
                </a:ext>
              </a:extLst>
            </p:cNvPr>
            <p:cNvSpPr/>
            <p:nvPr/>
          </p:nvSpPr>
          <p:spPr>
            <a:xfrm>
              <a:off x="6275002" y="616572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87" name="Hexagon 1086">
              <a:extLst>
                <a:ext uri="{FF2B5EF4-FFF2-40B4-BE49-F238E27FC236}">
                  <a16:creationId xmlns:a16="http://schemas.microsoft.com/office/drawing/2014/main" id="{07CACE86-6B68-4EEC-B95E-A686CAD5735C}"/>
                </a:ext>
              </a:extLst>
            </p:cNvPr>
            <p:cNvSpPr/>
            <p:nvPr/>
          </p:nvSpPr>
          <p:spPr>
            <a:xfrm>
              <a:off x="6507412" y="60799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88" name="Hexagon 1087">
              <a:extLst>
                <a:ext uri="{FF2B5EF4-FFF2-40B4-BE49-F238E27FC236}">
                  <a16:creationId xmlns:a16="http://schemas.microsoft.com/office/drawing/2014/main" id="{DB493302-31A3-43FF-9541-1A8CD5BA12F0}"/>
                </a:ext>
              </a:extLst>
            </p:cNvPr>
            <p:cNvSpPr/>
            <p:nvPr/>
          </p:nvSpPr>
          <p:spPr>
            <a:xfrm>
              <a:off x="6989377" y="570471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89" name="Hexagon 1088">
              <a:extLst>
                <a:ext uri="{FF2B5EF4-FFF2-40B4-BE49-F238E27FC236}">
                  <a16:creationId xmlns:a16="http://schemas.microsoft.com/office/drawing/2014/main" id="{278F5137-017A-4913-A62D-951F67B7D194}"/>
                </a:ext>
              </a:extLst>
            </p:cNvPr>
            <p:cNvSpPr/>
            <p:nvPr/>
          </p:nvSpPr>
          <p:spPr>
            <a:xfrm>
              <a:off x="6985567" y="55161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90" name="Hexagon 1089">
              <a:extLst>
                <a:ext uri="{FF2B5EF4-FFF2-40B4-BE49-F238E27FC236}">
                  <a16:creationId xmlns:a16="http://schemas.microsoft.com/office/drawing/2014/main" id="{16214F34-C62C-4232-B0A9-4B085F046897}"/>
                </a:ext>
              </a:extLst>
            </p:cNvPr>
            <p:cNvSpPr/>
            <p:nvPr/>
          </p:nvSpPr>
          <p:spPr>
            <a:xfrm>
              <a:off x="6747442" y="542848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91" name="Hexagon 1090">
              <a:extLst>
                <a:ext uri="{FF2B5EF4-FFF2-40B4-BE49-F238E27FC236}">
                  <a16:creationId xmlns:a16="http://schemas.microsoft.com/office/drawing/2014/main" id="{B0B5DC63-B156-4EF9-A12D-E37679E6118A}"/>
                </a:ext>
              </a:extLst>
            </p:cNvPr>
            <p:cNvSpPr/>
            <p:nvPr/>
          </p:nvSpPr>
          <p:spPr>
            <a:xfrm>
              <a:off x="6749347" y="579424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92" name="Hexagon 1091">
              <a:extLst>
                <a:ext uri="{FF2B5EF4-FFF2-40B4-BE49-F238E27FC236}">
                  <a16:creationId xmlns:a16="http://schemas.microsoft.com/office/drawing/2014/main" id="{318878C6-19BE-4D36-93AB-6961DAB915D4}"/>
                </a:ext>
              </a:extLst>
            </p:cNvPr>
            <p:cNvSpPr/>
            <p:nvPr/>
          </p:nvSpPr>
          <p:spPr>
            <a:xfrm>
              <a:off x="6511222" y="571233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93" name="Hexagon 1092">
              <a:extLst>
                <a:ext uri="{FF2B5EF4-FFF2-40B4-BE49-F238E27FC236}">
                  <a16:creationId xmlns:a16="http://schemas.microsoft.com/office/drawing/2014/main" id="{D144EC09-B299-43C1-8481-371E397CFB03}"/>
                </a:ext>
              </a:extLst>
            </p:cNvPr>
            <p:cNvSpPr/>
            <p:nvPr/>
          </p:nvSpPr>
          <p:spPr>
            <a:xfrm>
              <a:off x="6511222" y="589521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94" name="Hexagon 1093">
              <a:extLst>
                <a:ext uri="{FF2B5EF4-FFF2-40B4-BE49-F238E27FC236}">
                  <a16:creationId xmlns:a16="http://schemas.microsoft.com/office/drawing/2014/main" id="{A071B87F-3658-4231-A392-BF163029F536}"/>
                </a:ext>
              </a:extLst>
            </p:cNvPr>
            <p:cNvSpPr/>
            <p:nvPr/>
          </p:nvSpPr>
          <p:spPr>
            <a:xfrm>
              <a:off x="6515032" y="552754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95" name="Hexagon 1094">
              <a:extLst>
                <a:ext uri="{FF2B5EF4-FFF2-40B4-BE49-F238E27FC236}">
                  <a16:creationId xmlns:a16="http://schemas.microsoft.com/office/drawing/2014/main" id="{B542E35B-4053-40AA-A533-2436C864BEC4}"/>
                </a:ext>
              </a:extLst>
            </p:cNvPr>
            <p:cNvSpPr/>
            <p:nvPr/>
          </p:nvSpPr>
          <p:spPr>
            <a:xfrm>
              <a:off x="6278812" y="561517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96" name="Hexagon 1095">
              <a:extLst>
                <a:ext uri="{FF2B5EF4-FFF2-40B4-BE49-F238E27FC236}">
                  <a16:creationId xmlns:a16="http://schemas.microsoft.com/office/drawing/2014/main" id="{FB88319B-63E5-40B5-B5AE-1C0BF46D9C56}"/>
                </a:ext>
              </a:extLst>
            </p:cNvPr>
            <p:cNvSpPr/>
            <p:nvPr/>
          </p:nvSpPr>
          <p:spPr>
            <a:xfrm>
              <a:off x="6271192" y="598665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97" name="Hexagon 1096">
              <a:extLst>
                <a:ext uri="{FF2B5EF4-FFF2-40B4-BE49-F238E27FC236}">
                  <a16:creationId xmlns:a16="http://schemas.microsoft.com/office/drawing/2014/main" id="{19C8A740-FBBB-4007-8E5D-C09CFA409B05}"/>
                </a:ext>
              </a:extLst>
            </p:cNvPr>
            <p:cNvSpPr/>
            <p:nvPr/>
          </p:nvSpPr>
          <p:spPr>
            <a:xfrm>
              <a:off x="6038782" y="58894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98" name="Hexagon 1097">
              <a:extLst>
                <a:ext uri="{FF2B5EF4-FFF2-40B4-BE49-F238E27FC236}">
                  <a16:creationId xmlns:a16="http://schemas.microsoft.com/office/drawing/2014/main" id="{FB9A9E0F-E4EC-4CDF-8257-EC4B009E4ACA}"/>
                </a:ext>
              </a:extLst>
            </p:cNvPr>
            <p:cNvSpPr/>
            <p:nvPr/>
          </p:nvSpPr>
          <p:spPr>
            <a:xfrm>
              <a:off x="6034972" y="607237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099" name="Hexagon 1098">
              <a:extLst>
                <a:ext uri="{FF2B5EF4-FFF2-40B4-BE49-F238E27FC236}">
                  <a16:creationId xmlns:a16="http://schemas.microsoft.com/office/drawing/2014/main" id="{9A8EB91C-BAF7-403D-B217-176A724C0905}"/>
                </a:ext>
              </a:extLst>
            </p:cNvPr>
            <p:cNvSpPr/>
            <p:nvPr/>
          </p:nvSpPr>
          <p:spPr>
            <a:xfrm>
              <a:off x="5802562" y="597141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00" name="Hexagon 1099">
              <a:extLst>
                <a:ext uri="{FF2B5EF4-FFF2-40B4-BE49-F238E27FC236}">
                  <a16:creationId xmlns:a16="http://schemas.microsoft.com/office/drawing/2014/main" id="{8A18C7FF-BFA0-44A0-A12E-773704C078A2}"/>
                </a:ext>
              </a:extLst>
            </p:cNvPr>
            <p:cNvSpPr/>
            <p:nvPr/>
          </p:nvSpPr>
          <p:spPr>
            <a:xfrm>
              <a:off x="5566342" y="588378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01" name="Hexagon 1100">
              <a:extLst>
                <a:ext uri="{FF2B5EF4-FFF2-40B4-BE49-F238E27FC236}">
                  <a16:creationId xmlns:a16="http://schemas.microsoft.com/office/drawing/2014/main" id="{D05A0241-E663-4814-841A-7EA7C9F35212}"/>
                </a:ext>
              </a:extLst>
            </p:cNvPr>
            <p:cNvSpPr/>
            <p:nvPr/>
          </p:nvSpPr>
          <p:spPr>
            <a:xfrm>
              <a:off x="5806372" y="579615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02" name="Hexagon 1101">
              <a:extLst>
                <a:ext uri="{FF2B5EF4-FFF2-40B4-BE49-F238E27FC236}">
                  <a16:creationId xmlns:a16="http://schemas.microsoft.com/office/drawing/2014/main" id="{56EF0571-96CB-4268-B706-408FB13DA449}"/>
                </a:ext>
              </a:extLst>
            </p:cNvPr>
            <p:cNvSpPr/>
            <p:nvPr/>
          </p:nvSpPr>
          <p:spPr>
            <a:xfrm>
              <a:off x="6040687" y="57066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03" name="Hexagon 1102">
              <a:extLst>
                <a:ext uri="{FF2B5EF4-FFF2-40B4-BE49-F238E27FC236}">
                  <a16:creationId xmlns:a16="http://schemas.microsoft.com/office/drawing/2014/main" id="{DB1C0AF4-C303-4A2A-8FE0-598370B3B91D}"/>
                </a:ext>
              </a:extLst>
            </p:cNvPr>
            <p:cNvSpPr/>
            <p:nvPr/>
          </p:nvSpPr>
          <p:spPr>
            <a:xfrm>
              <a:off x="6044497" y="553135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04" name="Hexagon 1103">
              <a:extLst>
                <a:ext uri="{FF2B5EF4-FFF2-40B4-BE49-F238E27FC236}">
                  <a16:creationId xmlns:a16="http://schemas.microsoft.com/office/drawing/2014/main" id="{D1B49AE2-DD64-4C2A-9DA8-3725D58CB668}"/>
                </a:ext>
              </a:extLst>
            </p:cNvPr>
            <p:cNvSpPr/>
            <p:nvPr/>
          </p:nvSpPr>
          <p:spPr>
            <a:xfrm>
              <a:off x="5806372" y="560946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05" name="Hexagon 1104">
              <a:extLst>
                <a:ext uri="{FF2B5EF4-FFF2-40B4-BE49-F238E27FC236}">
                  <a16:creationId xmlns:a16="http://schemas.microsoft.com/office/drawing/2014/main" id="{CE6176B0-BF6B-4B8C-BFCB-BE45DBC086FF}"/>
                </a:ext>
              </a:extLst>
            </p:cNvPr>
            <p:cNvSpPr/>
            <p:nvPr/>
          </p:nvSpPr>
          <p:spPr>
            <a:xfrm>
              <a:off x="5810182" y="54342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06" name="Hexagon 1105">
              <a:extLst>
                <a:ext uri="{FF2B5EF4-FFF2-40B4-BE49-F238E27FC236}">
                  <a16:creationId xmlns:a16="http://schemas.microsoft.com/office/drawing/2014/main" id="{F0ABB430-EB87-4528-9FAE-E436280A3A3D}"/>
                </a:ext>
              </a:extLst>
            </p:cNvPr>
            <p:cNvSpPr/>
            <p:nvPr/>
          </p:nvSpPr>
          <p:spPr>
            <a:xfrm>
              <a:off x="5566342" y="552373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07" name="Hexagon 1106">
              <a:extLst>
                <a:ext uri="{FF2B5EF4-FFF2-40B4-BE49-F238E27FC236}">
                  <a16:creationId xmlns:a16="http://schemas.microsoft.com/office/drawing/2014/main" id="{075B57C1-EE70-4976-9D2C-BB3EAB72D3AF}"/>
                </a:ext>
              </a:extLst>
            </p:cNvPr>
            <p:cNvSpPr/>
            <p:nvPr/>
          </p:nvSpPr>
          <p:spPr>
            <a:xfrm>
              <a:off x="5324407" y="596950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08" name="Hexagon 1107">
              <a:extLst>
                <a:ext uri="{FF2B5EF4-FFF2-40B4-BE49-F238E27FC236}">
                  <a16:creationId xmlns:a16="http://schemas.microsoft.com/office/drawing/2014/main" id="{6D5B07DF-3C44-445E-8C5C-940BCD95A126}"/>
                </a:ext>
              </a:extLst>
            </p:cNvPr>
            <p:cNvSpPr/>
            <p:nvPr/>
          </p:nvSpPr>
          <p:spPr>
            <a:xfrm>
              <a:off x="5328217" y="579424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09" name="Hexagon 1108">
              <a:extLst>
                <a:ext uri="{FF2B5EF4-FFF2-40B4-BE49-F238E27FC236}">
                  <a16:creationId xmlns:a16="http://schemas.microsoft.com/office/drawing/2014/main" id="{BD95E5A2-89AB-4727-A070-7372C9D31B0C}"/>
                </a:ext>
              </a:extLst>
            </p:cNvPr>
            <p:cNvSpPr/>
            <p:nvPr/>
          </p:nvSpPr>
          <p:spPr>
            <a:xfrm>
              <a:off x="5328217" y="560755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10" name="Hexagon 1109">
              <a:extLst>
                <a:ext uri="{FF2B5EF4-FFF2-40B4-BE49-F238E27FC236}">
                  <a16:creationId xmlns:a16="http://schemas.microsoft.com/office/drawing/2014/main" id="{D64EBEDD-5BCB-43F7-83E6-2F8843282031}"/>
                </a:ext>
              </a:extLst>
            </p:cNvPr>
            <p:cNvSpPr/>
            <p:nvPr/>
          </p:nvSpPr>
          <p:spPr>
            <a:xfrm>
              <a:off x="5332027" y="54322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11" name="Hexagon 1110">
              <a:extLst>
                <a:ext uri="{FF2B5EF4-FFF2-40B4-BE49-F238E27FC236}">
                  <a16:creationId xmlns:a16="http://schemas.microsoft.com/office/drawing/2014/main" id="{881CCA9B-0EE2-4833-A260-AAB218E35F72}"/>
                </a:ext>
              </a:extLst>
            </p:cNvPr>
            <p:cNvSpPr/>
            <p:nvPr/>
          </p:nvSpPr>
          <p:spPr>
            <a:xfrm>
              <a:off x="5099617" y="588759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12" name="Hexagon 1111">
              <a:extLst>
                <a:ext uri="{FF2B5EF4-FFF2-40B4-BE49-F238E27FC236}">
                  <a16:creationId xmlns:a16="http://schemas.microsoft.com/office/drawing/2014/main" id="{91691DE9-E1DE-47EA-9B36-4EC3812B24FA}"/>
                </a:ext>
              </a:extLst>
            </p:cNvPr>
            <p:cNvSpPr/>
            <p:nvPr/>
          </p:nvSpPr>
          <p:spPr>
            <a:xfrm>
              <a:off x="5103427" y="571233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13" name="Hexagon 1112">
              <a:extLst>
                <a:ext uri="{FF2B5EF4-FFF2-40B4-BE49-F238E27FC236}">
                  <a16:creationId xmlns:a16="http://schemas.microsoft.com/office/drawing/2014/main" id="{3E6F73CC-F7A9-4297-A80C-1EF4B1BB7DAF}"/>
                </a:ext>
              </a:extLst>
            </p:cNvPr>
            <p:cNvSpPr/>
            <p:nvPr/>
          </p:nvSpPr>
          <p:spPr>
            <a:xfrm>
              <a:off x="5103427" y="552564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14" name="Hexagon 1113">
              <a:extLst>
                <a:ext uri="{FF2B5EF4-FFF2-40B4-BE49-F238E27FC236}">
                  <a16:creationId xmlns:a16="http://schemas.microsoft.com/office/drawing/2014/main" id="{C53161F5-480C-487C-9A57-1F9CC7A0D408}"/>
                </a:ext>
              </a:extLst>
            </p:cNvPr>
            <p:cNvSpPr/>
            <p:nvPr/>
          </p:nvSpPr>
          <p:spPr>
            <a:xfrm>
              <a:off x="5107237" y="535038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15" name="Hexagon 1114">
              <a:extLst>
                <a:ext uri="{FF2B5EF4-FFF2-40B4-BE49-F238E27FC236}">
                  <a16:creationId xmlns:a16="http://schemas.microsoft.com/office/drawing/2014/main" id="{73699742-064A-403B-8BD8-29F8FDCB7189}"/>
                </a:ext>
              </a:extLst>
            </p:cNvPr>
            <p:cNvSpPr/>
            <p:nvPr/>
          </p:nvSpPr>
          <p:spPr>
            <a:xfrm>
              <a:off x="4869112" y="542658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16" name="Hexagon 1115">
              <a:extLst>
                <a:ext uri="{FF2B5EF4-FFF2-40B4-BE49-F238E27FC236}">
                  <a16:creationId xmlns:a16="http://schemas.microsoft.com/office/drawing/2014/main" id="{28EA1069-53B5-4C4B-AAE0-F0AB5E2D7863}"/>
                </a:ext>
              </a:extLst>
            </p:cNvPr>
            <p:cNvSpPr/>
            <p:nvPr/>
          </p:nvSpPr>
          <p:spPr>
            <a:xfrm>
              <a:off x="4872922" y="525132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17" name="Hexagon 1116">
              <a:extLst>
                <a:ext uri="{FF2B5EF4-FFF2-40B4-BE49-F238E27FC236}">
                  <a16:creationId xmlns:a16="http://schemas.microsoft.com/office/drawing/2014/main" id="{80D617D1-27CC-4EAF-A86A-2F083EE51267}"/>
                </a:ext>
              </a:extLst>
            </p:cNvPr>
            <p:cNvSpPr/>
            <p:nvPr/>
          </p:nvSpPr>
          <p:spPr>
            <a:xfrm>
              <a:off x="4632892" y="552564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18" name="Hexagon 1117">
              <a:extLst>
                <a:ext uri="{FF2B5EF4-FFF2-40B4-BE49-F238E27FC236}">
                  <a16:creationId xmlns:a16="http://schemas.microsoft.com/office/drawing/2014/main" id="{F8066EBC-C11A-4F1F-A1E6-E79DAB68B863}"/>
                </a:ext>
              </a:extLst>
            </p:cNvPr>
            <p:cNvSpPr/>
            <p:nvPr/>
          </p:nvSpPr>
          <p:spPr>
            <a:xfrm>
              <a:off x="4636702" y="535038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19" name="Hexagon 1118">
              <a:extLst>
                <a:ext uri="{FF2B5EF4-FFF2-40B4-BE49-F238E27FC236}">
                  <a16:creationId xmlns:a16="http://schemas.microsoft.com/office/drawing/2014/main" id="{4DBE95BC-3E16-4249-BE6E-E3FEE3110B5A}"/>
                </a:ext>
              </a:extLst>
            </p:cNvPr>
            <p:cNvSpPr/>
            <p:nvPr/>
          </p:nvSpPr>
          <p:spPr>
            <a:xfrm>
              <a:off x="6752964" y="15806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20" name="Hexagon 1119">
              <a:extLst>
                <a:ext uri="{FF2B5EF4-FFF2-40B4-BE49-F238E27FC236}">
                  <a16:creationId xmlns:a16="http://schemas.microsoft.com/office/drawing/2014/main" id="{1D60FDDF-1D70-42AE-95EC-CC6B2E532601}"/>
                </a:ext>
              </a:extLst>
            </p:cNvPr>
            <p:cNvSpPr/>
            <p:nvPr/>
          </p:nvSpPr>
          <p:spPr>
            <a:xfrm>
              <a:off x="6749154" y="17654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21" name="Hexagon 1120">
              <a:extLst>
                <a:ext uri="{FF2B5EF4-FFF2-40B4-BE49-F238E27FC236}">
                  <a16:creationId xmlns:a16="http://schemas.microsoft.com/office/drawing/2014/main" id="{82CD9945-4054-4C39-9D43-24A91E1E7DE2}"/>
                </a:ext>
              </a:extLst>
            </p:cNvPr>
            <p:cNvSpPr/>
            <p:nvPr/>
          </p:nvSpPr>
          <p:spPr>
            <a:xfrm>
              <a:off x="6514839" y="18607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22" name="Hexagon 1121">
              <a:extLst>
                <a:ext uri="{FF2B5EF4-FFF2-40B4-BE49-F238E27FC236}">
                  <a16:creationId xmlns:a16="http://schemas.microsoft.com/office/drawing/2014/main" id="{4D52C52F-6A1A-45E8-9585-4E630E742A14}"/>
                </a:ext>
              </a:extLst>
            </p:cNvPr>
            <p:cNvSpPr/>
            <p:nvPr/>
          </p:nvSpPr>
          <p:spPr>
            <a:xfrm>
              <a:off x="6274809" y="19502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23" name="Hexagon 1122">
              <a:extLst>
                <a:ext uri="{FF2B5EF4-FFF2-40B4-BE49-F238E27FC236}">
                  <a16:creationId xmlns:a16="http://schemas.microsoft.com/office/drawing/2014/main" id="{22D67BD2-D859-457D-8C0F-293FA3819DB7}"/>
                </a:ext>
              </a:extLst>
            </p:cNvPr>
            <p:cNvSpPr/>
            <p:nvPr/>
          </p:nvSpPr>
          <p:spPr>
            <a:xfrm>
              <a:off x="6042399" y="18607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24" name="Hexagon 1123">
              <a:extLst>
                <a:ext uri="{FF2B5EF4-FFF2-40B4-BE49-F238E27FC236}">
                  <a16:creationId xmlns:a16="http://schemas.microsoft.com/office/drawing/2014/main" id="{2F15953A-EAD6-4465-AA3C-E5EF9FEA0E00}"/>
                </a:ext>
              </a:extLst>
            </p:cNvPr>
            <p:cNvSpPr/>
            <p:nvPr/>
          </p:nvSpPr>
          <p:spPr>
            <a:xfrm>
              <a:off x="5804274" y="17673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25" name="Hexagon 1124">
              <a:extLst>
                <a:ext uri="{FF2B5EF4-FFF2-40B4-BE49-F238E27FC236}">
                  <a16:creationId xmlns:a16="http://schemas.microsoft.com/office/drawing/2014/main" id="{5E4A0862-E753-4173-8FB8-FADB76D0AA2A}"/>
                </a:ext>
              </a:extLst>
            </p:cNvPr>
            <p:cNvSpPr/>
            <p:nvPr/>
          </p:nvSpPr>
          <p:spPr>
            <a:xfrm>
              <a:off x="5806179" y="15768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26" name="Hexagon 1125">
              <a:extLst>
                <a:ext uri="{FF2B5EF4-FFF2-40B4-BE49-F238E27FC236}">
                  <a16:creationId xmlns:a16="http://schemas.microsoft.com/office/drawing/2014/main" id="{94FBCB57-9E87-4434-A70C-2520884DC1D4}"/>
                </a:ext>
              </a:extLst>
            </p:cNvPr>
            <p:cNvSpPr/>
            <p:nvPr/>
          </p:nvSpPr>
          <p:spPr>
            <a:xfrm>
              <a:off x="5802369" y="13920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27" name="Hexagon 1126">
              <a:extLst>
                <a:ext uri="{FF2B5EF4-FFF2-40B4-BE49-F238E27FC236}">
                  <a16:creationId xmlns:a16="http://schemas.microsoft.com/office/drawing/2014/main" id="{FD79963F-F194-4344-A3D6-02D9B871C880}"/>
                </a:ext>
              </a:extLst>
            </p:cNvPr>
            <p:cNvSpPr/>
            <p:nvPr/>
          </p:nvSpPr>
          <p:spPr>
            <a:xfrm>
              <a:off x="6044304" y="13082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28" name="Hexagon 1127">
              <a:extLst>
                <a:ext uri="{FF2B5EF4-FFF2-40B4-BE49-F238E27FC236}">
                  <a16:creationId xmlns:a16="http://schemas.microsoft.com/office/drawing/2014/main" id="{069C8223-70BA-4357-A533-FAC36BDB468A}"/>
                </a:ext>
              </a:extLst>
            </p:cNvPr>
            <p:cNvSpPr/>
            <p:nvPr/>
          </p:nvSpPr>
          <p:spPr>
            <a:xfrm>
              <a:off x="6282429" y="12149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29" name="Hexagon 1128">
              <a:extLst>
                <a:ext uri="{FF2B5EF4-FFF2-40B4-BE49-F238E27FC236}">
                  <a16:creationId xmlns:a16="http://schemas.microsoft.com/office/drawing/2014/main" id="{7310A4B0-7A84-4877-BE33-7715806120A6}"/>
                </a:ext>
              </a:extLst>
            </p:cNvPr>
            <p:cNvSpPr/>
            <p:nvPr/>
          </p:nvSpPr>
          <p:spPr>
            <a:xfrm>
              <a:off x="6518649" y="13082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30" name="Hexagon 1129">
              <a:extLst>
                <a:ext uri="{FF2B5EF4-FFF2-40B4-BE49-F238E27FC236}">
                  <a16:creationId xmlns:a16="http://schemas.microsoft.com/office/drawing/2014/main" id="{7CB43C20-73CC-483E-96C5-2255D2960B30}"/>
                </a:ext>
              </a:extLst>
            </p:cNvPr>
            <p:cNvSpPr/>
            <p:nvPr/>
          </p:nvSpPr>
          <p:spPr>
            <a:xfrm>
              <a:off x="6756774" y="14016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31" name="Hexagon 1130">
              <a:extLst>
                <a:ext uri="{FF2B5EF4-FFF2-40B4-BE49-F238E27FC236}">
                  <a16:creationId xmlns:a16="http://schemas.microsoft.com/office/drawing/2014/main" id="{9BAABA59-826D-453C-9DB9-D37BA33FC097}"/>
                </a:ext>
              </a:extLst>
            </p:cNvPr>
            <p:cNvSpPr/>
            <p:nvPr/>
          </p:nvSpPr>
          <p:spPr>
            <a:xfrm>
              <a:off x="6749154" y="21312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32" name="Hexagon 1131">
              <a:extLst>
                <a:ext uri="{FF2B5EF4-FFF2-40B4-BE49-F238E27FC236}">
                  <a16:creationId xmlns:a16="http://schemas.microsoft.com/office/drawing/2014/main" id="{A2B6D73B-7A13-4820-8303-DF6AA0D66803}"/>
                </a:ext>
              </a:extLst>
            </p:cNvPr>
            <p:cNvSpPr/>
            <p:nvPr/>
          </p:nvSpPr>
          <p:spPr>
            <a:xfrm>
              <a:off x="6745344" y="23160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33" name="Hexagon 1132">
              <a:extLst>
                <a:ext uri="{FF2B5EF4-FFF2-40B4-BE49-F238E27FC236}">
                  <a16:creationId xmlns:a16="http://schemas.microsoft.com/office/drawing/2014/main" id="{9778D630-5B5C-4BB1-8C46-C3E4A16FEF7A}"/>
                </a:ext>
              </a:extLst>
            </p:cNvPr>
            <p:cNvSpPr/>
            <p:nvPr/>
          </p:nvSpPr>
          <p:spPr>
            <a:xfrm>
              <a:off x="6752964" y="195215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34" name="Hexagon 1133">
              <a:extLst>
                <a:ext uri="{FF2B5EF4-FFF2-40B4-BE49-F238E27FC236}">
                  <a16:creationId xmlns:a16="http://schemas.microsoft.com/office/drawing/2014/main" id="{F2742778-DFBF-4CF0-ACD2-E8DF00E8FE8F}"/>
                </a:ext>
              </a:extLst>
            </p:cNvPr>
            <p:cNvSpPr/>
            <p:nvPr/>
          </p:nvSpPr>
          <p:spPr>
            <a:xfrm>
              <a:off x="6511029" y="22226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35" name="Hexagon 1134">
              <a:extLst>
                <a:ext uri="{FF2B5EF4-FFF2-40B4-BE49-F238E27FC236}">
                  <a16:creationId xmlns:a16="http://schemas.microsoft.com/office/drawing/2014/main" id="{C9151554-E222-434F-B285-6992CA8A4F7F}"/>
                </a:ext>
              </a:extLst>
            </p:cNvPr>
            <p:cNvSpPr/>
            <p:nvPr/>
          </p:nvSpPr>
          <p:spPr>
            <a:xfrm>
              <a:off x="6507219" y="2407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36" name="Hexagon 1135">
              <a:extLst>
                <a:ext uri="{FF2B5EF4-FFF2-40B4-BE49-F238E27FC236}">
                  <a16:creationId xmlns:a16="http://schemas.microsoft.com/office/drawing/2014/main" id="{855113C9-8FD8-4C6B-AA88-E01740FAF9B1}"/>
                </a:ext>
              </a:extLst>
            </p:cNvPr>
            <p:cNvSpPr/>
            <p:nvPr/>
          </p:nvSpPr>
          <p:spPr>
            <a:xfrm>
              <a:off x="6514839" y="20435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37" name="Hexagon 1136">
              <a:extLst>
                <a:ext uri="{FF2B5EF4-FFF2-40B4-BE49-F238E27FC236}">
                  <a16:creationId xmlns:a16="http://schemas.microsoft.com/office/drawing/2014/main" id="{75ACE6E2-B7F5-43DC-9E1C-F3946735C878}"/>
                </a:ext>
              </a:extLst>
            </p:cNvPr>
            <p:cNvSpPr/>
            <p:nvPr/>
          </p:nvSpPr>
          <p:spPr>
            <a:xfrm>
              <a:off x="6749154" y="24988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38" name="Hexagon 1137">
              <a:extLst>
                <a:ext uri="{FF2B5EF4-FFF2-40B4-BE49-F238E27FC236}">
                  <a16:creationId xmlns:a16="http://schemas.microsoft.com/office/drawing/2014/main" id="{ABA5D8DA-B7F2-4BDD-B0B5-D674DD8F48BA}"/>
                </a:ext>
              </a:extLst>
            </p:cNvPr>
            <p:cNvSpPr/>
            <p:nvPr/>
          </p:nvSpPr>
          <p:spPr>
            <a:xfrm>
              <a:off x="6756774" y="26836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39" name="Hexagon 1138">
              <a:extLst>
                <a:ext uri="{FF2B5EF4-FFF2-40B4-BE49-F238E27FC236}">
                  <a16:creationId xmlns:a16="http://schemas.microsoft.com/office/drawing/2014/main" id="{B391182A-285C-4C0E-837C-52B5DD88092B}"/>
                </a:ext>
              </a:extLst>
            </p:cNvPr>
            <p:cNvSpPr/>
            <p:nvPr/>
          </p:nvSpPr>
          <p:spPr>
            <a:xfrm>
              <a:off x="6754869" y="28703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40" name="Hexagon 1139">
              <a:extLst>
                <a:ext uri="{FF2B5EF4-FFF2-40B4-BE49-F238E27FC236}">
                  <a16:creationId xmlns:a16="http://schemas.microsoft.com/office/drawing/2014/main" id="{82C1DF73-C1DF-4DF0-BCED-74562E04DD3B}"/>
                </a:ext>
              </a:extLst>
            </p:cNvPr>
            <p:cNvSpPr/>
            <p:nvPr/>
          </p:nvSpPr>
          <p:spPr>
            <a:xfrm>
              <a:off x="6518649" y="29522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41" name="Hexagon 1140">
              <a:extLst>
                <a:ext uri="{FF2B5EF4-FFF2-40B4-BE49-F238E27FC236}">
                  <a16:creationId xmlns:a16="http://schemas.microsoft.com/office/drawing/2014/main" id="{E534CB9E-2F66-4E0B-ACFE-A79956C58102}"/>
                </a:ext>
              </a:extLst>
            </p:cNvPr>
            <p:cNvSpPr/>
            <p:nvPr/>
          </p:nvSpPr>
          <p:spPr>
            <a:xfrm>
              <a:off x="6040494" y="29618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42" name="Hexagon 1141">
              <a:extLst>
                <a:ext uri="{FF2B5EF4-FFF2-40B4-BE49-F238E27FC236}">
                  <a16:creationId xmlns:a16="http://schemas.microsoft.com/office/drawing/2014/main" id="{AE5D54CA-F305-457A-A7C2-1831BE82E719}"/>
                </a:ext>
              </a:extLst>
            </p:cNvPr>
            <p:cNvSpPr/>
            <p:nvPr/>
          </p:nvSpPr>
          <p:spPr>
            <a:xfrm>
              <a:off x="5804274" y="30437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43" name="Hexagon 1142">
              <a:extLst>
                <a:ext uri="{FF2B5EF4-FFF2-40B4-BE49-F238E27FC236}">
                  <a16:creationId xmlns:a16="http://schemas.microsoft.com/office/drawing/2014/main" id="{B7F27F85-64E7-41E8-BD52-5F9093145721}"/>
                </a:ext>
              </a:extLst>
            </p:cNvPr>
            <p:cNvSpPr/>
            <p:nvPr/>
          </p:nvSpPr>
          <p:spPr>
            <a:xfrm>
              <a:off x="6278619" y="30513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44" name="Hexagon 1143">
              <a:extLst>
                <a:ext uri="{FF2B5EF4-FFF2-40B4-BE49-F238E27FC236}">
                  <a16:creationId xmlns:a16="http://schemas.microsoft.com/office/drawing/2014/main" id="{8E9B50C4-9CAE-48F0-B327-56CCCBD87FFC}"/>
                </a:ext>
              </a:extLst>
            </p:cNvPr>
            <p:cNvSpPr/>
            <p:nvPr/>
          </p:nvSpPr>
          <p:spPr>
            <a:xfrm>
              <a:off x="5806179" y="28608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45" name="Hexagon 1144">
              <a:extLst>
                <a:ext uri="{FF2B5EF4-FFF2-40B4-BE49-F238E27FC236}">
                  <a16:creationId xmlns:a16="http://schemas.microsoft.com/office/drawing/2014/main" id="{B25C4F53-DEDE-49B1-8431-2E708637E810}"/>
                </a:ext>
              </a:extLst>
            </p:cNvPr>
            <p:cNvSpPr/>
            <p:nvPr/>
          </p:nvSpPr>
          <p:spPr>
            <a:xfrm>
              <a:off x="5798559" y="26779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46" name="Hexagon 1145">
              <a:extLst>
                <a:ext uri="{FF2B5EF4-FFF2-40B4-BE49-F238E27FC236}">
                  <a16:creationId xmlns:a16="http://schemas.microsoft.com/office/drawing/2014/main" id="{3550A76A-17EB-4658-89BC-B1BEFF2B29A4}"/>
                </a:ext>
              </a:extLst>
            </p:cNvPr>
            <p:cNvSpPr/>
            <p:nvPr/>
          </p:nvSpPr>
          <p:spPr>
            <a:xfrm>
              <a:off x="5802369" y="24969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47" name="Hexagon 1146">
              <a:extLst>
                <a:ext uri="{FF2B5EF4-FFF2-40B4-BE49-F238E27FC236}">
                  <a16:creationId xmlns:a16="http://schemas.microsoft.com/office/drawing/2014/main" id="{16EF8657-6F70-4835-A656-C2628E139419}"/>
                </a:ext>
              </a:extLst>
            </p:cNvPr>
            <p:cNvSpPr/>
            <p:nvPr/>
          </p:nvSpPr>
          <p:spPr>
            <a:xfrm>
              <a:off x="5804274" y="23102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48" name="Hexagon 1147">
              <a:extLst>
                <a:ext uri="{FF2B5EF4-FFF2-40B4-BE49-F238E27FC236}">
                  <a16:creationId xmlns:a16="http://schemas.microsoft.com/office/drawing/2014/main" id="{D7E0EA6F-2342-4E4B-BE75-9EF5C3699978}"/>
                </a:ext>
              </a:extLst>
            </p:cNvPr>
            <p:cNvSpPr/>
            <p:nvPr/>
          </p:nvSpPr>
          <p:spPr>
            <a:xfrm>
              <a:off x="6274809" y="21312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49" name="Hexagon 1148">
              <a:extLst>
                <a:ext uri="{FF2B5EF4-FFF2-40B4-BE49-F238E27FC236}">
                  <a16:creationId xmlns:a16="http://schemas.microsoft.com/office/drawing/2014/main" id="{ECC3A04E-6EE7-4C24-9123-DFC503FFDF4C}"/>
                </a:ext>
              </a:extLst>
            </p:cNvPr>
            <p:cNvSpPr/>
            <p:nvPr/>
          </p:nvSpPr>
          <p:spPr>
            <a:xfrm>
              <a:off x="6038589" y="22131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50" name="Hexagon 1149">
              <a:extLst>
                <a:ext uri="{FF2B5EF4-FFF2-40B4-BE49-F238E27FC236}">
                  <a16:creationId xmlns:a16="http://schemas.microsoft.com/office/drawing/2014/main" id="{BCA6DDC2-ADC7-46C4-A003-9C10DE44F60C}"/>
                </a:ext>
              </a:extLst>
            </p:cNvPr>
            <p:cNvSpPr/>
            <p:nvPr/>
          </p:nvSpPr>
          <p:spPr>
            <a:xfrm>
              <a:off x="6745344" y="30437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51" name="Hexagon 1150">
              <a:extLst>
                <a:ext uri="{FF2B5EF4-FFF2-40B4-BE49-F238E27FC236}">
                  <a16:creationId xmlns:a16="http://schemas.microsoft.com/office/drawing/2014/main" id="{AC5B27E0-011C-4D96-9A42-49D68647928D}"/>
                </a:ext>
              </a:extLst>
            </p:cNvPr>
            <p:cNvSpPr/>
            <p:nvPr/>
          </p:nvSpPr>
          <p:spPr>
            <a:xfrm>
              <a:off x="6985374" y="31351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52" name="Hexagon 1151">
              <a:extLst>
                <a:ext uri="{FF2B5EF4-FFF2-40B4-BE49-F238E27FC236}">
                  <a16:creationId xmlns:a16="http://schemas.microsoft.com/office/drawing/2014/main" id="{768EE133-189F-49DC-90A5-63B025143DD2}"/>
                </a:ext>
              </a:extLst>
            </p:cNvPr>
            <p:cNvSpPr/>
            <p:nvPr/>
          </p:nvSpPr>
          <p:spPr>
            <a:xfrm>
              <a:off x="7227309" y="32304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53" name="Hexagon 1152">
              <a:extLst>
                <a:ext uri="{FF2B5EF4-FFF2-40B4-BE49-F238E27FC236}">
                  <a16:creationId xmlns:a16="http://schemas.microsoft.com/office/drawing/2014/main" id="{D8390D90-AB40-41EB-8B8C-B188C4AB0103}"/>
                </a:ext>
              </a:extLst>
            </p:cNvPr>
            <p:cNvSpPr/>
            <p:nvPr/>
          </p:nvSpPr>
          <p:spPr>
            <a:xfrm>
              <a:off x="7223499" y="34151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54" name="Hexagon 1153">
              <a:extLst>
                <a:ext uri="{FF2B5EF4-FFF2-40B4-BE49-F238E27FC236}">
                  <a16:creationId xmlns:a16="http://schemas.microsoft.com/office/drawing/2014/main" id="{98C63C18-0049-4F87-911E-583761CDA40E}"/>
                </a:ext>
              </a:extLst>
            </p:cNvPr>
            <p:cNvSpPr/>
            <p:nvPr/>
          </p:nvSpPr>
          <p:spPr>
            <a:xfrm>
              <a:off x="7459719" y="35104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55" name="Hexagon 1154">
              <a:extLst>
                <a:ext uri="{FF2B5EF4-FFF2-40B4-BE49-F238E27FC236}">
                  <a16:creationId xmlns:a16="http://schemas.microsoft.com/office/drawing/2014/main" id="{0A3D5821-E965-4AD0-AB79-31F0B9D0DD52}"/>
                </a:ext>
              </a:extLst>
            </p:cNvPr>
            <p:cNvSpPr/>
            <p:nvPr/>
          </p:nvSpPr>
          <p:spPr>
            <a:xfrm>
              <a:off x="7694034" y="36018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56" name="Hexagon 1155">
              <a:extLst>
                <a:ext uri="{FF2B5EF4-FFF2-40B4-BE49-F238E27FC236}">
                  <a16:creationId xmlns:a16="http://schemas.microsoft.com/office/drawing/2014/main" id="{58D38290-CC43-4D48-A5FA-DBD575A0FD43}"/>
                </a:ext>
              </a:extLst>
            </p:cNvPr>
            <p:cNvSpPr/>
            <p:nvPr/>
          </p:nvSpPr>
          <p:spPr>
            <a:xfrm>
              <a:off x="7928349" y="35218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57" name="Hexagon 1156">
              <a:extLst>
                <a:ext uri="{FF2B5EF4-FFF2-40B4-BE49-F238E27FC236}">
                  <a16:creationId xmlns:a16="http://schemas.microsoft.com/office/drawing/2014/main" id="{0E2A8827-E2F0-427A-B3F4-FE7A29676EC7}"/>
                </a:ext>
              </a:extLst>
            </p:cNvPr>
            <p:cNvSpPr/>
            <p:nvPr/>
          </p:nvSpPr>
          <p:spPr>
            <a:xfrm>
              <a:off x="8160759" y="34209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58" name="Hexagon 1157">
              <a:extLst>
                <a:ext uri="{FF2B5EF4-FFF2-40B4-BE49-F238E27FC236}">
                  <a16:creationId xmlns:a16="http://schemas.microsoft.com/office/drawing/2014/main" id="{5E0BCB78-F104-4DAC-AF24-F077CF4E83E3}"/>
                </a:ext>
              </a:extLst>
            </p:cNvPr>
            <p:cNvSpPr/>
            <p:nvPr/>
          </p:nvSpPr>
          <p:spPr>
            <a:xfrm>
              <a:off x="8160759" y="32323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59" name="Hexagon 1158">
              <a:extLst>
                <a:ext uri="{FF2B5EF4-FFF2-40B4-BE49-F238E27FC236}">
                  <a16:creationId xmlns:a16="http://schemas.microsoft.com/office/drawing/2014/main" id="{5832E99D-7C4E-4B94-9B3D-2C39235E3E0B}"/>
                </a:ext>
              </a:extLst>
            </p:cNvPr>
            <p:cNvSpPr/>
            <p:nvPr/>
          </p:nvSpPr>
          <p:spPr>
            <a:xfrm>
              <a:off x="8162664" y="30437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60" name="Hexagon 1159">
              <a:extLst>
                <a:ext uri="{FF2B5EF4-FFF2-40B4-BE49-F238E27FC236}">
                  <a16:creationId xmlns:a16="http://schemas.microsoft.com/office/drawing/2014/main" id="{D4BCC367-BA7D-42E0-AE4B-0CE9CFE7229C}"/>
                </a:ext>
              </a:extLst>
            </p:cNvPr>
            <p:cNvSpPr/>
            <p:nvPr/>
          </p:nvSpPr>
          <p:spPr>
            <a:xfrm>
              <a:off x="7920729" y="29598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61" name="Hexagon 1160">
              <a:extLst>
                <a:ext uri="{FF2B5EF4-FFF2-40B4-BE49-F238E27FC236}">
                  <a16:creationId xmlns:a16="http://schemas.microsoft.com/office/drawing/2014/main" id="{F22F623A-A5CD-42E9-8283-A884D7963D42}"/>
                </a:ext>
              </a:extLst>
            </p:cNvPr>
            <p:cNvSpPr/>
            <p:nvPr/>
          </p:nvSpPr>
          <p:spPr>
            <a:xfrm>
              <a:off x="7690224" y="28608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62" name="Hexagon 1161">
              <a:extLst>
                <a:ext uri="{FF2B5EF4-FFF2-40B4-BE49-F238E27FC236}">
                  <a16:creationId xmlns:a16="http://schemas.microsoft.com/office/drawing/2014/main" id="{F2F7D91D-2AAD-4C2F-910F-6087ECDCBF86}"/>
                </a:ext>
              </a:extLst>
            </p:cNvPr>
            <p:cNvSpPr/>
            <p:nvPr/>
          </p:nvSpPr>
          <p:spPr>
            <a:xfrm>
              <a:off x="7454004" y="29560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63" name="Hexagon 1162">
              <a:extLst>
                <a:ext uri="{FF2B5EF4-FFF2-40B4-BE49-F238E27FC236}">
                  <a16:creationId xmlns:a16="http://schemas.microsoft.com/office/drawing/2014/main" id="{1F6D2F78-ED39-42CD-8B3B-A3A348370BDB}"/>
                </a:ext>
              </a:extLst>
            </p:cNvPr>
            <p:cNvSpPr/>
            <p:nvPr/>
          </p:nvSpPr>
          <p:spPr>
            <a:xfrm>
              <a:off x="7227309" y="30437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64" name="Hexagon 1163">
              <a:extLst>
                <a:ext uri="{FF2B5EF4-FFF2-40B4-BE49-F238E27FC236}">
                  <a16:creationId xmlns:a16="http://schemas.microsoft.com/office/drawing/2014/main" id="{6CC365BC-7265-4C14-966D-EC93A3EB1317}"/>
                </a:ext>
              </a:extLst>
            </p:cNvPr>
            <p:cNvSpPr/>
            <p:nvPr/>
          </p:nvSpPr>
          <p:spPr>
            <a:xfrm>
              <a:off x="6987279" y="29541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65" name="Hexagon 1164">
              <a:extLst>
                <a:ext uri="{FF2B5EF4-FFF2-40B4-BE49-F238E27FC236}">
                  <a16:creationId xmlns:a16="http://schemas.microsoft.com/office/drawing/2014/main" id="{7EFB9883-3669-4D65-B067-3AA8CE687204}"/>
                </a:ext>
              </a:extLst>
            </p:cNvPr>
            <p:cNvSpPr/>
            <p:nvPr/>
          </p:nvSpPr>
          <p:spPr>
            <a:xfrm>
              <a:off x="7922634" y="27732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66" name="Hexagon 1165">
              <a:extLst>
                <a:ext uri="{FF2B5EF4-FFF2-40B4-BE49-F238E27FC236}">
                  <a16:creationId xmlns:a16="http://schemas.microsoft.com/office/drawing/2014/main" id="{8ECFCDD9-561B-4DB6-BD17-6696D91698AD}"/>
                </a:ext>
              </a:extLst>
            </p:cNvPr>
            <p:cNvSpPr/>
            <p:nvPr/>
          </p:nvSpPr>
          <p:spPr>
            <a:xfrm>
              <a:off x="7692129" y="26798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67" name="Hexagon 1166">
              <a:extLst>
                <a:ext uri="{FF2B5EF4-FFF2-40B4-BE49-F238E27FC236}">
                  <a16:creationId xmlns:a16="http://schemas.microsoft.com/office/drawing/2014/main" id="{03383846-7FCA-4C6D-8A53-96076FFFB21E}"/>
                </a:ext>
              </a:extLst>
            </p:cNvPr>
            <p:cNvSpPr/>
            <p:nvPr/>
          </p:nvSpPr>
          <p:spPr>
            <a:xfrm>
              <a:off x="7455909" y="27751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68" name="Hexagon 1167">
              <a:extLst>
                <a:ext uri="{FF2B5EF4-FFF2-40B4-BE49-F238E27FC236}">
                  <a16:creationId xmlns:a16="http://schemas.microsoft.com/office/drawing/2014/main" id="{8FD97884-5962-4E0F-A27F-512C18570E46}"/>
                </a:ext>
              </a:extLst>
            </p:cNvPr>
            <p:cNvSpPr/>
            <p:nvPr/>
          </p:nvSpPr>
          <p:spPr>
            <a:xfrm>
              <a:off x="7229214" y="28627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69" name="Hexagon 1168">
              <a:extLst>
                <a:ext uri="{FF2B5EF4-FFF2-40B4-BE49-F238E27FC236}">
                  <a16:creationId xmlns:a16="http://schemas.microsoft.com/office/drawing/2014/main" id="{FCC961E6-0D76-444D-B142-3E6C3B74B218}"/>
                </a:ext>
              </a:extLst>
            </p:cNvPr>
            <p:cNvSpPr/>
            <p:nvPr/>
          </p:nvSpPr>
          <p:spPr>
            <a:xfrm>
              <a:off x="7922634" y="25865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70" name="Hexagon 1169">
              <a:extLst>
                <a:ext uri="{FF2B5EF4-FFF2-40B4-BE49-F238E27FC236}">
                  <a16:creationId xmlns:a16="http://schemas.microsoft.com/office/drawing/2014/main" id="{52B39E40-9A54-46C0-A988-84CCD6A56E57}"/>
                </a:ext>
              </a:extLst>
            </p:cNvPr>
            <p:cNvSpPr/>
            <p:nvPr/>
          </p:nvSpPr>
          <p:spPr>
            <a:xfrm>
              <a:off x="7692129" y="24950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71" name="Hexagon 1170">
              <a:extLst>
                <a:ext uri="{FF2B5EF4-FFF2-40B4-BE49-F238E27FC236}">
                  <a16:creationId xmlns:a16="http://schemas.microsoft.com/office/drawing/2014/main" id="{7E3FC9AB-36DD-45C9-84DD-45D9FB522A99}"/>
                </a:ext>
              </a:extLst>
            </p:cNvPr>
            <p:cNvSpPr/>
            <p:nvPr/>
          </p:nvSpPr>
          <p:spPr>
            <a:xfrm>
              <a:off x="7455909" y="25903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72" name="Hexagon 1171">
              <a:extLst>
                <a:ext uri="{FF2B5EF4-FFF2-40B4-BE49-F238E27FC236}">
                  <a16:creationId xmlns:a16="http://schemas.microsoft.com/office/drawing/2014/main" id="{479652D4-251A-4CD2-A32B-D95E7A91C5B4}"/>
                </a:ext>
              </a:extLst>
            </p:cNvPr>
            <p:cNvSpPr/>
            <p:nvPr/>
          </p:nvSpPr>
          <p:spPr>
            <a:xfrm>
              <a:off x="7452099" y="24055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73" name="Hexagon 1172">
              <a:extLst>
                <a:ext uri="{FF2B5EF4-FFF2-40B4-BE49-F238E27FC236}">
                  <a16:creationId xmlns:a16="http://schemas.microsoft.com/office/drawing/2014/main" id="{120A3F45-470B-482A-8395-99A9EBB14B53}"/>
                </a:ext>
              </a:extLst>
            </p:cNvPr>
            <p:cNvSpPr/>
            <p:nvPr/>
          </p:nvSpPr>
          <p:spPr>
            <a:xfrm>
              <a:off x="7930254" y="24036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74" name="Hexagon 1173">
              <a:extLst>
                <a:ext uri="{FF2B5EF4-FFF2-40B4-BE49-F238E27FC236}">
                  <a16:creationId xmlns:a16="http://schemas.microsoft.com/office/drawing/2014/main" id="{90606D30-E9FB-4BC6-B65A-2D0F75602092}"/>
                </a:ext>
              </a:extLst>
            </p:cNvPr>
            <p:cNvSpPr/>
            <p:nvPr/>
          </p:nvSpPr>
          <p:spPr>
            <a:xfrm>
              <a:off x="7215879" y="25007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75" name="Hexagon 1174">
              <a:extLst>
                <a:ext uri="{FF2B5EF4-FFF2-40B4-BE49-F238E27FC236}">
                  <a16:creationId xmlns:a16="http://schemas.microsoft.com/office/drawing/2014/main" id="{0F33DB36-778B-49BF-B398-2945A077A66B}"/>
                </a:ext>
              </a:extLst>
            </p:cNvPr>
            <p:cNvSpPr/>
            <p:nvPr/>
          </p:nvSpPr>
          <p:spPr>
            <a:xfrm>
              <a:off x="7212069" y="23141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76" name="Hexagon 1175">
              <a:extLst>
                <a:ext uri="{FF2B5EF4-FFF2-40B4-BE49-F238E27FC236}">
                  <a16:creationId xmlns:a16="http://schemas.microsoft.com/office/drawing/2014/main" id="{8BEAF126-36B8-4997-9EDE-7BFCEB43CDAA}"/>
                </a:ext>
              </a:extLst>
            </p:cNvPr>
            <p:cNvSpPr/>
            <p:nvPr/>
          </p:nvSpPr>
          <p:spPr>
            <a:xfrm>
              <a:off x="7215879" y="21274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77" name="Hexagon 1176">
              <a:extLst>
                <a:ext uri="{FF2B5EF4-FFF2-40B4-BE49-F238E27FC236}">
                  <a16:creationId xmlns:a16="http://schemas.microsoft.com/office/drawing/2014/main" id="{D602C47F-4CC3-482F-88D1-ED3700AB95D1}"/>
                </a:ext>
              </a:extLst>
            </p:cNvPr>
            <p:cNvSpPr/>
            <p:nvPr/>
          </p:nvSpPr>
          <p:spPr>
            <a:xfrm>
              <a:off x="7219689" y="19464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78" name="Hexagon 1177">
              <a:extLst>
                <a:ext uri="{FF2B5EF4-FFF2-40B4-BE49-F238E27FC236}">
                  <a16:creationId xmlns:a16="http://schemas.microsoft.com/office/drawing/2014/main" id="{1B12D858-ADBD-4601-9028-DE64E0C70F8A}"/>
                </a:ext>
              </a:extLst>
            </p:cNvPr>
            <p:cNvSpPr/>
            <p:nvPr/>
          </p:nvSpPr>
          <p:spPr>
            <a:xfrm>
              <a:off x="7457814" y="18588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79" name="Hexagon 1178">
              <a:extLst>
                <a:ext uri="{FF2B5EF4-FFF2-40B4-BE49-F238E27FC236}">
                  <a16:creationId xmlns:a16="http://schemas.microsoft.com/office/drawing/2014/main" id="{3344536F-D7D9-4E26-B808-679DBBD1C051}"/>
                </a:ext>
              </a:extLst>
            </p:cNvPr>
            <p:cNvSpPr/>
            <p:nvPr/>
          </p:nvSpPr>
          <p:spPr>
            <a:xfrm>
              <a:off x="7699749" y="17635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80" name="Hexagon 1179">
              <a:extLst>
                <a:ext uri="{FF2B5EF4-FFF2-40B4-BE49-F238E27FC236}">
                  <a16:creationId xmlns:a16="http://schemas.microsoft.com/office/drawing/2014/main" id="{853C5F49-4EE5-44E8-BBB5-7D5AFA03C8AF}"/>
                </a:ext>
              </a:extLst>
            </p:cNvPr>
            <p:cNvSpPr/>
            <p:nvPr/>
          </p:nvSpPr>
          <p:spPr>
            <a:xfrm>
              <a:off x="7941684" y="18549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81" name="Hexagon 1180">
              <a:extLst>
                <a:ext uri="{FF2B5EF4-FFF2-40B4-BE49-F238E27FC236}">
                  <a16:creationId xmlns:a16="http://schemas.microsoft.com/office/drawing/2014/main" id="{2DC4F42A-F66F-423A-9A6F-7005DC6EC4F5}"/>
                </a:ext>
              </a:extLst>
            </p:cNvPr>
            <p:cNvSpPr/>
            <p:nvPr/>
          </p:nvSpPr>
          <p:spPr>
            <a:xfrm>
              <a:off x="8170284" y="19464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82" name="Hexagon 1181">
              <a:extLst>
                <a:ext uri="{FF2B5EF4-FFF2-40B4-BE49-F238E27FC236}">
                  <a16:creationId xmlns:a16="http://schemas.microsoft.com/office/drawing/2014/main" id="{4D9AD653-80E1-4BDF-8BA0-217F49A1CFFF}"/>
                </a:ext>
              </a:extLst>
            </p:cNvPr>
            <p:cNvSpPr/>
            <p:nvPr/>
          </p:nvSpPr>
          <p:spPr>
            <a:xfrm>
              <a:off x="8168379" y="21293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83" name="Hexagon 1182">
              <a:extLst>
                <a:ext uri="{FF2B5EF4-FFF2-40B4-BE49-F238E27FC236}">
                  <a16:creationId xmlns:a16="http://schemas.microsoft.com/office/drawing/2014/main" id="{5185543C-80B7-44CB-932B-E81EC534D194}"/>
                </a:ext>
              </a:extLst>
            </p:cNvPr>
            <p:cNvSpPr/>
            <p:nvPr/>
          </p:nvSpPr>
          <p:spPr>
            <a:xfrm>
              <a:off x="8168379" y="23102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84" name="Hexagon 1183">
              <a:extLst>
                <a:ext uri="{FF2B5EF4-FFF2-40B4-BE49-F238E27FC236}">
                  <a16:creationId xmlns:a16="http://schemas.microsoft.com/office/drawing/2014/main" id="{AA8FAD16-5B8D-4469-B6C8-95BF6B47F46C}"/>
                </a:ext>
              </a:extLst>
            </p:cNvPr>
            <p:cNvSpPr/>
            <p:nvPr/>
          </p:nvSpPr>
          <p:spPr>
            <a:xfrm>
              <a:off x="8160759" y="28703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85" name="Hexagon 1184">
              <a:extLst>
                <a:ext uri="{FF2B5EF4-FFF2-40B4-BE49-F238E27FC236}">
                  <a16:creationId xmlns:a16="http://schemas.microsoft.com/office/drawing/2014/main" id="{422871B4-A6C8-46AA-A553-A5AFCBB28257}"/>
                </a:ext>
              </a:extLst>
            </p:cNvPr>
            <p:cNvSpPr/>
            <p:nvPr/>
          </p:nvSpPr>
          <p:spPr>
            <a:xfrm>
              <a:off x="8160759" y="26855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86" name="Hexagon 1185">
              <a:extLst>
                <a:ext uri="{FF2B5EF4-FFF2-40B4-BE49-F238E27FC236}">
                  <a16:creationId xmlns:a16="http://schemas.microsoft.com/office/drawing/2014/main" id="{B80F6AAD-20ED-466A-8AC6-AA5897DF42D9}"/>
                </a:ext>
              </a:extLst>
            </p:cNvPr>
            <p:cNvSpPr/>
            <p:nvPr/>
          </p:nvSpPr>
          <p:spPr>
            <a:xfrm>
              <a:off x="8396979" y="31408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87" name="Hexagon 1186">
              <a:extLst>
                <a:ext uri="{FF2B5EF4-FFF2-40B4-BE49-F238E27FC236}">
                  <a16:creationId xmlns:a16="http://schemas.microsoft.com/office/drawing/2014/main" id="{35994BDF-E3D9-4B44-BF93-B56D3600EB42}"/>
                </a:ext>
              </a:extLst>
            </p:cNvPr>
            <p:cNvSpPr/>
            <p:nvPr/>
          </p:nvSpPr>
          <p:spPr>
            <a:xfrm>
              <a:off x="8398884" y="29573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88" name="Hexagon 1187">
              <a:extLst>
                <a:ext uri="{FF2B5EF4-FFF2-40B4-BE49-F238E27FC236}">
                  <a16:creationId xmlns:a16="http://schemas.microsoft.com/office/drawing/2014/main" id="{0AED2908-9726-45B5-9839-D1999F9D7BC7}"/>
                </a:ext>
              </a:extLst>
            </p:cNvPr>
            <p:cNvSpPr/>
            <p:nvPr/>
          </p:nvSpPr>
          <p:spPr>
            <a:xfrm>
              <a:off x="8396979" y="27789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89" name="Hexagon 1188">
              <a:extLst>
                <a:ext uri="{FF2B5EF4-FFF2-40B4-BE49-F238E27FC236}">
                  <a16:creationId xmlns:a16="http://schemas.microsoft.com/office/drawing/2014/main" id="{8BE7F3D4-E763-4DAF-80F6-719876583CB5}"/>
                </a:ext>
              </a:extLst>
            </p:cNvPr>
            <p:cNvSpPr/>
            <p:nvPr/>
          </p:nvSpPr>
          <p:spPr>
            <a:xfrm>
              <a:off x="8402694" y="25922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90" name="Hexagon 1189">
              <a:extLst>
                <a:ext uri="{FF2B5EF4-FFF2-40B4-BE49-F238E27FC236}">
                  <a16:creationId xmlns:a16="http://schemas.microsoft.com/office/drawing/2014/main" id="{04407711-0292-4B8B-B3C2-ACD07B79D966}"/>
                </a:ext>
              </a:extLst>
            </p:cNvPr>
            <p:cNvSpPr/>
            <p:nvPr/>
          </p:nvSpPr>
          <p:spPr>
            <a:xfrm>
              <a:off x="8404599" y="24036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91" name="Hexagon 1190">
              <a:extLst>
                <a:ext uri="{FF2B5EF4-FFF2-40B4-BE49-F238E27FC236}">
                  <a16:creationId xmlns:a16="http://schemas.microsoft.com/office/drawing/2014/main" id="{E6C73962-5E9B-44A6-BC6A-C23516FD6B5B}"/>
                </a:ext>
              </a:extLst>
            </p:cNvPr>
            <p:cNvSpPr/>
            <p:nvPr/>
          </p:nvSpPr>
          <p:spPr>
            <a:xfrm>
              <a:off x="8402694" y="22302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92" name="Hexagon 1191">
              <a:extLst>
                <a:ext uri="{FF2B5EF4-FFF2-40B4-BE49-F238E27FC236}">
                  <a16:creationId xmlns:a16="http://schemas.microsoft.com/office/drawing/2014/main" id="{951B2B2F-3B04-4444-ACA0-3C12F6E97727}"/>
                </a:ext>
              </a:extLst>
            </p:cNvPr>
            <p:cNvSpPr/>
            <p:nvPr/>
          </p:nvSpPr>
          <p:spPr>
            <a:xfrm>
              <a:off x="8404599" y="18549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93" name="Hexagon 1192">
              <a:extLst>
                <a:ext uri="{FF2B5EF4-FFF2-40B4-BE49-F238E27FC236}">
                  <a16:creationId xmlns:a16="http://schemas.microsoft.com/office/drawing/2014/main" id="{C36A714B-1B03-4346-B86A-05A8E5B03A76}"/>
                </a:ext>
              </a:extLst>
            </p:cNvPr>
            <p:cNvSpPr/>
            <p:nvPr/>
          </p:nvSpPr>
          <p:spPr>
            <a:xfrm>
              <a:off x="8402694" y="20435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94" name="Hexagon 1193">
              <a:extLst>
                <a:ext uri="{FF2B5EF4-FFF2-40B4-BE49-F238E27FC236}">
                  <a16:creationId xmlns:a16="http://schemas.microsoft.com/office/drawing/2014/main" id="{7B7EC60F-1270-4DF0-B4ED-C001E6622081}"/>
                </a:ext>
              </a:extLst>
            </p:cNvPr>
            <p:cNvSpPr/>
            <p:nvPr/>
          </p:nvSpPr>
          <p:spPr>
            <a:xfrm>
              <a:off x="8642724" y="19464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95" name="Hexagon 1194">
              <a:extLst>
                <a:ext uri="{FF2B5EF4-FFF2-40B4-BE49-F238E27FC236}">
                  <a16:creationId xmlns:a16="http://schemas.microsoft.com/office/drawing/2014/main" id="{B46BEB15-B5AB-4055-8A71-84141678DD28}"/>
                </a:ext>
              </a:extLst>
            </p:cNvPr>
            <p:cNvSpPr/>
            <p:nvPr/>
          </p:nvSpPr>
          <p:spPr>
            <a:xfrm>
              <a:off x="8640819" y="21293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96" name="Hexagon 1195">
              <a:extLst>
                <a:ext uri="{FF2B5EF4-FFF2-40B4-BE49-F238E27FC236}">
                  <a16:creationId xmlns:a16="http://schemas.microsoft.com/office/drawing/2014/main" id="{E486E05E-6A35-423D-915E-1899FFF019A6}"/>
                </a:ext>
              </a:extLst>
            </p:cNvPr>
            <p:cNvSpPr/>
            <p:nvPr/>
          </p:nvSpPr>
          <p:spPr>
            <a:xfrm>
              <a:off x="8878944" y="20378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97" name="Hexagon 1196">
              <a:extLst>
                <a:ext uri="{FF2B5EF4-FFF2-40B4-BE49-F238E27FC236}">
                  <a16:creationId xmlns:a16="http://schemas.microsoft.com/office/drawing/2014/main" id="{7BC684C1-5C8A-4F58-97D3-F17C3726E524}"/>
                </a:ext>
              </a:extLst>
            </p:cNvPr>
            <p:cNvSpPr/>
            <p:nvPr/>
          </p:nvSpPr>
          <p:spPr>
            <a:xfrm>
              <a:off x="8877039" y="22207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98" name="Hexagon 1197">
              <a:extLst>
                <a:ext uri="{FF2B5EF4-FFF2-40B4-BE49-F238E27FC236}">
                  <a16:creationId xmlns:a16="http://schemas.microsoft.com/office/drawing/2014/main" id="{1C1DD721-0925-420D-9DB8-CD2F416A1D9E}"/>
                </a:ext>
              </a:extLst>
            </p:cNvPr>
            <p:cNvSpPr/>
            <p:nvPr/>
          </p:nvSpPr>
          <p:spPr>
            <a:xfrm>
              <a:off x="8642724" y="25026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199" name="Hexagon 1198">
              <a:extLst>
                <a:ext uri="{FF2B5EF4-FFF2-40B4-BE49-F238E27FC236}">
                  <a16:creationId xmlns:a16="http://schemas.microsoft.com/office/drawing/2014/main" id="{153F65CD-057B-4FA4-8409-72E4216E70EA}"/>
                </a:ext>
              </a:extLst>
            </p:cNvPr>
            <p:cNvSpPr/>
            <p:nvPr/>
          </p:nvSpPr>
          <p:spPr>
            <a:xfrm>
              <a:off x="8640819" y="26855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00" name="Hexagon 1199">
              <a:extLst>
                <a:ext uri="{FF2B5EF4-FFF2-40B4-BE49-F238E27FC236}">
                  <a16:creationId xmlns:a16="http://schemas.microsoft.com/office/drawing/2014/main" id="{97A0322B-87C9-48AE-899D-FFA9A6155E06}"/>
                </a:ext>
              </a:extLst>
            </p:cNvPr>
            <p:cNvSpPr/>
            <p:nvPr/>
          </p:nvSpPr>
          <p:spPr>
            <a:xfrm>
              <a:off x="8878944" y="2407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01" name="Hexagon 1200">
              <a:extLst>
                <a:ext uri="{FF2B5EF4-FFF2-40B4-BE49-F238E27FC236}">
                  <a16:creationId xmlns:a16="http://schemas.microsoft.com/office/drawing/2014/main" id="{C6B4A98E-06A4-4032-B6BE-256C784E8821}"/>
                </a:ext>
              </a:extLst>
            </p:cNvPr>
            <p:cNvSpPr/>
            <p:nvPr/>
          </p:nvSpPr>
          <p:spPr>
            <a:xfrm>
              <a:off x="8877039" y="25903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02" name="Hexagon 1201">
              <a:extLst>
                <a:ext uri="{FF2B5EF4-FFF2-40B4-BE49-F238E27FC236}">
                  <a16:creationId xmlns:a16="http://schemas.microsoft.com/office/drawing/2014/main" id="{40EA9A09-2207-4A80-8618-EB4473FEDA14}"/>
                </a:ext>
              </a:extLst>
            </p:cNvPr>
            <p:cNvSpPr/>
            <p:nvPr/>
          </p:nvSpPr>
          <p:spPr>
            <a:xfrm>
              <a:off x="9117069" y="25026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03" name="Hexagon 1202">
              <a:extLst>
                <a:ext uri="{FF2B5EF4-FFF2-40B4-BE49-F238E27FC236}">
                  <a16:creationId xmlns:a16="http://schemas.microsoft.com/office/drawing/2014/main" id="{1FC42F5D-056A-40D6-A7DE-7CAC336D6B51}"/>
                </a:ext>
              </a:extLst>
            </p:cNvPr>
            <p:cNvSpPr/>
            <p:nvPr/>
          </p:nvSpPr>
          <p:spPr>
            <a:xfrm>
              <a:off x="9115164" y="26855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04" name="Hexagon 1203">
              <a:extLst>
                <a:ext uri="{FF2B5EF4-FFF2-40B4-BE49-F238E27FC236}">
                  <a16:creationId xmlns:a16="http://schemas.microsoft.com/office/drawing/2014/main" id="{0CB06B8A-44FD-49A9-A127-A6B23C1D54C3}"/>
                </a:ext>
              </a:extLst>
            </p:cNvPr>
            <p:cNvSpPr/>
            <p:nvPr/>
          </p:nvSpPr>
          <p:spPr>
            <a:xfrm>
              <a:off x="8873229" y="29656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05" name="Hexagon 1204">
              <a:extLst>
                <a:ext uri="{FF2B5EF4-FFF2-40B4-BE49-F238E27FC236}">
                  <a16:creationId xmlns:a16="http://schemas.microsoft.com/office/drawing/2014/main" id="{97FE41D5-A0F2-4382-B5F6-72ED51D2E1DD}"/>
                </a:ext>
              </a:extLst>
            </p:cNvPr>
            <p:cNvSpPr/>
            <p:nvPr/>
          </p:nvSpPr>
          <p:spPr>
            <a:xfrm>
              <a:off x="8871324" y="31484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06" name="Hexagon 1205">
              <a:extLst>
                <a:ext uri="{FF2B5EF4-FFF2-40B4-BE49-F238E27FC236}">
                  <a16:creationId xmlns:a16="http://schemas.microsoft.com/office/drawing/2014/main" id="{2A52E63D-805B-4796-B36F-72256C48A130}"/>
                </a:ext>
              </a:extLst>
            </p:cNvPr>
            <p:cNvSpPr/>
            <p:nvPr/>
          </p:nvSpPr>
          <p:spPr>
            <a:xfrm>
              <a:off x="8638914" y="28684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07" name="Hexagon 1206">
              <a:extLst>
                <a:ext uri="{FF2B5EF4-FFF2-40B4-BE49-F238E27FC236}">
                  <a16:creationId xmlns:a16="http://schemas.microsoft.com/office/drawing/2014/main" id="{606489B3-89DD-4DD5-98FA-103F9896631C}"/>
                </a:ext>
              </a:extLst>
            </p:cNvPr>
            <p:cNvSpPr/>
            <p:nvPr/>
          </p:nvSpPr>
          <p:spPr>
            <a:xfrm>
              <a:off x="8637009" y="30513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08" name="Hexagon 1207">
              <a:extLst>
                <a:ext uri="{FF2B5EF4-FFF2-40B4-BE49-F238E27FC236}">
                  <a16:creationId xmlns:a16="http://schemas.microsoft.com/office/drawing/2014/main" id="{C1A6A688-778B-43F9-B4EB-215B61F3DA8A}"/>
                </a:ext>
              </a:extLst>
            </p:cNvPr>
            <p:cNvSpPr/>
            <p:nvPr/>
          </p:nvSpPr>
          <p:spPr>
            <a:xfrm>
              <a:off x="6991089" y="27732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09" name="Hexagon 1208">
              <a:extLst>
                <a:ext uri="{FF2B5EF4-FFF2-40B4-BE49-F238E27FC236}">
                  <a16:creationId xmlns:a16="http://schemas.microsoft.com/office/drawing/2014/main" id="{3FB182C5-31F1-4926-BDD2-BFB7B303A53B}"/>
                </a:ext>
              </a:extLst>
            </p:cNvPr>
            <p:cNvSpPr/>
            <p:nvPr/>
          </p:nvSpPr>
          <p:spPr>
            <a:xfrm>
              <a:off x="6992994" y="25922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10" name="Hexagon 1209">
              <a:extLst>
                <a:ext uri="{FF2B5EF4-FFF2-40B4-BE49-F238E27FC236}">
                  <a16:creationId xmlns:a16="http://schemas.microsoft.com/office/drawing/2014/main" id="{FA79F603-29A2-4E1F-9AC5-F17537795FA1}"/>
                </a:ext>
              </a:extLst>
            </p:cNvPr>
            <p:cNvSpPr/>
            <p:nvPr/>
          </p:nvSpPr>
          <p:spPr>
            <a:xfrm>
              <a:off x="6981564" y="2407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11" name="Hexagon 1210">
              <a:extLst>
                <a:ext uri="{FF2B5EF4-FFF2-40B4-BE49-F238E27FC236}">
                  <a16:creationId xmlns:a16="http://schemas.microsoft.com/office/drawing/2014/main" id="{7A1D8702-3E07-4327-B437-883C5ADE38AE}"/>
                </a:ext>
              </a:extLst>
            </p:cNvPr>
            <p:cNvSpPr/>
            <p:nvPr/>
          </p:nvSpPr>
          <p:spPr>
            <a:xfrm>
              <a:off x="6983469" y="22264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12" name="Hexagon 1211">
              <a:extLst>
                <a:ext uri="{FF2B5EF4-FFF2-40B4-BE49-F238E27FC236}">
                  <a16:creationId xmlns:a16="http://schemas.microsoft.com/office/drawing/2014/main" id="{63BC2F38-6632-4540-99A7-B06F7709A01C}"/>
                </a:ext>
              </a:extLst>
            </p:cNvPr>
            <p:cNvSpPr/>
            <p:nvPr/>
          </p:nvSpPr>
          <p:spPr>
            <a:xfrm>
              <a:off x="6975849" y="20397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13" name="Hexagon 1212">
              <a:extLst>
                <a:ext uri="{FF2B5EF4-FFF2-40B4-BE49-F238E27FC236}">
                  <a16:creationId xmlns:a16="http://schemas.microsoft.com/office/drawing/2014/main" id="{FD27AB95-06FA-45F3-AA7E-1977F67E4469}"/>
                </a:ext>
              </a:extLst>
            </p:cNvPr>
            <p:cNvSpPr/>
            <p:nvPr/>
          </p:nvSpPr>
          <p:spPr>
            <a:xfrm>
              <a:off x="7221594" y="176165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14" name="Hexagon 1213">
              <a:extLst>
                <a:ext uri="{FF2B5EF4-FFF2-40B4-BE49-F238E27FC236}">
                  <a16:creationId xmlns:a16="http://schemas.microsoft.com/office/drawing/2014/main" id="{AD75595D-DFA9-466F-8FEE-414ABC60AACE}"/>
                </a:ext>
              </a:extLst>
            </p:cNvPr>
            <p:cNvSpPr/>
            <p:nvPr/>
          </p:nvSpPr>
          <p:spPr>
            <a:xfrm>
              <a:off x="7459719" y="16740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15" name="Hexagon 1214">
              <a:extLst>
                <a:ext uri="{FF2B5EF4-FFF2-40B4-BE49-F238E27FC236}">
                  <a16:creationId xmlns:a16="http://schemas.microsoft.com/office/drawing/2014/main" id="{24CFA5DD-3A93-4274-B9C4-EB55DE58E036}"/>
                </a:ext>
              </a:extLst>
            </p:cNvPr>
            <p:cNvSpPr/>
            <p:nvPr/>
          </p:nvSpPr>
          <p:spPr>
            <a:xfrm>
              <a:off x="7701654" y="15787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16" name="Hexagon 1215">
              <a:extLst>
                <a:ext uri="{FF2B5EF4-FFF2-40B4-BE49-F238E27FC236}">
                  <a16:creationId xmlns:a16="http://schemas.microsoft.com/office/drawing/2014/main" id="{75EC5CE1-5C59-407F-8FBA-9FB008617C0E}"/>
                </a:ext>
              </a:extLst>
            </p:cNvPr>
            <p:cNvSpPr/>
            <p:nvPr/>
          </p:nvSpPr>
          <p:spPr>
            <a:xfrm>
              <a:off x="6987279" y="16683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17" name="Hexagon 1216">
              <a:extLst>
                <a:ext uri="{FF2B5EF4-FFF2-40B4-BE49-F238E27FC236}">
                  <a16:creationId xmlns:a16="http://schemas.microsoft.com/office/drawing/2014/main" id="{58C1F017-2ABD-430E-A89F-DAAFD348BFF3}"/>
                </a:ext>
              </a:extLst>
            </p:cNvPr>
            <p:cNvSpPr/>
            <p:nvPr/>
          </p:nvSpPr>
          <p:spPr>
            <a:xfrm>
              <a:off x="7225404" y="15806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18" name="Hexagon 1217">
              <a:extLst>
                <a:ext uri="{FF2B5EF4-FFF2-40B4-BE49-F238E27FC236}">
                  <a16:creationId xmlns:a16="http://schemas.microsoft.com/office/drawing/2014/main" id="{521164C0-FA36-4C75-AC07-69C6BABF9F06}"/>
                </a:ext>
              </a:extLst>
            </p:cNvPr>
            <p:cNvSpPr/>
            <p:nvPr/>
          </p:nvSpPr>
          <p:spPr>
            <a:xfrm>
              <a:off x="7467339" y="14854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19" name="Hexagon 1218">
              <a:extLst>
                <a:ext uri="{FF2B5EF4-FFF2-40B4-BE49-F238E27FC236}">
                  <a16:creationId xmlns:a16="http://schemas.microsoft.com/office/drawing/2014/main" id="{D73B767C-0E9C-4C22-8792-7137732C1061}"/>
                </a:ext>
              </a:extLst>
            </p:cNvPr>
            <p:cNvSpPr/>
            <p:nvPr/>
          </p:nvSpPr>
          <p:spPr>
            <a:xfrm>
              <a:off x="6992994" y="14892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20" name="Hexagon 1219">
              <a:extLst>
                <a:ext uri="{FF2B5EF4-FFF2-40B4-BE49-F238E27FC236}">
                  <a16:creationId xmlns:a16="http://schemas.microsoft.com/office/drawing/2014/main" id="{1FBC3933-5875-45BC-8277-4F8F7221A26E}"/>
                </a:ext>
              </a:extLst>
            </p:cNvPr>
            <p:cNvSpPr/>
            <p:nvPr/>
          </p:nvSpPr>
          <p:spPr>
            <a:xfrm>
              <a:off x="7231119" y="14016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21" name="Hexagon 1220">
              <a:extLst>
                <a:ext uri="{FF2B5EF4-FFF2-40B4-BE49-F238E27FC236}">
                  <a16:creationId xmlns:a16="http://schemas.microsoft.com/office/drawing/2014/main" id="{61FA1E41-41E2-4DEA-BA0D-B7FA734CCC8F}"/>
                </a:ext>
              </a:extLst>
            </p:cNvPr>
            <p:cNvSpPr/>
            <p:nvPr/>
          </p:nvSpPr>
          <p:spPr>
            <a:xfrm>
              <a:off x="6996804" y="13025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22" name="Hexagon 1221">
              <a:extLst>
                <a:ext uri="{FF2B5EF4-FFF2-40B4-BE49-F238E27FC236}">
                  <a16:creationId xmlns:a16="http://schemas.microsoft.com/office/drawing/2014/main" id="{8D4B4653-9D7E-4555-9F2B-0A92AC36FF87}"/>
                </a:ext>
              </a:extLst>
            </p:cNvPr>
            <p:cNvSpPr/>
            <p:nvPr/>
          </p:nvSpPr>
          <p:spPr>
            <a:xfrm>
              <a:off x="7234929" y="12149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23" name="Hexagon 1222">
              <a:extLst>
                <a:ext uri="{FF2B5EF4-FFF2-40B4-BE49-F238E27FC236}">
                  <a16:creationId xmlns:a16="http://schemas.microsoft.com/office/drawing/2014/main" id="{E84EFFB3-5AF6-4136-950E-9FFCC076E788}"/>
                </a:ext>
              </a:extLst>
            </p:cNvPr>
            <p:cNvSpPr/>
            <p:nvPr/>
          </p:nvSpPr>
          <p:spPr>
            <a:xfrm>
              <a:off x="6756774" y="12130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24" name="Hexagon 1223">
              <a:extLst>
                <a:ext uri="{FF2B5EF4-FFF2-40B4-BE49-F238E27FC236}">
                  <a16:creationId xmlns:a16="http://schemas.microsoft.com/office/drawing/2014/main" id="{9D178A96-9BC4-45B1-B89E-4D23EB4216A6}"/>
                </a:ext>
              </a:extLst>
            </p:cNvPr>
            <p:cNvSpPr/>
            <p:nvPr/>
          </p:nvSpPr>
          <p:spPr>
            <a:xfrm>
              <a:off x="6994899" y="11253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25" name="Hexagon 1224">
              <a:extLst>
                <a:ext uri="{FF2B5EF4-FFF2-40B4-BE49-F238E27FC236}">
                  <a16:creationId xmlns:a16="http://schemas.microsoft.com/office/drawing/2014/main" id="{186CF17A-BEEE-44C3-881C-34C0E429C299}"/>
                </a:ext>
              </a:extLst>
            </p:cNvPr>
            <p:cNvSpPr/>
            <p:nvPr/>
          </p:nvSpPr>
          <p:spPr>
            <a:xfrm>
              <a:off x="6520554" y="11177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26" name="Hexagon 1225">
              <a:extLst>
                <a:ext uri="{FF2B5EF4-FFF2-40B4-BE49-F238E27FC236}">
                  <a16:creationId xmlns:a16="http://schemas.microsoft.com/office/drawing/2014/main" id="{96343643-B642-4B03-AC7B-EE342684A704}"/>
                </a:ext>
              </a:extLst>
            </p:cNvPr>
            <p:cNvSpPr/>
            <p:nvPr/>
          </p:nvSpPr>
          <p:spPr>
            <a:xfrm>
              <a:off x="6758679" y="10301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27" name="Hexagon 1226">
              <a:extLst>
                <a:ext uri="{FF2B5EF4-FFF2-40B4-BE49-F238E27FC236}">
                  <a16:creationId xmlns:a16="http://schemas.microsoft.com/office/drawing/2014/main" id="{F0A5DDC4-7532-462B-87C4-7D1E323D89E7}"/>
                </a:ext>
              </a:extLst>
            </p:cNvPr>
            <p:cNvSpPr/>
            <p:nvPr/>
          </p:nvSpPr>
          <p:spPr>
            <a:xfrm>
              <a:off x="6278619" y="10263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28" name="Hexagon 1227">
              <a:extLst>
                <a:ext uri="{FF2B5EF4-FFF2-40B4-BE49-F238E27FC236}">
                  <a16:creationId xmlns:a16="http://schemas.microsoft.com/office/drawing/2014/main" id="{748C62F6-13D4-4E86-9BEE-EDD2EF059106}"/>
                </a:ext>
              </a:extLst>
            </p:cNvPr>
            <p:cNvSpPr/>
            <p:nvPr/>
          </p:nvSpPr>
          <p:spPr>
            <a:xfrm>
              <a:off x="6516744" y="9386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29" name="Hexagon 1228">
              <a:extLst>
                <a:ext uri="{FF2B5EF4-FFF2-40B4-BE49-F238E27FC236}">
                  <a16:creationId xmlns:a16="http://schemas.microsoft.com/office/drawing/2014/main" id="{8D596CD6-24AF-4C80-B3ED-56B37E8D3C76}"/>
                </a:ext>
              </a:extLst>
            </p:cNvPr>
            <p:cNvSpPr/>
            <p:nvPr/>
          </p:nvSpPr>
          <p:spPr>
            <a:xfrm>
              <a:off x="5809989" y="12149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30" name="Hexagon 1229">
              <a:extLst>
                <a:ext uri="{FF2B5EF4-FFF2-40B4-BE49-F238E27FC236}">
                  <a16:creationId xmlns:a16="http://schemas.microsoft.com/office/drawing/2014/main" id="{69AC9633-D688-422F-9135-834FBCF2EE2E}"/>
                </a:ext>
              </a:extLst>
            </p:cNvPr>
            <p:cNvSpPr/>
            <p:nvPr/>
          </p:nvSpPr>
          <p:spPr>
            <a:xfrm>
              <a:off x="6048114" y="11177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31" name="Hexagon 1230">
              <a:extLst>
                <a:ext uri="{FF2B5EF4-FFF2-40B4-BE49-F238E27FC236}">
                  <a16:creationId xmlns:a16="http://schemas.microsoft.com/office/drawing/2014/main" id="{265FFFE8-C13D-48A8-908A-E7800E269A63}"/>
                </a:ext>
              </a:extLst>
            </p:cNvPr>
            <p:cNvSpPr/>
            <p:nvPr/>
          </p:nvSpPr>
          <p:spPr>
            <a:xfrm>
              <a:off x="5806179" y="10263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32" name="Hexagon 1231">
              <a:extLst>
                <a:ext uri="{FF2B5EF4-FFF2-40B4-BE49-F238E27FC236}">
                  <a16:creationId xmlns:a16="http://schemas.microsoft.com/office/drawing/2014/main" id="{CE7CE7D2-B42A-4D76-A72D-62E46FEB2C9C}"/>
                </a:ext>
              </a:extLst>
            </p:cNvPr>
            <p:cNvSpPr/>
            <p:nvPr/>
          </p:nvSpPr>
          <p:spPr>
            <a:xfrm>
              <a:off x="6044304" y="9386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33" name="Hexagon 1232">
              <a:extLst>
                <a:ext uri="{FF2B5EF4-FFF2-40B4-BE49-F238E27FC236}">
                  <a16:creationId xmlns:a16="http://schemas.microsoft.com/office/drawing/2014/main" id="{4B719708-DB4D-42F9-873D-10E36CCA5E44}"/>
                </a:ext>
              </a:extLst>
            </p:cNvPr>
            <p:cNvSpPr/>
            <p:nvPr/>
          </p:nvSpPr>
          <p:spPr>
            <a:xfrm>
              <a:off x="5566149" y="18626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34" name="Hexagon 1233">
              <a:extLst>
                <a:ext uri="{FF2B5EF4-FFF2-40B4-BE49-F238E27FC236}">
                  <a16:creationId xmlns:a16="http://schemas.microsoft.com/office/drawing/2014/main" id="{C43C7AC9-3DFC-46F7-9B8F-4C707A45A8C4}"/>
                </a:ext>
              </a:extLst>
            </p:cNvPr>
            <p:cNvSpPr/>
            <p:nvPr/>
          </p:nvSpPr>
          <p:spPr>
            <a:xfrm>
              <a:off x="5568054" y="16721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35" name="Hexagon 1234">
              <a:extLst>
                <a:ext uri="{FF2B5EF4-FFF2-40B4-BE49-F238E27FC236}">
                  <a16:creationId xmlns:a16="http://schemas.microsoft.com/office/drawing/2014/main" id="{61E0ECA3-0953-4690-9417-37ABCB3618F8}"/>
                </a:ext>
              </a:extLst>
            </p:cNvPr>
            <p:cNvSpPr/>
            <p:nvPr/>
          </p:nvSpPr>
          <p:spPr>
            <a:xfrm>
              <a:off x="5564244" y="14873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36" name="Hexagon 1235">
              <a:extLst>
                <a:ext uri="{FF2B5EF4-FFF2-40B4-BE49-F238E27FC236}">
                  <a16:creationId xmlns:a16="http://schemas.microsoft.com/office/drawing/2014/main" id="{8A5F4D39-5430-4ED5-A557-2D7CF213052D}"/>
                </a:ext>
              </a:extLst>
            </p:cNvPr>
            <p:cNvSpPr/>
            <p:nvPr/>
          </p:nvSpPr>
          <p:spPr>
            <a:xfrm>
              <a:off x="5571864" y="13101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37" name="Hexagon 1236">
              <a:extLst>
                <a:ext uri="{FF2B5EF4-FFF2-40B4-BE49-F238E27FC236}">
                  <a16:creationId xmlns:a16="http://schemas.microsoft.com/office/drawing/2014/main" id="{0726A1ED-4C60-47DC-BD6D-EA3C1ED9FDBC}"/>
                </a:ext>
              </a:extLst>
            </p:cNvPr>
            <p:cNvSpPr/>
            <p:nvPr/>
          </p:nvSpPr>
          <p:spPr>
            <a:xfrm>
              <a:off x="5568054" y="11215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38" name="Hexagon 1237">
              <a:extLst>
                <a:ext uri="{FF2B5EF4-FFF2-40B4-BE49-F238E27FC236}">
                  <a16:creationId xmlns:a16="http://schemas.microsoft.com/office/drawing/2014/main" id="{78A89B5E-5614-43ED-B6A6-73CEAB3E9B56}"/>
                </a:ext>
              </a:extLst>
            </p:cNvPr>
            <p:cNvSpPr/>
            <p:nvPr/>
          </p:nvSpPr>
          <p:spPr>
            <a:xfrm>
              <a:off x="5333739" y="19464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39" name="Hexagon 1238">
              <a:extLst>
                <a:ext uri="{FF2B5EF4-FFF2-40B4-BE49-F238E27FC236}">
                  <a16:creationId xmlns:a16="http://schemas.microsoft.com/office/drawing/2014/main" id="{09676D98-97C7-41D7-BB77-E512F3EC756F}"/>
                </a:ext>
              </a:extLst>
            </p:cNvPr>
            <p:cNvSpPr/>
            <p:nvPr/>
          </p:nvSpPr>
          <p:spPr>
            <a:xfrm>
              <a:off x="5335644" y="17559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40" name="Hexagon 1239">
              <a:extLst>
                <a:ext uri="{FF2B5EF4-FFF2-40B4-BE49-F238E27FC236}">
                  <a16:creationId xmlns:a16="http://schemas.microsoft.com/office/drawing/2014/main" id="{3DB09E63-CA8F-4971-87FE-9C53F5BC2680}"/>
                </a:ext>
              </a:extLst>
            </p:cNvPr>
            <p:cNvSpPr/>
            <p:nvPr/>
          </p:nvSpPr>
          <p:spPr>
            <a:xfrm>
              <a:off x="5331834" y="157115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41" name="Hexagon 1240">
              <a:extLst>
                <a:ext uri="{FF2B5EF4-FFF2-40B4-BE49-F238E27FC236}">
                  <a16:creationId xmlns:a16="http://schemas.microsoft.com/office/drawing/2014/main" id="{DFA937B8-D3F2-4347-9455-F7721AF518F8}"/>
                </a:ext>
              </a:extLst>
            </p:cNvPr>
            <p:cNvSpPr/>
            <p:nvPr/>
          </p:nvSpPr>
          <p:spPr>
            <a:xfrm>
              <a:off x="5339454" y="13939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42" name="Hexagon 1241">
              <a:extLst>
                <a:ext uri="{FF2B5EF4-FFF2-40B4-BE49-F238E27FC236}">
                  <a16:creationId xmlns:a16="http://schemas.microsoft.com/office/drawing/2014/main" id="{C446D6C5-2900-4E8B-BBF4-9E68F329567C}"/>
                </a:ext>
              </a:extLst>
            </p:cNvPr>
            <p:cNvSpPr/>
            <p:nvPr/>
          </p:nvSpPr>
          <p:spPr>
            <a:xfrm>
              <a:off x="5335644" y="12053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43" name="Hexagon 1242">
              <a:extLst>
                <a:ext uri="{FF2B5EF4-FFF2-40B4-BE49-F238E27FC236}">
                  <a16:creationId xmlns:a16="http://schemas.microsoft.com/office/drawing/2014/main" id="{BEDC3BBB-6D0D-4AF1-8DBB-B8078311F018}"/>
                </a:ext>
              </a:extLst>
            </p:cNvPr>
            <p:cNvSpPr/>
            <p:nvPr/>
          </p:nvSpPr>
          <p:spPr>
            <a:xfrm>
              <a:off x="5808084" y="19502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44" name="Hexagon 1243">
              <a:extLst>
                <a:ext uri="{FF2B5EF4-FFF2-40B4-BE49-F238E27FC236}">
                  <a16:creationId xmlns:a16="http://schemas.microsoft.com/office/drawing/2014/main" id="{13BF057D-FB99-4AEB-B94F-79F3EAB1DADA}"/>
                </a:ext>
              </a:extLst>
            </p:cNvPr>
            <p:cNvSpPr/>
            <p:nvPr/>
          </p:nvSpPr>
          <p:spPr>
            <a:xfrm>
              <a:off x="5569959" y="20454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45" name="Hexagon 1244">
              <a:extLst>
                <a:ext uri="{FF2B5EF4-FFF2-40B4-BE49-F238E27FC236}">
                  <a16:creationId xmlns:a16="http://schemas.microsoft.com/office/drawing/2014/main" id="{12F64503-E438-4D94-8F43-EF6545E75CDA}"/>
                </a:ext>
              </a:extLst>
            </p:cNvPr>
            <p:cNvSpPr/>
            <p:nvPr/>
          </p:nvSpPr>
          <p:spPr>
            <a:xfrm>
              <a:off x="5337549" y="21293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46" name="Hexagon 1245">
              <a:extLst>
                <a:ext uri="{FF2B5EF4-FFF2-40B4-BE49-F238E27FC236}">
                  <a16:creationId xmlns:a16="http://schemas.microsoft.com/office/drawing/2014/main" id="{40DF5A98-FEED-4575-87A9-76CF6CFBBF76}"/>
                </a:ext>
              </a:extLst>
            </p:cNvPr>
            <p:cNvSpPr/>
            <p:nvPr/>
          </p:nvSpPr>
          <p:spPr>
            <a:xfrm>
              <a:off x="5097519" y="18492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47" name="Hexagon 1246">
              <a:extLst>
                <a:ext uri="{FF2B5EF4-FFF2-40B4-BE49-F238E27FC236}">
                  <a16:creationId xmlns:a16="http://schemas.microsoft.com/office/drawing/2014/main" id="{91A1D5E5-DBDA-4B33-AE3A-715513E60FAB}"/>
                </a:ext>
              </a:extLst>
            </p:cNvPr>
            <p:cNvSpPr/>
            <p:nvPr/>
          </p:nvSpPr>
          <p:spPr>
            <a:xfrm>
              <a:off x="5093709" y="16644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48" name="Hexagon 1247">
              <a:extLst>
                <a:ext uri="{FF2B5EF4-FFF2-40B4-BE49-F238E27FC236}">
                  <a16:creationId xmlns:a16="http://schemas.microsoft.com/office/drawing/2014/main" id="{6489DAE0-464B-47E8-88D6-8E68D4A44C79}"/>
                </a:ext>
              </a:extLst>
            </p:cNvPr>
            <p:cNvSpPr/>
            <p:nvPr/>
          </p:nvSpPr>
          <p:spPr>
            <a:xfrm>
              <a:off x="5101329" y="14873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49" name="Hexagon 1248">
              <a:extLst>
                <a:ext uri="{FF2B5EF4-FFF2-40B4-BE49-F238E27FC236}">
                  <a16:creationId xmlns:a16="http://schemas.microsoft.com/office/drawing/2014/main" id="{27745BF1-0451-42F8-9D88-9292064B6484}"/>
                </a:ext>
              </a:extLst>
            </p:cNvPr>
            <p:cNvSpPr/>
            <p:nvPr/>
          </p:nvSpPr>
          <p:spPr>
            <a:xfrm>
              <a:off x="4861299" y="17540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50" name="Hexagon 1249">
              <a:extLst>
                <a:ext uri="{FF2B5EF4-FFF2-40B4-BE49-F238E27FC236}">
                  <a16:creationId xmlns:a16="http://schemas.microsoft.com/office/drawing/2014/main" id="{BE680CDB-99D5-4BAE-B818-548D7739BFE0}"/>
                </a:ext>
              </a:extLst>
            </p:cNvPr>
            <p:cNvSpPr/>
            <p:nvPr/>
          </p:nvSpPr>
          <p:spPr>
            <a:xfrm>
              <a:off x="4868919" y="15768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51" name="Hexagon 1250">
              <a:extLst>
                <a:ext uri="{FF2B5EF4-FFF2-40B4-BE49-F238E27FC236}">
                  <a16:creationId xmlns:a16="http://schemas.microsoft.com/office/drawing/2014/main" id="{69781086-DD9D-42AF-9798-CE1C49B5A32E}"/>
                </a:ext>
              </a:extLst>
            </p:cNvPr>
            <p:cNvSpPr/>
            <p:nvPr/>
          </p:nvSpPr>
          <p:spPr>
            <a:xfrm>
              <a:off x="4625079" y="18511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52" name="Hexagon 1251">
              <a:extLst>
                <a:ext uri="{FF2B5EF4-FFF2-40B4-BE49-F238E27FC236}">
                  <a16:creationId xmlns:a16="http://schemas.microsoft.com/office/drawing/2014/main" id="{15CD3725-203E-4B2B-9FEF-54948F2D2AFB}"/>
                </a:ext>
              </a:extLst>
            </p:cNvPr>
            <p:cNvSpPr/>
            <p:nvPr/>
          </p:nvSpPr>
          <p:spPr>
            <a:xfrm>
              <a:off x="4392669" y="19426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53" name="Hexagon 1252">
              <a:extLst>
                <a:ext uri="{FF2B5EF4-FFF2-40B4-BE49-F238E27FC236}">
                  <a16:creationId xmlns:a16="http://schemas.microsoft.com/office/drawing/2014/main" id="{1CDA408C-9155-4C5D-91CE-5A41FBB422CB}"/>
                </a:ext>
              </a:extLst>
            </p:cNvPr>
            <p:cNvSpPr/>
            <p:nvPr/>
          </p:nvSpPr>
          <p:spPr>
            <a:xfrm>
              <a:off x="4388859" y="21255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54" name="Hexagon 1253">
              <a:extLst>
                <a:ext uri="{FF2B5EF4-FFF2-40B4-BE49-F238E27FC236}">
                  <a16:creationId xmlns:a16="http://schemas.microsoft.com/office/drawing/2014/main" id="{89A9512F-740E-44E6-9A20-E407700E5FAB}"/>
                </a:ext>
              </a:extLst>
            </p:cNvPr>
            <p:cNvSpPr/>
            <p:nvPr/>
          </p:nvSpPr>
          <p:spPr>
            <a:xfrm>
              <a:off x="4396479" y="23121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55" name="Hexagon 1254">
              <a:extLst>
                <a:ext uri="{FF2B5EF4-FFF2-40B4-BE49-F238E27FC236}">
                  <a16:creationId xmlns:a16="http://schemas.microsoft.com/office/drawing/2014/main" id="{325A578F-C50B-4E21-8449-FE4452B5F1FC}"/>
                </a:ext>
              </a:extLst>
            </p:cNvPr>
            <p:cNvSpPr/>
            <p:nvPr/>
          </p:nvSpPr>
          <p:spPr>
            <a:xfrm>
              <a:off x="4630794" y="2407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56" name="Hexagon 1255">
              <a:extLst>
                <a:ext uri="{FF2B5EF4-FFF2-40B4-BE49-F238E27FC236}">
                  <a16:creationId xmlns:a16="http://schemas.microsoft.com/office/drawing/2014/main" id="{86712C54-223C-4300-BFB8-2E0295B3D9A0}"/>
                </a:ext>
              </a:extLst>
            </p:cNvPr>
            <p:cNvSpPr/>
            <p:nvPr/>
          </p:nvSpPr>
          <p:spPr>
            <a:xfrm>
              <a:off x="4870824" y="24988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57" name="Hexagon 1256">
              <a:extLst>
                <a:ext uri="{FF2B5EF4-FFF2-40B4-BE49-F238E27FC236}">
                  <a16:creationId xmlns:a16="http://schemas.microsoft.com/office/drawing/2014/main" id="{DE52A9A1-2944-47A0-92DB-118C91FEC150}"/>
                </a:ext>
              </a:extLst>
            </p:cNvPr>
            <p:cNvSpPr/>
            <p:nvPr/>
          </p:nvSpPr>
          <p:spPr>
            <a:xfrm>
              <a:off x="5110854" y="2407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58" name="Hexagon 1257">
              <a:extLst>
                <a:ext uri="{FF2B5EF4-FFF2-40B4-BE49-F238E27FC236}">
                  <a16:creationId xmlns:a16="http://schemas.microsoft.com/office/drawing/2014/main" id="{FA68FF4A-9562-4E13-A869-2BB392A3A62E}"/>
                </a:ext>
              </a:extLst>
            </p:cNvPr>
            <p:cNvSpPr/>
            <p:nvPr/>
          </p:nvSpPr>
          <p:spPr>
            <a:xfrm>
              <a:off x="5345169" y="23102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59" name="Hexagon 1258">
              <a:extLst>
                <a:ext uri="{FF2B5EF4-FFF2-40B4-BE49-F238E27FC236}">
                  <a16:creationId xmlns:a16="http://schemas.microsoft.com/office/drawing/2014/main" id="{7772ADAB-A50D-4C07-9FE4-7E638D40E64F}"/>
                </a:ext>
              </a:extLst>
            </p:cNvPr>
            <p:cNvSpPr/>
            <p:nvPr/>
          </p:nvSpPr>
          <p:spPr>
            <a:xfrm>
              <a:off x="5569959" y="221885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60" name="Hexagon 1259">
              <a:extLst>
                <a:ext uri="{FF2B5EF4-FFF2-40B4-BE49-F238E27FC236}">
                  <a16:creationId xmlns:a16="http://schemas.microsoft.com/office/drawing/2014/main" id="{0BA26424-B2DB-4E7E-AE57-1AF04742331C}"/>
                </a:ext>
              </a:extLst>
            </p:cNvPr>
            <p:cNvSpPr/>
            <p:nvPr/>
          </p:nvSpPr>
          <p:spPr>
            <a:xfrm>
              <a:off x="5577579" y="23998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61" name="Hexagon 1260">
              <a:extLst>
                <a:ext uri="{FF2B5EF4-FFF2-40B4-BE49-F238E27FC236}">
                  <a16:creationId xmlns:a16="http://schemas.microsoft.com/office/drawing/2014/main" id="{0F558ED4-AD59-45BD-B4BC-9EBB54C14497}"/>
                </a:ext>
              </a:extLst>
            </p:cNvPr>
            <p:cNvSpPr/>
            <p:nvPr/>
          </p:nvSpPr>
          <p:spPr>
            <a:xfrm>
              <a:off x="5573769" y="31370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62" name="Hexagon 1261">
              <a:extLst>
                <a:ext uri="{FF2B5EF4-FFF2-40B4-BE49-F238E27FC236}">
                  <a16:creationId xmlns:a16="http://schemas.microsoft.com/office/drawing/2014/main" id="{7E558B26-BF1D-4F75-AD6A-A35CF0824531}"/>
                </a:ext>
              </a:extLst>
            </p:cNvPr>
            <p:cNvSpPr/>
            <p:nvPr/>
          </p:nvSpPr>
          <p:spPr>
            <a:xfrm>
              <a:off x="5575674" y="29579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63" name="Hexagon 1262">
              <a:extLst>
                <a:ext uri="{FF2B5EF4-FFF2-40B4-BE49-F238E27FC236}">
                  <a16:creationId xmlns:a16="http://schemas.microsoft.com/office/drawing/2014/main" id="{8CF60FB0-B0B3-4683-B1EC-94A50FFE1143}"/>
                </a:ext>
              </a:extLst>
            </p:cNvPr>
            <p:cNvSpPr/>
            <p:nvPr/>
          </p:nvSpPr>
          <p:spPr>
            <a:xfrm>
              <a:off x="5568054" y="27713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64" name="Hexagon 1263">
              <a:extLst>
                <a:ext uri="{FF2B5EF4-FFF2-40B4-BE49-F238E27FC236}">
                  <a16:creationId xmlns:a16="http://schemas.microsoft.com/office/drawing/2014/main" id="{41D3A7C1-17F0-4B54-842E-F4D726F18AE8}"/>
                </a:ext>
              </a:extLst>
            </p:cNvPr>
            <p:cNvSpPr/>
            <p:nvPr/>
          </p:nvSpPr>
          <p:spPr>
            <a:xfrm>
              <a:off x="5571864" y="25903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65" name="Hexagon 1264">
              <a:extLst>
                <a:ext uri="{FF2B5EF4-FFF2-40B4-BE49-F238E27FC236}">
                  <a16:creationId xmlns:a16="http://schemas.microsoft.com/office/drawing/2014/main" id="{B0111CFD-533E-4714-B0D6-3F22217E2170}"/>
                </a:ext>
              </a:extLst>
            </p:cNvPr>
            <p:cNvSpPr/>
            <p:nvPr/>
          </p:nvSpPr>
          <p:spPr>
            <a:xfrm>
              <a:off x="5341359" y="25007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66" name="Hexagon 1265">
              <a:extLst>
                <a:ext uri="{FF2B5EF4-FFF2-40B4-BE49-F238E27FC236}">
                  <a16:creationId xmlns:a16="http://schemas.microsoft.com/office/drawing/2014/main" id="{281F6952-83B8-4920-840C-F61FDAC52CB3}"/>
                </a:ext>
              </a:extLst>
            </p:cNvPr>
            <p:cNvSpPr/>
            <p:nvPr/>
          </p:nvSpPr>
          <p:spPr>
            <a:xfrm>
              <a:off x="5337549" y="30532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67" name="Hexagon 1266">
              <a:extLst>
                <a:ext uri="{FF2B5EF4-FFF2-40B4-BE49-F238E27FC236}">
                  <a16:creationId xmlns:a16="http://schemas.microsoft.com/office/drawing/2014/main" id="{07037B7D-9E2D-4164-8511-B6C19C8A3151}"/>
                </a:ext>
              </a:extLst>
            </p:cNvPr>
            <p:cNvSpPr/>
            <p:nvPr/>
          </p:nvSpPr>
          <p:spPr>
            <a:xfrm>
              <a:off x="5337549" y="286655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68" name="Hexagon 1267">
              <a:extLst>
                <a:ext uri="{FF2B5EF4-FFF2-40B4-BE49-F238E27FC236}">
                  <a16:creationId xmlns:a16="http://schemas.microsoft.com/office/drawing/2014/main" id="{FCBF605D-3E6A-4CED-8731-8E9AC508B655}"/>
                </a:ext>
              </a:extLst>
            </p:cNvPr>
            <p:cNvSpPr/>
            <p:nvPr/>
          </p:nvSpPr>
          <p:spPr>
            <a:xfrm>
              <a:off x="5343264" y="34132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69" name="Hexagon 1268">
              <a:extLst>
                <a:ext uri="{FF2B5EF4-FFF2-40B4-BE49-F238E27FC236}">
                  <a16:creationId xmlns:a16="http://schemas.microsoft.com/office/drawing/2014/main" id="{E7E632BB-C1CE-40F4-A172-8CB12D64C46A}"/>
                </a:ext>
              </a:extLst>
            </p:cNvPr>
            <p:cNvSpPr/>
            <p:nvPr/>
          </p:nvSpPr>
          <p:spPr>
            <a:xfrm>
              <a:off x="5348344" y="32291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70" name="Hexagon 1269">
              <a:extLst>
                <a:ext uri="{FF2B5EF4-FFF2-40B4-BE49-F238E27FC236}">
                  <a16:creationId xmlns:a16="http://schemas.microsoft.com/office/drawing/2014/main" id="{84F68120-C53F-4555-AF64-B5885B09469F}"/>
                </a:ext>
              </a:extLst>
            </p:cNvPr>
            <p:cNvSpPr/>
            <p:nvPr/>
          </p:nvSpPr>
          <p:spPr>
            <a:xfrm>
              <a:off x="5105139" y="29579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71" name="Hexagon 1270">
              <a:extLst>
                <a:ext uri="{FF2B5EF4-FFF2-40B4-BE49-F238E27FC236}">
                  <a16:creationId xmlns:a16="http://schemas.microsoft.com/office/drawing/2014/main" id="{B18C5F5B-3FB4-4E7E-972C-A296FCEAA360}"/>
                </a:ext>
              </a:extLst>
            </p:cNvPr>
            <p:cNvSpPr/>
            <p:nvPr/>
          </p:nvSpPr>
          <p:spPr>
            <a:xfrm>
              <a:off x="4867014" y="28684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72" name="Hexagon 1271">
              <a:extLst>
                <a:ext uri="{FF2B5EF4-FFF2-40B4-BE49-F238E27FC236}">
                  <a16:creationId xmlns:a16="http://schemas.microsoft.com/office/drawing/2014/main" id="{411A98D3-F8E1-43AA-A635-174FDED15D94}"/>
                </a:ext>
              </a:extLst>
            </p:cNvPr>
            <p:cNvSpPr/>
            <p:nvPr/>
          </p:nvSpPr>
          <p:spPr>
            <a:xfrm>
              <a:off x="4628889" y="29637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73" name="Hexagon 1272">
              <a:extLst>
                <a:ext uri="{FF2B5EF4-FFF2-40B4-BE49-F238E27FC236}">
                  <a16:creationId xmlns:a16="http://schemas.microsoft.com/office/drawing/2014/main" id="{B48BD1B0-511B-4CE5-937E-0EDF1C1E4D7F}"/>
                </a:ext>
              </a:extLst>
            </p:cNvPr>
            <p:cNvSpPr/>
            <p:nvPr/>
          </p:nvSpPr>
          <p:spPr>
            <a:xfrm>
              <a:off x="5099424" y="27732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74" name="Hexagon 1273">
              <a:extLst>
                <a:ext uri="{FF2B5EF4-FFF2-40B4-BE49-F238E27FC236}">
                  <a16:creationId xmlns:a16="http://schemas.microsoft.com/office/drawing/2014/main" id="{2046ECAB-E5CF-49A0-877E-C27651315C07}"/>
                </a:ext>
              </a:extLst>
            </p:cNvPr>
            <p:cNvSpPr/>
            <p:nvPr/>
          </p:nvSpPr>
          <p:spPr>
            <a:xfrm>
              <a:off x="4861299" y="26836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75" name="Hexagon 1274">
              <a:extLst>
                <a:ext uri="{FF2B5EF4-FFF2-40B4-BE49-F238E27FC236}">
                  <a16:creationId xmlns:a16="http://schemas.microsoft.com/office/drawing/2014/main" id="{5972CE6E-0D86-4F0B-9001-0946529498B3}"/>
                </a:ext>
              </a:extLst>
            </p:cNvPr>
            <p:cNvSpPr/>
            <p:nvPr/>
          </p:nvSpPr>
          <p:spPr>
            <a:xfrm>
              <a:off x="4623174" y="27789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76" name="Hexagon 1275">
              <a:extLst>
                <a:ext uri="{FF2B5EF4-FFF2-40B4-BE49-F238E27FC236}">
                  <a16:creationId xmlns:a16="http://schemas.microsoft.com/office/drawing/2014/main" id="{8A6DDF6F-B6B5-4F1C-9011-3F1F9C6F73CC}"/>
                </a:ext>
              </a:extLst>
            </p:cNvPr>
            <p:cNvSpPr/>
            <p:nvPr/>
          </p:nvSpPr>
          <p:spPr>
            <a:xfrm>
              <a:off x="5097519" y="25884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77" name="Hexagon 1276">
              <a:extLst>
                <a:ext uri="{FF2B5EF4-FFF2-40B4-BE49-F238E27FC236}">
                  <a16:creationId xmlns:a16="http://schemas.microsoft.com/office/drawing/2014/main" id="{8AA8B8D1-6A31-4182-9103-AA37856A35DB}"/>
                </a:ext>
              </a:extLst>
            </p:cNvPr>
            <p:cNvSpPr/>
            <p:nvPr/>
          </p:nvSpPr>
          <p:spPr>
            <a:xfrm>
              <a:off x="4626984" y="25903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78" name="Hexagon 1277">
              <a:extLst>
                <a:ext uri="{FF2B5EF4-FFF2-40B4-BE49-F238E27FC236}">
                  <a16:creationId xmlns:a16="http://schemas.microsoft.com/office/drawing/2014/main" id="{1874D48A-F846-479E-BD44-1F4FD409CC96}"/>
                </a:ext>
              </a:extLst>
            </p:cNvPr>
            <p:cNvSpPr/>
            <p:nvPr/>
          </p:nvSpPr>
          <p:spPr>
            <a:xfrm>
              <a:off x="5103869" y="35072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79" name="Hexagon 1278">
              <a:extLst>
                <a:ext uri="{FF2B5EF4-FFF2-40B4-BE49-F238E27FC236}">
                  <a16:creationId xmlns:a16="http://schemas.microsoft.com/office/drawing/2014/main" id="{336BB52D-6C87-4F51-8AD4-B24B2C36A6FA}"/>
                </a:ext>
              </a:extLst>
            </p:cNvPr>
            <p:cNvSpPr/>
            <p:nvPr/>
          </p:nvSpPr>
          <p:spPr>
            <a:xfrm>
              <a:off x="4863204" y="35980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80" name="Hexagon 1279">
              <a:extLst>
                <a:ext uri="{FF2B5EF4-FFF2-40B4-BE49-F238E27FC236}">
                  <a16:creationId xmlns:a16="http://schemas.microsoft.com/office/drawing/2014/main" id="{2DA2CD5A-60C9-49DD-BCE2-39066B0F9359}"/>
                </a:ext>
              </a:extLst>
            </p:cNvPr>
            <p:cNvSpPr/>
            <p:nvPr/>
          </p:nvSpPr>
          <p:spPr>
            <a:xfrm>
              <a:off x="4628889" y="35085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81" name="Hexagon 1280">
              <a:extLst>
                <a:ext uri="{FF2B5EF4-FFF2-40B4-BE49-F238E27FC236}">
                  <a16:creationId xmlns:a16="http://schemas.microsoft.com/office/drawing/2014/main" id="{749E84D0-A6C8-4BDC-95DA-78E8431086A0}"/>
                </a:ext>
              </a:extLst>
            </p:cNvPr>
            <p:cNvSpPr/>
            <p:nvPr/>
          </p:nvSpPr>
          <p:spPr>
            <a:xfrm>
              <a:off x="4394574" y="34151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82" name="Hexagon 1281">
              <a:extLst>
                <a:ext uri="{FF2B5EF4-FFF2-40B4-BE49-F238E27FC236}">
                  <a16:creationId xmlns:a16="http://schemas.microsoft.com/office/drawing/2014/main" id="{BA127BD3-0EF4-4877-B69C-C9671EF462DE}"/>
                </a:ext>
              </a:extLst>
            </p:cNvPr>
            <p:cNvSpPr/>
            <p:nvPr/>
          </p:nvSpPr>
          <p:spPr>
            <a:xfrm>
              <a:off x="4392669" y="32361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83" name="Hexagon 1282">
              <a:extLst>
                <a:ext uri="{FF2B5EF4-FFF2-40B4-BE49-F238E27FC236}">
                  <a16:creationId xmlns:a16="http://schemas.microsoft.com/office/drawing/2014/main" id="{456871F3-A0BF-4AF6-968B-DF84D7CDB838}"/>
                </a:ext>
              </a:extLst>
            </p:cNvPr>
            <p:cNvSpPr/>
            <p:nvPr/>
          </p:nvSpPr>
          <p:spPr>
            <a:xfrm>
              <a:off x="4392669" y="30513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84" name="Hexagon 1283">
              <a:extLst>
                <a:ext uri="{FF2B5EF4-FFF2-40B4-BE49-F238E27FC236}">
                  <a16:creationId xmlns:a16="http://schemas.microsoft.com/office/drawing/2014/main" id="{12D62151-D176-46EA-A671-DD7515A66973}"/>
                </a:ext>
              </a:extLst>
            </p:cNvPr>
            <p:cNvSpPr/>
            <p:nvPr/>
          </p:nvSpPr>
          <p:spPr>
            <a:xfrm>
              <a:off x="4156449" y="31408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85" name="Hexagon 1284">
              <a:extLst>
                <a:ext uri="{FF2B5EF4-FFF2-40B4-BE49-F238E27FC236}">
                  <a16:creationId xmlns:a16="http://schemas.microsoft.com/office/drawing/2014/main" id="{F3392DA1-4B73-49EE-8F86-E0B75FFD8CF3}"/>
                </a:ext>
              </a:extLst>
            </p:cNvPr>
            <p:cNvSpPr/>
            <p:nvPr/>
          </p:nvSpPr>
          <p:spPr>
            <a:xfrm>
              <a:off x="4154544" y="29618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86" name="Hexagon 1285">
              <a:extLst>
                <a:ext uri="{FF2B5EF4-FFF2-40B4-BE49-F238E27FC236}">
                  <a16:creationId xmlns:a16="http://schemas.microsoft.com/office/drawing/2014/main" id="{87B5FF7C-4CCF-4FDA-93E5-DD19A35F96F4}"/>
                </a:ext>
              </a:extLst>
            </p:cNvPr>
            <p:cNvSpPr/>
            <p:nvPr/>
          </p:nvSpPr>
          <p:spPr>
            <a:xfrm>
              <a:off x="4154544" y="27751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87" name="Hexagon 1286">
              <a:extLst>
                <a:ext uri="{FF2B5EF4-FFF2-40B4-BE49-F238E27FC236}">
                  <a16:creationId xmlns:a16="http://schemas.microsoft.com/office/drawing/2014/main" id="{F7941032-E7A2-4909-A74E-A3FFF0E121C2}"/>
                </a:ext>
              </a:extLst>
            </p:cNvPr>
            <p:cNvSpPr/>
            <p:nvPr/>
          </p:nvSpPr>
          <p:spPr>
            <a:xfrm>
              <a:off x="4392669" y="24969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88" name="Hexagon 1287">
              <a:extLst>
                <a:ext uri="{FF2B5EF4-FFF2-40B4-BE49-F238E27FC236}">
                  <a16:creationId xmlns:a16="http://schemas.microsoft.com/office/drawing/2014/main" id="{E36BD899-C4BB-4C11-BE3E-5BFF4E0D8F73}"/>
                </a:ext>
              </a:extLst>
            </p:cNvPr>
            <p:cNvSpPr/>
            <p:nvPr/>
          </p:nvSpPr>
          <p:spPr>
            <a:xfrm>
              <a:off x="4388859" y="26798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89" name="Hexagon 1288">
              <a:extLst>
                <a:ext uri="{FF2B5EF4-FFF2-40B4-BE49-F238E27FC236}">
                  <a16:creationId xmlns:a16="http://schemas.microsoft.com/office/drawing/2014/main" id="{6912EBAA-6A6C-4E76-89BC-E33DC12ED569}"/>
                </a:ext>
              </a:extLst>
            </p:cNvPr>
            <p:cNvSpPr/>
            <p:nvPr/>
          </p:nvSpPr>
          <p:spPr>
            <a:xfrm>
              <a:off x="4160259" y="22207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90" name="Hexagon 1289">
              <a:extLst>
                <a:ext uri="{FF2B5EF4-FFF2-40B4-BE49-F238E27FC236}">
                  <a16:creationId xmlns:a16="http://schemas.microsoft.com/office/drawing/2014/main" id="{9AA7EA03-5F40-45B6-A491-8E612705EC46}"/>
                </a:ext>
              </a:extLst>
            </p:cNvPr>
            <p:cNvSpPr/>
            <p:nvPr/>
          </p:nvSpPr>
          <p:spPr>
            <a:xfrm>
              <a:off x="4158354" y="24036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91" name="Hexagon 1290">
              <a:extLst>
                <a:ext uri="{FF2B5EF4-FFF2-40B4-BE49-F238E27FC236}">
                  <a16:creationId xmlns:a16="http://schemas.microsoft.com/office/drawing/2014/main" id="{1203F738-52F2-4CAB-95AA-41B07FFD7DE2}"/>
                </a:ext>
              </a:extLst>
            </p:cNvPr>
            <p:cNvSpPr/>
            <p:nvPr/>
          </p:nvSpPr>
          <p:spPr>
            <a:xfrm>
              <a:off x="4156449" y="18511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92" name="Hexagon 1291">
              <a:extLst>
                <a:ext uri="{FF2B5EF4-FFF2-40B4-BE49-F238E27FC236}">
                  <a16:creationId xmlns:a16="http://schemas.microsoft.com/office/drawing/2014/main" id="{A58446ED-816C-4B08-A17F-DDABF3B2842B}"/>
                </a:ext>
              </a:extLst>
            </p:cNvPr>
            <p:cNvSpPr/>
            <p:nvPr/>
          </p:nvSpPr>
          <p:spPr>
            <a:xfrm>
              <a:off x="4152639" y="20340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93" name="Hexagon 1292">
              <a:extLst>
                <a:ext uri="{FF2B5EF4-FFF2-40B4-BE49-F238E27FC236}">
                  <a16:creationId xmlns:a16="http://schemas.microsoft.com/office/drawing/2014/main" id="{069F44E0-12AD-4E6B-8947-0A4D0E5ED0FC}"/>
                </a:ext>
              </a:extLst>
            </p:cNvPr>
            <p:cNvSpPr/>
            <p:nvPr/>
          </p:nvSpPr>
          <p:spPr>
            <a:xfrm>
              <a:off x="3925944" y="19388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94" name="Hexagon 1293">
              <a:extLst>
                <a:ext uri="{FF2B5EF4-FFF2-40B4-BE49-F238E27FC236}">
                  <a16:creationId xmlns:a16="http://schemas.microsoft.com/office/drawing/2014/main" id="{586D1AFC-E2CD-4F0E-AF49-44242DB1E7BA}"/>
                </a:ext>
              </a:extLst>
            </p:cNvPr>
            <p:cNvSpPr/>
            <p:nvPr/>
          </p:nvSpPr>
          <p:spPr>
            <a:xfrm>
              <a:off x="3687819" y="20359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95" name="Hexagon 1294">
              <a:extLst>
                <a:ext uri="{FF2B5EF4-FFF2-40B4-BE49-F238E27FC236}">
                  <a16:creationId xmlns:a16="http://schemas.microsoft.com/office/drawing/2014/main" id="{F340AD56-9A25-4181-A9BB-223D350B607B}"/>
                </a:ext>
              </a:extLst>
            </p:cNvPr>
            <p:cNvSpPr/>
            <p:nvPr/>
          </p:nvSpPr>
          <p:spPr>
            <a:xfrm>
              <a:off x="3920229" y="23121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96" name="Hexagon 1295">
              <a:extLst>
                <a:ext uri="{FF2B5EF4-FFF2-40B4-BE49-F238E27FC236}">
                  <a16:creationId xmlns:a16="http://schemas.microsoft.com/office/drawing/2014/main" id="{EE2C34A2-3425-469B-A782-0D22ED0DFADF}"/>
                </a:ext>
              </a:extLst>
            </p:cNvPr>
            <p:cNvSpPr/>
            <p:nvPr/>
          </p:nvSpPr>
          <p:spPr>
            <a:xfrm>
              <a:off x="3687819" y="22169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97" name="Hexagon 1296">
              <a:extLst>
                <a:ext uri="{FF2B5EF4-FFF2-40B4-BE49-F238E27FC236}">
                  <a16:creationId xmlns:a16="http://schemas.microsoft.com/office/drawing/2014/main" id="{60E90C0E-074C-48ED-944A-DC10FBE5AFC0}"/>
                </a:ext>
              </a:extLst>
            </p:cNvPr>
            <p:cNvSpPr/>
            <p:nvPr/>
          </p:nvSpPr>
          <p:spPr>
            <a:xfrm>
              <a:off x="3920229" y="26798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98" name="Hexagon 1297">
              <a:extLst>
                <a:ext uri="{FF2B5EF4-FFF2-40B4-BE49-F238E27FC236}">
                  <a16:creationId xmlns:a16="http://schemas.microsoft.com/office/drawing/2014/main" id="{EB7C61A0-04B1-4065-8B1F-C5382E46ACCA}"/>
                </a:ext>
              </a:extLst>
            </p:cNvPr>
            <p:cNvSpPr/>
            <p:nvPr/>
          </p:nvSpPr>
          <p:spPr>
            <a:xfrm>
              <a:off x="3685914" y="25903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299" name="Hexagon 1298">
              <a:extLst>
                <a:ext uri="{FF2B5EF4-FFF2-40B4-BE49-F238E27FC236}">
                  <a16:creationId xmlns:a16="http://schemas.microsoft.com/office/drawing/2014/main" id="{30903F11-0A38-4F7B-88B8-646111520DAA}"/>
                </a:ext>
              </a:extLst>
            </p:cNvPr>
            <p:cNvSpPr/>
            <p:nvPr/>
          </p:nvSpPr>
          <p:spPr>
            <a:xfrm>
              <a:off x="3689724" y="24017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00" name="Hexagon 1299">
              <a:extLst>
                <a:ext uri="{FF2B5EF4-FFF2-40B4-BE49-F238E27FC236}">
                  <a16:creationId xmlns:a16="http://schemas.microsoft.com/office/drawing/2014/main" id="{4911BDE9-4A92-4C72-AE36-96E8F578BEA4}"/>
                </a:ext>
              </a:extLst>
            </p:cNvPr>
            <p:cNvSpPr/>
            <p:nvPr/>
          </p:nvSpPr>
          <p:spPr>
            <a:xfrm>
              <a:off x="3451599" y="24912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01" name="Hexagon 1300">
              <a:extLst>
                <a:ext uri="{FF2B5EF4-FFF2-40B4-BE49-F238E27FC236}">
                  <a16:creationId xmlns:a16="http://schemas.microsoft.com/office/drawing/2014/main" id="{FD1BD07E-31B7-46AF-924C-940C7ADCA1C7}"/>
                </a:ext>
              </a:extLst>
            </p:cNvPr>
            <p:cNvSpPr/>
            <p:nvPr/>
          </p:nvSpPr>
          <p:spPr>
            <a:xfrm>
              <a:off x="3914514" y="28684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02" name="Hexagon 1301">
              <a:extLst>
                <a:ext uri="{FF2B5EF4-FFF2-40B4-BE49-F238E27FC236}">
                  <a16:creationId xmlns:a16="http://schemas.microsoft.com/office/drawing/2014/main" id="{61B7776A-4806-42B2-A3C1-E692CC02075F}"/>
                </a:ext>
              </a:extLst>
            </p:cNvPr>
            <p:cNvSpPr/>
            <p:nvPr/>
          </p:nvSpPr>
          <p:spPr>
            <a:xfrm>
              <a:off x="3680199" y="27789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04" name="Hexagon 1303">
              <a:extLst>
                <a:ext uri="{FF2B5EF4-FFF2-40B4-BE49-F238E27FC236}">
                  <a16:creationId xmlns:a16="http://schemas.microsoft.com/office/drawing/2014/main" id="{A785F708-14C4-4BA8-8DA9-E877E93F3FDD}"/>
                </a:ext>
              </a:extLst>
            </p:cNvPr>
            <p:cNvSpPr/>
            <p:nvPr/>
          </p:nvSpPr>
          <p:spPr>
            <a:xfrm>
              <a:off x="3914514" y="30513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05" name="Hexagon 1304">
              <a:extLst>
                <a:ext uri="{FF2B5EF4-FFF2-40B4-BE49-F238E27FC236}">
                  <a16:creationId xmlns:a16="http://schemas.microsoft.com/office/drawing/2014/main" id="{E991C755-76B9-439E-9C29-B01C79749BD4}"/>
                </a:ext>
              </a:extLst>
            </p:cNvPr>
            <p:cNvSpPr/>
            <p:nvPr/>
          </p:nvSpPr>
          <p:spPr>
            <a:xfrm>
              <a:off x="3680199" y="29598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06" name="Hexagon 1305">
              <a:extLst>
                <a:ext uri="{FF2B5EF4-FFF2-40B4-BE49-F238E27FC236}">
                  <a16:creationId xmlns:a16="http://schemas.microsoft.com/office/drawing/2014/main" id="{D725D5E4-4AE8-4859-8B81-1EE2618E111F}"/>
                </a:ext>
              </a:extLst>
            </p:cNvPr>
            <p:cNvSpPr/>
            <p:nvPr/>
          </p:nvSpPr>
          <p:spPr>
            <a:xfrm>
              <a:off x="3445884" y="28627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07" name="Hexagon 1306">
              <a:extLst>
                <a:ext uri="{FF2B5EF4-FFF2-40B4-BE49-F238E27FC236}">
                  <a16:creationId xmlns:a16="http://schemas.microsoft.com/office/drawing/2014/main" id="{FECDAB97-3A21-49DE-9AB2-2CC352EF5BD4}"/>
                </a:ext>
              </a:extLst>
            </p:cNvPr>
            <p:cNvSpPr/>
            <p:nvPr/>
          </p:nvSpPr>
          <p:spPr>
            <a:xfrm>
              <a:off x="3684009" y="31484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08" name="Hexagon 1307">
              <a:extLst>
                <a:ext uri="{FF2B5EF4-FFF2-40B4-BE49-F238E27FC236}">
                  <a16:creationId xmlns:a16="http://schemas.microsoft.com/office/drawing/2014/main" id="{2EDF858D-BD81-4EDD-A858-C22CA18D73F4}"/>
                </a:ext>
              </a:extLst>
            </p:cNvPr>
            <p:cNvSpPr/>
            <p:nvPr/>
          </p:nvSpPr>
          <p:spPr>
            <a:xfrm>
              <a:off x="3449694" y="30513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09" name="Hexagon 1308">
              <a:extLst>
                <a:ext uri="{FF2B5EF4-FFF2-40B4-BE49-F238E27FC236}">
                  <a16:creationId xmlns:a16="http://schemas.microsoft.com/office/drawing/2014/main" id="{CCB57792-6E29-4DCA-B94A-55B6F8EF5A38}"/>
                </a:ext>
              </a:extLst>
            </p:cNvPr>
            <p:cNvSpPr/>
            <p:nvPr/>
          </p:nvSpPr>
          <p:spPr>
            <a:xfrm>
              <a:off x="6270999" y="23198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10" name="Hexagon 1309">
              <a:extLst>
                <a:ext uri="{FF2B5EF4-FFF2-40B4-BE49-F238E27FC236}">
                  <a16:creationId xmlns:a16="http://schemas.microsoft.com/office/drawing/2014/main" id="{66251ED0-CC39-4BCA-B4A3-6A5B640DE116}"/>
                </a:ext>
              </a:extLst>
            </p:cNvPr>
            <p:cNvSpPr/>
            <p:nvPr/>
          </p:nvSpPr>
          <p:spPr>
            <a:xfrm>
              <a:off x="6034779" y="24017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</p:grpSp>
      <p:grpSp>
        <p:nvGrpSpPr>
          <p:cNvPr id="15" name="6">
            <a:extLst>
              <a:ext uri="{FF2B5EF4-FFF2-40B4-BE49-F238E27FC236}">
                <a16:creationId xmlns:a16="http://schemas.microsoft.com/office/drawing/2014/main" id="{0D562D5E-E220-4EB2-9194-302F6C178A7A}"/>
              </a:ext>
            </a:extLst>
          </p:cNvPr>
          <p:cNvGrpSpPr/>
          <p:nvPr/>
        </p:nvGrpSpPr>
        <p:grpSpPr>
          <a:xfrm>
            <a:off x="10322752" y="6852942"/>
            <a:ext cx="1279926" cy="935706"/>
            <a:chOff x="3679180" y="1398665"/>
            <a:chExt cx="5502575" cy="4022725"/>
          </a:xfrm>
        </p:grpSpPr>
        <p:sp>
          <p:nvSpPr>
            <p:cNvPr id="1697" name="Hexagon 1696">
              <a:extLst>
                <a:ext uri="{FF2B5EF4-FFF2-40B4-BE49-F238E27FC236}">
                  <a16:creationId xmlns:a16="http://schemas.microsoft.com/office/drawing/2014/main" id="{86105265-D6AB-4231-BADF-B324EA508049}"/>
                </a:ext>
              </a:extLst>
            </p:cNvPr>
            <p:cNvSpPr/>
            <p:nvPr/>
          </p:nvSpPr>
          <p:spPr>
            <a:xfrm>
              <a:off x="6279505" y="28693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11" name="Hexagon 1310">
              <a:extLst>
                <a:ext uri="{FF2B5EF4-FFF2-40B4-BE49-F238E27FC236}">
                  <a16:creationId xmlns:a16="http://schemas.microsoft.com/office/drawing/2014/main" id="{202C2BB4-4E44-493B-A5C5-65543C0012F5}"/>
                </a:ext>
              </a:extLst>
            </p:cNvPr>
            <p:cNvSpPr/>
            <p:nvPr/>
          </p:nvSpPr>
          <p:spPr>
            <a:xfrm>
              <a:off x="6517630" y="277407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13" name="Hexagon 1312">
              <a:extLst>
                <a:ext uri="{FF2B5EF4-FFF2-40B4-BE49-F238E27FC236}">
                  <a16:creationId xmlns:a16="http://schemas.microsoft.com/office/drawing/2014/main" id="{36ECD674-0913-4B8B-A8C9-40B1144675D8}"/>
                </a:ext>
              </a:extLst>
            </p:cNvPr>
            <p:cNvSpPr/>
            <p:nvPr/>
          </p:nvSpPr>
          <p:spPr>
            <a:xfrm>
              <a:off x="6513820" y="25931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14" name="Hexagon 1313">
              <a:extLst>
                <a:ext uri="{FF2B5EF4-FFF2-40B4-BE49-F238E27FC236}">
                  <a16:creationId xmlns:a16="http://schemas.microsoft.com/office/drawing/2014/main" id="{F5C9FA77-CE58-472D-B7E2-E7F2C71B90CE}"/>
                </a:ext>
              </a:extLst>
            </p:cNvPr>
            <p:cNvSpPr/>
            <p:nvPr/>
          </p:nvSpPr>
          <p:spPr>
            <a:xfrm>
              <a:off x="6273790" y="249975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15" name="Hexagon 1314">
              <a:extLst>
                <a:ext uri="{FF2B5EF4-FFF2-40B4-BE49-F238E27FC236}">
                  <a16:creationId xmlns:a16="http://schemas.microsoft.com/office/drawing/2014/main" id="{4B664708-4642-4E6E-BDF2-DBBF198D61D9}"/>
                </a:ext>
              </a:extLst>
            </p:cNvPr>
            <p:cNvSpPr/>
            <p:nvPr/>
          </p:nvSpPr>
          <p:spPr>
            <a:xfrm>
              <a:off x="6037570" y="258929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16" name="Hexagon 1315">
              <a:extLst>
                <a:ext uri="{FF2B5EF4-FFF2-40B4-BE49-F238E27FC236}">
                  <a16:creationId xmlns:a16="http://schemas.microsoft.com/office/drawing/2014/main" id="{9B88903E-4923-4AF2-BD23-8730FB8B9E13}"/>
                </a:ext>
              </a:extLst>
            </p:cNvPr>
            <p:cNvSpPr/>
            <p:nvPr/>
          </p:nvSpPr>
          <p:spPr>
            <a:xfrm>
              <a:off x="6037570" y="27759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17" name="Hexagon 1316">
              <a:extLst>
                <a:ext uri="{FF2B5EF4-FFF2-40B4-BE49-F238E27FC236}">
                  <a16:creationId xmlns:a16="http://schemas.microsoft.com/office/drawing/2014/main" id="{6FF003E4-1141-4051-991B-6C90A4E9F154}"/>
                </a:ext>
              </a:extLst>
            </p:cNvPr>
            <p:cNvSpPr/>
            <p:nvPr/>
          </p:nvSpPr>
          <p:spPr>
            <a:xfrm>
              <a:off x="7460605" y="31436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18" name="Hexagon 1317">
              <a:extLst>
                <a:ext uri="{FF2B5EF4-FFF2-40B4-BE49-F238E27FC236}">
                  <a16:creationId xmlns:a16="http://schemas.microsoft.com/office/drawing/2014/main" id="{B68CE386-6081-4BDB-8A24-665AC7303E05}"/>
                </a:ext>
              </a:extLst>
            </p:cNvPr>
            <p:cNvSpPr/>
            <p:nvPr/>
          </p:nvSpPr>
          <p:spPr>
            <a:xfrm>
              <a:off x="7694920" y="34236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19" name="Hexagon 1318">
              <a:extLst>
                <a:ext uri="{FF2B5EF4-FFF2-40B4-BE49-F238E27FC236}">
                  <a16:creationId xmlns:a16="http://schemas.microsoft.com/office/drawing/2014/main" id="{15DC5BC3-31D8-478D-954B-C540ECA096B1}"/>
                </a:ext>
              </a:extLst>
            </p:cNvPr>
            <p:cNvSpPr/>
            <p:nvPr/>
          </p:nvSpPr>
          <p:spPr>
            <a:xfrm>
              <a:off x="7933045" y="33322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20" name="Hexagon 1319">
              <a:extLst>
                <a:ext uri="{FF2B5EF4-FFF2-40B4-BE49-F238E27FC236}">
                  <a16:creationId xmlns:a16="http://schemas.microsoft.com/office/drawing/2014/main" id="{08EDCBB1-900A-4270-A1A3-0A206B70D4E4}"/>
                </a:ext>
              </a:extLst>
            </p:cNvPr>
            <p:cNvSpPr/>
            <p:nvPr/>
          </p:nvSpPr>
          <p:spPr>
            <a:xfrm>
              <a:off x="7929235" y="31512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21" name="Hexagon 1320">
              <a:extLst>
                <a:ext uri="{FF2B5EF4-FFF2-40B4-BE49-F238E27FC236}">
                  <a16:creationId xmlns:a16="http://schemas.microsoft.com/office/drawing/2014/main" id="{6E937221-114F-4306-AC6B-58503E7755C6}"/>
                </a:ext>
              </a:extLst>
            </p:cNvPr>
            <p:cNvSpPr/>
            <p:nvPr/>
          </p:nvSpPr>
          <p:spPr>
            <a:xfrm>
              <a:off x="7689205" y="305411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22" name="Hexagon 1321">
              <a:extLst>
                <a:ext uri="{FF2B5EF4-FFF2-40B4-BE49-F238E27FC236}">
                  <a16:creationId xmlns:a16="http://schemas.microsoft.com/office/drawing/2014/main" id="{B4BB22A7-516C-4C59-8CDD-80C96803A1EC}"/>
                </a:ext>
              </a:extLst>
            </p:cNvPr>
            <p:cNvSpPr/>
            <p:nvPr/>
          </p:nvSpPr>
          <p:spPr>
            <a:xfrm>
              <a:off x="7452985" y="333033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23" name="Hexagon 1322">
              <a:extLst>
                <a:ext uri="{FF2B5EF4-FFF2-40B4-BE49-F238E27FC236}">
                  <a16:creationId xmlns:a16="http://schemas.microsoft.com/office/drawing/2014/main" id="{89D3C235-AC52-4B62-A4CA-AC6288C664C6}"/>
                </a:ext>
              </a:extLst>
            </p:cNvPr>
            <p:cNvSpPr/>
            <p:nvPr/>
          </p:nvSpPr>
          <p:spPr>
            <a:xfrm>
              <a:off x="7460605" y="20368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24" name="Hexagon 1323">
              <a:extLst>
                <a:ext uri="{FF2B5EF4-FFF2-40B4-BE49-F238E27FC236}">
                  <a16:creationId xmlns:a16="http://schemas.microsoft.com/office/drawing/2014/main" id="{8DC8DD1B-8E63-4E30-970D-BAEC6CE7C0A9}"/>
                </a:ext>
              </a:extLst>
            </p:cNvPr>
            <p:cNvSpPr/>
            <p:nvPr/>
          </p:nvSpPr>
          <p:spPr>
            <a:xfrm>
              <a:off x="7694920" y="231687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25" name="Hexagon 1324">
              <a:extLst>
                <a:ext uri="{FF2B5EF4-FFF2-40B4-BE49-F238E27FC236}">
                  <a16:creationId xmlns:a16="http://schemas.microsoft.com/office/drawing/2014/main" id="{CF4457F6-8FC5-4999-92AA-7345C0ACAAEF}"/>
                </a:ext>
              </a:extLst>
            </p:cNvPr>
            <p:cNvSpPr/>
            <p:nvPr/>
          </p:nvSpPr>
          <p:spPr>
            <a:xfrm>
              <a:off x="7933045" y="222543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26" name="Hexagon 1325">
              <a:extLst>
                <a:ext uri="{FF2B5EF4-FFF2-40B4-BE49-F238E27FC236}">
                  <a16:creationId xmlns:a16="http://schemas.microsoft.com/office/drawing/2014/main" id="{05F6BCCF-7156-4749-831C-7EF42C29AD59}"/>
                </a:ext>
              </a:extLst>
            </p:cNvPr>
            <p:cNvSpPr/>
            <p:nvPr/>
          </p:nvSpPr>
          <p:spPr>
            <a:xfrm>
              <a:off x="7929235" y="20444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27" name="Hexagon 1326">
              <a:extLst>
                <a:ext uri="{FF2B5EF4-FFF2-40B4-BE49-F238E27FC236}">
                  <a16:creationId xmlns:a16="http://schemas.microsoft.com/office/drawing/2014/main" id="{7EC83ADA-5DC9-47FC-AD6D-139536A1C07C}"/>
                </a:ext>
              </a:extLst>
            </p:cNvPr>
            <p:cNvSpPr/>
            <p:nvPr/>
          </p:nvSpPr>
          <p:spPr>
            <a:xfrm>
              <a:off x="7699365" y="19473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28" name="Hexagon 1327">
              <a:extLst>
                <a:ext uri="{FF2B5EF4-FFF2-40B4-BE49-F238E27FC236}">
                  <a16:creationId xmlns:a16="http://schemas.microsoft.com/office/drawing/2014/main" id="{F3CEA021-FE1A-4F63-9A07-26C0D19D3D87}"/>
                </a:ext>
              </a:extLst>
            </p:cNvPr>
            <p:cNvSpPr/>
            <p:nvPr/>
          </p:nvSpPr>
          <p:spPr>
            <a:xfrm>
              <a:off x="7452985" y="222353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29" name="Hexagon 1328">
              <a:extLst>
                <a:ext uri="{FF2B5EF4-FFF2-40B4-BE49-F238E27FC236}">
                  <a16:creationId xmlns:a16="http://schemas.microsoft.com/office/drawing/2014/main" id="{F1D580FC-7795-4B03-ACF6-6AAE2ACF4AD7}"/>
                </a:ext>
              </a:extLst>
            </p:cNvPr>
            <p:cNvSpPr/>
            <p:nvPr/>
          </p:nvSpPr>
          <p:spPr>
            <a:xfrm>
              <a:off x="6047095" y="14882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30" name="Hexagon 1329">
              <a:extLst>
                <a:ext uri="{FF2B5EF4-FFF2-40B4-BE49-F238E27FC236}">
                  <a16:creationId xmlns:a16="http://schemas.microsoft.com/office/drawing/2014/main" id="{7221537E-690A-4966-99AF-8B851BF3CAD9}"/>
                </a:ext>
              </a:extLst>
            </p:cNvPr>
            <p:cNvSpPr/>
            <p:nvPr/>
          </p:nvSpPr>
          <p:spPr>
            <a:xfrm>
              <a:off x="6281410" y="176823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31" name="Hexagon 1330">
              <a:extLst>
                <a:ext uri="{FF2B5EF4-FFF2-40B4-BE49-F238E27FC236}">
                  <a16:creationId xmlns:a16="http://schemas.microsoft.com/office/drawing/2014/main" id="{A6BFA3B2-5960-4BAB-8F28-34F042C29675}"/>
                </a:ext>
              </a:extLst>
            </p:cNvPr>
            <p:cNvSpPr/>
            <p:nvPr/>
          </p:nvSpPr>
          <p:spPr>
            <a:xfrm>
              <a:off x="6519535" y="167679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32" name="Hexagon 1331">
              <a:extLst>
                <a:ext uri="{FF2B5EF4-FFF2-40B4-BE49-F238E27FC236}">
                  <a16:creationId xmlns:a16="http://schemas.microsoft.com/office/drawing/2014/main" id="{F4B9611F-2E5C-448A-ABA1-5522EF7845C2}"/>
                </a:ext>
              </a:extLst>
            </p:cNvPr>
            <p:cNvSpPr/>
            <p:nvPr/>
          </p:nvSpPr>
          <p:spPr>
            <a:xfrm>
              <a:off x="6515725" y="14958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33" name="Hexagon 1332">
              <a:extLst>
                <a:ext uri="{FF2B5EF4-FFF2-40B4-BE49-F238E27FC236}">
                  <a16:creationId xmlns:a16="http://schemas.microsoft.com/office/drawing/2014/main" id="{DB016995-B2B2-43F2-B59E-BFE473555BC0}"/>
                </a:ext>
              </a:extLst>
            </p:cNvPr>
            <p:cNvSpPr/>
            <p:nvPr/>
          </p:nvSpPr>
          <p:spPr>
            <a:xfrm>
              <a:off x="6275695" y="13986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34" name="Hexagon 1333">
              <a:extLst>
                <a:ext uri="{FF2B5EF4-FFF2-40B4-BE49-F238E27FC236}">
                  <a16:creationId xmlns:a16="http://schemas.microsoft.com/office/drawing/2014/main" id="{F6DD0379-D29A-43F7-923B-A9885D6F78D0}"/>
                </a:ext>
              </a:extLst>
            </p:cNvPr>
            <p:cNvSpPr/>
            <p:nvPr/>
          </p:nvSpPr>
          <p:spPr>
            <a:xfrm>
              <a:off x="6039475" y="167489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35" name="Hexagon 1334">
              <a:extLst>
                <a:ext uri="{FF2B5EF4-FFF2-40B4-BE49-F238E27FC236}">
                  <a16:creationId xmlns:a16="http://schemas.microsoft.com/office/drawing/2014/main" id="{CC29CD91-7D09-404D-B4A9-1A347DDC0BE1}"/>
                </a:ext>
              </a:extLst>
            </p:cNvPr>
            <p:cNvSpPr/>
            <p:nvPr/>
          </p:nvSpPr>
          <p:spPr>
            <a:xfrm>
              <a:off x="4629775" y="20387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36" name="Hexagon 1335">
              <a:extLst>
                <a:ext uri="{FF2B5EF4-FFF2-40B4-BE49-F238E27FC236}">
                  <a16:creationId xmlns:a16="http://schemas.microsoft.com/office/drawing/2014/main" id="{7D00FBEA-4F4D-4678-A653-5F8C27E4135F}"/>
                </a:ext>
              </a:extLst>
            </p:cNvPr>
            <p:cNvSpPr/>
            <p:nvPr/>
          </p:nvSpPr>
          <p:spPr>
            <a:xfrm>
              <a:off x="4867900" y="23149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37" name="Hexagon 1336">
              <a:extLst>
                <a:ext uri="{FF2B5EF4-FFF2-40B4-BE49-F238E27FC236}">
                  <a16:creationId xmlns:a16="http://schemas.microsoft.com/office/drawing/2014/main" id="{F7026F95-72D6-48EA-8C25-DBDC42C5A65C}"/>
                </a:ext>
              </a:extLst>
            </p:cNvPr>
            <p:cNvSpPr/>
            <p:nvPr/>
          </p:nvSpPr>
          <p:spPr>
            <a:xfrm>
              <a:off x="5106025" y="222353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38" name="Hexagon 1337">
              <a:extLst>
                <a:ext uri="{FF2B5EF4-FFF2-40B4-BE49-F238E27FC236}">
                  <a16:creationId xmlns:a16="http://schemas.microsoft.com/office/drawing/2014/main" id="{E45776BB-3846-4DC5-8863-DAF53B6364A1}"/>
                </a:ext>
              </a:extLst>
            </p:cNvPr>
            <p:cNvSpPr/>
            <p:nvPr/>
          </p:nvSpPr>
          <p:spPr>
            <a:xfrm>
              <a:off x="5102215" y="204255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39" name="Hexagon 1338">
              <a:extLst>
                <a:ext uri="{FF2B5EF4-FFF2-40B4-BE49-F238E27FC236}">
                  <a16:creationId xmlns:a16="http://schemas.microsoft.com/office/drawing/2014/main" id="{683633AA-E454-4486-A04F-5768950AAF39}"/>
                </a:ext>
              </a:extLst>
            </p:cNvPr>
            <p:cNvSpPr/>
            <p:nvPr/>
          </p:nvSpPr>
          <p:spPr>
            <a:xfrm>
              <a:off x="4862185" y="19454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40" name="Hexagon 1339">
              <a:extLst>
                <a:ext uri="{FF2B5EF4-FFF2-40B4-BE49-F238E27FC236}">
                  <a16:creationId xmlns:a16="http://schemas.microsoft.com/office/drawing/2014/main" id="{0D703E17-848D-4989-B978-C26647641BA3}"/>
                </a:ext>
              </a:extLst>
            </p:cNvPr>
            <p:cNvSpPr/>
            <p:nvPr/>
          </p:nvSpPr>
          <p:spPr>
            <a:xfrm>
              <a:off x="4625965" y="22216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41" name="Hexagon 1340">
              <a:extLst>
                <a:ext uri="{FF2B5EF4-FFF2-40B4-BE49-F238E27FC236}">
                  <a16:creationId xmlns:a16="http://schemas.microsoft.com/office/drawing/2014/main" id="{A701089A-193D-4F59-A4A7-687301ADC3EA}"/>
                </a:ext>
              </a:extLst>
            </p:cNvPr>
            <p:cNvSpPr/>
            <p:nvPr/>
          </p:nvSpPr>
          <p:spPr>
            <a:xfrm>
              <a:off x="4630410" y="31417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42" name="Hexagon 1341">
              <a:extLst>
                <a:ext uri="{FF2B5EF4-FFF2-40B4-BE49-F238E27FC236}">
                  <a16:creationId xmlns:a16="http://schemas.microsoft.com/office/drawing/2014/main" id="{A5545191-8C8A-43DD-9343-2FB6A0CD2079}"/>
                </a:ext>
              </a:extLst>
            </p:cNvPr>
            <p:cNvSpPr/>
            <p:nvPr/>
          </p:nvSpPr>
          <p:spPr>
            <a:xfrm>
              <a:off x="4866630" y="34179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43" name="Hexagon 1342">
              <a:extLst>
                <a:ext uri="{FF2B5EF4-FFF2-40B4-BE49-F238E27FC236}">
                  <a16:creationId xmlns:a16="http://schemas.microsoft.com/office/drawing/2014/main" id="{04CBC865-A7AF-4BE2-BCFA-764EE1DE1F7D}"/>
                </a:ext>
              </a:extLst>
            </p:cNvPr>
            <p:cNvSpPr/>
            <p:nvPr/>
          </p:nvSpPr>
          <p:spPr>
            <a:xfrm>
              <a:off x="5106660" y="33265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44" name="Hexagon 1343">
              <a:extLst>
                <a:ext uri="{FF2B5EF4-FFF2-40B4-BE49-F238E27FC236}">
                  <a16:creationId xmlns:a16="http://schemas.microsoft.com/office/drawing/2014/main" id="{FC1EDA1B-86EE-449E-A918-031F2C6F3881}"/>
                </a:ext>
              </a:extLst>
            </p:cNvPr>
            <p:cNvSpPr/>
            <p:nvPr/>
          </p:nvSpPr>
          <p:spPr>
            <a:xfrm>
              <a:off x="5102850" y="314555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45" name="Hexagon 1344">
              <a:extLst>
                <a:ext uri="{FF2B5EF4-FFF2-40B4-BE49-F238E27FC236}">
                  <a16:creationId xmlns:a16="http://schemas.microsoft.com/office/drawing/2014/main" id="{1417314A-D355-4FB1-88EA-543A21357380}"/>
                </a:ext>
              </a:extLst>
            </p:cNvPr>
            <p:cNvSpPr/>
            <p:nvPr/>
          </p:nvSpPr>
          <p:spPr>
            <a:xfrm>
              <a:off x="4862820" y="304839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46" name="Hexagon 1345">
              <a:extLst>
                <a:ext uri="{FF2B5EF4-FFF2-40B4-BE49-F238E27FC236}">
                  <a16:creationId xmlns:a16="http://schemas.microsoft.com/office/drawing/2014/main" id="{72D2E407-B5FA-4F6A-A196-9F2CA8DD4875}"/>
                </a:ext>
              </a:extLst>
            </p:cNvPr>
            <p:cNvSpPr/>
            <p:nvPr/>
          </p:nvSpPr>
          <p:spPr>
            <a:xfrm>
              <a:off x="4626600" y="33246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47" name="Hexagon 1346">
              <a:extLst>
                <a:ext uri="{FF2B5EF4-FFF2-40B4-BE49-F238E27FC236}">
                  <a16:creationId xmlns:a16="http://schemas.microsoft.com/office/drawing/2014/main" id="{705B2899-60DE-4B51-B4F9-899B9AE6EE7D}"/>
                </a:ext>
              </a:extLst>
            </p:cNvPr>
            <p:cNvSpPr/>
            <p:nvPr/>
          </p:nvSpPr>
          <p:spPr>
            <a:xfrm>
              <a:off x="4155430" y="33265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48" name="Hexagon 1347">
              <a:extLst>
                <a:ext uri="{FF2B5EF4-FFF2-40B4-BE49-F238E27FC236}">
                  <a16:creationId xmlns:a16="http://schemas.microsoft.com/office/drawing/2014/main" id="{096CD39C-AA4A-457B-80D7-3E1FCC7CF088}"/>
                </a:ext>
              </a:extLst>
            </p:cNvPr>
            <p:cNvSpPr/>
            <p:nvPr/>
          </p:nvSpPr>
          <p:spPr>
            <a:xfrm>
              <a:off x="3915400" y="32331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49" name="Hexagon 1348">
              <a:extLst>
                <a:ext uri="{FF2B5EF4-FFF2-40B4-BE49-F238E27FC236}">
                  <a16:creationId xmlns:a16="http://schemas.microsoft.com/office/drawing/2014/main" id="{82F91282-1FED-4D4C-9E84-6EF2283CCB2E}"/>
                </a:ext>
              </a:extLst>
            </p:cNvPr>
            <p:cNvSpPr/>
            <p:nvPr/>
          </p:nvSpPr>
          <p:spPr>
            <a:xfrm>
              <a:off x="3921750" y="34230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50" name="Hexagon 1349">
              <a:extLst>
                <a:ext uri="{FF2B5EF4-FFF2-40B4-BE49-F238E27FC236}">
                  <a16:creationId xmlns:a16="http://schemas.microsoft.com/office/drawing/2014/main" id="{D70C5553-F38F-436C-9F8B-55532C8603A3}"/>
                </a:ext>
              </a:extLst>
            </p:cNvPr>
            <p:cNvSpPr/>
            <p:nvPr/>
          </p:nvSpPr>
          <p:spPr>
            <a:xfrm>
              <a:off x="3681720" y="33297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51" name="Hexagon 1350">
              <a:extLst>
                <a:ext uri="{FF2B5EF4-FFF2-40B4-BE49-F238E27FC236}">
                  <a16:creationId xmlns:a16="http://schemas.microsoft.com/office/drawing/2014/main" id="{8FBC7024-A011-4867-90B0-1C0CBDCA7A91}"/>
                </a:ext>
              </a:extLst>
            </p:cNvPr>
            <p:cNvSpPr/>
            <p:nvPr/>
          </p:nvSpPr>
          <p:spPr>
            <a:xfrm>
              <a:off x="4404350" y="36059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52" name="Hexagon 1351">
              <a:extLst>
                <a:ext uri="{FF2B5EF4-FFF2-40B4-BE49-F238E27FC236}">
                  <a16:creationId xmlns:a16="http://schemas.microsoft.com/office/drawing/2014/main" id="{691D3E58-7E9D-415D-834B-E0CA07F30DDA}"/>
                </a:ext>
              </a:extLst>
            </p:cNvPr>
            <p:cNvSpPr/>
            <p:nvPr/>
          </p:nvSpPr>
          <p:spPr>
            <a:xfrm>
              <a:off x="4164320" y="35125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53" name="Hexagon 1352">
              <a:extLst>
                <a:ext uri="{FF2B5EF4-FFF2-40B4-BE49-F238E27FC236}">
                  <a16:creationId xmlns:a16="http://schemas.microsoft.com/office/drawing/2014/main" id="{196B9689-BC4D-4E64-9F59-E80F7D0BB8D0}"/>
                </a:ext>
              </a:extLst>
            </p:cNvPr>
            <p:cNvSpPr/>
            <p:nvPr/>
          </p:nvSpPr>
          <p:spPr>
            <a:xfrm>
              <a:off x="4861550" y="37888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54" name="Hexagon 1353">
              <a:extLst>
                <a:ext uri="{FF2B5EF4-FFF2-40B4-BE49-F238E27FC236}">
                  <a16:creationId xmlns:a16="http://schemas.microsoft.com/office/drawing/2014/main" id="{BA62C557-5CD2-4926-B58F-7DB4F364EA3A}"/>
                </a:ext>
              </a:extLst>
            </p:cNvPr>
            <p:cNvSpPr/>
            <p:nvPr/>
          </p:nvSpPr>
          <p:spPr>
            <a:xfrm>
              <a:off x="4621520" y="36954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55" name="Hexagon 1354">
              <a:extLst>
                <a:ext uri="{FF2B5EF4-FFF2-40B4-BE49-F238E27FC236}">
                  <a16:creationId xmlns:a16="http://schemas.microsoft.com/office/drawing/2014/main" id="{A6D703F8-95CB-4CC8-8F2C-133303227F10}"/>
                </a:ext>
              </a:extLst>
            </p:cNvPr>
            <p:cNvSpPr/>
            <p:nvPr/>
          </p:nvSpPr>
          <p:spPr>
            <a:xfrm>
              <a:off x="4160510" y="37024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56" name="Hexagon 1355">
              <a:extLst>
                <a:ext uri="{FF2B5EF4-FFF2-40B4-BE49-F238E27FC236}">
                  <a16:creationId xmlns:a16="http://schemas.microsoft.com/office/drawing/2014/main" id="{6DA9C753-9131-4BB9-8288-4740A401E580}"/>
                </a:ext>
              </a:extLst>
            </p:cNvPr>
            <p:cNvSpPr/>
            <p:nvPr/>
          </p:nvSpPr>
          <p:spPr>
            <a:xfrm>
              <a:off x="3920480" y="36091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57" name="Hexagon 1356">
              <a:extLst>
                <a:ext uri="{FF2B5EF4-FFF2-40B4-BE49-F238E27FC236}">
                  <a16:creationId xmlns:a16="http://schemas.microsoft.com/office/drawing/2014/main" id="{3CFCE9B0-3BAC-4669-8FF2-69E6F850C601}"/>
                </a:ext>
              </a:extLst>
            </p:cNvPr>
            <p:cNvSpPr/>
            <p:nvPr/>
          </p:nvSpPr>
          <p:spPr>
            <a:xfrm>
              <a:off x="4630410" y="38853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58" name="Hexagon 1357">
              <a:extLst>
                <a:ext uri="{FF2B5EF4-FFF2-40B4-BE49-F238E27FC236}">
                  <a16:creationId xmlns:a16="http://schemas.microsoft.com/office/drawing/2014/main" id="{EA7047C6-F69B-49C4-91E8-4C25C902618E}"/>
                </a:ext>
              </a:extLst>
            </p:cNvPr>
            <p:cNvSpPr/>
            <p:nvPr/>
          </p:nvSpPr>
          <p:spPr>
            <a:xfrm>
              <a:off x="4390380" y="37919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59" name="Hexagon 1358">
              <a:extLst>
                <a:ext uri="{FF2B5EF4-FFF2-40B4-BE49-F238E27FC236}">
                  <a16:creationId xmlns:a16="http://schemas.microsoft.com/office/drawing/2014/main" id="{CC06BD1E-E72D-41C0-9562-82A590DCCF45}"/>
                </a:ext>
              </a:extLst>
            </p:cNvPr>
            <p:cNvSpPr/>
            <p:nvPr/>
          </p:nvSpPr>
          <p:spPr>
            <a:xfrm>
              <a:off x="5102850" y="40631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60" name="Hexagon 1359">
              <a:extLst>
                <a:ext uri="{FF2B5EF4-FFF2-40B4-BE49-F238E27FC236}">
                  <a16:creationId xmlns:a16="http://schemas.microsoft.com/office/drawing/2014/main" id="{15234A8A-311C-4643-99AE-B1CCEC858F0E}"/>
                </a:ext>
              </a:extLst>
            </p:cNvPr>
            <p:cNvSpPr/>
            <p:nvPr/>
          </p:nvSpPr>
          <p:spPr>
            <a:xfrm>
              <a:off x="4862820" y="39697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61" name="Hexagon 1360">
              <a:extLst>
                <a:ext uri="{FF2B5EF4-FFF2-40B4-BE49-F238E27FC236}">
                  <a16:creationId xmlns:a16="http://schemas.microsoft.com/office/drawing/2014/main" id="{A4894ACF-D3AE-488A-88AF-DB3EAA036FB5}"/>
                </a:ext>
              </a:extLst>
            </p:cNvPr>
            <p:cNvSpPr/>
            <p:nvPr/>
          </p:nvSpPr>
          <p:spPr>
            <a:xfrm>
              <a:off x="5100310" y="36948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62" name="Hexagon 1361">
              <a:extLst>
                <a:ext uri="{FF2B5EF4-FFF2-40B4-BE49-F238E27FC236}">
                  <a16:creationId xmlns:a16="http://schemas.microsoft.com/office/drawing/2014/main" id="{033C894F-D452-4F0C-9F4E-EFEAA544A816}"/>
                </a:ext>
              </a:extLst>
            </p:cNvPr>
            <p:cNvSpPr/>
            <p:nvPr/>
          </p:nvSpPr>
          <p:spPr>
            <a:xfrm>
              <a:off x="5101580" y="38758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63" name="Hexagon 1362">
              <a:extLst>
                <a:ext uri="{FF2B5EF4-FFF2-40B4-BE49-F238E27FC236}">
                  <a16:creationId xmlns:a16="http://schemas.microsoft.com/office/drawing/2014/main" id="{5DC72F6B-CFC6-43C0-B337-427D4F406746}"/>
                </a:ext>
              </a:extLst>
            </p:cNvPr>
            <p:cNvSpPr/>
            <p:nvPr/>
          </p:nvSpPr>
          <p:spPr>
            <a:xfrm>
              <a:off x="5339070" y="39640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64" name="Hexagon 1363">
              <a:extLst>
                <a:ext uri="{FF2B5EF4-FFF2-40B4-BE49-F238E27FC236}">
                  <a16:creationId xmlns:a16="http://schemas.microsoft.com/office/drawing/2014/main" id="{B09657D8-577B-4672-87D6-2C2BF8723BF0}"/>
                </a:ext>
              </a:extLst>
            </p:cNvPr>
            <p:cNvSpPr/>
            <p:nvPr/>
          </p:nvSpPr>
          <p:spPr>
            <a:xfrm>
              <a:off x="5340340" y="41450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65" name="Hexagon 1364">
              <a:extLst>
                <a:ext uri="{FF2B5EF4-FFF2-40B4-BE49-F238E27FC236}">
                  <a16:creationId xmlns:a16="http://schemas.microsoft.com/office/drawing/2014/main" id="{A987359F-9418-4CBA-BAE6-C92F5FB8AED4}"/>
                </a:ext>
              </a:extLst>
            </p:cNvPr>
            <p:cNvSpPr/>
            <p:nvPr/>
          </p:nvSpPr>
          <p:spPr>
            <a:xfrm>
              <a:off x="5577830" y="38726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66" name="Hexagon 1365">
              <a:extLst>
                <a:ext uri="{FF2B5EF4-FFF2-40B4-BE49-F238E27FC236}">
                  <a16:creationId xmlns:a16="http://schemas.microsoft.com/office/drawing/2014/main" id="{EE0392B8-9D30-4256-908E-53A2F6FE1A54}"/>
                </a:ext>
              </a:extLst>
            </p:cNvPr>
            <p:cNvSpPr/>
            <p:nvPr/>
          </p:nvSpPr>
          <p:spPr>
            <a:xfrm>
              <a:off x="5579100" y="40536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67" name="Hexagon 1366">
              <a:extLst>
                <a:ext uri="{FF2B5EF4-FFF2-40B4-BE49-F238E27FC236}">
                  <a16:creationId xmlns:a16="http://schemas.microsoft.com/office/drawing/2014/main" id="{2320341B-B53D-49BC-933D-EAE6745D9DE6}"/>
                </a:ext>
              </a:extLst>
            </p:cNvPr>
            <p:cNvSpPr/>
            <p:nvPr/>
          </p:nvSpPr>
          <p:spPr>
            <a:xfrm>
              <a:off x="5582910" y="33265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68" name="Hexagon 1367">
              <a:extLst>
                <a:ext uri="{FF2B5EF4-FFF2-40B4-BE49-F238E27FC236}">
                  <a16:creationId xmlns:a16="http://schemas.microsoft.com/office/drawing/2014/main" id="{6C478AFC-B285-462A-93E6-D54F509DEB9D}"/>
                </a:ext>
              </a:extLst>
            </p:cNvPr>
            <p:cNvSpPr/>
            <p:nvPr/>
          </p:nvSpPr>
          <p:spPr>
            <a:xfrm>
              <a:off x="5584180" y="35075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69" name="Hexagon 1368">
              <a:extLst>
                <a:ext uri="{FF2B5EF4-FFF2-40B4-BE49-F238E27FC236}">
                  <a16:creationId xmlns:a16="http://schemas.microsoft.com/office/drawing/2014/main" id="{D7673E19-BD3E-4B41-97CD-348AAF4FE615}"/>
                </a:ext>
              </a:extLst>
            </p:cNvPr>
            <p:cNvSpPr/>
            <p:nvPr/>
          </p:nvSpPr>
          <p:spPr>
            <a:xfrm>
              <a:off x="5819130" y="34128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70" name="Hexagon 1369">
              <a:extLst>
                <a:ext uri="{FF2B5EF4-FFF2-40B4-BE49-F238E27FC236}">
                  <a16:creationId xmlns:a16="http://schemas.microsoft.com/office/drawing/2014/main" id="{9C8173FF-80DF-4695-B41E-04419F56EE72}"/>
                </a:ext>
              </a:extLst>
            </p:cNvPr>
            <p:cNvSpPr/>
            <p:nvPr/>
          </p:nvSpPr>
          <p:spPr>
            <a:xfrm>
              <a:off x="5817860" y="35989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71" name="Hexagon 1370">
              <a:extLst>
                <a:ext uri="{FF2B5EF4-FFF2-40B4-BE49-F238E27FC236}">
                  <a16:creationId xmlns:a16="http://schemas.microsoft.com/office/drawing/2014/main" id="{949C418C-1CC9-4991-9B67-0F9E46C0AEDD}"/>
                </a:ext>
              </a:extLst>
            </p:cNvPr>
            <p:cNvSpPr/>
            <p:nvPr/>
          </p:nvSpPr>
          <p:spPr>
            <a:xfrm>
              <a:off x="6050270" y="33189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72" name="Hexagon 1371">
              <a:extLst>
                <a:ext uri="{FF2B5EF4-FFF2-40B4-BE49-F238E27FC236}">
                  <a16:creationId xmlns:a16="http://schemas.microsoft.com/office/drawing/2014/main" id="{801EB85B-6FCB-41BD-A297-EB837EB78BE9}"/>
                </a:ext>
              </a:extLst>
            </p:cNvPr>
            <p:cNvSpPr/>
            <p:nvPr/>
          </p:nvSpPr>
          <p:spPr>
            <a:xfrm>
              <a:off x="6054080" y="35049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73" name="Hexagon 1372">
              <a:extLst>
                <a:ext uri="{FF2B5EF4-FFF2-40B4-BE49-F238E27FC236}">
                  <a16:creationId xmlns:a16="http://schemas.microsoft.com/office/drawing/2014/main" id="{C42293A7-172B-4471-82BD-84ABDAB5AF3F}"/>
                </a:ext>
              </a:extLst>
            </p:cNvPr>
            <p:cNvSpPr/>
            <p:nvPr/>
          </p:nvSpPr>
          <p:spPr>
            <a:xfrm>
              <a:off x="5808970" y="32325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74" name="Hexagon 1373">
              <a:extLst>
                <a:ext uri="{FF2B5EF4-FFF2-40B4-BE49-F238E27FC236}">
                  <a16:creationId xmlns:a16="http://schemas.microsoft.com/office/drawing/2014/main" id="{556F66C2-9B78-4A5B-9FEE-20CE25EE9D04}"/>
                </a:ext>
              </a:extLst>
            </p:cNvPr>
            <p:cNvSpPr/>
            <p:nvPr/>
          </p:nvSpPr>
          <p:spPr>
            <a:xfrm>
              <a:off x="6045190" y="31385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75" name="Hexagon 1374">
              <a:extLst>
                <a:ext uri="{FF2B5EF4-FFF2-40B4-BE49-F238E27FC236}">
                  <a16:creationId xmlns:a16="http://schemas.microsoft.com/office/drawing/2014/main" id="{45E81605-8C01-47E8-A6E6-0BF4CD0A96DB}"/>
                </a:ext>
              </a:extLst>
            </p:cNvPr>
            <p:cNvSpPr/>
            <p:nvPr/>
          </p:nvSpPr>
          <p:spPr>
            <a:xfrm>
              <a:off x="5340340" y="35989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76" name="Hexagon 1375">
              <a:extLst>
                <a:ext uri="{FF2B5EF4-FFF2-40B4-BE49-F238E27FC236}">
                  <a16:creationId xmlns:a16="http://schemas.microsoft.com/office/drawing/2014/main" id="{097FE068-A923-4AB9-9828-64C9468FF560}"/>
                </a:ext>
              </a:extLst>
            </p:cNvPr>
            <p:cNvSpPr/>
            <p:nvPr/>
          </p:nvSpPr>
          <p:spPr>
            <a:xfrm>
              <a:off x="6276330" y="32300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77" name="Hexagon 1376">
              <a:extLst>
                <a:ext uri="{FF2B5EF4-FFF2-40B4-BE49-F238E27FC236}">
                  <a16:creationId xmlns:a16="http://schemas.microsoft.com/office/drawing/2014/main" id="{C6BB0CF9-B55C-4456-B8BD-9C3B1BBF1139}"/>
                </a:ext>
              </a:extLst>
            </p:cNvPr>
            <p:cNvSpPr/>
            <p:nvPr/>
          </p:nvSpPr>
          <p:spPr>
            <a:xfrm>
              <a:off x="6517630" y="33214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78" name="Hexagon 1377">
              <a:extLst>
                <a:ext uri="{FF2B5EF4-FFF2-40B4-BE49-F238E27FC236}">
                  <a16:creationId xmlns:a16="http://schemas.microsoft.com/office/drawing/2014/main" id="{E27C5FAD-1EC5-4C65-8C91-04C100C086FF}"/>
                </a:ext>
              </a:extLst>
            </p:cNvPr>
            <p:cNvSpPr/>
            <p:nvPr/>
          </p:nvSpPr>
          <p:spPr>
            <a:xfrm>
              <a:off x="6521440" y="35075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79" name="Hexagon 1378">
              <a:extLst>
                <a:ext uri="{FF2B5EF4-FFF2-40B4-BE49-F238E27FC236}">
                  <a16:creationId xmlns:a16="http://schemas.microsoft.com/office/drawing/2014/main" id="{17413783-D8CC-4912-A44C-C9C4DC98D129}"/>
                </a:ext>
              </a:extLst>
            </p:cNvPr>
            <p:cNvSpPr/>
            <p:nvPr/>
          </p:nvSpPr>
          <p:spPr>
            <a:xfrm>
              <a:off x="6512550" y="31411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80" name="Hexagon 1379">
              <a:extLst>
                <a:ext uri="{FF2B5EF4-FFF2-40B4-BE49-F238E27FC236}">
                  <a16:creationId xmlns:a16="http://schemas.microsoft.com/office/drawing/2014/main" id="{326850FA-48AB-451E-9577-A8D400113A1F}"/>
                </a:ext>
              </a:extLst>
            </p:cNvPr>
            <p:cNvSpPr/>
            <p:nvPr/>
          </p:nvSpPr>
          <p:spPr>
            <a:xfrm>
              <a:off x="6753850" y="34128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81" name="Hexagon 1380">
              <a:extLst>
                <a:ext uri="{FF2B5EF4-FFF2-40B4-BE49-F238E27FC236}">
                  <a16:creationId xmlns:a16="http://schemas.microsoft.com/office/drawing/2014/main" id="{E4926DE7-DD09-433E-8BD6-A0AB7ADF5CBB}"/>
                </a:ext>
              </a:extLst>
            </p:cNvPr>
            <p:cNvSpPr/>
            <p:nvPr/>
          </p:nvSpPr>
          <p:spPr>
            <a:xfrm>
              <a:off x="6757660" y="35989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82" name="Hexagon 1381">
              <a:extLst>
                <a:ext uri="{FF2B5EF4-FFF2-40B4-BE49-F238E27FC236}">
                  <a16:creationId xmlns:a16="http://schemas.microsoft.com/office/drawing/2014/main" id="{168A6542-707E-4126-BE87-650C4FCDE531}"/>
                </a:ext>
              </a:extLst>
            </p:cNvPr>
            <p:cNvSpPr/>
            <p:nvPr/>
          </p:nvSpPr>
          <p:spPr>
            <a:xfrm>
              <a:off x="6748770" y="32325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83" name="Hexagon 1382">
              <a:extLst>
                <a:ext uri="{FF2B5EF4-FFF2-40B4-BE49-F238E27FC236}">
                  <a16:creationId xmlns:a16="http://schemas.microsoft.com/office/drawing/2014/main" id="{EADCD55F-37E0-4FCE-82E0-B667E3DC4787}"/>
                </a:ext>
              </a:extLst>
            </p:cNvPr>
            <p:cNvSpPr/>
            <p:nvPr/>
          </p:nvSpPr>
          <p:spPr>
            <a:xfrm>
              <a:off x="6987530" y="35068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84" name="Hexagon 1383">
              <a:extLst>
                <a:ext uri="{FF2B5EF4-FFF2-40B4-BE49-F238E27FC236}">
                  <a16:creationId xmlns:a16="http://schemas.microsoft.com/office/drawing/2014/main" id="{3EA2327A-13F3-4249-99E1-99208E935891}"/>
                </a:ext>
              </a:extLst>
            </p:cNvPr>
            <p:cNvSpPr/>
            <p:nvPr/>
          </p:nvSpPr>
          <p:spPr>
            <a:xfrm>
              <a:off x="6982450" y="33265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85" name="Hexagon 1384">
              <a:extLst>
                <a:ext uri="{FF2B5EF4-FFF2-40B4-BE49-F238E27FC236}">
                  <a16:creationId xmlns:a16="http://schemas.microsoft.com/office/drawing/2014/main" id="{CB406F85-EDA4-437C-9D2C-6B9B68D19DE9}"/>
                </a:ext>
              </a:extLst>
            </p:cNvPr>
            <p:cNvSpPr/>
            <p:nvPr/>
          </p:nvSpPr>
          <p:spPr>
            <a:xfrm>
              <a:off x="7216130" y="36033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86" name="Hexagon 1385">
              <a:extLst>
                <a:ext uri="{FF2B5EF4-FFF2-40B4-BE49-F238E27FC236}">
                  <a16:creationId xmlns:a16="http://schemas.microsoft.com/office/drawing/2014/main" id="{F93997F1-872E-4A6C-BEEE-768FF4B15CA5}"/>
                </a:ext>
              </a:extLst>
            </p:cNvPr>
            <p:cNvSpPr/>
            <p:nvPr/>
          </p:nvSpPr>
          <p:spPr>
            <a:xfrm>
              <a:off x="7452350" y="36948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87" name="Hexagon 1386">
              <a:extLst>
                <a:ext uri="{FF2B5EF4-FFF2-40B4-BE49-F238E27FC236}">
                  <a16:creationId xmlns:a16="http://schemas.microsoft.com/office/drawing/2014/main" id="{876E9A22-3870-4E74-8CC9-F9F5AC1E3635}"/>
                </a:ext>
              </a:extLst>
            </p:cNvPr>
            <p:cNvSpPr/>
            <p:nvPr/>
          </p:nvSpPr>
          <p:spPr>
            <a:xfrm>
              <a:off x="7686030" y="37888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88" name="Hexagon 1387">
              <a:extLst>
                <a:ext uri="{FF2B5EF4-FFF2-40B4-BE49-F238E27FC236}">
                  <a16:creationId xmlns:a16="http://schemas.microsoft.com/office/drawing/2014/main" id="{8F1AED93-942E-4B5E-9B4F-1285A740D42F}"/>
                </a:ext>
              </a:extLst>
            </p:cNvPr>
            <p:cNvSpPr/>
            <p:nvPr/>
          </p:nvSpPr>
          <p:spPr>
            <a:xfrm>
              <a:off x="7928600" y="37005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89" name="Hexagon 1388">
              <a:extLst>
                <a:ext uri="{FF2B5EF4-FFF2-40B4-BE49-F238E27FC236}">
                  <a16:creationId xmlns:a16="http://schemas.microsoft.com/office/drawing/2014/main" id="{FE959BBA-804B-4B49-BC07-C5F2F8D9888C}"/>
                </a:ext>
              </a:extLst>
            </p:cNvPr>
            <p:cNvSpPr/>
            <p:nvPr/>
          </p:nvSpPr>
          <p:spPr>
            <a:xfrm>
              <a:off x="8158470" y="36084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90" name="Hexagon 1389">
              <a:extLst>
                <a:ext uri="{FF2B5EF4-FFF2-40B4-BE49-F238E27FC236}">
                  <a16:creationId xmlns:a16="http://schemas.microsoft.com/office/drawing/2014/main" id="{21FAD88A-32CA-46F9-8AE9-7D8B4EFACE54}"/>
                </a:ext>
              </a:extLst>
            </p:cNvPr>
            <p:cNvSpPr/>
            <p:nvPr/>
          </p:nvSpPr>
          <p:spPr>
            <a:xfrm>
              <a:off x="7686030" y="39640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91" name="Hexagon 1390">
              <a:extLst>
                <a:ext uri="{FF2B5EF4-FFF2-40B4-BE49-F238E27FC236}">
                  <a16:creationId xmlns:a16="http://schemas.microsoft.com/office/drawing/2014/main" id="{1304417B-7D00-43A1-82A6-16BCC0CF0140}"/>
                </a:ext>
              </a:extLst>
            </p:cNvPr>
            <p:cNvSpPr/>
            <p:nvPr/>
          </p:nvSpPr>
          <p:spPr>
            <a:xfrm>
              <a:off x="7923520" y="38758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92" name="Hexagon 1391">
              <a:extLst>
                <a:ext uri="{FF2B5EF4-FFF2-40B4-BE49-F238E27FC236}">
                  <a16:creationId xmlns:a16="http://schemas.microsoft.com/office/drawing/2014/main" id="{F0BB636D-0E87-49DD-8479-1C2547940E3B}"/>
                </a:ext>
              </a:extLst>
            </p:cNvPr>
            <p:cNvSpPr/>
            <p:nvPr/>
          </p:nvSpPr>
          <p:spPr>
            <a:xfrm>
              <a:off x="8158470" y="37913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93" name="Hexagon 1392">
              <a:extLst>
                <a:ext uri="{FF2B5EF4-FFF2-40B4-BE49-F238E27FC236}">
                  <a16:creationId xmlns:a16="http://schemas.microsoft.com/office/drawing/2014/main" id="{3C5C9398-B395-4EE1-A92C-924033D55E99}"/>
                </a:ext>
              </a:extLst>
            </p:cNvPr>
            <p:cNvSpPr/>
            <p:nvPr/>
          </p:nvSpPr>
          <p:spPr>
            <a:xfrm>
              <a:off x="8397230" y="33290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94" name="Hexagon 1393">
              <a:extLst>
                <a:ext uri="{FF2B5EF4-FFF2-40B4-BE49-F238E27FC236}">
                  <a16:creationId xmlns:a16="http://schemas.microsoft.com/office/drawing/2014/main" id="{1D97DDD6-956C-4B9D-9E60-DC23C1868DC5}"/>
                </a:ext>
              </a:extLst>
            </p:cNvPr>
            <p:cNvSpPr/>
            <p:nvPr/>
          </p:nvSpPr>
          <p:spPr>
            <a:xfrm>
              <a:off x="8397230" y="35119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95" name="Hexagon 1394">
              <a:extLst>
                <a:ext uri="{FF2B5EF4-FFF2-40B4-BE49-F238E27FC236}">
                  <a16:creationId xmlns:a16="http://schemas.microsoft.com/office/drawing/2014/main" id="{2A5E4AA7-232F-4954-8F7D-2841A303B14E}"/>
                </a:ext>
              </a:extLst>
            </p:cNvPr>
            <p:cNvSpPr/>
            <p:nvPr/>
          </p:nvSpPr>
          <p:spPr>
            <a:xfrm>
              <a:off x="8399770" y="36948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96" name="Hexagon 1395">
              <a:extLst>
                <a:ext uri="{FF2B5EF4-FFF2-40B4-BE49-F238E27FC236}">
                  <a16:creationId xmlns:a16="http://schemas.microsoft.com/office/drawing/2014/main" id="{3B89CEBE-C7B6-492A-9D22-6F463B22835E}"/>
                </a:ext>
              </a:extLst>
            </p:cNvPr>
            <p:cNvSpPr/>
            <p:nvPr/>
          </p:nvSpPr>
          <p:spPr>
            <a:xfrm>
              <a:off x="8625830" y="32376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97" name="Hexagon 1396">
              <a:extLst>
                <a:ext uri="{FF2B5EF4-FFF2-40B4-BE49-F238E27FC236}">
                  <a16:creationId xmlns:a16="http://schemas.microsoft.com/office/drawing/2014/main" id="{65E46A7B-A8D9-47AE-A02C-3814BCFA854C}"/>
                </a:ext>
              </a:extLst>
            </p:cNvPr>
            <p:cNvSpPr/>
            <p:nvPr/>
          </p:nvSpPr>
          <p:spPr>
            <a:xfrm>
              <a:off x="8625830" y="34205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98" name="Hexagon 1397">
              <a:extLst>
                <a:ext uri="{FF2B5EF4-FFF2-40B4-BE49-F238E27FC236}">
                  <a16:creationId xmlns:a16="http://schemas.microsoft.com/office/drawing/2014/main" id="{ADCBB646-1598-4CA6-B81F-49539466172D}"/>
                </a:ext>
              </a:extLst>
            </p:cNvPr>
            <p:cNvSpPr/>
            <p:nvPr/>
          </p:nvSpPr>
          <p:spPr>
            <a:xfrm>
              <a:off x="8630910" y="36008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399" name="Hexagon 1398">
              <a:extLst>
                <a:ext uri="{FF2B5EF4-FFF2-40B4-BE49-F238E27FC236}">
                  <a16:creationId xmlns:a16="http://schemas.microsoft.com/office/drawing/2014/main" id="{54AEB2AF-9CB2-44D9-A90F-E298974ADD61}"/>
                </a:ext>
              </a:extLst>
            </p:cNvPr>
            <p:cNvSpPr/>
            <p:nvPr/>
          </p:nvSpPr>
          <p:spPr>
            <a:xfrm>
              <a:off x="8867130" y="33265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00" name="Hexagon 1399">
              <a:extLst>
                <a:ext uri="{FF2B5EF4-FFF2-40B4-BE49-F238E27FC236}">
                  <a16:creationId xmlns:a16="http://schemas.microsoft.com/office/drawing/2014/main" id="{B39EA139-B21C-44F3-84BA-63E402621E15}"/>
                </a:ext>
              </a:extLst>
            </p:cNvPr>
            <p:cNvSpPr/>
            <p:nvPr/>
          </p:nvSpPr>
          <p:spPr>
            <a:xfrm>
              <a:off x="5097770" y="42409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01" name="Hexagon 1400">
              <a:extLst>
                <a:ext uri="{FF2B5EF4-FFF2-40B4-BE49-F238E27FC236}">
                  <a16:creationId xmlns:a16="http://schemas.microsoft.com/office/drawing/2014/main" id="{55C94EBC-53FD-41FD-AD85-9946DCE2DF46}"/>
                </a:ext>
              </a:extLst>
            </p:cNvPr>
            <p:cNvSpPr/>
            <p:nvPr/>
          </p:nvSpPr>
          <p:spPr>
            <a:xfrm>
              <a:off x="5335260" y="43228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02" name="Hexagon 1401">
              <a:extLst>
                <a:ext uri="{FF2B5EF4-FFF2-40B4-BE49-F238E27FC236}">
                  <a16:creationId xmlns:a16="http://schemas.microsoft.com/office/drawing/2014/main" id="{43A67A06-A459-473B-9EA0-4B231D2F041D}"/>
                </a:ext>
              </a:extLst>
            </p:cNvPr>
            <p:cNvSpPr/>
            <p:nvPr/>
          </p:nvSpPr>
          <p:spPr>
            <a:xfrm>
              <a:off x="5574020" y="42314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03" name="Hexagon 1402">
              <a:extLst>
                <a:ext uri="{FF2B5EF4-FFF2-40B4-BE49-F238E27FC236}">
                  <a16:creationId xmlns:a16="http://schemas.microsoft.com/office/drawing/2014/main" id="{33D3BDB9-2546-4905-8FC0-09C22AB48CC4}"/>
                </a:ext>
              </a:extLst>
            </p:cNvPr>
            <p:cNvSpPr/>
            <p:nvPr/>
          </p:nvSpPr>
          <p:spPr>
            <a:xfrm>
              <a:off x="5100310" y="44288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04" name="Hexagon 1403">
              <a:extLst>
                <a:ext uri="{FF2B5EF4-FFF2-40B4-BE49-F238E27FC236}">
                  <a16:creationId xmlns:a16="http://schemas.microsoft.com/office/drawing/2014/main" id="{6C37DA20-9691-4A6F-8B44-B733294DE9C0}"/>
                </a:ext>
              </a:extLst>
            </p:cNvPr>
            <p:cNvSpPr/>
            <p:nvPr/>
          </p:nvSpPr>
          <p:spPr>
            <a:xfrm>
              <a:off x="5337800" y="45108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05" name="Hexagon 1404">
              <a:extLst>
                <a:ext uri="{FF2B5EF4-FFF2-40B4-BE49-F238E27FC236}">
                  <a16:creationId xmlns:a16="http://schemas.microsoft.com/office/drawing/2014/main" id="{B3372E8A-3BAB-4F0C-A0CC-678B38E23E25}"/>
                </a:ext>
              </a:extLst>
            </p:cNvPr>
            <p:cNvSpPr/>
            <p:nvPr/>
          </p:nvSpPr>
          <p:spPr>
            <a:xfrm>
              <a:off x="5576560" y="44193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06" name="Hexagon 1405">
              <a:extLst>
                <a:ext uri="{FF2B5EF4-FFF2-40B4-BE49-F238E27FC236}">
                  <a16:creationId xmlns:a16="http://schemas.microsoft.com/office/drawing/2014/main" id="{5E9160EC-D617-4BFD-8B9E-A9AA1E1ABB43}"/>
                </a:ext>
              </a:extLst>
            </p:cNvPr>
            <p:cNvSpPr/>
            <p:nvPr/>
          </p:nvSpPr>
          <p:spPr>
            <a:xfrm>
              <a:off x="5812780" y="43279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07" name="Hexagon 1406">
              <a:extLst>
                <a:ext uri="{FF2B5EF4-FFF2-40B4-BE49-F238E27FC236}">
                  <a16:creationId xmlns:a16="http://schemas.microsoft.com/office/drawing/2014/main" id="{7D12B585-5029-460A-A303-EF60FA2D9680}"/>
                </a:ext>
              </a:extLst>
            </p:cNvPr>
            <p:cNvSpPr/>
            <p:nvPr/>
          </p:nvSpPr>
          <p:spPr>
            <a:xfrm>
              <a:off x="5817860" y="45108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08" name="Hexagon 1407">
              <a:extLst>
                <a:ext uri="{FF2B5EF4-FFF2-40B4-BE49-F238E27FC236}">
                  <a16:creationId xmlns:a16="http://schemas.microsoft.com/office/drawing/2014/main" id="{4DCE7F0B-EC91-4A0C-B135-E8D54536BE5F}"/>
                </a:ext>
              </a:extLst>
            </p:cNvPr>
            <p:cNvSpPr/>
            <p:nvPr/>
          </p:nvSpPr>
          <p:spPr>
            <a:xfrm>
              <a:off x="6051540" y="44193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09" name="Hexagon 1408">
              <a:extLst>
                <a:ext uri="{FF2B5EF4-FFF2-40B4-BE49-F238E27FC236}">
                  <a16:creationId xmlns:a16="http://schemas.microsoft.com/office/drawing/2014/main" id="{2D1EBA83-A7FE-46A6-91F2-834153968011}"/>
                </a:ext>
              </a:extLst>
            </p:cNvPr>
            <p:cNvSpPr/>
            <p:nvPr/>
          </p:nvSpPr>
          <p:spPr>
            <a:xfrm>
              <a:off x="6054080" y="46047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10" name="Hexagon 1409">
              <a:extLst>
                <a:ext uri="{FF2B5EF4-FFF2-40B4-BE49-F238E27FC236}">
                  <a16:creationId xmlns:a16="http://schemas.microsoft.com/office/drawing/2014/main" id="{28D50897-3D86-4747-85EB-8FECAD5CA668}"/>
                </a:ext>
              </a:extLst>
            </p:cNvPr>
            <p:cNvSpPr/>
            <p:nvPr/>
          </p:nvSpPr>
          <p:spPr>
            <a:xfrm>
              <a:off x="6043920" y="38783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11" name="Hexagon 1410">
              <a:extLst>
                <a:ext uri="{FF2B5EF4-FFF2-40B4-BE49-F238E27FC236}">
                  <a16:creationId xmlns:a16="http://schemas.microsoft.com/office/drawing/2014/main" id="{915DC491-694C-41CC-B5C9-B39DF3F7A86F}"/>
                </a:ext>
              </a:extLst>
            </p:cNvPr>
            <p:cNvSpPr/>
            <p:nvPr/>
          </p:nvSpPr>
          <p:spPr>
            <a:xfrm>
              <a:off x="6046460" y="40637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12" name="Hexagon 1411">
              <a:extLst>
                <a:ext uri="{FF2B5EF4-FFF2-40B4-BE49-F238E27FC236}">
                  <a16:creationId xmlns:a16="http://schemas.microsoft.com/office/drawing/2014/main" id="{72D280CA-BFD8-492C-BFFA-55AA0F809A26}"/>
                </a:ext>
              </a:extLst>
            </p:cNvPr>
            <p:cNvSpPr/>
            <p:nvPr/>
          </p:nvSpPr>
          <p:spPr>
            <a:xfrm>
              <a:off x="6283315" y="397295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13" name="Hexagon 1412">
              <a:extLst>
                <a:ext uri="{FF2B5EF4-FFF2-40B4-BE49-F238E27FC236}">
                  <a16:creationId xmlns:a16="http://schemas.microsoft.com/office/drawing/2014/main" id="{9943D5D5-B82F-48EE-B6D5-30ABB88CA57F}"/>
                </a:ext>
              </a:extLst>
            </p:cNvPr>
            <p:cNvSpPr/>
            <p:nvPr/>
          </p:nvSpPr>
          <p:spPr>
            <a:xfrm>
              <a:off x="6285855" y="415075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14" name="Hexagon 1413">
              <a:extLst>
                <a:ext uri="{FF2B5EF4-FFF2-40B4-BE49-F238E27FC236}">
                  <a16:creationId xmlns:a16="http://schemas.microsoft.com/office/drawing/2014/main" id="{2E35FBFA-BA78-4B85-95B1-FCCC06298FE7}"/>
                </a:ext>
              </a:extLst>
            </p:cNvPr>
            <p:cNvSpPr/>
            <p:nvPr/>
          </p:nvSpPr>
          <p:spPr>
            <a:xfrm>
              <a:off x="6523980" y="38783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15" name="Hexagon 1414">
              <a:extLst>
                <a:ext uri="{FF2B5EF4-FFF2-40B4-BE49-F238E27FC236}">
                  <a16:creationId xmlns:a16="http://schemas.microsoft.com/office/drawing/2014/main" id="{84A80A74-44A9-4C25-B9B7-E6751850861F}"/>
                </a:ext>
              </a:extLst>
            </p:cNvPr>
            <p:cNvSpPr/>
            <p:nvPr/>
          </p:nvSpPr>
          <p:spPr>
            <a:xfrm>
              <a:off x="6526520" y="40637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16" name="Hexagon 1415">
              <a:extLst>
                <a:ext uri="{FF2B5EF4-FFF2-40B4-BE49-F238E27FC236}">
                  <a16:creationId xmlns:a16="http://schemas.microsoft.com/office/drawing/2014/main" id="{57292667-8C11-4192-81CB-09DC5A50726D}"/>
                </a:ext>
              </a:extLst>
            </p:cNvPr>
            <p:cNvSpPr/>
            <p:nvPr/>
          </p:nvSpPr>
          <p:spPr>
            <a:xfrm>
              <a:off x="6283315" y="37862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17" name="Hexagon 1416">
              <a:extLst>
                <a:ext uri="{FF2B5EF4-FFF2-40B4-BE49-F238E27FC236}">
                  <a16:creationId xmlns:a16="http://schemas.microsoft.com/office/drawing/2014/main" id="{99BA1837-9E8A-4680-A260-9D7621B681B7}"/>
                </a:ext>
              </a:extLst>
            </p:cNvPr>
            <p:cNvSpPr/>
            <p:nvPr/>
          </p:nvSpPr>
          <p:spPr>
            <a:xfrm>
              <a:off x="6996420" y="40612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18" name="Hexagon 1417">
              <a:extLst>
                <a:ext uri="{FF2B5EF4-FFF2-40B4-BE49-F238E27FC236}">
                  <a16:creationId xmlns:a16="http://schemas.microsoft.com/office/drawing/2014/main" id="{56DEFCB5-90E9-4B4F-B67E-0822C7B87F45}"/>
                </a:ext>
              </a:extLst>
            </p:cNvPr>
            <p:cNvSpPr/>
            <p:nvPr/>
          </p:nvSpPr>
          <p:spPr>
            <a:xfrm>
              <a:off x="6762740" y="39672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19" name="Hexagon 1418">
              <a:extLst>
                <a:ext uri="{FF2B5EF4-FFF2-40B4-BE49-F238E27FC236}">
                  <a16:creationId xmlns:a16="http://schemas.microsoft.com/office/drawing/2014/main" id="{CC0F7D7B-29C4-4F1B-939A-81D66DA6831A}"/>
                </a:ext>
              </a:extLst>
            </p:cNvPr>
            <p:cNvSpPr/>
            <p:nvPr/>
          </p:nvSpPr>
          <p:spPr>
            <a:xfrm>
              <a:off x="7227560" y="39647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20" name="Hexagon 1419">
              <a:extLst>
                <a:ext uri="{FF2B5EF4-FFF2-40B4-BE49-F238E27FC236}">
                  <a16:creationId xmlns:a16="http://schemas.microsoft.com/office/drawing/2014/main" id="{0039D6A8-DDE7-4714-A04B-ABBD5EECBA01}"/>
                </a:ext>
              </a:extLst>
            </p:cNvPr>
            <p:cNvSpPr/>
            <p:nvPr/>
          </p:nvSpPr>
          <p:spPr>
            <a:xfrm>
              <a:off x="6996420" y="38707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21" name="Hexagon 1420">
              <a:extLst>
                <a:ext uri="{FF2B5EF4-FFF2-40B4-BE49-F238E27FC236}">
                  <a16:creationId xmlns:a16="http://schemas.microsoft.com/office/drawing/2014/main" id="{062FA152-8438-40AE-99D0-46EE6BA4C4BA}"/>
                </a:ext>
              </a:extLst>
            </p:cNvPr>
            <p:cNvSpPr/>
            <p:nvPr/>
          </p:nvSpPr>
          <p:spPr>
            <a:xfrm>
              <a:off x="7454890" y="38802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22" name="Hexagon 1421">
              <a:extLst>
                <a:ext uri="{FF2B5EF4-FFF2-40B4-BE49-F238E27FC236}">
                  <a16:creationId xmlns:a16="http://schemas.microsoft.com/office/drawing/2014/main" id="{498DC8AA-37AB-47C1-99C0-36A08E51F8F4}"/>
                </a:ext>
              </a:extLst>
            </p:cNvPr>
            <p:cNvSpPr/>
            <p:nvPr/>
          </p:nvSpPr>
          <p:spPr>
            <a:xfrm>
              <a:off x="7454890" y="40555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23" name="Hexagon 1422">
              <a:extLst>
                <a:ext uri="{FF2B5EF4-FFF2-40B4-BE49-F238E27FC236}">
                  <a16:creationId xmlns:a16="http://schemas.microsoft.com/office/drawing/2014/main" id="{F6C83A84-4938-4DCF-85A8-C6844BF4171D}"/>
                </a:ext>
              </a:extLst>
            </p:cNvPr>
            <p:cNvSpPr/>
            <p:nvPr/>
          </p:nvSpPr>
          <p:spPr>
            <a:xfrm>
              <a:off x="7454890" y="42434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24" name="Hexagon 1423">
              <a:extLst>
                <a:ext uri="{FF2B5EF4-FFF2-40B4-BE49-F238E27FC236}">
                  <a16:creationId xmlns:a16="http://schemas.microsoft.com/office/drawing/2014/main" id="{0BEBB641-676E-45DC-819D-ED1FE35E6D5D}"/>
                </a:ext>
              </a:extLst>
            </p:cNvPr>
            <p:cNvSpPr/>
            <p:nvPr/>
          </p:nvSpPr>
          <p:spPr>
            <a:xfrm>
              <a:off x="7454890" y="44187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25" name="Hexagon 1424">
              <a:extLst>
                <a:ext uri="{FF2B5EF4-FFF2-40B4-BE49-F238E27FC236}">
                  <a16:creationId xmlns:a16="http://schemas.microsoft.com/office/drawing/2014/main" id="{08A63E1A-BB75-4581-A557-E91CCD1EAFEE}"/>
                </a:ext>
              </a:extLst>
            </p:cNvPr>
            <p:cNvSpPr/>
            <p:nvPr/>
          </p:nvSpPr>
          <p:spPr>
            <a:xfrm>
              <a:off x="7223750" y="41520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26" name="Hexagon 1425">
              <a:extLst>
                <a:ext uri="{FF2B5EF4-FFF2-40B4-BE49-F238E27FC236}">
                  <a16:creationId xmlns:a16="http://schemas.microsoft.com/office/drawing/2014/main" id="{1BA4BE4B-B021-40AD-A6A7-06F985C9C4A2}"/>
                </a:ext>
              </a:extLst>
            </p:cNvPr>
            <p:cNvSpPr/>
            <p:nvPr/>
          </p:nvSpPr>
          <p:spPr>
            <a:xfrm>
              <a:off x="7223750" y="43272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27" name="Hexagon 1426">
              <a:extLst>
                <a:ext uri="{FF2B5EF4-FFF2-40B4-BE49-F238E27FC236}">
                  <a16:creationId xmlns:a16="http://schemas.microsoft.com/office/drawing/2014/main" id="{29C43FAC-1AC5-46AF-AA6E-E4A14E0E48AB}"/>
                </a:ext>
              </a:extLst>
            </p:cNvPr>
            <p:cNvSpPr/>
            <p:nvPr/>
          </p:nvSpPr>
          <p:spPr>
            <a:xfrm>
              <a:off x="6987530" y="42434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28" name="Hexagon 1427">
              <a:extLst>
                <a:ext uri="{FF2B5EF4-FFF2-40B4-BE49-F238E27FC236}">
                  <a16:creationId xmlns:a16="http://schemas.microsoft.com/office/drawing/2014/main" id="{B777F6E8-9E7A-4E27-B35B-4E247D19FB72}"/>
                </a:ext>
              </a:extLst>
            </p:cNvPr>
            <p:cNvSpPr/>
            <p:nvPr/>
          </p:nvSpPr>
          <p:spPr>
            <a:xfrm>
              <a:off x="6987530" y="44187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29" name="Hexagon 1428">
              <a:extLst>
                <a:ext uri="{FF2B5EF4-FFF2-40B4-BE49-F238E27FC236}">
                  <a16:creationId xmlns:a16="http://schemas.microsoft.com/office/drawing/2014/main" id="{6810CFF2-B9D7-476F-A685-06401B13B338}"/>
                </a:ext>
              </a:extLst>
            </p:cNvPr>
            <p:cNvSpPr/>
            <p:nvPr/>
          </p:nvSpPr>
          <p:spPr>
            <a:xfrm>
              <a:off x="6746230" y="43323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30" name="Hexagon 1429">
              <a:extLst>
                <a:ext uri="{FF2B5EF4-FFF2-40B4-BE49-F238E27FC236}">
                  <a16:creationId xmlns:a16="http://schemas.microsoft.com/office/drawing/2014/main" id="{E99AB80D-BD82-4250-A8AB-DB52F4D254F2}"/>
                </a:ext>
              </a:extLst>
            </p:cNvPr>
            <p:cNvSpPr/>
            <p:nvPr/>
          </p:nvSpPr>
          <p:spPr>
            <a:xfrm>
              <a:off x="6746230" y="45076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31" name="Hexagon 1430">
              <a:extLst>
                <a:ext uri="{FF2B5EF4-FFF2-40B4-BE49-F238E27FC236}">
                  <a16:creationId xmlns:a16="http://schemas.microsoft.com/office/drawing/2014/main" id="{DFBB80F6-C45F-4CA7-ABEC-DDCF4A44A2FF}"/>
                </a:ext>
              </a:extLst>
            </p:cNvPr>
            <p:cNvSpPr/>
            <p:nvPr/>
          </p:nvSpPr>
          <p:spPr>
            <a:xfrm>
              <a:off x="6504930" y="44238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32" name="Hexagon 1431">
              <a:extLst>
                <a:ext uri="{FF2B5EF4-FFF2-40B4-BE49-F238E27FC236}">
                  <a16:creationId xmlns:a16="http://schemas.microsoft.com/office/drawing/2014/main" id="{D096F024-1EEA-4269-B1CE-835F2208D6A5}"/>
                </a:ext>
              </a:extLst>
            </p:cNvPr>
            <p:cNvSpPr/>
            <p:nvPr/>
          </p:nvSpPr>
          <p:spPr>
            <a:xfrm>
              <a:off x="6504930" y="45990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33" name="Hexagon 1432">
              <a:extLst>
                <a:ext uri="{FF2B5EF4-FFF2-40B4-BE49-F238E27FC236}">
                  <a16:creationId xmlns:a16="http://schemas.microsoft.com/office/drawing/2014/main" id="{8879AA38-1EF3-45DC-847F-9D3C46260C95}"/>
                </a:ext>
              </a:extLst>
            </p:cNvPr>
            <p:cNvSpPr/>
            <p:nvPr/>
          </p:nvSpPr>
          <p:spPr>
            <a:xfrm>
              <a:off x="7221210" y="45152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34" name="Hexagon 1433">
              <a:extLst>
                <a:ext uri="{FF2B5EF4-FFF2-40B4-BE49-F238E27FC236}">
                  <a16:creationId xmlns:a16="http://schemas.microsoft.com/office/drawing/2014/main" id="{F35FD134-73BC-4DEA-8B4E-5DADC94450A7}"/>
                </a:ext>
              </a:extLst>
            </p:cNvPr>
            <p:cNvSpPr/>
            <p:nvPr/>
          </p:nvSpPr>
          <p:spPr>
            <a:xfrm>
              <a:off x="8163550" y="39716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35" name="Hexagon 1434">
              <a:extLst>
                <a:ext uri="{FF2B5EF4-FFF2-40B4-BE49-F238E27FC236}">
                  <a16:creationId xmlns:a16="http://schemas.microsoft.com/office/drawing/2014/main" id="{8C3A9BF1-FF93-4101-BF7D-731FF7DE9DD1}"/>
                </a:ext>
              </a:extLst>
            </p:cNvPr>
            <p:cNvSpPr/>
            <p:nvPr/>
          </p:nvSpPr>
          <p:spPr>
            <a:xfrm>
              <a:off x="8401040" y="40586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36" name="Hexagon 1435">
              <a:extLst>
                <a:ext uri="{FF2B5EF4-FFF2-40B4-BE49-F238E27FC236}">
                  <a16:creationId xmlns:a16="http://schemas.microsoft.com/office/drawing/2014/main" id="{20118C98-CCE2-4BF9-B2F0-36558B3B5D32}"/>
                </a:ext>
              </a:extLst>
            </p:cNvPr>
            <p:cNvSpPr/>
            <p:nvPr/>
          </p:nvSpPr>
          <p:spPr>
            <a:xfrm>
              <a:off x="8630910" y="39716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37" name="Hexagon 1436">
              <a:extLst>
                <a:ext uri="{FF2B5EF4-FFF2-40B4-BE49-F238E27FC236}">
                  <a16:creationId xmlns:a16="http://schemas.microsoft.com/office/drawing/2014/main" id="{D003D010-A14B-4C8C-9E8A-5DA98F60F19C}"/>
                </a:ext>
              </a:extLst>
            </p:cNvPr>
            <p:cNvSpPr/>
            <p:nvPr/>
          </p:nvSpPr>
          <p:spPr>
            <a:xfrm>
              <a:off x="8868400" y="40586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38" name="Hexagon 1437">
              <a:extLst>
                <a:ext uri="{FF2B5EF4-FFF2-40B4-BE49-F238E27FC236}">
                  <a16:creationId xmlns:a16="http://schemas.microsoft.com/office/drawing/2014/main" id="{CD11B184-F819-4E62-BDED-2C67432F96DC}"/>
                </a:ext>
              </a:extLst>
            </p:cNvPr>
            <p:cNvSpPr/>
            <p:nvPr/>
          </p:nvSpPr>
          <p:spPr>
            <a:xfrm>
              <a:off x="8638530" y="41571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39" name="Hexagon 1438">
              <a:extLst>
                <a:ext uri="{FF2B5EF4-FFF2-40B4-BE49-F238E27FC236}">
                  <a16:creationId xmlns:a16="http://schemas.microsoft.com/office/drawing/2014/main" id="{9C85D284-A4B0-45A1-98F6-ACE9F6170454}"/>
                </a:ext>
              </a:extLst>
            </p:cNvPr>
            <p:cNvSpPr/>
            <p:nvPr/>
          </p:nvSpPr>
          <p:spPr>
            <a:xfrm>
              <a:off x="8876020" y="42441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40" name="Hexagon 1439">
              <a:extLst>
                <a:ext uri="{FF2B5EF4-FFF2-40B4-BE49-F238E27FC236}">
                  <a16:creationId xmlns:a16="http://schemas.microsoft.com/office/drawing/2014/main" id="{F471DA4E-A647-4DD1-8805-3C95B516E239}"/>
                </a:ext>
              </a:extLst>
            </p:cNvPr>
            <p:cNvSpPr/>
            <p:nvPr/>
          </p:nvSpPr>
          <p:spPr>
            <a:xfrm>
              <a:off x="8397230" y="42510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41" name="Hexagon 1440">
              <a:extLst>
                <a:ext uri="{FF2B5EF4-FFF2-40B4-BE49-F238E27FC236}">
                  <a16:creationId xmlns:a16="http://schemas.microsoft.com/office/drawing/2014/main" id="{78EC8EA6-EE2B-4103-A7B8-0ABDE00B7CA8}"/>
                </a:ext>
              </a:extLst>
            </p:cNvPr>
            <p:cNvSpPr/>
            <p:nvPr/>
          </p:nvSpPr>
          <p:spPr>
            <a:xfrm>
              <a:off x="8634720" y="43380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42" name="Hexagon 1441">
              <a:extLst>
                <a:ext uri="{FF2B5EF4-FFF2-40B4-BE49-F238E27FC236}">
                  <a16:creationId xmlns:a16="http://schemas.microsoft.com/office/drawing/2014/main" id="{FFED9602-0B45-4721-AE45-EAC4F59A6241}"/>
                </a:ext>
              </a:extLst>
            </p:cNvPr>
            <p:cNvSpPr/>
            <p:nvPr/>
          </p:nvSpPr>
          <p:spPr>
            <a:xfrm>
              <a:off x="7927330" y="42510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43" name="Hexagon 1442">
              <a:extLst>
                <a:ext uri="{FF2B5EF4-FFF2-40B4-BE49-F238E27FC236}">
                  <a16:creationId xmlns:a16="http://schemas.microsoft.com/office/drawing/2014/main" id="{4F946FF4-E321-49FC-B7DE-C398904479C1}"/>
                </a:ext>
              </a:extLst>
            </p:cNvPr>
            <p:cNvSpPr/>
            <p:nvPr/>
          </p:nvSpPr>
          <p:spPr>
            <a:xfrm>
              <a:off x="8164820" y="43380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44" name="Hexagon 1443">
              <a:extLst>
                <a:ext uri="{FF2B5EF4-FFF2-40B4-BE49-F238E27FC236}">
                  <a16:creationId xmlns:a16="http://schemas.microsoft.com/office/drawing/2014/main" id="{0B3C29F7-D870-4D27-977D-ECC5753E5E8C}"/>
                </a:ext>
              </a:extLst>
            </p:cNvPr>
            <p:cNvSpPr/>
            <p:nvPr/>
          </p:nvSpPr>
          <p:spPr>
            <a:xfrm>
              <a:off x="7929870" y="44365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45" name="Hexagon 1444">
              <a:extLst>
                <a:ext uri="{FF2B5EF4-FFF2-40B4-BE49-F238E27FC236}">
                  <a16:creationId xmlns:a16="http://schemas.microsoft.com/office/drawing/2014/main" id="{9C73B4C2-963A-4A14-B325-CA7FF9D33A58}"/>
                </a:ext>
              </a:extLst>
            </p:cNvPr>
            <p:cNvSpPr/>
            <p:nvPr/>
          </p:nvSpPr>
          <p:spPr>
            <a:xfrm>
              <a:off x="8167360" y="45235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46" name="Hexagon 1445">
              <a:extLst>
                <a:ext uri="{FF2B5EF4-FFF2-40B4-BE49-F238E27FC236}">
                  <a16:creationId xmlns:a16="http://schemas.microsoft.com/office/drawing/2014/main" id="{8A66B2BC-4D94-4C45-B531-D51C3D4F56D8}"/>
                </a:ext>
              </a:extLst>
            </p:cNvPr>
            <p:cNvSpPr/>
            <p:nvPr/>
          </p:nvSpPr>
          <p:spPr>
            <a:xfrm>
              <a:off x="8409930" y="46143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47" name="Hexagon 1446">
              <a:extLst>
                <a:ext uri="{FF2B5EF4-FFF2-40B4-BE49-F238E27FC236}">
                  <a16:creationId xmlns:a16="http://schemas.microsoft.com/office/drawing/2014/main" id="{76E951CA-B346-48B2-896D-941A5BA4FAD2}"/>
                </a:ext>
              </a:extLst>
            </p:cNvPr>
            <p:cNvSpPr/>
            <p:nvPr/>
          </p:nvSpPr>
          <p:spPr>
            <a:xfrm>
              <a:off x="8647420" y="47013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48" name="Hexagon 1447">
              <a:extLst>
                <a:ext uri="{FF2B5EF4-FFF2-40B4-BE49-F238E27FC236}">
                  <a16:creationId xmlns:a16="http://schemas.microsoft.com/office/drawing/2014/main" id="{E1C16332-44B2-4584-8F82-6C9126B8FA6E}"/>
                </a:ext>
              </a:extLst>
            </p:cNvPr>
            <p:cNvSpPr/>
            <p:nvPr/>
          </p:nvSpPr>
          <p:spPr>
            <a:xfrm>
              <a:off x="8171170" y="47032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49" name="Hexagon 1448">
              <a:extLst>
                <a:ext uri="{FF2B5EF4-FFF2-40B4-BE49-F238E27FC236}">
                  <a16:creationId xmlns:a16="http://schemas.microsoft.com/office/drawing/2014/main" id="{80FD46FF-2ADF-4CB9-9FC6-12A03C0CFD2E}"/>
                </a:ext>
              </a:extLst>
            </p:cNvPr>
            <p:cNvSpPr/>
            <p:nvPr/>
          </p:nvSpPr>
          <p:spPr>
            <a:xfrm>
              <a:off x="8408660" y="47902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50" name="Hexagon 1449">
              <a:extLst>
                <a:ext uri="{FF2B5EF4-FFF2-40B4-BE49-F238E27FC236}">
                  <a16:creationId xmlns:a16="http://schemas.microsoft.com/office/drawing/2014/main" id="{81710C3B-F965-4C92-80A0-330F5AA619E5}"/>
                </a:ext>
              </a:extLst>
            </p:cNvPr>
            <p:cNvSpPr/>
            <p:nvPr/>
          </p:nvSpPr>
          <p:spPr>
            <a:xfrm>
              <a:off x="8164820" y="41552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51" name="Hexagon 1450">
              <a:extLst>
                <a:ext uri="{FF2B5EF4-FFF2-40B4-BE49-F238E27FC236}">
                  <a16:creationId xmlns:a16="http://schemas.microsoft.com/office/drawing/2014/main" id="{67E2A655-C8B2-406E-8963-8B4AD0EBE786}"/>
                </a:ext>
              </a:extLst>
            </p:cNvPr>
            <p:cNvSpPr/>
            <p:nvPr/>
          </p:nvSpPr>
          <p:spPr>
            <a:xfrm>
              <a:off x="7927330" y="46168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52" name="Hexagon 1451">
              <a:extLst>
                <a:ext uri="{FF2B5EF4-FFF2-40B4-BE49-F238E27FC236}">
                  <a16:creationId xmlns:a16="http://schemas.microsoft.com/office/drawing/2014/main" id="{79FCD737-04EE-4BC4-9553-4A64C3D8F5E3}"/>
                </a:ext>
              </a:extLst>
            </p:cNvPr>
            <p:cNvSpPr/>
            <p:nvPr/>
          </p:nvSpPr>
          <p:spPr>
            <a:xfrm>
              <a:off x="7940030" y="47895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53" name="Hexagon 1452">
              <a:extLst>
                <a:ext uri="{FF2B5EF4-FFF2-40B4-BE49-F238E27FC236}">
                  <a16:creationId xmlns:a16="http://schemas.microsoft.com/office/drawing/2014/main" id="{87E0FD48-D918-4521-B3FA-A23256B5DC4A}"/>
                </a:ext>
              </a:extLst>
            </p:cNvPr>
            <p:cNvSpPr/>
            <p:nvPr/>
          </p:nvSpPr>
          <p:spPr>
            <a:xfrm>
              <a:off x="8177520" y="48765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54" name="Hexagon 1453">
              <a:extLst>
                <a:ext uri="{FF2B5EF4-FFF2-40B4-BE49-F238E27FC236}">
                  <a16:creationId xmlns:a16="http://schemas.microsoft.com/office/drawing/2014/main" id="{DE639620-4A98-4DBF-86FD-06B09A56E4DD}"/>
                </a:ext>
              </a:extLst>
            </p:cNvPr>
            <p:cNvSpPr/>
            <p:nvPr/>
          </p:nvSpPr>
          <p:spPr>
            <a:xfrm>
              <a:off x="7696190" y="47032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55" name="Hexagon 1454">
              <a:extLst>
                <a:ext uri="{FF2B5EF4-FFF2-40B4-BE49-F238E27FC236}">
                  <a16:creationId xmlns:a16="http://schemas.microsoft.com/office/drawing/2014/main" id="{762150E7-EACE-4E7E-A70F-E4746FD5B876}"/>
                </a:ext>
              </a:extLst>
            </p:cNvPr>
            <p:cNvSpPr/>
            <p:nvPr/>
          </p:nvSpPr>
          <p:spPr>
            <a:xfrm>
              <a:off x="7698730" y="48835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56" name="Hexagon 1455">
              <a:extLst>
                <a:ext uri="{FF2B5EF4-FFF2-40B4-BE49-F238E27FC236}">
                  <a16:creationId xmlns:a16="http://schemas.microsoft.com/office/drawing/2014/main" id="{E50D2369-4084-4CA8-B256-05483DDEDE38}"/>
                </a:ext>
              </a:extLst>
            </p:cNvPr>
            <p:cNvSpPr/>
            <p:nvPr/>
          </p:nvSpPr>
          <p:spPr>
            <a:xfrm>
              <a:off x="7936220" y="49705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57" name="Hexagon 1456">
              <a:extLst>
                <a:ext uri="{FF2B5EF4-FFF2-40B4-BE49-F238E27FC236}">
                  <a16:creationId xmlns:a16="http://schemas.microsoft.com/office/drawing/2014/main" id="{3727CF24-A1B0-4758-B84D-5DF424A6EAC3}"/>
                </a:ext>
              </a:extLst>
            </p:cNvPr>
            <p:cNvSpPr/>
            <p:nvPr/>
          </p:nvSpPr>
          <p:spPr>
            <a:xfrm>
              <a:off x="7454890" y="47921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58" name="Hexagon 1457">
              <a:extLst>
                <a:ext uri="{FF2B5EF4-FFF2-40B4-BE49-F238E27FC236}">
                  <a16:creationId xmlns:a16="http://schemas.microsoft.com/office/drawing/2014/main" id="{AF61FCA0-A180-4B60-B67F-30FE646ABB91}"/>
                </a:ext>
              </a:extLst>
            </p:cNvPr>
            <p:cNvSpPr/>
            <p:nvPr/>
          </p:nvSpPr>
          <p:spPr>
            <a:xfrm>
              <a:off x="7228830" y="48886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59" name="Hexagon 1458">
              <a:extLst>
                <a:ext uri="{FF2B5EF4-FFF2-40B4-BE49-F238E27FC236}">
                  <a16:creationId xmlns:a16="http://schemas.microsoft.com/office/drawing/2014/main" id="{F098C233-1E03-411A-9E0C-D270BFADDD69}"/>
                </a:ext>
              </a:extLst>
            </p:cNvPr>
            <p:cNvSpPr/>
            <p:nvPr/>
          </p:nvSpPr>
          <p:spPr>
            <a:xfrm>
              <a:off x="7463780" y="49781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60" name="Hexagon 1459">
              <a:extLst>
                <a:ext uri="{FF2B5EF4-FFF2-40B4-BE49-F238E27FC236}">
                  <a16:creationId xmlns:a16="http://schemas.microsoft.com/office/drawing/2014/main" id="{B84CE910-66B2-415F-93E3-B3A3050E232C}"/>
                </a:ext>
              </a:extLst>
            </p:cNvPr>
            <p:cNvSpPr/>
            <p:nvPr/>
          </p:nvSpPr>
          <p:spPr>
            <a:xfrm>
              <a:off x="6990070" y="47946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61" name="Hexagon 1460">
              <a:extLst>
                <a:ext uri="{FF2B5EF4-FFF2-40B4-BE49-F238E27FC236}">
                  <a16:creationId xmlns:a16="http://schemas.microsoft.com/office/drawing/2014/main" id="{D92CF144-F211-43DA-8C0A-D012433E1196}"/>
                </a:ext>
              </a:extLst>
            </p:cNvPr>
            <p:cNvSpPr/>
            <p:nvPr/>
          </p:nvSpPr>
          <p:spPr>
            <a:xfrm>
              <a:off x="6990070" y="49724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62" name="Hexagon 1461">
              <a:extLst>
                <a:ext uri="{FF2B5EF4-FFF2-40B4-BE49-F238E27FC236}">
                  <a16:creationId xmlns:a16="http://schemas.microsoft.com/office/drawing/2014/main" id="{A893F13C-15DD-45F5-97D2-E8D34CF89B82}"/>
                </a:ext>
              </a:extLst>
            </p:cNvPr>
            <p:cNvSpPr/>
            <p:nvPr/>
          </p:nvSpPr>
          <p:spPr>
            <a:xfrm>
              <a:off x="7225020" y="50619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63" name="Hexagon 1462">
              <a:extLst>
                <a:ext uri="{FF2B5EF4-FFF2-40B4-BE49-F238E27FC236}">
                  <a16:creationId xmlns:a16="http://schemas.microsoft.com/office/drawing/2014/main" id="{BA498484-7271-4EBA-B011-4D65C39041E8}"/>
                </a:ext>
              </a:extLst>
            </p:cNvPr>
            <p:cNvSpPr/>
            <p:nvPr/>
          </p:nvSpPr>
          <p:spPr>
            <a:xfrm>
              <a:off x="6751310" y="48784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64" name="Hexagon 1463">
              <a:extLst>
                <a:ext uri="{FF2B5EF4-FFF2-40B4-BE49-F238E27FC236}">
                  <a16:creationId xmlns:a16="http://schemas.microsoft.com/office/drawing/2014/main" id="{20325323-2882-46A8-B89A-FE6E27CE02D8}"/>
                </a:ext>
              </a:extLst>
            </p:cNvPr>
            <p:cNvSpPr/>
            <p:nvPr/>
          </p:nvSpPr>
          <p:spPr>
            <a:xfrm>
              <a:off x="6756390" y="50588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65" name="Hexagon 1464">
              <a:extLst>
                <a:ext uri="{FF2B5EF4-FFF2-40B4-BE49-F238E27FC236}">
                  <a16:creationId xmlns:a16="http://schemas.microsoft.com/office/drawing/2014/main" id="{14875ABF-DBD6-43CC-B7CB-CDA65DCCDDB5}"/>
                </a:ext>
              </a:extLst>
            </p:cNvPr>
            <p:cNvSpPr/>
            <p:nvPr/>
          </p:nvSpPr>
          <p:spPr>
            <a:xfrm>
              <a:off x="6991340" y="51483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66" name="Hexagon 1465">
              <a:extLst>
                <a:ext uri="{FF2B5EF4-FFF2-40B4-BE49-F238E27FC236}">
                  <a16:creationId xmlns:a16="http://schemas.microsoft.com/office/drawing/2014/main" id="{D1C2B251-A8D8-4D15-A492-AEF5AE1F3C2E}"/>
                </a:ext>
              </a:extLst>
            </p:cNvPr>
            <p:cNvSpPr/>
            <p:nvPr/>
          </p:nvSpPr>
          <p:spPr>
            <a:xfrm>
              <a:off x="6517630" y="49648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67" name="Hexagon 1466">
              <a:extLst>
                <a:ext uri="{FF2B5EF4-FFF2-40B4-BE49-F238E27FC236}">
                  <a16:creationId xmlns:a16="http://schemas.microsoft.com/office/drawing/2014/main" id="{859A5C37-BAA0-425B-9E8A-DD459A508CD7}"/>
                </a:ext>
              </a:extLst>
            </p:cNvPr>
            <p:cNvSpPr/>
            <p:nvPr/>
          </p:nvSpPr>
          <p:spPr>
            <a:xfrm>
              <a:off x="6278870" y="50638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68" name="Hexagon 1467">
              <a:extLst>
                <a:ext uri="{FF2B5EF4-FFF2-40B4-BE49-F238E27FC236}">
                  <a16:creationId xmlns:a16="http://schemas.microsoft.com/office/drawing/2014/main" id="{A2B63D77-94C3-4E38-9992-1CA879788B0C}"/>
                </a:ext>
              </a:extLst>
            </p:cNvPr>
            <p:cNvSpPr/>
            <p:nvPr/>
          </p:nvSpPr>
          <p:spPr>
            <a:xfrm>
              <a:off x="6513820" y="51534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69" name="Hexagon 1468">
              <a:extLst>
                <a:ext uri="{FF2B5EF4-FFF2-40B4-BE49-F238E27FC236}">
                  <a16:creationId xmlns:a16="http://schemas.microsoft.com/office/drawing/2014/main" id="{C85C1381-D175-43C7-8C1F-F49EAC0E557F}"/>
                </a:ext>
              </a:extLst>
            </p:cNvPr>
            <p:cNvSpPr/>
            <p:nvPr/>
          </p:nvSpPr>
          <p:spPr>
            <a:xfrm>
              <a:off x="6040110" y="49699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70" name="Hexagon 1469">
              <a:extLst>
                <a:ext uri="{FF2B5EF4-FFF2-40B4-BE49-F238E27FC236}">
                  <a16:creationId xmlns:a16="http://schemas.microsoft.com/office/drawing/2014/main" id="{B3C18A98-23DC-47EC-BEC3-6D3D59A78230}"/>
                </a:ext>
              </a:extLst>
            </p:cNvPr>
            <p:cNvSpPr/>
            <p:nvPr/>
          </p:nvSpPr>
          <p:spPr>
            <a:xfrm>
              <a:off x="6040110" y="51527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71" name="Hexagon 1470">
              <a:extLst>
                <a:ext uri="{FF2B5EF4-FFF2-40B4-BE49-F238E27FC236}">
                  <a16:creationId xmlns:a16="http://schemas.microsoft.com/office/drawing/2014/main" id="{0CE4ABAF-5777-4DE7-86A3-566AFA85A462}"/>
                </a:ext>
              </a:extLst>
            </p:cNvPr>
            <p:cNvSpPr/>
            <p:nvPr/>
          </p:nvSpPr>
          <p:spPr>
            <a:xfrm>
              <a:off x="6275060" y="52423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72" name="Hexagon 1471">
              <a:extLst>
                <a:ext uri="{FF2B5EF4-FFF2-40B4-BE49-F238E27FC236}">
                  <a16:creationId xmlns:a16="http://schemas.microsoft.com/office/drawing/2014/main" id="{812FA44C-54F5-4F0E-901F-B2A4C12206AE}"/>
                </a:ext>
              </a:extLst>
            </p:cNvPr>
            <p:cNvSpPr/>
            <p:nvPr/>
          </p:nvSpPr>
          <p:spPr>
            <a:xfrm>
              <a:off x="5801350" y="50588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73" name="Hexagon 1472">
              <a:extLst>
                <a:ext uri="{FF2B5EF4-FFF2-40B4-BE49-F238E27FC236}">
                  <a16:creationId xmlns:a16="http://schemas.microsoft.com/office/drawing/2014/main" id="{B91B0B87-4504-4EFE-B3C1-594B6899BED5}"/>
                </a:ext>
              </a:extLst>
            </p:cNvPr>
            <p:cNvSpPr/>
            <p:nvPr/>
          </p:nvSpPr>
          <p:spPr>
            <a:xfrm>
              <a:off x="5336530" y="48759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74" name="Hexagon 1473">
              <a:extLst>
                <a:ext uri="{FF2B5EF4-FFF2-40B4-BE49-F238E27FC236}">
                  <a16:creationId xmlns:a16="http://schemas.microsoft.com/office/drawing/2014/main" id="{62AC5448-12FE-43EB-AE07-AF99099FAFE2}"/>
                </a:ext>
              </a:extLst>
            </p:cNvPr>
            <p:cNvSpPr/>
            <p:nvPr/>
          </p:nvSpPr>
          <p:spPr>
            <a:xfrm>
              <a:off x="5566400" y="49654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75" name="Hexagon 1474">
              <a:extLst>
                <a:ext uri="{FF2B5EF4-FFF2-40B4-BE49-F238E27FC236}">
                  <a16:creationId xmlns:a16="http://schemas.microsoft.com/office/drawing/2014/main" id="{D7F2109C-4A99-4A02-A1DB-0D47F9C68431}"/>
                </a:ext>
              </a:extLst>
            </p:cNvPr>
            <p:cNvSpPr/>
            <p:nvPr/>
          </p:nvSpPr>
          <p:spPr>
            <a:xfrm>
              <a:off x="5100310" y="47870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76" name="Hexagon 1475">
              <a:extLst>
                <a:ext uri="{FF2B5EF4-FFF2-40B4-BE49-F238E27FC236}">
                  <a16:creationId xmlns:a16="http://schemas.microsoft.com/office/drawing/2014/main" id="{56943717-3138-4154-B177-0CE182D29F55}"/>
                </a:ext>
              </a:extLst>
            </p:cNvPr>
            <p:cNvSpPr/>
            <p:nvPr/>
          </p:nvSpPr>
          <p:spPr>
            <a:xfrm>
              <a:off x="5806430" y="48784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77" name="Hexagon 1476">
              <a:extLst>
                <a:ext uri="{FF2B5EF4-FFF2-40B4-BE49-F238E27FC236}">
                  <a16:creationId xmlns:a16="http://schemas.microsoft.com/office/drawing/2014/main" id="{A2F94240-9ADB-4FA5-845A-1E62838E257D}"/>
                </a:ext>
              </a:extLst>
            </p:cNvPr>
            <p:cNvSpPr/>
            <p:nvPr/>
          </p:nvSpPr>
          <p:spPr>
            <a:xfrm>
              <a:off x="5571480" y="47851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78" name="Hexagon 1477">
              <a:extLst>
                <a:ext uri="{FF2B5EF4-FFF2-40B4-BE49-F238E27FC236}">
                  <a16:creationId xmlns:a16="http://schemas.microsoft.com/office/drawing/2014/main" id="{E66DB85B-ECE6-4C4B-B80A-829A3B65AB62}"/>
                </a:ext>
              </a:extLst>
            </p:cNvPr>
            <p:cNvSpPr/>
            <p:nvPr/>
          </p:nvSpPr>
          <p:spPr>
            <a:xfrm>
              <a:off x="5570210" y="51527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79" name="Hexagon 1478">
              <a:extLst>
                <a:ext uri="{FF2B5EF4-FFF2-40B4-BE49-F238E27FC236}">
                  <a16:creationId xmlns:a16="http://schemas.microsoft.com/office/drawing/2014/main" id="{9B0D6897-ED45-4E1F-B479-2690300D9DED}"/>
                </a:ext>
              </a:extLst>
            </p:cNvPr>
            <p:cNvSpPr/>
            <p:nvPr/>
          </p:nvSpPr>
          <p:spPr>
            <a:xfrm>
              <a:off x="5335260" y="50594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80" name="Hexagon 1479">
              <a:extLst>
                <a:ext uri="{FF2B5EF4-FFF2-40B4-BE49-F238E27FC236}">
                  <a16:creationId xmlns:a16="http://schemas.microsoft.com/office/drawing/2014/main" id="{4B466594-55B7-4208-B425-586A9AB391B7}"/>
                </a:ext>
              </a:extLst>
            </p:cNvPr>
            <p:cNvSpPr/>
            <p:nvPr/>
          </p:nvSpPr>
          <p:spPr>
            <a:xfrm>
              <a:off x="6278870" y="48733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81" name="Hexagon 1480">
              <a:extLst>
                <a:ext uri="{FF2B5EF4-FFF2-40B4-BE49-F238E27FC236}">
                  <a16:creationId xmlns:a16="http://schemas.microsoft.com/office/drawing/2014/main" id="{794DF096-26B6-422C-88D1-335A2C4D9F48}"/>
                </a:ext>
              </a:extLst>
            </p:cNvPr>
            <p:cNvSpPr/>
            <p:nvPr/>
          </p:nvSpPr>
          <p:spPr>
            <a:xfrm>
              <a:off x="5100310" y="49724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82" name="Hexagon 1481">
              <a:extLst>
                <a:ext uri="{FF2B5EF4-FFF2-40B4-BE49-F238E27FC236}">
                  <a16:creationId xmlns:a16="http://schemas.microsoft.com/office/drawing/2014/main" id="{EF402984-2500-4358-8FB4-4C79129F9BCA}"/>
                </a:ext>
              </a:extLst>
            </p:cNvPr>
            <p:cNvSpPr/>
            <p:nvPr/>
          </p:nvSpPr>
          <p:spPr>
            <a:xfrm>
              <a:off x="4865360" y="48791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83" name="Hexagon 1482">
              <a:extLst>
                <a:ext uri="{FF2B5EF4-FFF2-40B4-BE49-F238E27FC236}">
                  <a16:creationId xmlns:a16="http://schemas.microsoft.com/office/drawing/2014/main" id="{7D7978EA-C4EE-4FB0-BD9C-B7427C52E63F}"/>
                </a:ext>
              </a:extLst>
            </p:cNvPr>
            <p:cNvSpPr/>
            <p:nvPr/>
          </p:nvSpPr>
          <p:spPr>
            <a:xfrm>
              <a:off x="4861550" y="46981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84" name="Hexagon 1483">
              <a:extLst>
                <a:ext uri="{FF2B5EF4-FFF2-40B4-BE49-F238E27FC236}">
                  <a16:creationId xmlns:a16="http://schemas.microsoft.com/office/drawing/2014/main" id="{1B9BF422-2D6A-49E6-A97B-83A85043F5D9}"/>
                </a:ext>
              </a:extLst>
            </p:cNvPr>
            <p:cNvSpPr/>
            <p:nvPr/>
          </p:nvSpPr>
          <p:spPr>
            <a:xfrm>
              <a:off x="4626600" y="46047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85" name="Hexagon 1484">
              <a:extLst>
                <a:ext uri="{FF2B5EF4-FFF2-40B4-BE49-F238E27FC236}">
                  <a16:creationId xmlns:a16="http://schemas.microsoft.com/office/drawing/2014/main" id="{AB282970-2B2D-4F1C-AE05-EC693042C592}"/>
                </a:ext>
              </a:extLst>
            </p:cNvPr>
            <p:cNvSpPr/>
            <p:nvPr/>
          </p:nvSpPr>
          <p:spPr>
            <a:xfrm>
              <a:off x="4627870" y="47895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86" name="Hexagon 1485">
              <a:extLst>
                <a:ext uri="{FF2B5EF4-FFF2-40B4-BE49-F238E27FC236}">
                  <a16:creationId xmlns:a16="http://schemas.microsoft.com/office/drawing/2014/main" id="{B7228E30-6E63-4FED-819C-AE4C79F2BF4E}"/>
                </a:ext>
              </a:extLst>
            </p:cNvPr>
            <p:cNvSpPr/>
            <p:nvPr/>
          </p:nvSpPr>
          <p:spPr>
            <a:xfrm>
              <a:off x="4392920" y="46962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87" name="Hexagon 1486">
              <a:extLst>
                <a:ext uri="{FF2B5EF4-FFF2-40B4-BE49-F238E27FC236}">
                  <a16:creationId xmlns:a16="http://schemas.microsoft.com/office/drawing/2014/main" id="{5B437AC8-FD22-46B4-B641-9D911251B807}"/>
                </a:ext>
              </a:extLst>
            </p:cNvPr>
            <p:cNvSpPr/>
            <p:nvPr/>
          </p:nvSpPr>
          <p:spPr>
            <a:xfrm>
              <a:off x="4622790" y="49724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88" name="Hexagon 1487">
              <a:extLst>
                <a:ext uri="{FF2B5EF4-FFF2-40B4-BE49-F238E27FC236}">
                  <a16:creationId xmlns:a16="http://schemas.microsoft.com/office/drawing/2014/main" id="{CF649AA6-E411-436C-B730-A8E1CF939E04}"/>
                </a:ext>
              </a:extLst>
            </p:cNvPr>
            <p:cNvSpPr/>
            <p:nvPr/>
          </p:nvSpPr>
          <p:spPr>
            <a:xfrm>
              <a:off x="4387840" y="48791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89" name="Hexagon 1488">
              <a:extLst>
                <a:ext uri="{FF2B5EF4-FFF2-40B4-BE49-F238E27FC236}">
                  <a16:creationId xmlns:a16="http://schemas.microsoft.com/office/drawing/2014/main" id="{2B060EA1-5B50-490F-9A0B-6093216E6D19}"/>
                </a:ext>
              </a:extLst>
            </p:cNvPr>
            <p:cNvSpPr/>
            <p:nvPr/>
          </p:nvSpPr>
          <p:spPr>
            <a:xfrm>
              <a:off x="4622790" y="44238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90" name="Hexagon 1489">
              <a:extLst>
                <a:ext uri="{FF2B5EF4-FFF2-40B4-BE49-F238E27FC236}">
                  <a16:creationId xmlns:a16="http://schemas.microsoft.com/office/drawing/2014/main" id="{EF521E39-D40D-4587-8F9C-FA0037D38E87}"/>
                </a:ext>
              </a:extLst>
            </p:cNvPr>
            <p:cNvSpPr/>
            <p:nvPr/>
          </p:nvSpPr>
          <p:spPr>
            <a:xfrm>
              <a:off x="4387840" y="43304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91" name="Hexagon 1490">
              <a:extLst>
                <a:ext uri="{FF2B5EF4-FFF2-40B4-BE49-F238E27FC236}">
                  <a16:creationId xmlns:a16="http://schemas.microsoft.com/office/drawing/2014/main" id="{1ED5FF97-9A53-444E-BD3D-7CD23FF7B0CB}"/>
                </a:ext>
              </a:extLst>
            </p:cNvPr>
            <p:cNvSpPr/>
            <p:nvPr/>
          </p:nvSpPr>
          <p:spPr>
            <a:xfrm>
              <a:off x="4622790" y="42333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92" name="Hexagon 1491">
              <a:extLst>
                <a:ext uri="{FF2B5EF4-FFF2-40B4-BE49-F238E27FC236}">
                  <a16:creationId xmlns:a16="http://schemas.microsoft.com/office/drawing/2014/main" id="{19F9F566-26A6-47ED-904E-4418D31C17D3}"/>
                </a:ext>
              </a:extLst>
            </p:cNvPr>
            <p:cNvSpPr/>
            <p:nvPr/>
          </p:nvSpPr>
          <p:spPr>
            <a:xfrm>
              <a:off x="4387840" y="41399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93" name="Hexagon 1492">
              <a:extLst>
                <a:ext uri="{FF2B5EF4-FFF2-40B4-BE49-F238E27FC236}">
                  <a16:creationId xmlns:a16="http://schemas.microsoft.com/office/drawing/2014/main" id="{9AAE73F4-CEE8-40E3-A0BE-553A3D6F1CDF}"/>
                </a:ext>
              </a:extLst>
            </p:cNvPr>
            <p:cNvSpPr/>
            <p:nvPr/>
          </p:nvSpPr>
          <p:spPr>
            <a:xfrm>
              <a:off x="4152890" y="40478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94" name="Hexagon 1493">
              <a:extLst>
                <a:ext uri="{FF2B5EF4-FFF2-40B4-BE49-F238E27FC236}">
                  <a16:creationId xmlns:a16="http://schemas.microsoft.com/office/drawing/2014/main" id="{F98F5748-9D80-4C9D-930D-753E4786511D}"/>
                </a:ext>
              </a:extLst>
            </p:cNvPr>
            <p:cNvSpPr/>
            <p:nvPr/>
          </p:nvSpPr>
          <p:spPr>
            <a:xfrm>
              <a:off x="3917940" y="39545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95" name="Hexagon 1494">
              <a:extLst>
                <a:ext uri="{FF2B5EF4-FFF2-40B4-BE49-F238E27FC236}">
                  <a16:creationId xmlns:a16="http://schemas.microsoft.com/office/drawing/2014/main" id="{B9D94FB1-0879-4575-845B-889A8A264991}"/>
                </a:ext>
              </a:extLst>
            </p:cNvPr>
            <p:cNvSpPr/>
            <p:nvPr/>
          </p:nvSpPr>
          <p:spPr>
            <a:xfrm>
              <a:off x="4155430" y="42358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96" name="Hexagon 1495">
              <a:extLst>
                <a:ext uri="{FF2B5EF4-FFF2-40B4-BE49-F238E27FC236}">
                  <a16:creationId xmlns:a16="http://schemas.microsoft.com/office/drawing/2014/main" id="{EA518922-DEB7-4093-9029-BE37DAC9176D}"/>
                </a:ext>
              </a:extLst>
            </p:cNvPr>
            <p:cNvSpPr/>
            <p:nvPr/>
          </p:nvSpPr>
          <p:spPr>
            <a:xfrm>
              <a:off x="3920480" y="41425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97" name="Hexagon 1496">
              <a:extLst>
                <a:ext uri="{FF2B5EF4-FFF2-40B4-BE49-F238E27FC236}">
                  <a16:creationId xmlns:a16="http://schemas.microsoft.com/office/drawing/2014/main" id="{6D390B38-4D98-4514-9E12-F4A6D2C351EE}"/>
                </a:ext>
              </a:extLst>
            </p:cNvPr>
            <p:cNvSpPr/>
            <p:nvPr/>
          </p:nvSpPr>
          <p:spPr>
            <a:xfrm>
              <a:off x="3916670" y="43349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98" name="Hexagon 1497">
              <a:extLst>
                <a:ext uri="{FF2B5EF4-FFF2-40B4-BE49-F238E27FC236}">
                  <a16:creationId xmlns:a16="http://schemas.microsoft.com/office/drawing/2014/main" id="{BD7DE496-E025-4D7D-AB8C-8C75009B1E48}"/>
                </a:ext>
              </a:extLst>
            </p:cNvPr>
            <p:cNvSpPr/>
            <p:nvPr/>
          </p:nvSpPr>
          <p:spPr>
            <a:xfrm>
              <a:off x="3681720" y="42415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499" name="Hexagon 1498">
              <a:extLst>
                <a:ext uri="{FF2B5EF4-FFF2-40B4-BE49-F238E27FC236}">
                  <a16:creationId xmlns:a16="http://schemas.microsoft.com/office/drawing/2014/main" id="{5BE211D0-F23B-4F78-B1DF-6A5FE6C87D28}"/>
                </a:ext>
              </a:extLst>
            </p:cNvPr>
            <p:cNvSpPr/>
            <p:nvPr/>
          </p:nvSpPr>
          <p:spPr>
            <a:xfrm>
              <a:off x="3679180" y="40561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00" name="Hexagon 1499">
              <a:extLst>
                <a:ext uri="{FF2B5EF4-FFF2-40B4-BE49-F238E27FC236}">
                  <a16:creationId xmlns:a16="http://schemas.microsoft.com/office/drawing/2014/main" id="{F491468C-267C-49AE-B7E6-D0A74278FB59}"/>
                </a:ext>
              </a:extLst>
            </p:cNvPr>
            <p:cNvSpPr/>
            <p:nvPr/>
          </p:nvSpPr>
          <p:spPr>
            <a:xfrm>
              <a:off x="4395460" y="45082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01" name="Hexagon 1500">
              <a:extLst>
                <a:ext uri="{FF2B5EF4-FFF2-40B4-BE49-F238E27FC236}">
                  <a16:creationId xmlns:a16="http://schemas.microsoft.com/office/drawing/2014/main" id="{CA7DE3F7-0724-420A-A4EA-95DE970B26C9}"/>
                </a:ext>
              </a:extLst>
            </p:cNvPr>
            <p:cNvSpPr/>
            <p:nvPr/>
          </p:nvSpPr>
          <p:spPr>
            <a:xfrm>
              <a:off x="4159240" y="45997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02" name="Hexagon 1501">
              <a:extLst>
                <a:ext uri="{FF2B5EF4-FFF2-40B4-BE49-F238E27FC236}">
                  <a16:creationId xmlns:a16="http://schemas.microsoft.com/office/drawing/2014/main" id="{46D43379-157B-46AF-8D75-ADE20EEBD222}"/>
                </a:ext>
              </a:extLst>
            </p:cNvPr>
            <p:cNvSpPr/>
            <p:nvPr/>
          </p:nvSpPr>
          <p:spPr>
            <a:xfrm>
              <a:off x="4156700" y="47876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15" name="Hexagon 1514">
              <a:extLst>
                <a:ext uri="{FF2B5EF4-FFF2-40B4-BE49-F238E27FC236}">
                  <a16:creationId xmlns:a16="http://schemas.microsoft.com/office/drawing/2014/main" id="{9BCF7757-AFF3-47CC-876C-FF0D6E6F6D6B}"/>
                </a:ext>
              </a:extLst>
            </p:cNvPr>
            <p:cNvSpPr/>
            <p:nvPr/>
          </p:nvSpPr>
          <p:spPr>
            <a:xfrm>
              <a:off x="4867900" y="213209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17" name="Hexagon 1516">
              <a:extLst>
                <a:ext uri="{FF2B5EF4-FFF2-40B4-BE49-F238E27FC236}">
                  <a16:creationId xmlns:a16="http://schemas.microsoft.com/office/drawing/2014/main" id="{C48EF321-8FEE-4DFE-B558-91196AF4976A}"/>
                </a:ext>
              </a:extLst>
            </p:cNvPr>
            <p:cNvSpPr/>
            <p:nvPr/>
          </p:nvSpPr>
          <p:spPr>
            <a:xfrm>
              <a:off x="7694285" y="21327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9831944" y="6898364"/>
            <a:ext cx="2376600" cy="1769179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9776192" y="7001639"/>
            <a:ext cx="2209152" cy="1535754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</p:grpSp>
      <p:grpSp>
        <p:nvGrpSpPr>
          <p:cNvPr id="18" name="lilian">
            <a:extLst>
              <a:ext uri="{FF2B5EF4-FFF2-40B4-BE49-F238E27FC236}">
                <a16:creationId xmlns:a16="http://schemas.microsoft.com/office/drawing/2014/main" id="{D59E6790-6463-46B4-8CE2-BE5B506B075D}"/>
              </a:ext>
            </a:extLst>
          </p:cNvPr>
          <p:cNvGrpSpPr/>
          <p:nvPr/>
        </p:nvGrpSpPr>
        <p:grpSpPr>
          <a:xfrm>
            <a:off x="10377850" y="7022615"/>
            <a:ext cx="1171002" cy="1495040"/>
            <a:chOff x="3916054" y="2126208"/>
            <a:chExt cx="5034295" cy="6427378"/>
          </a:xfrm>
        </p:grpSpPr>
        <p:sp>
          <p:nvSpPr>
            <p:cNvPr id="1701" name="Hexagon 1700">
              <a:extLst>
                <a:ext uri="{FF2B5EF4-FFF2-40B4-BE49-F238E27FC236}">
                  <a16:creationId xmlns:a16="http://schemas.microsoft.com/office/drawing/2014/main" id="{DFD8D8EF-2825-45C5-8049-414E9FA98789}"/>
                </a:ext>
              </a:extLst>
            </p:cNvPr>
            <p:cNvSpPr/>
            <p:nvPr/>
          </p:nvSpPr>
          <p:spPr>
            <a:xfrm>
              <a:off x="6280286" y="83771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438" name="Hexagon 2437">
              <a:extLst>
                <a:ext uri="{FF2B5EF4-FFF2-40B4-BE49-F238E27FC236}">
                  <a16:creationId xmlns:a16="http://schemas.microsoft.com/office/drawing/2014/main" id="{E5DAE3B4-695A-4D5F-B27B-EDBE9793146A}"/>
                </a:ext>
              </a:extLst>
            </p:cNvPr>
            <p:cNvSpPr/>
            <p:nvPr/>
          </p:nvSpPr>
          <p:spPr>
            <a:xfrm>
              <a:off x="3916054" y="21262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  <p:sp>
          <p:nvSpPr>
            <p:cNvPr id="2439" name="Hexagon 2438">
              <a:extLst>
                <a:ext uri="{FF2B5EF4-FFF2-40B4-BE49-F238E27FC236}">
                  <a16:creationId xmlns:a16="http://schemas.microsoft.com/office/drawing/2014/main" id="{8FD25A41-14F1-40DB-85A7-40A86841A8F8}"/>
                </a:ext>
              </a:extLst>
            </p:cNvPr>
            <p:cNvSpPr/>
            <p:nvPr/>
          </p:nvSpPr>
          <p:spPr>
            <a:xfrm>
              <a:off x="8646169" y="23192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10215244" y="7215315"/>
            <a:ext cx="1439802" cy="66188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10926570" y="7151951"/>
            <a:ext cx="74057" cy="680598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1195" tIns="15598" rIns="31195" bIns="1559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376"/>
            </a:p>
          </p:txBody>
        </p:sp>
      </p:grpSp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3103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955837-D140-4D2E-95C2-748AD457B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075" y="8149841"/>
            <a:ext cx="1384727" cy="1129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C0755B-1C1B-4BF9-80E2-6CB19DA7E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2680" y="8143193"/>
            <a:ext cx="1386942" cy="113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16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155626</TotalTime>
  <Words>181</Words>
  <Application>Microsoft Office PowerPoint</Application>
  <PresentationFormat>Custom</PresentationFormat>
  <Paragraphs>20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1469</cp:revision>
  <cp:lastPrinted>2021-06-19T15:20:22Z</cp:lastPrinted>
  <dcterms:created xsi:type="dcterms:W3CDTF">2021-03-25T22:26:05Z</dcterms:created>
  <dcterms:modified xsi:type="dcterms:W3CDTF">2022-12-19T03:25:37Z</dcterms:modified>
</cp:coreProperties>
</file>